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60AED03A.xml" ContentType="application/vnd.ms-powerpoint.comments+xml"/>
  <Override PartName="/ppt/notesSlides/notesSlide2.xml" ContentType="application/vnd.openxmlformats-officedocument.presentationml.notesSlide+xml"/>
  <Override PartName="/ppt/comments/modernComment_101_5D52690F.xml" ContentType="application/vnd.ms-powerpoint.comments+xml"/>
  <Override PartName="/ppt/notesSlides/notesSlide3.xml" ContentType="application/vnd.openxmlformats-officedocument.presentationml.notesSlide+xml"/>
  <Override PartName="/ppt/comments/modernComment_102_678AE1B4.xml" ContentType="application/vnd.ms-powerpoint.comments+xml"/>
  <Override PartName="/ppt/notesSlides/notesSlide4.xml" ContentType="application/vnd.openxmlformats-officedocument.presentationml.notesSlide+xml"/>
  <Override PartName="/ppt/comments/modernComment_103_55D42BDD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334500" cy="119634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573" autoAdjust="0"/>
  </p:normalViewPr>
  <p:slideViewPr>
    <p:cSldViewPr snapToGrid="0">
      <p:cViewPr varScale="1">
        <p:scale>
          <a:sx n="52" d="100"/>
          <a:sy n="52" d="100"/>
        </p:scale>
        <p:origin x="632" y="56"/>
      </p:cViewPr>
      <p:guideLst/>
    </p:cSldViewPr>
  </p:slideViewPr>
  <p:notesTextViewPr>
    <p:cViewPr>
      <p:scale>
        <a:sx n="1" d="1"/>
        <a:sy n="1" d="1"/>
      </p:scale>
      <p:origin x="0" y="-8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8/10/relationships/authors" Target="authors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omments/modernComment_100_60AED03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8C5D922-2FBA-410A-A915-2315DC2A7C0A}" authorId="{D3F71A66-0C34-DF1A-5236-FECDBC820DCB}" created="2026-10-03T07:13:03.136">
    <pc:sldMkLst xmlns:pc="http://schemas.microsoft.com/office/powerpoint/2013/main/command">
      <pc:docMk/>
      <pc:sldMk cId="1622069306" sldId="256"/>
    </pc:sldMkLst>
    <p188:pos x="0" y="0"/>
    <p188:txBody>
      <a:bodyPr/>
      <a:lstStyle/>
      <a:p>
        <a:r>
          <a:rPr lang="zh-CN" altLang="en-US"/>
          <a:t>@@stage3-cases-main</a:t>
        </a:r>
      </a:p>
    </p188:txBody>
  </p188:cm>
  <p188:cm id="{8DCBB79F-92F9-4252-BE12-BB1F4D09ABD6}" authorId="{D3F71A66-0C34-DF1A-5236-FECDBC820DCB}" created="2026-10-03T07:13:03.148">
    <pc:sldMkLst xmlns:pc="http://schemas.microsoft.com/office/powerpoint/2013/main/command">
      <pc:docMk/>
      <pc:sldMk cId="1622069306" sldId="256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comments/modernComment_101_5D52690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6AD79C5-C17E-45F7-8AB2-6926ED9B8BE7}" authorId="{D3F71A66-0C34-DF1A-5236-FECDBC820DCB}" created="2026-10-03T07:13:03.695">
    <pc:sldMkLst xmlns:pc="http://schemas.microsoft.com/office/powerpoint/2013/main/command">
      <pc:docMk/>
      <pc:sldMk cId="1565681935" sldId="257"/>
    </pc:sldMkLst>
    <p188:pos x="0" y="0"/>
    <p188:txBody>
      <a:bodyPr/>
      <a:lstStyle/>
      <a:p>
        <a:r>
          <a:rPr lang="zh-CN" altLang="en-US"/>
          <a:t>@@stage3-cases-density</a:t>
        </a:r>
      </a:p>
    </p188:txBody>
  </p188:cm>
  <p188:cm id="{5A36124D-3DF1-493C-8AC7-2766080CAD5B}" authorId="{D3F71A66-0C34-DF1A-5236-FECDBC820DCB}" created="2026-10-03T07:13:03.704">
    <pc:sldMkLst xmlns:pc="http://schemas.microsoft.com/office/powerpoint/2013/main/command">
      <pc:docMk/>
      <pc:sldMk cId="1565681935" sldId="257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comments/modernComment_102_678AE1B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1A71DCC-58E4-4E38-83B6-6FB4CF2FCE69}" authorId="{D3F71A66-0C34-DF1A-5236-FECDBC820DCB}" created="2026-10-03T07:13:03.971">
    <pc:sldMkLst xmlns:pc="http://schemas.microsoft.com/office/powerpoint/2013/main/command">
      <pc:docMk/>
      <pc:sldMk cId="1737154996" sldId="258"/>
    </pc:sldMkLst>
    <p188:pos x="0" y="0"/>
    <p188:txBody>
      <a:bodyPr/>
      <a:lstStyle/>
      <a:p>
        <a:r>
          <a:rPr lang="zh-CN" altLang="en-US"/>
          <a:t>@@stage3-cases-clash</a:t>
        </a:r>
      </a:p>
    </p188:txBody>
  </p188:cm>
  <p188:cm id="{6CDC9427-C332-4BD5-8318-B8C21610697C}" authorId="{D3F71A66-0C34-DF1A-5236-FECDBC820DCB}" created="2026-10-03T07:13:03.973">
    <pc:sldMkLst xmlns:pc="http://schemas.microsoft.com/office/powerpoint/2013/main/command">
      <pc:docMk/>
      <pc:sldMk cId="1737154996" sldId="258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comments/modernComment_103_55D42BD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3C0306D-72B5-47D0-900A-10A28618ECFB}" authorId="{D3F71A66-0C34-DF1A-5236-FECDBC820DCB}" created="2026-10-03T07:13:04.234">
    <pc:sldMkLst xmlns:pc="http://schemas.microsoft.com/office/powerpoint/2013/main/command">
      <pc:docMk/>
      <pc:sldMk cId="1439968221" sldId="259"/>
    </pc:sldMkLst>
    <p188:pos x="0" y="0"/>
    <p188:txBody>
      <a:bodyPr/>
      <a:lstStyle/>
      <a:p>
        <a:r>
          <a:rPr lang="zh-CN" altLang="en-US"/>
          <a:t>@@stage3-cases-alternatives</a:t>
        </a:r>
      </a:p>
    </p188:txBody>
  </p188:cm>
  <p188:cm id="{997C52F0-6C36-4E23-A964-CDD9D1A1B37E}" authorId="{D3F71A66-0C34-DF1A-5236-FECDBC820DCB}" created="2026-10-03T07:13:04.236">
    <pc:sldMkLst xmlns:pc="http://schemas.microsoft.com/office/powerpoint/2013/main/command">
      <pc:docMk/>
      <pc:sldMk cId="1439968221" sldId="259"/>
    </pc:sldMkLst>
    <p188:pos x="0" y="0"/>
    <p188:txBody>
      <a:bodyPr/>
      <a:lstStyle/>
      <a:p>
        <a:r>
          <a:rPr lang="zh-CN" altLang="en-US"/>
          <a:t>原排序 Top-1, 不重新排名或叠合. 可复现代码: 画图/画图代码/stage3_cases/README.md; 冻结坐标、来源、指标、显示几何: 画图/formal/stage3_cases. 密度网格、受体、配体键、原子、碰撞线、文字均为原生可编辑图形.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ns0:notes xmlns:ns0="http://schemas.openxmlformats.org/presentationml/2006/main" xmlns:ns1="http://schemas.openxmlformats.org/drawingml/2006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Slide Image Placeholder 1"/>
          <ns0:cNvSpPr>
            <ns1:spLocks noGrp="1" noRot="1" noChangeAspect="1"/>
          </ns0:cNvSpPr>
          <ns0:nvPr>
            <ns0:ph type="sldImg"/>
          </ns0:nvPr>
        </ns0:nvSpPr>
        <ns0:spPr/>
      </ns0:sp>
      <ns0:sp>
        <ns0:nvSpPr>
          <ns0:cNvPr id="3" name="Notes Placeholder 2"/>
          <ns0:cNvSpPr>
            <ns1:spLocks noGrp="1"/>
          </ns0:cNvSpPr>
          <ns0:nvPr>
            <ns0:ph type="body" idx="1"/>
          </ns0:nvPr>
        </ns0:nvSpPr>
        <ns0:spPr/>
        <ns0:txBody>
          <ns1:bodyPr/>
          <ns1:lstStyle/>
          <ns1:p>
            <ns1:r>
              <ns1:rPr dirty="0"/>
              <ns1:t/>
            </ns1:r>
            <ns1:r>
              <ns1:rPr dirty="0" err="1"/>
              <ns1:t>口袋约束与密度约束的互补作用。a</ns1:t>
            </ns1:r>
            <ns1:r>
              <ns1:rPr dirty="0"/>
              <ns1:t>–</ns1:t>
            </ns1:r>
            <ns1:r>
              <ns1:rPr dirty="0" err="1"/>
              <ns1:t>c，官方</ns1:t>
            </ns1:r>
            <ns1:r>
              <ns1:rPr dirty="0"/>
              <ns1:t> </ns1:t>
            </ns1:r>
            <ns1:r>
              <ns1:rPr dirty="0" err="1"/>
              <ns1:t>PocketXMol</ns1:t>
            </ns1:r>
            <ns1:r>
              <ns1:rPr dirty="0"/>
              <ns1:t> 的 top-1 pose 偏离实验密度的三个实例：9Q16–XG4、9UB7–Y01、9R3D–</ns1:t>
            </ns1:r>
            <ns1:r>
              <ns1:rPr dirty="0" err="1"/>
              <ns1:t>IHP。d</ns1:t>
            </ns1:r>
            <ns1:r>
              <ns1:rPr dirty="0"/>
              <ns1:t>–f，Emap2lig-Build top-1 pose 与受体碰撞的三个实例：9U7J–GDU、9WUP–FAD、9WQ3–1SY。每行依次展示 </ns1:t>
            </ns1:r>
            <ns1:r>
              <ns1:rPr dirty="0" err="1"/>
              <ns1:t>PocketXMol-official（橙色</ns1:t>
            </ns1:r>
            <ns1:r>
              <ns1:rPr dirty="0"/>
              <ns1:t>）、</ns1:t>
            </ns1:r>
            <ns1:r>
              <ns1:rPr dirty="0" err="1"/>
              <ns1:t>PocketXMol-tuned（蓝色）和</ns1:t>
            </ns1:r>
            <ns1:r>
              <ns1:rPr dirty="0"/>
              <ns1:t> Emap2lig-Build（紫色）；</ns1:t>
            </ns1:r>
            <ns1:r>
              <ns1:rPr dirty="0" err="1"/>
              <ns1:t>沉积配体为青绿色，受体为橄榄绿色，实验密度为灰色网格，红色虚线及受体原子标出碰撞接触。两种</ns1:t>
            </ns1:r>
            <ns1:r>
              <ns1:rPr dirty="0"/>
              <ns1:t> </ns1:t>
            </ns1:r>
            <ns1:r>
              <ns1:rPr dirty="0" err="1"/>
              <ns1:t>PocketXMol</ns1:t>
            </ns1:r>
            <ns1:r>
              <ns1:rPr dirty="0"/>
              <ns1:t> </ns1:t>
            </ns1:r>
            <ns1:r>
              <ns1:rPr dirty="0" err="1"/>
              <ns1:t>均使用真实受体并使用结合位点定义口袋。在每个图片下方，D</ns1:t>
            </ns1:r>
            <ns1:r>
              <ns1:rPr dirty="0"/>
              <ns1:t> </ns1:t>
            </ns1:r>
            <ns1:r>
              <ns1:rPr dirty="0" err="1"/>
              <ns1:t>表示预测重原子处三线性插值密度达到作者推荐等值面阈值的比例，Clash</ns1:t>
            </ns1:r>
            <ns1:r>
              <ns1:rPr dirty="0"/>
              <ns1:t> </ns1:t>
            </ns1:r>
            <ns1:r>
              <ns1:rPr dirty="0" err="1"/>
              <ns1:t>表示距离严格小于</ns1:t>
            </ns1:r>
            <ns1:r>
              <ns1:rPr dirty="0"/>
              <ns1:t> 0.75 </ns1:t>
            </ns1:r>
            <ns1:r>
              <ns1:rPr dirty="0" err="1"/>
              <ns1:t>倍范德华半径之和的配体</ns1:t>
            </ns1:r>
            <ns1:r>
              <ns1:rPr dirty="0"/>
              <ns1:t>–</ns1:t>
            </ns1:r>
            <ns1:r>
              <ns1:rPr dirty="0" err="1"/>
              <ns1:t>标准受体重原子对数。网格显示该等值面距沉积配体重原子</ns1:t>
            </ns1:r>
            <ns1:r>
              <ns1:rPr dirty="0"/>
              <ns1:t> 2 Å </ns1:t>
            </ns1:r>
            <ns1:r>
              <ns1:rPr dirty="0" err="1"/>
              <ns1:t>内的部分，三种方法共享同一显示区域、视角和尺度，比例尺为</ns1:t>
            </ns1:r>
            <ns1:r>
              <ns1:rPr dirty="0"/>
              <ns1:t> 5 </ns1:t>
            </ns1:r>
            <ns1:r>
              <ns1:rPr dirty="0" err="1"/>
              <ns1:t>Å，各例子的链与残基编号见行标题</ns1:t>
            </ns1:r>
            <ns1:r>
              <ns1:rPr dirty="0"/>
              <ns1:t>。</ns1:t>
            </ns1:r>
          </ns1:p>
        </ns0:txBody>
      </ns0:sp>
      <ns0:sp>
        <ns0:nvSpPr>
          <ns0:cNvPr id="4" name="Slide Number Placeholder 3"/>
          <ns0:cNvSpPr>
            <ns1:spLocks noGrp="1"/>
          </ns0:cNvSpPr>
          <ns0:nvPr>
            <ns0:ph type="sldNum" idx="5"/>
          </ns0:nvPr>
        </ns0:nvSpPr>
        <ns0:spPr/>
        <ns0:txBody>
          <ns1:bodyPr/>
          <ns1:lstStyle/>
          <ns1:p>
            <ns1:endParaRPr/>
          </ns1:p>
        </ns0:txBody>
      </ns0:sp>
    </ns0:spTree>
  </ns0:cSld>
  <ns0:clrMapOvr>
    <ns1:masterClrMapping/>
  </ns0:clrMapOvr>
</ns0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密度偏离案例 | 口袋约束与密度约束的互补作用。a–c，官方 PocketXMol 首位构象偏离实验密度的三个实例：9Q16–XG4、9UB7–Y01、9R3D–IHP。其余显示与评价定义同主图。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受体碰撞案例 | 展示主图 d–f 的三个实例；显示与评价定义同主图。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备选案例 | 依次为 9LLG–CLR、9LFA–A1EJF、9BJJ–A1AP0 和 30GA–ATP。三列为官方 PocketXMol、PocketXMol-tuned 与 Emap2lig-Build 的原排序 Top-1；显示与评价定义同主图。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60AED03A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5D52690F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678AE1B4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3_55D42BDD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5" name="stage3-cases-main_0">
            <a:extLst>
              <a:ext uri="{FF2B5EF4-FFF2-40B4-BE49-F238E27FC236}">
                <a16:creationId xmlns:a16="http://schemas.microsoft.com/office/drawing/2014/main" id="{E5ED433B-E856-423D-B804-4CEB7B7B5F58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main_1">
            <a:extLst>
              <a:ext uri="{FF2B5EF4-FFF2-40B4-BE49-F238E27FC236}">
                <a16:creationId xmlns:a16="http://schemas.microsoft.com/office/drawing/2014/main" id="{AE5525FB-9E39-4B50-8D4D-9DEC22B3EEBC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main_2">
            <a:extLst>
              <a:ext uri="{FF2B5EF4-FFF2-40B4-BE49-F238E27FC236}">
                <a16:creationId xmlns:a16="http://schemas.microsoft.com/office/drawing/2014/main" id="{D3AB9F34-C97F-4F7E-A41E-43771FAF1567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main_3">
            <a:extLst>
              <a:ext uri="{FF2B5EF4-FFF2-40B4-BE49-F238E27FC236}">
                <a16:creationId xmlns:a16="http://schemas.microsoft.com/office/drawing/2014/main" id="{57A7C6B2-A59C-4D4D-B169-A66884DA40F2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a  9Q16 · XG4 (A:1201)</a:t>
            </a:r>
          </a:p>
        </p:txBody>
      </p:sp>
      <p:sp>
        <p:nvSpPr>
          <p:cNvPr id="5" name="stage3-cases-main_4">
            <a:extLst>
              <a:ext uri="{FF2B5EF4-FFF2-40B4-BE49-F238E27FC236}">
                <a16:creationId xmlns:a16="http://schemas.microsoft.com/office/drawing/2014/main" id="{2AABC91B-C703-4D6D-88AF-7BFAF4098F1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50005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main_5">
            <a:extLst>
              <a:ext uri="{FF2B5EF4-FFF2-40B4-BE49-F238E27FC236}">
                <a16:creationId xmlns:a16="http://schemas.microsoft.com/office/drawing/2014/main" id="{44DFEC9B-6AA7-449A-88D0-60A059C14409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q16_0_official_Receptor">
            <a:extLst>
              <a:ext uri="{FF2B5EF4-FFF2-40B4-BE49-F238E27FC236}">
                <a16:creationId xmlns:a16="http://schemas.microsoft.com/office/drawing/2014/main" id="{8C2AC63D-5BD1-4C53-BFCA-3B42381A549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q16_0_official_ExperimentalDensity">
            <a:extLst>
              <a:ext uri="{FF2B5EF4-FFF2-40B4-BE49-F238E27FC236}">
                <a16:creationId xmlns:a16="http://schemas.microsoft.com/office/drawing/2014/main" id="{84C6D045-55B1-489A-AEE3-6959EA520B8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q16_0_official_ReferenceLigand_0">
            <a:extLst>
              <a:ext uri="{FF2B5EF4-FFF2-40B4-BE49-F238E27FC236}">
                <a16:creationId xmlns:a16="http://schemas.microsoft.com/office/drawing/2014/main" id="{8C037E69-49C1-4666-AFB5-677A41B8805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q16_0_official_ReferenceLigand_1">
            <a:extLst>
              <a:ext uri="{FF2B5EF4-FFF2-40B4-BE49-F238E27FC236}">
                <a16:creationId xmlns:a16="http://schemas.microsoft.com/office/drawing/2014/main" id="{C56A34ED-A2A6-45F1-8DFB-108C291643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q16_0_official_ReferenceLigand_2">
            <a:extLst>
              <a:ext uri="{FF2B5EF4-FFF2-40B4-BE49-F238E27FC236}">
                <a16:creationId xmlns:a16="http://schemas.microsoft.com/office/drawing/2014/main" id="{D8157E23-4F57-4B95-9C33-832490B7892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q16_0_official_ReferenceLigand_3">
            <a:extLst>
              <a:ext uri="{FF2B5EF4-FFF2-40B4-BE49-F238E27FC236}">
                <a16:creationId xmlns:a16="http://schemas.microsoft.com/office/drawing/2014/main" id="{105F3559-088D-4149-AB76-99E2E6D33F0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q16_0_official_ReferenceLigand_4">
            <a:extLst>
              <a:ext uri="{FF2B5EF4-FFF2-40B4-BE49-F238E27FC236}">
                <a16:creationId xmlns:a16="http://schemas.microsoft.com/office/drawing/2014/main" id="{941AB40C-36FE-46CF-A21F-D74C416B463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q16_0_official_ReferenceLigand_5">
            <a:extLst>
              <a:ext uri="{FF2B5EF4-FFF2-40B4-BE49-F238E27FC236}">
                <a16:creationId xmlns:a16="http://schemas.microsoft.com/office/drawing/2014/main" id="{28225198-6C4F-471D-B6CC-0CE066BC02D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q16_0_official_ReferenceLigand_6">
            <a:extLst>
              <a:ext uri="{FF2B5EF4-FFF2-40B4-BE49-F238E27FC236}">
                <a16:creationId xmlns:a16="http://schemas.microsoft.com/office/drawing/2014/main" id="{BB056AB9-EB63-4E98-B1BD-E5438B483D3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q16_0_official_ReferenceLigand_7">
            <a:extLst>
              <a:ext uri="{FF2B5EF4-FFF2-40B4-BE49-F238E27FC236}">
                <a16:creationId xmlns:a16="http://schemas.microsoft.com/office/drawing/2014/main" id="{446DE7B8-4861-407A-AD05-3D308C2FE34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q16_0_official_ReferenceLigand_8">
            <a:extLst>
              <a:ext uri="{FF2B5EF4-FFF2-40B4-BE49-F238E27FC236}">
                <a16:creationId xmlns:a16="http://schemas.microsoft.com/office/drawing/2014/main" id="{496F2F21-4044-4990-916F-6D0A77B62F2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q16_0_official_ReferenceLigand_9">
            <a:extLst>
              <a:ext uri="{FF2B5EF4-FFF2-40B4-BE49-F238E27FC236}">
                <a16:creationId xmlns:a16="http://schemas.microsoft.com/office/drawing/2014/main" id="{34A9014D-DA8F-4B41-822B-C31ADC6B27C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q16_0_official_ReferenceLigand_10">
            <a:extLst>
              <a:ext uri="{FF2B5EF4-FFF2-40B4-BE49-F238E27FC236}">
                <a16:creationId xmlns:a16="http://schemas.microsoft.com/office/drawing/2014/main" id="{49F4707A-DA7D-4E86-ABA1-D7EA4EDC0A1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q16_0_official_ReferenceLigand_11">
            <a:extLst>
              <a:ext uri="{FF2B5EF4-FFF2-40B4-BE49-F238E27FC236}">
                <a16:creationId xmlns:a16="http://schemas.microsoft.com/office/drawing/2014/main" id="{22BC9A8E-4453-4B12-9E59-9E16B17259C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q16_0_official_ReferenceLigand_12">
            <a:extLst>
              <a:ext uri="{FF2B5EF4-FFF2-40B4-BE49-F238E27FC236}">
                <a16:creationId xmlns:a16="http://schemas.microsoft.com/office/drawing/2014/main" id="{BE67826C-903B-4FBE-B3DD-DE3F88E73FC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q16_0_official_ReferenceLigand_13">
            <a:extLst>
              <a:ext uri="{FF2B5EF4-FFF2-40B4-BE49-F238E27FC236}">
                <a16:creationId xmlns:a16="http://schemas.microsoft.com/office/drawing/2014/main" id="{9F53F375-6794-4631-8122-A31C5FA017A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q16_0_official_ReferenceLigand_14">
            <a:extLst>
              <a:ext uri="{FF2B5EF4-FFF2-40B4-BE49-F238E27FC236}">
                <a16:creationId xmlns:a16="http://schemas.microsoft.com/office/drawing/2014/main" id="{9783D6AB-2D28-4CB2-B07E-4E5F380DFFA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q16_0_official_ReferenceLigand_15">
            <a:extLst>
              <a:ext uri="{FF2B5EF4-FFF2-40B4-BE49-F238E27FC236}">
                <a16:creationId xmlns:a16="http://schemas.microsoft.com/office/drawing/2014/main" id="{A746D147-3BC1-4B04-9702-90CE819B3C1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q16_0_official_ReferenceLigand_16">
            <a:extLst>
              <a:ext uri="{FF2B5EF4-FFF2-40B4-BE49-F238E27FC236}">
                <a16:creationId xmlns:a16="http://schemas.microsoft.com/office/drawing/2014/main" id="{B91121CA-BA05-4E4F-9589-66B8499C1D1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q16_0_official_ReferenceLigand_17">
            <a:extLst>
              <a:ext uri="{FF2B5EF4-FFF2-40B4-BE49-F238E27FC236}">
                <a16:creationId xmlns:a16="http://schemas.microsoft.com/office/drawing/2014/main" id="{C6EBEDA7-E65F-4B20-9612-E44CA5F9EDB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q16_0_official_ReferenceLigand_18">
            <a:extLst>
              <a:ext uri="{FF2B5EF4-FFF2-40B4-BE49-F238E27FC236}">
                <a16:creationId xmlns:a16="http://schemas.microsoft.com/office/drawing/2014/main" id="{E9656538-55D2-4E07-9CA2-5E5A89B8E3A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q16_0_official_ReferenceLigand_19">
            <a:extLst>
              <a:ext uri="{FF2B5EF4-FFF2-40B4-BE49-F238E27FC236}">
                <a16:creationId xmlns:a16="http://schemas.microsoft.com/office/drawing/2014/main" id="{8C69D4C5-B72B-4500-98ED-1DBEA3458F1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q16_0_official_ReferenceLigand_20">
            <a:extLst>
              <a:ext uri="{FF2B5EF4-FFF2-40B4-BE49-F238E27FC236}">
                <a16:creationId xmlns:a16="http://schemas.microsoft.com/office/drawing/2014/main" id="{6D2306CE-76EE-458A-BF4E-D7A453955E2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q16_0_official_ReferenceLigand_21">
            <a:extLst>
              <a:ext uri="{FF2B5EF4-FFF2-40B4-BE49-F238E27FC236}">
                <a16:creationId xmlns:a16="http://schemas.microsoft.com/office/drawing/2014/main" id="{036B5E14-740A-4ABF-B024-9CC38B0DB1B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q16_0_official_ReferenceLigand_22">
            <a:extLst>
              <a:ext uri="{FF2B5EF4-FFF2-40B4-BE49-F238E27FC236}">
                <a16:creationId xmlns:a16="http://schemas.microsoft.com/office/drawing/2014/main" id="{742F24A6-179C-476D-A330-2DCE00EDCE9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q16_0_official_ReferenceLigand_23">
            <a:extLst>
              <a:ext uri="{FF2B5EF4-FFF2-40B4-BE49-F238E27FC236}">
                <a16:creationId xmlns:a16="http://schemas.microsoft.com/office/drawing/2014/main" id="{7AEA60EA-439C-404A-84F4-33F255B8D97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q16_0_official_ReferenceLigand_24">
            <a:extLst>
              <a:ext uri="{FF2B5EF4-FFF2-40B4-BE49-F238E27FC236}">
                <a16:creationId xmlns:a16="http://schemas.microsoft.com/office/drawing/2014/main" id="{477468E1-4379-4F2D-8DF4-1B47A06423A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q16_0_official_ReferenceLigand_25">
            <a:extLst>
              <a:ext uri="{FF2B5EF4-FFF2-40B4-BE49-F238E27FC236}">
                <a16:creationId xmlns:a16="http://schemas.microsoft.com/office/drawing/2014/main" id="{5AF55C33-E9E5-44D9-BF77-6B5BF0672E8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q16_0_official_ReferenceLigand_26">
            <a:extLst>
              <a:ext uri="{FF2B5EF4-FFF2-40B4-BE49-F238E27FC236}">
                <a16:creationId xmlns:a16="http://schemas.microsoft.com/office/drawing/2014/main" id="{66F7FD97-CC5F-4105-A852-E21B36D8044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q16_0_official_ReferenceLigand_27">
            <a:extLst>
              <a:ext uri="{FF2B5EF4-FFF2-40B4-BE49-F238E27FC236}">
                <a16:creationId xmlns:a16="http://schemas.microsoft.com/office/drawing/2014/main" id="{7B2E8020-C6CE-4DD5-9954-D197BE6F49A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q16_0_official_ReferenceLigand_28">
            <a:extLst>
              <a:ext uri="{FF2B5EF4-FFF2-40B4-BE49-F238E27FC236}">
                <a16:creationId xmlns:a16="http://schemas.microsoft.com/office/drawing/2014/main" id="{3EF135E4-D7FA-425B-BE78-B18B6CDA99F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q16_0_official_ReferenceLigand_29">
            <a:extLst>
              <a:ext uri="{FF2B5EF4-FFF2-40B4-BE49-F238E27FC236}">
                <a16:creationId xmlns:a16="http://schemas.microsoft.com/office/drawing/2014/main" id="{2855DD8A-38E9-4B68-BB23-45878D2B47E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q16_0_official_ReferenceLigand_30">
            <a:extLst>
              <a:ext uri="{FF2B5EF4-FFF2-40B4-BE49-F238E27FC236}">
                <a16:creationId xmlns:a16="http://schemas.microsoft.com/office/drawing/2014/main" id="{A29EFF81-B2F4-4D1B-ACC6-42A201BE984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q16_0_official_ReferenceLigand_31">
            <a:extLst>
              <a:ext uri="{FF2B5EF4-FFF2-40B4-BE49-F238E27FC236}">
                <a16:creationId xmlns:a16="http://schemas.microsoft.com/office/drawing/2014/main" id="{B65A6240-3148-4187-BC79-466812FE319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" name="9q16_0_official_ReferenceLigand_32">
            <a:extLst>
              <a:ext uri="{FF2B5EF4-FFF2-40B4-BE49-F238E27FC236}">
                <a16:creationId xmlns:a16="http://schemas.microsoft.com/office/drawing/2014/main" id="{911A73C7-D41C-43EC-B835-AC6E3F58DE4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" name="9q16_0_official_PredictedLigand_0">
            <a:extLst>
              <a:ext uri="{FF2B5EF4-FFF2-40B4-BE49-F238E27FC236}">
                <a16:creationId xmlns:a16="http://schemas.microsoft.com/office/drawing/2014/main" id="{5651FC82-CFF5-4F6C-B1EB-0BC9AC8037A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0430" y="11423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q16_0_official_PredictedLigand_1">
            <a:extLst>
              <a:ext uri="{FF2B5EF4-FFF2-40B4-BE49-F238E27FC236}">
                <a16:creationId xmlns:a16="http://schemas.microsoft.com/office/drawing/2014/main" id="{065625C1-CDBE-4168-9D82-EB58223158C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0" y="275912"/>
                </a:moveTo>
                <a:lnTo>
                  <a:pt x="1336382" y="2190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q16_0_official_PredictedLigand_2">
            <a:extLst>
              <a:ext uri="{FF2B5EF4-FFF2-40B4-BE49-F238E27FC236}">
                <a16:creationId xmlns:a16="http://schemas.microsoft.com/office/drawing/2014/main" id="{5E95FA17-7108-41E9-90C7-71F4C5DC910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q16_0_official_PredictedLigand_3">
            <a:extLst>
              <a:ext uri="{FF2B5EF4-FFF2-40B4-BE49-F238E27FC236}">
                <a16:creationId xmlns:a16="http://schemas.microsoft.com/office/drawing/2014/main" id="{00E45F14-68AE-4A9B-91DE-59EDB4FAF8B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069309" y="5505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q16_0_official_PredictedLigand_4">
            <a:extLst>
              <a:ext uri="{FF2B5EF4-FFF2-40B4-BE49-F238E27FC236}">
                <a16:creationId xmlns:a16="http://schemas.microsoft.com/office/drawing/2014/main" id="{1335B6BC-A2E6-473C-ABBC-8B983135A0D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382" y="219004"/>
                </a:moveTo>
                <a:lnTo>
                  <a:pt x="1257412" y="1781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q16_0_official_PredictedLigand_5">
            <a:extLst>
              <a:ext uri="{FF2B5EF4-FFF2-40B4-BE49-F238E27FC236}">
                <a16:creationId xmlns:a16="http://schemas.microsoft.com/office/drawing/2014/main" id="{1DFD4565-ECBD-4E20-8ED4-28485A84CF6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3578" y="5938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q16_0_official_PredictedLigand_6">
            <a:extLst>
              <a:ext uri="{FF2B5EF4-FFF2-40B4-BE49-F238E27FC236}">
                <a16:creationId xmlns:a16="http://schemas.microsoft.com/office/drawing/2014/main" id="{FBD72FBD-3A1D-461C-9E17-337F7D4043B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227" y="230481"/>
                </a:moveTo>
                <a:lnTo>
                  <a:pt x="1033387" y="3450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q16_0_official_PredictedLigand_7">
            <a:extLst>
              <a:ext uri="{FF2B5EF4-FFF2-40B4-BE49-F238E27FC236}">
                <a16:creationId xmlns:a16="http://schemas.microsoft.com/office/drawing/2014/main" id="{4384E3A1-DD8B-4006-8E8F-2888198ACD3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4851" y="9319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q16_0_official_PredictedLigand_8">
            <a:extLst>
              <a:ext uri="{FF2B5EF4-FFF2-40B4-BE49-F238E27FC236}">
                <a16:creationId xmlns:a16="http://schemas.microsoft.com/office/drawing/2014/main" id="{2FEBB667-C8C3-4EC5-9929-67C102F2EAA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9309" y="550549"/>
                </a:moveTo>
                <a:lnTo>
                  <a:pt x="934280" y="6302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q16_0_official_PredictedLigand_9">
            <a:extLst>
              <a:ext uri="{FF2B5EF4-FFF2-40B4-BE49-F238E27FC236}">
                <a16:creationId xmlns:a16="http://schemas.microsoft.com/office/drawing/2014/main" id="{0787038C-6D41-4D7A-89CB-B5FC6795F0B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068227" y="2304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q16_0_official_PredictedLigand_10">
            <a:extLst>
              <a:ext uri="{FF2B5EF4-FFF2-40B4-BE49-F238E27FC236}">
                <a16:creationId xmlns:a16="http://schemas.microsoft.com/office/drawing/2014/main" id="{2E97BAA3-9FAA-40F4-A5B6-23D58AEE257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229" y="715144"/>
                </a:moveTo>
                <a:lnTo>
                  <a:pt x="375748" y="7405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q16_0_official_PredictedLigand_11">
            <a:extLst>
              <a:ext uri="{FF2B5EF4-FFF2-40B4-BE49-F238E27FC236}">
                <a16:creationId xmlns:a16="http://schemas.microsoft.com/office/drawing/2014/main" id="{F1BD5EFC-673D-4F5F-A9EA-21EA879ECA1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214942" y="7135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q16_0_official_PredictedLigand_12">
            <a:extLst>
              <a:ext uri="{FF2B5EF4-FFF2-40B4-BE49-F238E27FC236}">
                <a16:creationId xmlns:a16="http://schemas.microsoft.com/office/drawing/2014/main" id="{CEA35309-1514-430B-9ADF-55C82505EBC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955751" y="4631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q16_0_official_PredictedLigand_13">
            <a:extLst>
              <a:ext uri="{FF2B5EF4-FFF2-40B4-BE49-F238E27FC236}">
                <a16:creationId xmlns:a16="http://schemas.microsoft.com/office/drawing/2014/main" id="{E8993386-ECBE-4DEB-A8C3-2B09A5C97BE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q16_0_official_PredictedLigand_14">
            <a:extLst>
              <a:ext uri="{FF2B5EF4-FFF2-40B4-BE49-F238E27FC236}">
                <a16:creationId xmlns:a16="http://schemas.microsoft.com/office/drawing/2014/main" id="{D009D9F6-2054-44BD-B4CC-4B1DCE75F71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4280" y="630257"/>
                </a:moveTo>
                <a:lnTo>
                  <a:pt x="973464" y="792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q16_0_official_PredictedLigand_15">
            <a:extLst>
              <a:ext uri="{FF2B5EF4-FFF2-40B4-BE49-F238E27FC236}">
                <a16:creationId xmlns:a16="http://schemas.microsoft.com/office/drawing/2014/main" id="{84E734EE-7EB9-4364-9994-5E02DD28A07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652498" y="3487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q16_0_official_PredictedLigand_16">
            <a:extLst>
              <a:ext uri="{FF2B5EF4-FFF2-40B4-BE49-F238E27FC236}">
                <a16:creationId xmlns:a16="http://schemas.microsoft.com/office/drawing/2014/main" id="{6A7BE917-2E84-451C-9F99-8FC5D40EA16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945332" y="983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q16_0_official_PredictedLigand_17">
            <a:extLst>
              <a:ext uri="{FF2B5EF4-FFF2-40B4-BE49-F238E27FC236}">
                <a16:creationId xmlns:a16="http://schemas.microsoft.com/office/drawing/2014/main" id="{17CDB7C2-48AD-483F-9B79-FE9A207393E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498" y="348795"/>
                </a:moveTo>
                <a:lnTo>
                  <a:pt x="1520191" y="2993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q16_0_official_PredictedLigand_18">
            <a:extLst>
              <a:ext uri="{FF2B5EF4-FFF2-40B4-BE49-F238E27FC236}">
                <a16:creationId xmlns:a16="http://schemas.microsoft.com/office/drawing/2014/main" id="{E12EE0E6-204E-4C7E-B27E-0270A9C0AE0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q16_0_official_PredictedLigand_19">
            <a:extLst>
              <a:ext uri="{FF2B5EF4-FFF2-40B4-BE49-F238E27FC236}">
                <a16:creationId xmlns:a16="http://schemas.microsoft.com/office/drawing/2014/main" id="{9DC22767-9202-4DDD-BF4D-93C5896FEAC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65229" y="7151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q16_0_official_PredictedLigand_20">
            <a:extLst>
              <a:ext uri="{FF2B5EF4-FFF2-40B4-BE49-F238E27FC236}">
                <a16:creationId xmlns:a16="http://schemas.microsoft.com/office/drawing/2014/main" id="{9E06C72D-C55E-40B4-A625-2FE6ECE2011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1165338" y="775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q16_0_official_PredictedLigand_21">
            <a:extLst>
              <a:ext uri="{FF2B5EF4-FFF2-40B4-BE49-F238E27FC236}">
                <a16:creationId xmlns:a16="http://schemas.microsoft.com/office/drawing/2014/main" id="{1002CD4E-0901-4483-9307-EA3A3950800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142" y="430437"/>
                </a:moveTo>
                <a:lnTo>
                  <a:pt x="1816196" y="4123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q16_0_official_PredictedLigand_22">
            <a:extLst>
              <a:ext uri="{FF2B5EF4-FFF2-40B4-BE49-F238E27FC236}">
                <a16:creationId xmlns:a16="http://schemas.microsoft.com/office/drawing/2014/main" id="{03B9E5A9-DA64-426E-BEE0-D93BFFD540F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822929" y="7855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q16_0_official_PredictedLigand_23">
            <a:extLst>
              <a:ext uri="{FF2B5EF4-FFF2-40B4-BE49-F238E27FC236}">
                <a16:creationId xmlns:a16="http://schemas.microsoft.com/office/drawing/2014/main" id="{3F3EA3B8-F41C-4DCB-A7CE-69D0245B820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309" y="226598"/>
                </a:moveTo>
                <a:lnTo>
                  <a:pt x="1269528" y="2052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q16_0_official_PredictedLigand_24">
            <a:extLst>
              <a:ext uri="{FF2B5EF4-FFF2-40B4-BE49-F238E27FC236}">
                <a16:creationId xmlns:a16="http://schemas.microsoft.com/office/drawing/2014/main" id="{7A8AEE8B-4734-4E59-AB53-998DE8EEC4C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q16_0_official_PredictedLigand_25">
            <a:extLst>
              <a:ext uri="{FF2B5EF4-FFF2-40B4-BE49-F238E27FC236}">
                <a16:creationId xmlns:a16="http://schemas.microsoft.com/office/drawing/2014/main" id="{CF4330D8-A488-4B88-B9F8-E4D0DFEAA3A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33841" y="9903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q16_0_official_PredictedLigand_26">
            <a:extLst>
              <a:ext uri="{FF2B5EF4-FFF2-40B4-BE49-F238E27FC236}">
                <a16:creationId xmlns:a16="http://schemas.microsoft.com/office/drawing/2014/main" id="{4BC38D5C-EECE-40BA-BC20-C9282B2381F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929" y="785548"/>
                </a:moveTo>
                <a:lnTo>
                  <a:pt x="604786" y="793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q16_0_official_PredictedLigand_27">
            <a:extLst>
              <a:ext uri="{FF2B5EF4-FFF2-40B4-BE49-F238E27FC236}">
                <a16:creationId xmlns:a16="http://schemas.microsoft.com/office/drawing/2014/main" id="{3FB82DFE-2C63-409D-A160-EEAC4243E8A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01929" y="6714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q16_0_official_PredictedLigand_28">
            <a:extLst>
              <a:ext uri="{FF2B5EF4-FFF2-40B4-BE49-F238E27FC236}">
                <a16:creationId xmlns:a16="http://schemas.microsoft.com/office/drawing/2014/main" id="{3E7DBF64-0DE1-4C4B-9453-E537109425A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855142" y="43043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q16_0_official_PredictedLigand_29">
            <a:extLst>
              <a:ext uri="{FF2B5EF4-FFF2-40B4-BE49-F238E27FC236}">
                <a16:creationId xmlns:a16="http://schemas.microsoft.com/office/drawing/2014/main" id="{D7097453-478A-4BA5-B0B4-E397F17E2D0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528" y="205264"/>
                </a:moveTo>
                <a:lnTo>
                  <a:pt x="1391345" y="2595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" name="9q16_0_official_PredictedLigand_30">
            <a:extLst>
              <a:ext uri="{FF2B5EF4-FFF2-40B4-BE49-F238E27FC236}">
                <a16:creationId xmlns:a16="http://schemas.microsoft.com/office/drawing/2014/main" id="{A61584A4-9E2A-4B17-854D-2A56A55CE86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15" y="316209"/>
                </a:moveTo>
                <a:lnTo>
                  <a:pt x="1721927" y="3804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" name="9q16_0_official_PredictedLigand_31">
            <a:extLst>
              <a:ext uri="{FF2B5EF4-FFF2-40B4-BE49-F238E27FC236}">
                <a16:creationId xmlns:a16="http://schemas.microsoft.com/office/drawing/2014/main" id="{C8BC65DB-B3CB-498C-B8EA-357DF153375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1345" y="259570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4" name="9q16_0_official_PredictedLigand_32">
            <a:extLst>
              <a:ext uri="{FF2B5EF4-FFF2-40B4-BE49-F238E27FC236}">
                <a16:creationId xmlns:a16="http://schemas.microsoft.com/office/drawing/2014/main" id="{30A80591-7F92-4244-95CD-574D952F180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764122" y="3941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5" name="9q16_0_official_PredictedAtoms_0">
            <a:extLst>
              <a:ext uri="{FF2B5EF4-FFF2-40B4-BE49-F238E27FC236}">
                <a16:creationId xmlns:a16="http://schemas.microsoft.com/office/drawing/2014/main" id="{945A17FE-A352-4B68-B227-230DAA7DD004}"/>
              </a:ext>
            </a:extLst>
          </p:cNvPr>
          <p:cNvSpPr>
            <a:spLocks noGrp="1"/>
          </p:cNvSpPr>
          <p:nvPr/>
        </p:nvSpPr>
        <p:spPr>
          <a:xfrm>
            <a:off x="1312837" y="8886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" name="9q16_0_official_PredictedAtoms_1">
            <a:extLst>
              <a:ext uri="{FF2B5EF4-FFF2-40B4-BE49-F238E27FC236}">
                <a16:creationId xmlns:a16="http://schemas.microsoft.com/office/drawing/2014/main" id="{106886C5-F06E-4024-A5AF-5AF36B8C7196}"/>
              </a:ext>
            </a:extLst>
          </p:cNvPr>
          <p:cNvSpPr>
            <a:spLocks noGrp="1"/>
          </p:cNvSpPr>
          <p:nvPr/>
        </p:nvSpPr>
        <p:spPr>
          <a:xfrm>
            <a:off x="1383277" y="1050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" name="9q16_0_official_PredictedAtoms_2">
            <a:extLst>
              <a:ext uri="{FF2B5EF4-FFF2-40B4-BE49-F238E27FC236}">
                <a16:creationId xmlns:a16="http://schemas.microsoft.com/office/drawing/2014/main" id="{B5E5AD84-7322-4B08-A4B9-AFD998925086}"/>
              </a:ext>
            </a:extLst>
          </p:cNvPr>
          <p:cNvSpPr>
            <a:spLocks noGrp="1"/>
          </p:cNvSpPr>
          <p:nvPr/>
        </p:nvSpPr>
        <p:spPr>
          <a:xfrm>
            <a:off x="1548790" y="9933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8" name="9q16_0_official_PredictedAtoms_3">
            <a:extLst>
              <a:ext uri="{FF2B5EF4-FFF2-40B4-BE49-F238E27FC236}">
                <a16:creationId xmlns:a16="http://schemas.microsoft.com/office/drawing/2014/main" id="{D5FDE798-08F7-4842-A40C-BD9E542DCFCD}"/>
              </a:ext>
            </a:extLst>
          </p:cNvPr>
          <p:cNvSpPr>
            <a:spLocks noGrp="1"/>
          </p:cNvSpPr>
          <p:nvPr/>
        </p:nvSpPr>
        <p:spPr>
          <a:xfrm>
            <a:off x="1469820" y="9524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q16_0_official_PredictedAtoms_4">
            <a:extLst>
              <a:ext uri="{FF2B5EF4-FFF2-40B4-BE49-F238E27FC236}">
                <a16:creationId xmlns:a16="http://schemas.microsoft.com/office/drawing/2014/main" id="{6BF4229E-DBDF-4CD3-8A3F-E065E62B7DE6}"/>
              </a:ext>
            </a:extLst>
          </p:cNvPr>
          <p:cNvSpPr>
            <a:spLocks noGrp="1"/>
          </p:cNvSpPr>
          <p:nvPr/>
        </p:nvSpPr>
        <p:spPr>
          <a:xfrm>
            <a:off x="1555717" y="100098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0" name="9q16_0_official_PredictedAtoms_5">
            <a:extLst>
              <a:ext uri="{FF2B5EF4-FFF2-40B4-BE49-F238E27FC236}">
                <a16:creationId xmlns:a16="http://schemas.microsoft.com/office/drawing/2014/main" id="{0C5B535A-42E6-417A-B0D6-EE829E57DE75}"/>
              </a:ext>
            </a:extLst>
          </p:cNvPr>
          <p:cNvSpPr>
            <a:spLocks noGrp="1"/>
          </p:cNvSpPr>
          <p:nvPr/>
        </p:nvSpPr>
        <p:spPr>
          <a:xfrm>
            <a:off x="1481936" y="9796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q16_0_official_PredictedAtoms_6">
            <a:extLst>
              <a:ext uri="{FF2B5EF4-FFF2-40B4-BE49-F238E27FC236}">
                <a16:creationId xmlns:a16="http://schemas.microsoft.com/office/drawing/2014/main" id="{DD04498A-6311-4DA0-A117-0826BE9B4759}"/>
              </a:ext>
            </a:extLst>
          </p:cNvPr>
          <p:cNvSpPr>
            <a:spLocks noGrp="1"/>
          </p:cNvSpPr>
          <p:nvPr/>
        </p:nvSpPr>
        <p:spPr>
          <a:xfrm>
            <a:off x="1603752" y="10339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2" name="9q16_0_official_PredictedAtoms_7">
            <a:extLst>
              <a:ext uri="{FF2B5EF4-FFF2-40B4-BE49-F238E27FC236}">
                <a16:creationId xmlns:a16="http://schemas.microsoft.com/office/drawing/2014/main" id="{2823B996-9FE3-4B4C-A22E-D4A19A874F4F}"/>
              </a:ext>
            </a:extLst>
          </p:cNvPr>
          <p:cNvSpPr>
            <a:spLocks noGrp="1"/>
          </p:cNvSpPr>
          <p:nvPr/>
        </p:nvSpPr>
        <p:spPr>
          <a:xfrm>
            <a:off x="1763122" y="10905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q16_0_official_PredictedAtoms_8">
            <a:extLst>
              <a:ext uri="{FF2B5EF4-FFF2-40B4-BE49-F238E27FC236}">
                <a16:creationId xmlns:a16="http://schemas.microsoft.com/office/drawing/2014/main" id="{FBEF6E9A-6014-4542-B045-98B734728A9F}"/>
              </a:ext>
            </a:extLst>
          </p:cNvPr>
          <p:cNvSpPr>
            <a:spLocks noGrp="1"/>
          </p:cNvSpPr>
          <p:nvPr/>
        </p:nvSpPr>
        <p:spPr>
          <a:xfrm>
            <a:off x="1934334" y="11548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q16_0_official_PredictedAtoms_9">
            <a:extLst>
              <a:ext uri="{FF2B5EF4-FFF2-40B4-BE49-F238E27FC236}">
                <a16:creationId xmlns:a16="http://schemas.microsoft.com/office/drawing/2014/main" id="{15EA79A4-641B-4704-AF91-425C83998F68}"/>
              </a:ext>
            </a:extLst>
          </p:cNvPr>
          <p:cNvSpPr>
            <a:spLocks noGrp="1"/>
          </p:cNvSpPr>
          <p:nvPr/>
        </p:nvSpPr>
        <p:spPr>
          <a:xfrm>
            <a:off x="1976529" y="11684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5" name="9q16_0_official_PredictedAtoms_10">
            <a:extLst>
              <a:ext uri="{FF2B5EF4-FFF2-40B4-BE49-F238E27FC236}">
                <a16:creationId xmlns:a16="http://schemas.microsoft.com/office/drawing/2014/main" id="{66FC81C7-A50A-47A0-BC04-717E37BB2B41}"/>
              </a:ext>
            </a:extLst>
          </p:cNvPr>
          <p:cNvSpPr>
            <a:spLocks noGrp="1"/>
          </p:cNvSpPr>
          <p:nvPr/>
        </p:nvSpPr>
        <p:spPr>
          <a:xfrm>
            <a:off x="2067549" y="12048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q16_0_official_PredictedAtoms_11">
            <a:extLst>
              <a:ext uri="{FF2B5EF4-FFF2-40B4-BE49-F238E27FC236}">
                <a16:creationId xmlns:a16="http://schemas.microsoft.com/office/drawing/2014/main" id="{5C6434F9-2852-463D-8305-61350F1CE18F}"/>
              </a:ext>
            </a:extLst>
          </p:cNvPr>
          <p:cNvSpPr>
            <a:spLocks noGrp="1"/>
          </p:cNvSpPr>
          <p:nvPr/>
        </p:nvSpPr>
        <p:spPr>
          <a:xfrm>
            <a:off x="2028604" y="118677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q16_0_official_PredictedAtoms_12">
            <a:extLst>
              <a:ext uri="{FF2B5EF4-FFF2-40B4-BE49-F238E27FC236}">
                <a16:creationId xmlns:a16="http://schemas.microsoft.com/office/drawing/2014/main" id="{96D3C03F-9E91-47D9-884B-681E19A594F5}"/>
              </a:ext>
            </a:extLst>
          </p:cNvPr>
          <p:cNvSpPr>
            <a:spLocks noGrp="1"/>
          </p:cNvSpPr>
          <p:nvPr/>
        </p:nvSpPr>
        <p:spPr>
          <a:xfrm>
            <a:off x="2168159" y="12375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q16_0_official_PredictedAtoms_13">
            <a:extLst>
              <a:ext uri="{FF2B5EF4-FFF2-40B4-BE49-F238E27FC236}">
                <a16:creationId xmlns:a16="http://schemas.microsoft.com/office/drawing/2014/main" id="{D1BE2E5A-9AB0-4792-96BD-FDBA9D285AF7}"/>
              </a:ext>
            </a:extLst>
          </p:cNvPr>
          <p:cNvSpPr>
            <a:spLocks noGrp="1"/>
          </p:cNvSpPr>
          <p:nvPr/>
        </p:nvSpPr>
        <p:spPr>
          <a:xfrm>
            <a:off x="1864905" y="11231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q16_0_official_PredictedAtoms_14">
            <a:extLst>
              <a:ext uri="{FF2B5EF4-FFF2-40B4-BE49-F238E27FC236}">
                <a16:creationId xmlns:a16="http://schemas.microsoft.com/office/drawing/2014/main" id="{A1C117DF-C94E-437A-9030-5AEBC3ED508E}"/>
              </a:ext>
            </a:extLst>
          </p:cNvPr>
          <p:cNvSpPr>
            <a:spLocks noGrp="1"/>
          </p:cNvSpPr>
          <p:nvPr/>
        </p:nvSpPr>
        <p:spPr>
          <a:xfrm>
            <a:off x="1732599" y="10737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q16_0_official_PredictedAtoms_15">
            <a:extLst>
              <a:ext uri="{FF2B5EF4-FFF2-40B4-BE49-F238E27FC236}">
                <a16:creationId xmlns:a16="http://schemas.microsoft.com/office/drawing/2014/main" id="{547520B5-39AF-457B-9028-CC7DAB0DED88}"/>
              </a:ext>
            </a:extLst>
          </p:cNvPr>
          <p:cNvSpPr>
            <a:spLocks noGrp="1"/>
          </p:cNvSpPr>
          <p:nvPr/>
        </p:nvSpPr>
        <p:spPr>
          <a:xfrm>
            <a:off x="1280634" y="10048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q16_0_official_PredictedAtoms_16">
            <a:extLst>
              <a:ext uri="{FF2B5EF4-FFF2-40B4-BE49-F238E27FC236}">
                <a16:creationId xmlns:a16="http://schemas.microsoft.com/office/drawing/2014/main" id="{75C0960F-5903-4967-A17B-E23D36CAA963}"/>
              </a:ext>
            </a:extLst>
          </p:cNvPr>
          <p:cNvSpPr>
            <a:spLocks noGrp="1"/>
          </p:cNvSpPr>
          <p:nvPr/>
        </p:nvSpPr>
        <p:spPr>
          <a:xfrm>
            <a:off x="1245794" y="11193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q16_0_official_PredictedAtoms_17">
            <a:extLst>
              <a:ext uri="{FF2B5EF4-FFF2-40B4-BE49-F238E27FC236}">
                <a16:creationId xmlns:a16="http://schemas.microsoft.com/office/drawing/2014/main" id="{8F162C6E-8DD9-4472-8DAA-20866C6087AB}"/>
              </a:ext>
            </a:extLst>
          </p:cNvPr>
          <p:cNvSpPr>
            <a:spLocks noGrp="1"/>
          </p:cNvSpPr>
          <p:nvPr/>
        </p:nvSpPr>
        <p:spPr>
          <a:xfrm>
            <a:off x="1281717" y="1324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q16_0_official_PredictedAtoms_18">
            <a:extLst>
              <a:ext uri="{FF2B5EF4-FFF2-40B4-BE49-F238E27FC236}">
                <a16:creationId xmlns:a16="http://schemas.microsoft.com/office/drawing/2014/main" id="{DE39E132-2BBA-49C2-AD40-556CDCAF98AB}"/>
              </a:ext>
            </a:extLst>
          </p:cNvPr>
          <p:cNvSpPr>
            <a:spLocks noGrp="1"/>
          </p:cNvSpPr>
          <p:nvPr/>
        </p:nvSpPr>
        <p:spPr>
          <a:xfrm>
            <a:off x="1146688" y="14046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q16_0_official_PredictedAtoms_19">
            <a:extLst>
              <a:ext uri="{FF2B5EF4-FFF2-40B4-BE49-F238E27FC236}">
                <a16:creationId xmlns:a16="http://schemas.microsoft.com/office/drawing/2014/main" id="{45789C4F-D831-4277-986D-1FF0A34F102A}"/>
              </a:ext>
            </a:extLst>
          </p:cNvPr>
          <p:cNvSpPr>
            <a:spLocks noGrp="1"/>
          </p:cNvSpPr>
          <p:nvPr/>
        </p:nvSpPr>
        <p:spPr>
          <a:xfrm>
            <a:off x="1185871" y="15668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q16_0_official_PredictedAtoms_20">
            <a:extLst>
              <a:ext uri="{FF2B5EF4-FFF2-40B4-BE49-F238E27FC236}">
                <a16:creationId xmlns:a16="http://schemas.microsoft.com/office/drawing/2014/main" id="{51583A04-2808-448B-AE25-ACD733304009}"/>
              </a:ext>
            </a:extLst>
          </p:cNvPr>
          <p:cNvSpPr>
            <a:spLocks noGrp="1"/>
          </p:cNvSpPr>
          <p:nvPr/>
        </p:nvSpPr>
        <p:spPr>
          <a:xfrm>
            <a:off x="1377746" y="1549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q16_0_official_PredictedAtoms_21">
            <a:extLst>
              <a:ext uri="{FF2B5EF4-FFF2-40B4-BE49-F238E27FC236}">
                <a16:creationId xmlns:a16="http://schemas.microsoft.com/office/drawing/2014/main" id="{CDBA669E-730F-471A-AB21-6934829105BE}"/>
              </a:ext>
            </a:extLst>
          </p:cNvPr>
          <p:cNvSpPr>
            <a:spLocks noGrp="1"/>
          </p:cNvSpPr>
          <p:nvPr/>
        </p:nvSpPr>
        <p:spPr>
          <a:xfrm>
            <a:off x="1157740" y="17574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q16_0_official_PredictedAtoms_22">
            <a:extLst>
              <a:ext uri="{FF2B5EF4-FFF2-40B4-BE49-F238E27FC236}">
                <a16:creationId xmlns:a16="http://schemas.microsoft.com/office/drawing/2014/main" id="{AE1244C9-68F0-4E81-9840-787EB82ECFF7}"/>
              </a:ext>
            </a:extLst>
          </p:cNvPr>
          <p:cNvSpPr>
            <a:spLocks noGrp="1"/>
          </p:cNvSpPr>
          <p:nvPr/>
        </p:nvSpPr>
        <p:spPr>
          <a:xfrm>
            <a:off x="1035337" y="15599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9q16_0_official_PredictedAtoms_23">
            <a:extLst>
              <a:ext uri="{FF2B5EF4-FFF2-40B4-BE49-F238E27FC236}">
                <a16:creationId xmlns:a16="http://schemas.microsoft.com/office/drawing/2014/main" id="{BF5AA591-0918-4DCF-A249-6A998FF45AA9}"/>
              </a:ext>
            </a:extLst>
          </p:cNvPr>
          <p:cNvSpPr>
            <a:spLocks noGrp="1"/>
          </p:cNvSpPr>
          <p:nvPr/>
        </p:nvSpPr>
        <p:spPr>
          <a:xfrm>
            <a:off x="817194" y="15681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9" name="9q16_0_official_PredictedAtoms_24">
            <a:extLst>
              <a:ext uri="{FF2B5EF4-FFF2-40B4-BE49-F238E27FC236}">
                <a16:creationId xmlns:a16="http://schemas.microsoft.com/office/drawing/2014/main" id="{6FB1F092-F302-429A-B6CF-A8C1394E22D1}"/>
              </a:ext>
            </a:extLst>
          </p:cNvPr>
          <p:cNvSpPr>
            <a:spLocks noGrp="1"/>
          </p:cNvSpPr>
          <p:nvPr/>
        </p:nvSpPr>
        <p:spPr>
          <a:xfrm>
            <a:off x="746249" y="1764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0" name="9q16_0_official_PredictedAtoms_25">
            <a:extLst>
              <a:ext uri="{FF2B5EF4-FFF2-40B4-BE49-F238E27FC236}">
                <a16:creationId xmlns:a16="http://schemas.microsoft.com/office/drawing/2014/main" id="{DF55C8E9-3689-4883-8FEE-7932529EB39A}"/>
              </a:ext>
            </a:extLst>
          </p:cNvPr>
          <p:cNvSpPr>
            <a:spLocks noGrp="1"/>
          </p:cNvSpPr>
          <p:nvPr/>
        </p:nvSpPr>
        <p:spPr>
          <a:xfrm>
            <a:off x="714336" y="14458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" name="9q16_0_official_PredictedAtoms_26">
            <a:extLst>
              <a:ext uri="{FF2B5EF4-FFF2-40B4-BE49-F238E27FC236}">
                <a16:creationId xmlns:a16="http://schemas.microsoft.com/office/drawing/2014/main" id="{C7917675-FDF7-480E-BE19-6008344B1FD7}"/>
              </a:ext>
            </a:extLst>
          </p:cNvPr>
          <p:cNvSpPr>
            <a:spLocks noGrp="1"/>
          </p:cNvSpPr>
          <p:nvPr/>
        </p:nvSpPr>
        <p:spPr>
          <a:xfrm>
            <a:off x="777636" y="148952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" name="9q16_0_official_PredictedAtoms_27">
            <a:extLst>
              <a:ext uri="{FF2B5EF4-FFF2-40B4-BE49-F238E27FC236}">
                <a16:creationId xmlns:a16="http://schemas.microsoft.com/office/drawing/2014/main" id="{BE3463D4-61A2-4A02-9D30-F488C9DED65A}"/>
              </a:ext>
            </a:extLst>
          </p:cNvPr>
          <p:cNvSpPr>
            <a:spLocks noGrp="1"/>
          </p:cNvSpPr>
          <p:nvPr/>
        </p:nvSpPr>
        <p:spPr>
          <a:xfrm>
            <a:off x="588156" y="15148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" name="9q16_0_official_PredictedAtoms_28">
            <a:extLst>
              <a:ext uri="{FF2B5EF4-FFF2-40B4-BE49-F238E27FC236}">
                <a16:creationId xmlns:a16="http://schemas.microsoft.com/office/drawing/2014/main" id="{5181B0C0-5C0F-4407-B785-D9DF370A33E5}"/>
              </a:ext>
            </a:extLst>
          </p:cNvPr>
          <p:cNvSpPr>
            <a:spLocks noGrp="1"/>
          </p:cNvSpPr>
          <p:nvPr/>
        </p:nvSpPr>
        <p:spPr>
          <a:xfrm>
            <a:off x="577258" y="17063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" name="9q16_0_official_PredictedAtoms_29">
            <a:extLst>
              <a:ext uri="{FF2B5EF4-FFF2-40B4-BE49-F238E27FC236}">
                <a16:creationId xmlns:a16="http://schemas.microsoft.com/office/drawing/2014/main" id="{D70F78E2-D9FC-42EF-BB74-37A9769B85D8}"/>
              </a:ext>
            </a:extLst>
          </p:cNvPr>
          <p:cNvSpPr>
            <a:spLocks noGrp="1"/>
          </p:cNvSpPr>
          <p:nvPr/>
        </p:nvSpPr>
        <p:spPr>
          <a:xfrm>
            <a:off x="427350" y="14879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" name="9q16_0_official_PredictedAtoms_30">
            <a:extLst>
              <a:ext uri="{FF2B5EF4-FFF2-40B4-BE49-F238E27FC236}">
                <a16:creationId xmlns:a16="http://schemas.microsoft.com/office/drawing/2014/main" id="{00067A2A-0557-4606-8B08-B1DE5847E6C4}"/>
              </a:ext>
            </a:extLst>
          </p:cNvPr>
          <p:cNvSpPr>
            <a:spLocks noGrp="1"/>
          </p:cNvSpPr>
          <p:nvPr/>
        </p:nvSpPr>
        <p:spPr>
          <a:xfrm>
            <a:off x="575986" y="13682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" name="stage3-cases-main_7">
            <a:extLst>
              <a:ext uri="{FF2B5EF4-FFF2-40B4-BE49-F238E27FC236}">
                <a16:creationId xmlns:a16="http://schemas.microsoft.com/office/drawing/2014/main" id="{23B90412-3AAC-4DDB-BA9D-D3FA60B065BA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3.84 Å   D 77%   Clash 0</a:t>
            </a:r>
          </a:p>
        </p:txBody>
      </p:sp>
      <p:sp>
        <p:nvSpPr>
          <p:cNvPr id="107" name="9q16_0_tuned_Receptor">
            <a:extLst>
              <a:ext uri="{FF2B5EF4-FFF2-40B4-BE49-F238E27FC236}">
                <a16:creationId xmlns:a16="http://schemas.microsoft.com/office/drawing/2014/main" id="{84463DCA-E4C4-4DD6-9C11-CF8AFCA3241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8" name="9q16_0_tuned_ExperimentalDensity">
            <a:extLst>
              <a:ext uri="{FF2B5EF4-FFF2-40B4-BE49-F238E27FC236}">
                <a16:creationId xmlns:a16="http://schemas.microsoft.com/office/drawing/2014/main" id="{236473A1-E10C-44DE-977D-E21356D4007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9" name="9q16_0_tuned_ReferenceLigand_0">
            <a:extLst>
              <a:ext uri="{FF2B5EF4-FFF2-40B4-BE49-F238E27FC236}">
                <a16:creationId xmlns:a16="http://schemas.microsoft.com/office/drawing/2014/main" id="{A53E04C6-1BA2-452A-B13E-46D0331EC13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q16_0_tuned_ReferenceLigand_1">
            <a:extLst>
              <a:ext uri="{FF2B5EF4-FFF2-40B4-BE49-F238E27FC236}">
                <a16:creationId xmlns:a16="http://schemas.microsoft.com/office/drawing/2014/main" id="{3158033E-4AA6-4A26-A76E-1A8F7371EFF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q16_0_tuned_ReferenceLigand_2">
            <a:extLst>
              <a:ext uri="{FF2B5EF4-FFF2-40B4-BE49-F238E27FC236}">
                <a16:creationId xmlns:a16="http://schemas.microsoft.com/office/drawing/2014/main" id="{7E5C63A1-75F6-4A3D-AA04-665633A13D7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q16_0_tuned_ReferenceLigand_3">
            <a:extLst>
              <a:ext uri="{FF2B5EF4-FFF2-40B4-BE49-F238E27FC236}">
                <a16:creationId xmlns:a16="http://schemas.microsoft.com/office/drawing/2014/main" id="{CE3041AA-9C93-4D03-84EF-A6CBFF64A40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q16_0_tuned_ReferenceLigand_4">
            <a:extLst>
              <a:ext uri="{FF2B5EF4-FFF2-40B4-BE49-F238E27FC236}">
                <a16:creationId xmlns:a16="http://schemas.microsoft.com/office/drawing/2014/main" id="{ED42D251-70CC-4F61-AB4E-8DCB9BF4C10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q16_0_tuned_ReferenceLigand_5">
            <a:extLst>
              <a:ext uri="{FF2B5EF4-FFF2-40B4-BE49-F238E27FC236}">
                <a16:creationId xmlns:a16="http://schemas.microsoft.com/office/drawing/2014/main" id="{1A995BF3-B2F1-43A1-B144-9992EF21EE8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q16_0_tuned_ReferenceLigand_6">
            <a:extLst>
              <a:ext uri="{FF2B5EF4-FFF2-40B4-BE49-F238E27FC236}">
                <a16:creationId xmlns:a16="http://schemas.microsoft.com/office/drawing/2014/main" id="{B162EB19-0F06-4A14-992F-FDEF55F65EA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q16_0_tuned_ReferenceLigand_7">
            <a:extLst>
              <a:ext uri="{FF2B5EF4-FFF2-40B4-BE49-F238E27FC236}">
                <a16:creationId xmlns:a16="http://schemas.microsoft.com/office/drawing/2014/main" id="{B02054D9-03BC-403B-8CF3-B4554F398CD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q16_0_tuned_ReferenceLigand_8">
            <a:extLst>
              <a:ext uri="{FF2B5EF4-FFF2-40B4-BE49-F238E27FC236}">
                <a16:creationId xmlns:a16="http://schemas.microsoft.com/office/drawing/2014/main" id="{447A2F2A-0860-4AF5-97B3-D49626E794F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q16_0_tuned_ReferenceLigand_9">
            <a:extLst>
              <a:ext uri="{FF2B5EF4-FFF2-40B4-BE49-F238E27FC236}">
                <a16:creationId xmlns:a16="http://schemas.microsoft.com/office/drawing/2014/main" id="{29A0AFB5-D4CD-41A4-9B57-B16D782F1FE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q16_0_tuned_ReferenceLigand_10">
            <a:extLst>
              <a:ext uri="{FF2B5EF4-FFF2-40B4-BE49-F238E27FC236}">
                <a16:creationId xmlns:a16="http://schemas.microsoft.com/office/drawing/2014/main" id="{54EBDD16-A1BC-4EED-84B9-7556AE160C8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q16_0_tuned_ReferenceLigand_11">
            <a:extLst>
              <a:ext uri="{FF2B5EF4-FFF2-40B4-BE49-F238E27FC236}">
                <a16:creationId xmlns:a16="http://schemas.microsoft.com/office/drawing/2014/main" id="{0DC2968F-7364-4D30-B884-1167008480D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q16_0_tuned_ReferenceLigand_12">
            <a:extLst>
              <a:ext uri="{FF2B5EF4-FFF2-40B4-BE49-F238E27FC236}">
                <a16:creationId xmlns:a16="http://schemas.microsoft.com/office/drawing/2014/main" id="{C7C58729-EC04-4A17-8462-4F92AA1382E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q16_0_tuned_ReferenceLigand_13">
            <a:extLst>
              <a:ext uri="{FF2B5EF4-FFF2-40B4-BE49-F238E27FC236}">
                <a16:creationId xmlns:a16="http://schemas.microsoft.com/office/drawing/2014/main" id="{10FE47AB-0E0D-4863-A799-DE8FDF5BBB1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q16_0_tuned_ReferenceLigand_14">
            <a:extLst>
              <a:ext uri="{FF2B5EF4-FFF2-40B4-BE49-F238E27FC236}">
                <a16:creationId xmlns:a16="http://schemas.microsoft.com/office/drawing/2014/main" id="{BCA94535-C11D-4C99-BD47-B46F675D1C5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q16_0_tuned_ReferenceLigand_15">
            <a:extLst>
              <a:ext uri="{FF2B5EF4-FFF2-40B4-BE49-F238E27FC236}">
                <a16:creationId xmlns:a16="http://schemas.microsoft.com/office/drawing/2014/main" id="{27D2458B-AB63-4957-A91C-93A17BF6850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q16_0_tuned_ReferenceLigand_16">
            <a:extLst>
              <a:ext uri="{FF2B5EF4-FFF2-40B4-BE49-F238E27FC236}">
                <a16:creationId xmlns:a16="http://schemas.microsoft.com/office/drawing/2014/main" id="{D42A24DE-F29C-4E82-B396-F32C389543D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q16_0_tuned_ReferenceLigand_17">
            <a:extLst>
              <a:ext uri="{FF2B5EF4-FFF2-40B4-BE49-F238E27FC236}">
                <a16:creationId xmlns:a16="http://schemas.microsoft.com/office/drawing/2014/main" id="{A3FABAD2-99C9-4BCA-80C2-46D9D57F8FB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q16_0_tuned_ReferenceLigand_18">
            <a:extLst>
              <a:ext uri="{FF2B5EF4-FFF2-40B4-BE49-F238E27FC236}">
                <a16:creationId xmlns:a16="http://schemas.microsoft.com/office/drawing/2014/main" id="{FD183625-3880-4DDE-B2D1-73D78510868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q16_0_tuned_ReferenceLigand_19">
            <a:extLst>
              <a:ext uri="{FF2B5EF4-FFF2-40B4-BE49-F238E27FC236}">
                <a16:creationId xmlns:a16="http://schemas.microsoft.com/office/drawing/2014/main" id="{94DBC2CE-7E69-45FE-B7D4-33A6D07416C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q16_0_tuned_ReferenceLigand_20">
            <a:extLst>
              <a:ext uri="{FF2B5EF4-FFF2-40B4-BE49-F238E27FC236}">
                <a16:creationId xmlns:a16="http://schemas.microsoft.com/office/drawing/2014/main" id="{3D3B39CC-88E9-454F-AD88-75CC09C9335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q16_0_tuned_ReferenceLigand_21">
            <a:extLst>
              <a:ext uri="{FF2B5EF4-FFF2-40B4-BE49-F238E27FC236}">
                <a16:creationId xmlns:a16="http://schemas.microsoft.com/office/drawing/2014/main" id="{DA582368-FC0D-4E3C-BAFB-7465B81E446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q16_0_tuned_ReferenceLigand_22">
            <a:extLst>
              <a:ext uri="{FF2B5EF4-FFF2-40B4-BE49-F238E27FC236}">
                <a16:creationId xmlns:a16="http://schemas.microsoft.com/office/drawing/2014/main" id="{2C776DC8-303F-446B-BFBC-91610DA179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q16_0_tuned_ReferenceLigand_23">
            <a:extLst>
              <a:ext uri="{FF2B5EF4-FFF2-40B4-BE49-F238E27FC236}">
                <a16:creationId xmlns:a16="http://schemas.microsoft.com/office/drawing/2014/main" id="{ABD33DE5-963B-414A-8EB8-0199EF8BA3F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" name="9q16_0_tuned_ReferenceLigand_24">
            <a:extLst>
              <a:ext uri="{FF2B5EF4-FFF2-40B4-BE49-F238E27FC236}">
                <a16:creationId xmlns:a16="http://schemas.microsoft.com/office/drawing/2014/main" id="{5DB4B898-926D-4A69-BFB3-9F63B5860AB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" name="9q16_0_tuned_ReferenceLigand_25">
            <a:extLst>
              <a:ext uri="{FF2B5EF4-FFF2-40B4-BE49-F238E27FC236}">
                <a16:creationId xmlns:a16="http://schemas.microsoft.com/office/drawing/2014/main" id="{27710CB4-1947-402E-9BAA-3AD207727E1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" name="9q16_0_tuned_ReferenceLigand_26">
            <a:extLst>
              <a:ext uri="{FF2B5EF4-FFF2-40B4-BE49-F238E27FC236}">
                <a16:creationId xmlns:a16="http://schemas.microsoft.com/office/drawing/2014/main" id="{F488E7D1-A1A3-4206-9FFB-C5245FCC783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" name="9q16_0_tuned_ReferenceLigand_27">
            <a:extLst>
              <a:ext uri="{FF2B5EF4-FFF2-40B4-BE49-F238E27FC236}">
                <a16:creationId xmlns:a16="http://schemas.microsoft.com/office/drawing/2014/main" id="{C90CDCEC-B818-44F8-8D86-5DF09130492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" name="9q16_0_tuned_ReferenceLigand_28">
            <a:extLst>
              <a:ext uri="{FF2B5EF4-FFF2-40B4-BE49-F238E27FC236}">
                <a16:creationId xmlns:a16="http://schemas.microsoft.com/office/drawing/2014/main" id="{E3D5A41E-798A-4AB7-AC65-2A1C5B86B1B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" name="9q16_0_tuned_ReferenceLigand_29">
            <a:extLst>
              <a:ext uri="{FF2B5EF4-FFF2-40B4-BE49-F238E27FC236}">
                <a16:creationId xmlns:a16="http://schemas.microsoft.com/office/drawing/2014/main" id="{91EEF8AE-8DC5-4B53-84E3-FD66D45D700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" name="9q16_0_tuned_ReferenceLigand_30">
            <a:extLst>
              <a:ext uri="{FF2B5EF4-FFF2-40B4-BE49-F238E27FC236}">
                <a16:creationId xmlns:a16="http://schemas.microsoft.com/office/drawing/2014/main" id="{EAA3F74C-B6EB-4E9D-9FCB-F82D1764C08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" name="9q16_0_tuned_ReferenceLigand_31">
            <a:extLst>
              <a:ext uri="{FF2B5EF4-FFF2-40B4-BE49-F238E27FC236}">
                <a16:creationId xmlns:a16="http://schemas.microsoft.com/office/drawing/2014/main" id="{449525FE-F953-4467-9C54-42FE74C49B4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" name="9q16_0_tuned_ReferenceLigand_32">
            <a:extLst>
              <a:ext uri="{FF2B5EF4-FFF2-40B4-BE49-F238E27FC236}">
                <a16:creationId xmlns:a16="http://schemas.microsoft.com/office/drawing/2014/main" id="{654F84BA-F422-4473-80F4-A54F5D8FC29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" name="9q16_0_tuned_PredictedLigand_0">
            <a:extLst>
              <a:ext uri="{FF2B5EF4-FFF2-40B4-BE49-F238E27FC236}">
                <a16:creationId xmlns:a16="http://schemas.microsoft.com/office/drawing/2014/main" id="{5C63A3F7-5B3C-4242-BF67-B9B41FDF621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445241" y="5525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q16_0_tuned_PredictedLigand_1">
            <a:extLst>
              <a:ext uri="{FF2B5EF4-FFF2-40B4-BE49-F238E27FC236}">
                <a16:creationId xmlns:a16="http://schemas.microsoft.com/office/drawing/2014/main" id="{5CAF6B68-C433-49FF-B037-81F01E023F6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367129" y="4674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q16_0_tuned_PredictedLigand_2">
            <a:extLst>
              <a:ext uri="{FF2B5EF4-FFF2-40B4-BE49-F238E27FC236}">
                <a16:creationId xmlns:a16="http://schemas.microsoft.com/office/drawing/2014/main" id="{D2E989C4-454F-41BF-BD50-38F38176AFD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94086" y="8995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q16_0_tuned_PredictedLigand_3">
            <a:extLst>
              <a:ext uri="{FF2B5EF4-FFF2-40B4-BE49-F238E27FC236}">
                <a16:creationId xmlns:a16="http://schemas.microsoft.com/office/drawing/2014/main" id="{37A3B984-EB0E-4000-8AD8-1E47CC849E1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1821" y="776585"/>
                </a:moveTo>
                <a:lnTo>
                  <a:pt x="2238973" y="5866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q16_0_tuned_PredictedLigand_4">
            <a:extLst>
              <a:ext uri="{FF2B5EF4-FFF2-40B4-BE49-F238E27FC236}">
                <a16:creationId xmlns:a16="http://schemas.microsoft.com/office/drawing/2014/main" id="{DEF3D1CD-2700-42BD-BD94-EE730EA1F97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261821" y="7765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q16_0_tuned_PredictedLigand_5">
            <a:extLst>
              <a:ext uri="{FF2B5EF4-FFF2-40B4-BE49-F238E27FC236}">
                <a16:creationId xmlns:a16="http://schemas.microsoft.com/office/drawing/2014/main" id="{20395C57-E4B8-4047-9E11-6AA955D16CA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834125" y="4994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q16_0_tuned_PredictedLigand_6">
            <a:extLst>
              <a:ext uri="{FF2B5EF4-FFF2-40B4-BE49-F238E27FC236}">
                <a16:creationId xmlns:a16="http://schemas.microsoft.com/office/drawing/2014/main" id="{AA862CBD-0CFC-471C-9292-27A31445B7B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172619" y="10874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q16_0_tuned_PredictedLigand_7">
            <a:extLst>
              <a:ext uri="{FF2B5EF4-FFF2-40B4-BE49-F238E27FC236}">
                <a16:creationId xmlns:a16="http://schemas.microsoft.com/office/drawing/2014/main" id="{58CE3FE4-B931-48E6-A2AD-B303AEA7B9E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093459" y="5296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q16_0_tuned_PredictedLigand_8">
            <a:extLst>
              <a:ext uri="{FF2B5EF4-FFF2-40B4-BE49-F238E27FC236}">
                <a16:creationId xmlns:a16="http://schemas.microsoft.com/office/drawing/2014/main" id="{B3C11444-DC6A-497D-AE1B-FE0112FD0E2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67" y="743228"/>
                </a:moveTo>
                <a:lnTo>
                  <a:pt x="442018" y="7200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q16_0_tuned_PredictedLigand_9">
            <a:extLst>
              <a:ext uri="{FF2B5EF4-FFF2-40B4-BE49-F238E27FC236}">
                <a16:creationId xmlns:a16="http://schemas.microsoft.com/office/drawing/2014/main" id="{B8589743-9509-4199-B508-DF55AA432D0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00206" y="6961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q16_0_tuned_PredictedLigand_10">
            <a:extLst>
              <a:ext uri="{FF2B5EF4-FFF2-40B4-BE49-F238E27FC236}">
                <a16:creationId xmlns:a16="http://schemas.microsoft.com/office/drawing/2014/main" id="{4B4EDFC0-D56F-4A86-983F-E3B53BBCF2E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8" y="853104"/>
                </a:moveTo>
                <a:lnTo>
                  <a:pt x="2148157" y="91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q16_0_tuned_PredictedLigand_11">
            <a:extLst>
              <a:ext uri="{FF2B5EF4-FFF2-40B4-BE49-F238E27FC236}">
                <a16:creationId xmlns:a16="http://schemas.microsoft.com/office/drawing/2014/main" id="{59CFD19B-65C9-435F-9CE5-2B08D635B05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649267" y="7432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q16_0_tuned_PredictedLigand_12">
            <a:extLst>
              <a:ext uri="{FF2B5EF4-FFF2-40B4-BE49-F238E27FC236}">
                <a16:creationId xmlns:a16="http://schemas.microsoft.com/office/drawing/2014/main" id="{BE1E6A26-892A-4BFC-82BE-4EF943F6C76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546" y="672717"/>
                </a:moveTo>
                <a:lnTo>
                  <a:pt x="807674" y="5833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q16_0_tuned_PredictedLigand_13">
            <a:extLst>
              <a:ext uri="{FF2B5EF4-FFF2-40B4-BE49-F238E27FC236}">
                <a16:creationId xmlns:a16="http://schemas.microsoft.com/office/drawing/2014/main" id="{465AFCBB-801B-441E-9B03-E7BDB9136D0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3459" y="529671"/>
                </a:moveTo>
                <a:lnTo>
                  <a:pt x="1972808" y="6630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q16_0_tuned_PredictedLigand_14">
            <a:extLst>
              <a:ext uri="{FF2B5EF4-FFF2-40B4-BE49-F238E27FC236}">
                <a16:creationId xmlns:a16="http://schemas.microsoft.com/office/drawing/2014/main" id="{4DC1F966-9621-4F7C-BC09-FB96E3C9262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q16_0_tuned_PredictedLigand_15">
            <a:extLst>
              <a:ext uri="{FF2B5EF4-FFF2-40B4-BE49-F238E27FC236}">
                <a16:creationId xmlns:a16="http://schemas.microsoft.com/office/drawing/2014/main" id="{8314D0D6-FC89-4928-B7E0-DD156428B9C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2591" y="17334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q16_0_tuned_PredictedLigand_16">
            <a:extLst>
              <a:ext uri="{FF2B5EF4-FFF2-40B4-BE49-F238E27FC236}">
                <a16:creationId xmlns:a16="http://schemas.microsoft.com/office/drawing/2014/main" id="{3A13A9C3-A8BC-4EEB-8257-A8991469274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740296" y="436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q16_0_tuned_PredictedLigand_17">
            <a:extLst>
              <a:ext uri="{FF2B5EF4-FFF2-40B4-BE49-F238E27FC236}">
                <a16:creationId xmlns:a16="http://schemas.microsoft.com/office/drawing/2014/main" id="{2B9DFDD8-00C7-429A-9100-8225D6C8FF1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0787" y="347582"/>
                </a:moveTo>
                <a:lnTo>
                  <a:pt x="1627709" y="376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q16_0_tuned_PredictedLigand_18">
            <a:extLst>
              <a:ext uri="{FF2B5EF4-FFF2-40B4-BE49-F238E27FC236}">
                <a16:creationId xmlns:a16="http://schemas.microsoft.com/office/drawing/2014/main" id="{FE763862-0C17-46AD-89E6-7CCE950885E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764" y="945854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q16_0_tuned_PredictedLigand_19">
            <a:extLst>
              <a:ext uri="{FF2B5EF4-FFF2-40B4-BE49-F238E27FC236}">
                <a16:creationId xmlns:a16="http://schemas.microsoft.com/office/drawing/2014/main" id="{85FBE8BF-51D5-48CE-9414-297742E5303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q16_0_tuned_PredictedLigand_20">
            <a:extLst>
              <a:ext uri="{FF2B5EF4-FFF2-40B4-BE49-F238E27FC236}">
                <a16:creationId xmlns:a16="http://schemas.microsoft.com/office/drawing/2014/main" id="{2472F453-8786-49AB-B6DC-D686F6D8207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709" y="376219"/>
                </a:moveTo>
                <a:lnTo>
                  <a:pt x="1706834" y="4683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q16_0_tuned_PredictedLigand_21">
            <a:extLst>
              <a:ext uri="{FF2B5EF4-FFF2-40B4-BE49-F238E27FC236}">
                <a16:creationId xmlns:a16="http://schemas.microsoft.com/office/drawing/2014/main" id="{3595894C-2C16-418B-8B03-97D507C5FCE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001546" y="6727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" name="9q16_0_tuned_PredictedLigand_22">
            <a:extLst>
              <a:ext uri="{FF2B5EF4-FFF2-40B4-BE49-F238E27FC236}">
                <a16:creationId xmlns:a16="http://schemas.microsoft.com/office/drawing/2014/main" id="{CC11AF09-5424-4217-9D71-C6596C47A4E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7439" y="813773"/>
                </a:moveTo>
                <a:lnTo>
                  <a:pt x="1858764" y="9458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5" name="9q16_0_tuned_PredictedLigand_23">
            <a:extLst>
              <a:ext uri="{FF2B5EF4-FFF2-40B4-BE49-F238E27FC236}">
                <a16:creationId xmlns:a16="http://schemas.microsoft.com/office/drawing/2014/main" id="{E91F2FDC-C228-4A8E-A9DC-DE456F23ABE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6" name="9q16_0_tuned_PredictedLigand_24">
            <a:extLst>
              <a:ext uri="{FF2B5EF4-FFF2-40B4-BE49-F238E27FC236}">
                <a16:creationId xmlns:a16="http://schemas.microsoft.com/office/drawing/2014/main" id="{A1B0A363-80E1-4087-BC1A-1CB6D8FC453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7" name="9q16_0_tuned_PredictedLigand_25">
            <a:extLst>
              <a:ext uri="{FF2B5EF4-FFF2-40B4-BE49-F238E27FC236}">
                <a16:creationId xmlns:a16="http://schemas.microsoft.com/office/drawing/2014/main" id="{B5C94385-3088-41BF-86D1-ED8CF2E5C96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4453" y="639554"/>
                </a:moveTo>
                <a:lnTo>
                  <a:pt x="1747439" y="8137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8" name="9q16_0_tuned_PredictedLigand_26">
            <a:extLst>
              <a:ext uri="{FF2B5EF4-FFF2-40B4-BE49-F238E27FC236}">
                <a16:creationId xmlns:a16="http://schemas.microsoft.com/office/drawing/2014/main" id="{EFE88F56-3831-4305-9C69-D0976223067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115755" y="9799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9" name="9q16_0_tuned_PredictedLigand_27">
            <a:extLst>
              <a:ext uri="{FF2B5EF4-FFF2-40B4-BE49-F238E27FC236}">
                <a16:creationId xmlns:a16="http://schemas.microsoft.com/office/drawing/2014/main" id="{122C8523-4BA2-4F1C-AA7A-38AA2B792F8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556878" y="4968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0" name="9q16_0_tuned_PredictedLigand_28">
            <a:extLst>
              <a:ext uri="{FF2B5EF4-FFF2-40B4-BE49-F238E27FC236}">
                <a16:creationId xmlns:a16="http://schemas.microsoft.com/office/drawing/2014/main" id="{B6F6C053-006F-48A1-965E-6EB44E1D333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7951" y="669675"/>
                </a:moveTo>
                <a:lnTo>
                  <a:pt x="1071027" y="7845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1" name="9q16_0_tuned_PredictedLigand_29">
            <a:extLst>
              <a:ext uri="{FF2B5EF4-FFF2-40B4-BE49-F238E27FC236}">
                <a16:creationId xmlns:a16="http://schemas.microsoft.com/office/drawing/2014/main" id="{A01194F3-D1F9-4A25-867B-3420E430505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208682" y="4630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2" name="9q16_0_tuned_PredictedLigand_30">
            <a:extLst>
              <a:ext uri="{FF2B5EF4-FFF2-40B4-BE49-F238E27FC236}">
                <a16:creationId xmlns:a16="http://schemas.microsoft.com/office/drawing/2014/main" id="{69D7044B-1781-4D9E-839E-A2790B32F83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878" y="496857"/>
                </a:moveTo>
                <a:lnTo>
                  <a:pt x="1398711" y="380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3" name="9q16_0_tuned_PredictedLigand_31">
            <a:extLst>
              <a:ext uri="{FF2B5EF4-FFF2-40B4-BE49-F238E27FC236}">
                <a16:creationId xmlns:a16="http://schemas.microsoft.com/office/drawing/2014/main" id="{81E85607-DF35-4034-99E6-B75C5BAFAC1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911630" y="7658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" name="9q16_0_tuned_PredictedLigand_32">
            <a:extLst>
              <a:ext uri="{FF2B5EF4-FFF2-40B4-BE49-F238E27FC236}">
                <a16:creationId xmlns:a16="http://schemas.microsoft.com/office/drawing/2014/main" id="{72F904C8-2DED-49C1-8399-5E912920474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8682" y="463051"/>
                </a:moveTo>
                <a:lnTo>
                  <a:pt x="1237951" y="6696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" name="9q16_0_tuned_PredictedAtoms_0">
            <a:extLst>
              <a:ext uri="{FF2B5EF4-FFF2-40B4-BE49-F238E27FC236}">
                <a16:creationId xmlns:a16="http://schemas.microsoft.com/office/drawing/2014/main" id="{9BF6F7B5-F703-493F-915A-088632B45AEE}"/>
              </a:ext>
            </a:extLst>
          </p:cNvPr>
          <p:cNvSpPr>
            <a:spLocks noGrp="1"/>
          </p:cNvSpPr>
          <p:nvPr/>
        </p:nvSpPr>
        <p:spPr>
          <a:xfrm>
            <a:off x="4526798" y="947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6" name="9q16_0_tuned_PredictedAtoms_1">
            <a:extLst>
              <a:ext uri="{FF2B5EF4-FFF2-40B4-BE49-F238E27FC236}">
                <a16:creationId xmlns:a16="http://schemas.microsoft.com/office/drawing/2014/main" id="{C0AB953E-ACB0-4103-9677-B173769654A3}"/>
              </a:ext>
            </a:extLst>
          </p:cNvPr>
          <p:cNvSpPr>
            <a:spLocks noGrp="1"/>
          </p:cNvSpPr>
          <p:nvPr/>
        </p:nvSpPr>
        <p:spPr>
          <a:xfrm>
            <a:off x="4604994" y="1121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q16_0_tuned_PredictedAtoms_2">
            <a:extLst>
              <a:ext uri="{FF2B5EF4-FFF2-40B4-BE49-F238E27FC236}">
                <a16:creationId xmlns:a16="http://schemas.microsoft.com/office/drawing/2014/main" id="{B05EF947-F134-4D3C-A3A3-BA85EBAF8D9D}"/>
              </a:ext>
            </a:extLst>
          </p:cNvPr>
          <p:cNvSpPr>
            <a:spLocks noGrp="1"/>
          </p:cNvSpPr>
          <p:nvPr/>
        </p:nvSpPr>
        <p:spPr>
          <a:xfrm>
            <a:off x="4811917" y="11506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8" name="9q16_0_tuned_PredictedAtoms_3">
            <a:extLst>
              <a:ext uri="{FF2B5EF4-FFF2-40B4-BE49-F238E27FC236}">
                <a16:creationId xmlns:a16="http://schemas.microsoft.com/office/drawing/2014/main" id="{6A2DDB23-26D1-4927-B661-2B84131DCB57}"/>
              </a:ext>
            </a:extLst>
          </p:cNvPr>
          <p:cNvSpPr>
            <a:spLocks noGrp="1"/>
          </p:cNvSpPr>
          <p:nvPr/>
        </p:nvSpPr>
        <p:spPr>
          <a:xfrm>
            <a:off x="4891042" y="12427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q16_0_tuned_PredictedAtoms_4">
            <a:extLst>
              <a:ext uri="{FF2B5EF4-FFF2-40B4-BE49-F238E27FC236}">
                <a16:creationId xmlns:a16="http://schemas.microsoft.com/office/drawing/2014/main" id="{774B6FE3-C3E0-4E60-BC78-1B0322B97424}"/>
              </a:ext>
            </a:extLst>
          </p:cNvPr>
          <p:cNvSpPr>
            <a:spLocks noGrp="1"/>
          </p:cNvSpPr>
          <p:nvPr/>
        </p:nvSpPr>
        <p:spPr>
          <a:xfrm>
            <a:off x="4998661" y="14139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" name="9q16_0_tuned_PredictedAtoms_5">
            <a:extLst>
              <a:ext uri="{FF2B5EF4-FFF2-40B4-BE49-F238E27FC236}">
                <a16:creationId xmlns:a16="http://schemas.microsoft.com/office/drawing/2014/main" id="{5CEF560E-D0CF-429E-85AC-3BC251729B6C}"/>
              </a:ext>
            </a:extLst>
          </p:cNvPr>
          <p:cNvSpPr>
            <a:spLocks noGrp="1"/>
          </p:cNvSpPr>
          <p:nvPr/>
        </p:nvSpPr>
        <p:spPr>
          <a:xfrm>
            <a:off x="4931647" y="15881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q16_0_tuned_PredictedAtoms_6">
            <a:extLst>
              <a:ext uri="{FF2B5EF4-FFF2-40B4-BE49-F238E27FC236}">
                <a16:creationId xmlns:a16="http://schemas.microsoft.com/office/drawing/2014/main" id="{585A6EBF-C6BB-4974-8B42-90B9E434D154}"/>
              </a:ext>
            </a:extLst>
          </p:cNvPr>
          <p:cNvSpPr>
            <a:spLocks noGrp="1"/>
          </p:cNvSpPr>
          <p:nvPr/>
        </p:nvSpPr>
        <p:spPr>
          <a:xfrm>
            <a:off x="5042972" y="17202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" name="9q16_0_tuned_PredictedAtoms_7">
            <a:extLst>
              <a:ext uri="{FF2B5EF4-FFF2-40B4-BE49-F238E27FC236}">
                <a16:creationId xmlns:a16="http://schemas.microsoft.com/office/drawing/2014/main" id="{F319F09E-0BD3-4DF3-80B9-F80BF30A103F}"/>
              </a:ext>
            </a:extLst>
          </p:cNvPr>
          <p:cNvSpPr>
            <a:spLocks noGrp="1"/>
          </p:cNvSpPr>
          <p:nvPr/>
        </p:nvSpPr>
        <p:spPr>
          <a:xfrm>
            <a:off x="5182535" y="16274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q16_0_tuned_PredictedAtoms_8">
            <a:extLst>
              <a:ext uri="{FF2B5EF4-FFF2-40B4-BE49-F238E27FC236}">
                <a16:creationId xmlns:a16="http://schemas.microsoft.com/office/drawing/2014/main" id="{CA7CB8ED-9D17-43C9-9173-AEDD4AA9333B}"/>
              </a:ext>
            </a:extLst>
          </p:cNvPr>
          <p:cNvSpPr>
            <a:spLocks noGrp="1"/>
          </p:cNvSpPr>
          <p:nvPr/>
        </p:nvSpPr>
        <p:spPr>
          <a:xfrm>
            <a:off x="5332364" y="16918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q16_0_tuned_PredictedAtoms_9">
            <a:extLst>
              <a:ext uri="{FF2B5EF4-FFF2-40B4-BE49-F238E27FC236}">
                <a16:creationId xmlns:a16="http://schemas.microsoft.com/office/drawing/2014/main" id="{6E04E131-2DD3-46E4-BFAA-2C73CB9DC9E6}"/>
              </a:ext>
            </a:extLst>
          </p:cNvPr>
          <p:cNvSpPr>
            <a:spLocks noGrp="1"/>
          </p:cNvSpPr>
          <p:nvPr/>
        </p:nvSpPr>
        <p:spPr>
          <a:xfrm>
            <a:off x="5356826" y="18618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" name="9q16_0_tuned_PredictedAtoms_10">
            <a:extLst>
              <a:ext uri="{FF2B5EF4-FFF2-40B4-BE49-F238E27FC236}">
                <a16:creationId xmlns:a16="http://schemas.microsoft.com/office/drawing/2014/main" id="{00337DFE-9D5D-434D-B520-ECE144F9B06F}"/>
              </a:ext>
            </a:extLst>
          </p:cNvPr>
          <p:cNvSpPr>
            <a:spLocks noGrp="1"/>
          </p:cNvSpPr>
          <p:nvPr/>
        </p:nvSpPr>
        <p:spPr>
          <a:xfrm>
            <a:off x="5446029" y="15509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" name="9q16_0_tuned_PredictedAtoms_11">
            <a:extLst>
              <a:ext uri="{FF2B5EF4-FFF2-40B4-BE49-F238E27FC236}">
                <a16:creationId xmlns:a16="http://schemas.microsoft.com/office/drawing/2014/main" id="{09D6A70A-62A8-4403-B31B-6713B20E154E}"/>
              </a:ext>
            </a:extLst>
          </p:cNvPr>
          <p:cNvSpPr>
            <a:spLocks noGrp="1"/>
          </p:cNvSpPr>
          <p:nvPr/>
        </p:nvSpPr>
        <p:spPr>
          <a:xfrm>
            <a:off x="5423180" y="13610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q16_0_tuned_PredictedAtoms_12">
            <a:extLst>
              <a:ext uri="{FF2B5EF4-FFF2-40B4-BE49-F238E27FC236}">
                <a16:creationId xmlns:a16="http://schemas.microsoft.com/office/drawing/2014/main" id="{AC97DE0C-5C6A-4CE0-892F-3B89610DBFB5}"/>
              </a:ext>
            </a:extLst>
          </p:cNvPr>
          <p:cNvSpPr>
            <a:spLocks noGrp="1"/>
          </p:cNvSpPr>
          <p:nvPr/>
        </p:nvSpPr>
        <p:spPr>
          <a:xfrm>
            <a:off x="5551337" y="124186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" name="9q16_0_tuned_PredictedAtoms_13">
            <a:extLst>
              <a:ext uri="{FF2B5EF4-FFF2-40B4-BE49-F238E27FC236}">
                <a16:creationId xmlns:a16="http://schemas.microsoft.com/office/drawing/2014/main" id="{3A58BCA8-E84E-4F01-A678-99A60C0255F7}"/>
              </a:ext>
            </a:extLst>
          </p:cNvPr>
          <p:cNvSpPr>
            <a:spLocks noGrp="1"/>
          </p:cNvSpPr>
          <p:nvPr/>
        </p:nvSpPr>
        <p:spPr>
          <a:xfrm>
            <a:off x="5277667" y="1304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9" name="9q16_0_tuned_PredictedAtoms_14">
            <a:extLst>
              <a:ext uri="{FF2B5EF4-FFF2-40B4-BE49-F238E27FC236}">
                <a16:creationId xmlns:a16="http://schemas.microsoft.com/office/drawing/2014/main" id="{08F9CA3F-1FBF-43DC-9981-7DF04A06360A}"/>
              </a:ext>
            </a:extLst>
          </p:cNvPr>
          <p:cNvSpPr>
            <a:spLocks noGrp="1"/>
          </p:cNvSpPr>
          <p:nvPr/>
        </p:nvSpPr>
        <p:spPr>
          <a:xfrm>
            <a:off x="5157016" y="14374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q16_0_tuned_PredictedAtoms_15">
            <a:extLst>
              <a:ext uri="{FF2B5EF4-FFF2-40B4-BE49-F238E27FC236}">
                <a16:creationId xmlns:a16="http://schemas.microsoft.com/office/drawing/2014/main" id="{82CEC7E1-8A84-43CE-A20E-05D78973B734}"/>
              </a:ext>
            </a:extLst>
          </p:cNvPr>
          <p:cNvSpPr>
            <a:spLocks noGrp="1"/>
          </p:cNvSpPr>
          <p:nvPr/>
        </p:nvSpPr>
        <p:spPr>
          <a:xfrm>
            <a:off x="4741085" y="12712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1" name="9q16_0_tuned_PredictedAtoms_16">
            <a:extLst>
              <a:ext uri="{FF2B5EF4-FFF2-40B4-BE49-F238E27FC236}">
                <a16:creationId xmlns:a16="http://schemas.microsoft.com/office/drawing/2014/main" id="{DB51AFB2-789C-43B6-8841-12EA54237739}"/>
              </a:ext>
            </a:extLst>
          </p:cNvPr>
          <p:cNvSpPr>
            <a:spLocks noGrp="1"/>
          </p:cNvSpPr>
          <p:nvPr/>
        </p:nvSpPr>
        <p:spPr>
          <a:xfrm>
            <a:off x="4582918" y="11552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2" name="9q16_0_tuned_PredictedAtoms_17">
            <a:extLst>
              <a:ext uri="{FF2B5EF4-FFF2-40B4-BE49-F238E27FC236}">
                <a16:creationId xmlns:a16="http://schemas.microsoft.com/office/drawing/2014/main" id="{BDA7B36F-B94E-4FEA-B2BB-17DCB1F575C9}"/>
              </a:ext>
            </a:extLst>
          </p:cNvPr>
          <p:cNvSpPr>
            <a:spLocks noGrp="1"/>
          </p:cNvSpPr>
          <p:nvPr/>
        </p:nvSpPr>
        <p:spPr>
          <a:xfrm>
            <a:off x="4392890" y="12374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3" name="9q16_0_tuned_PredictedAtoms_18">
            <a:extLst>
              <a:ext uri="{FF2B5EF4-FFF2-40B4-BE49-F238E27FC236}">
                <a16:creationId xmlns:a16="http://schemas.microsoft.com/office/drawing/2014/main" id="{1ADC783B-4479-4046-BA38-6AF2D05C7D90}"/>
              </a:ext>
            </a:extLst>
          </p:cNvPr>
          <p:cNvSpPr>
            <a:spLocks noGrp="1"/>
          </p:cNvSpPr>
          <p:nvPr/>
        </p:nvSpPr>
        <p:spPr>
          <a:xfrm>
            <a:off x="4422158" y="14440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4" name="9q16_0_tuned_PredictedAtoms_19">
            <a:extLst>
              <a:ext uri="{FF2B5EF4-FFF2-40B4-BE49-F238E27FC236}">
                <a16:creationId xmlns:a16="http://schemas.microsoft.com/office/drawing/2014/main" id="{25BC718B-B4BA-4344-B64D-C2B8CBCBF573}"/>
              </a:ext>
            </a:extLst>
          </p:cNvPr>
          <p:cNvSpPr>
            <a:spLocks noGrp="1"/>
          </p:cNvSpPr>
          <p:nvPr/>
        </p:nvSpPr>
        <p:spPr>
          <a:xfrm>
            <a:off x="4255235" y="15589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5" name="9q16_0_tuned_PredictedAtoms_20">
            <a:extLst>
              <a:ext uri="{FF2B5EF4-FFF2-40B4-BE49-F238E27FC236}">
                <a16:creationId xmlns:a16="http://schemas.microsoft.com/office/drawing/2014/main" id="{67B07873-642F-44FA-89B9-CD5D70808E99}"/>
              </a:ext>
            </a:extLst>
          </p:cNvPr>
          <p:cNvSpPr>
            <a:spLocks noGrp="1"/>
          </p:cNvSpPr>
          <p:nvPr/>
        </p:nvSpPr>
        <p:spPr>
          <a:xfrm>
            <a:off x="4299962" y="17542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6" name="9q16_0_tuned_PredictedAtoms_21">
            <a:extLst>
              <a:ext uri="{FF2B5EF4-FFF2-40B4-BE49-F238E27FC236}">
                <a16:creationId xmlns:a16="http://schemas.microsoft.com/office/drawing/2014/main" id="{07D7F033-CDAB-453C-A629-589A3E5BDB76}"/>
              </a:ext>
            </a:extLst>
          </p:cNvPr>
          <p:cNvSpPr>
            <a:spLocks noGrp="1"/>
          </p:cNvSpPr>
          <p:nvPr/>
        </p:nvSpPr>
        <p:spPr>
          <a:xfrm>
            <a:off x="4095838" y="15402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7" name="9q16_0_tuned_PredictedAtoms_22">
            <a:extLst>
              <a:ext uri="{FF2B5EF4-FFF2-40B4-BE49-F238E27FC236}">
                <a16:creationId xmlns:a16="http://schemas.microsoft.com/office/drawing/2014/main" id="{0C8BB991-22D9-4B46-B7DF-086CC0AB1E38}"/>
              </a:ext>
            </a:extLst>
          </p:cNvPr>
          <p:cNvSpPr>
            <a:spLocks noGrp="1"/>
          </p:cNvSpPr>
          <p:nvPr/>
        </p:nvSpPr>
        <p:spPr>
          <a:xfrm>
            <a:off x="4185754" y="14470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8" name="9q16_0_tuned_PredictedAtoms_23">
            <a:extLst>
              <a:ext uri="{FF2B5EF4-FFF2-40B4-BE49-F238E27FC236}">
                <a16:creationId xmlns:a16="http://schemas.microsoft.com/office/drawing/2014/main" id="{5064E8CA-B96B-49B0-A6D4-5A9BA0924CD6}"/>
              </a:ext>
            </a:extLst>
          </p:cNvPr>
          <p:cNvSpPr>
            <a:spLocks noGrp="1"/>
          </p:cNvSpPr>
          <p:nvPr/>
        </p:nvSpPr>
        <p:spPr>
          <a:xfrm>
            <a:off x="3991882" y="13577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9" name="9q16_0_tuned_PredictedAtoms_24">
            <a:extLst>
              <a:ext uri="{FF2B5EF4-FFF2-40B4-BE49-F238E27FC236}">
                <a16:creationId xmlns:a16="http://schemas.microsoft.com/office/drawing/2014/main" id="{41BEA000-9C57-476D-BDED-437E4654E3DF}"/>
              </a:ext>
            </a:extLst>
          </p:cNvPr>
          <p:cNvSpPr>
            <a:spLocks noGrp="1"/>
          </p:cNvSpPr>
          <p:nvPr/>
        </p:nvSpPr>
        <p:spPr>
          <a:xfrm>
            <a:off x="4018333" y="12738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0" name="9q16_0_tuned_PredictedAtoms_25">
            <a:extLst>
              <a:ext uri="{FF2B5EF4-FFF2-40B4-BE49-F238E27FC236}">
                <a16:creationId xmlns:a16="http://schemas.microsoft.com/office/drawing/2014/main" id="{1B2ADE49-B85F-49A3-A539-5EC54C78D8CC}"/>
              </a:ext>
            </a:extLst>
          </p:cNvPr>
          <p:cNvSpPr>
            <a:spLocks noGrp="1"/>
          </p:cNvSpPr>
          <p:nvPr/>
        </p:nvSpPr>
        <p:spPr>
          <a:xfrm>
            <a:off x="3924504" y="12106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1" name="9q16_0_tuned_PredictedAtoms_26">
            <a:extLst>
              <a:ext uri="{FF2B5EF4-FFF2-40B4-BE49-F238E27FC236}">
                <a16:creationId xmlns:a16="http://schemas.microsoft.com/office/drawing/2014/main" id="{B224644F-0D6B-48F7-897B-F0F45C5ED707}"/>
              </a:ext>
            </a:extLst>
          </p:cNvPr>
          <p:cNvSpPr>
            <a:spLocks noGrp="1"/>
          </p:cNvSpPr>
          <p:nvPr/>
        </p:nvSpPr>
        <p:spPr>
          <a:xfrm>
            <a:off x="3833474" y="15176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2" name="9q16_0_tuned_PredictedAtoms_27">
            <a:extLst>
              <a:ext uri="{FF2B5EF4-FFF2-40B4-BE49-F238E27FC236}">
                <a16:creationId xmlns:a16="http://schemas.microsoft.com/office/drawing/2014/main" id="{3FF059B8-3B67-4470-A6D1-06A6212BAE9B}"/>
              </a:ext>
            </a:extLst>
          </p:cNvPr>
          <p:cNvSpPr>
            <a:spLocks noGrp="1"/>
          </p:cNvSpPr>
          <p:nvPr/>
        </p:nvSpPr>
        <p:spPr>
          <a:xfrm>
            <a:off x="3626225" y="14944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3" name="9q16_0_tuned_PredictedAtoms_28">
            <a:extLst>
              <a:ext uri="{FF2B5EF4-FFF2-40B4-BE49-F238E27FC236}">
                <a16:creationId xmlns:a16="http://schemas.microsoft.com/office/drawing/2014/main" id="{64D427C1-AC92-49B4-8A00-CAEB7CFA37D3}"/>
              </a:ext>
            </a:extLst>
          </p:cNvPr>
          <p:cNvSpPr>
            <a:spLocks noGrp="1"/>
          </p:cNvSpPr>
          <p:nvPr/>
        </p:nvSpPr>
        <p:spPr>
          <a:xfrm>
            <a:off x="3629448" y="132688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4" name="9q16_0_tuned_PredictedAtoms_29">
            <a:extLst>
              <a:ext uri="{FF2B5EF4-FFF2-40B4-BE49-F238E27FC236}">
                <a16:creationId xmlns:a16="http://schemas.microsoft.com/office/drawing/2014/main" id="{0403584F-7D1B-45FF-9F35-99A327A49041}"/>
              </a:ext>
            </a:extLst>
          </p:cNvPr>
          <p:cNvSpPr>
            <a:spLocks noGrp="1"/>
          </p:cNvSpPr>
          <p:nvPr/>
        </p:nvSpPr>
        <p:spPr>
          <a:xfrm>
            <a:off x="3484414" y="14705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5" name="9q16_0_tuned_PredictedAtoms_30">
            <a:extLst>
              <a:ext uri="{FF2B5EF4-FFF2-40B4-BE49-F238E27FC236}">
                <a16:creationId xmlns:a16="http://schemas.microsoft.com/office/drawing/2014/main" id="{54DB705C-C425-4124-99C3-4487A0CB66B9}"/>
              </a:ext>
            </a:extLst>
          </p:cNvPr>
          <p:cNvSpPr>
            <a:spLocks noGrp="1"/>
          </p:cNvSpPr>
          <p:nvPr/>
        </p:nvSpPr>
        <p:spPr>
          <a:xfrm>
            <a:off x="3578294" y="16739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6" name="stage3-cases-main_9">
            <a:extLst>
              <a:ext uri="{FF2B5EF4-FFF2-40B4-BE49-F238E27FC236}">
                <a16:creationId xmlns:a16="http://schemas.microsoft.com/office/drawing/2014/main" id="{37958740-1D40-4009-8F11-9594866E5140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0.76 Å   D 100%   Clash 0</a:t>
            </a:r>
          </a:p>
        </p:txBody>
      </p:sp>
      <p:sp>
        <p:nvSpPr>
          <p:cNvPr id="207" name="9q16_0_build_Receptor">
            <a:extLst>
              <a:ext uri="{FF2B5EF4-FFF2-40B4-BE49-F238E27FC236}">
                <a16:creationId xmlns:a16="http://schemas.microsoft.com/office/drawing/2014/main" id="{C378DE6A-6044-4D3C-8D65-A2BC78B0B68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08" name="9q16_0_build_ExperimentalDensity">
            <a:extLst>
              <a:ext uri="{FF2B5EF4-FFF2-40B4-BE49-F238E27FC236}">
                <a16:creationId xmlns:a16="http://schemas.microsoft.com/office/drawing/2014/main" id="{21CFF21F-DB23-4EEF-8120-697779E0455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09" name="9q16_0_build_ReferenceLigand_0">
            <a:extLst>
              <a:ext uri="{FF2B5EF4-FFF2-40B4-BE49-F238E27FC236}">
                <a16:creationId xmlns:a16="http://schemas.microsoft.com/office/drawing/2014/main" id="{4A78DD1F-F6DC-411A-B052-99CC832E8C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q16_0_build_ReferenceLigand_1">
            <a:extLst>
              <a:ext uri="{FF2B5EF4-FFF2-40B4-BE49-F238E27FC236}">
                <a16:creationId xmlns:a16="http://schemas.microsoft.com/office/drawing/2014/main" id="{93409B7A-22A0-4628-A527-122524D1B2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q16_0_build_ReferenceLigand_2">
            <a:extLst>
              <a:ext uri="{FF2B5EF4-FFF2-40B4-BE49-F238E27FC236}">
                <a16:creationId xmlns:a16="http://schemas.microsoft.com/office/drawing/2014/main" id="{7E0914AE-EA25-487F-8138-275D563BC94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q16_0_build_ReferenceLigand_3">
            <a:extLst>
              <a:ext uri="{FF2B5EF4-FFF2-40B4-BE49-F238E27FC236}">
                <a16:creationId xmlns:a16="http://schemas.microsoft.com/office/drawing/2014/main" id="{3ACF4F89-7BB8-4507-8FF1-86CAAFE99FA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q16_0_build_ReferenceLigand_4">
            <a:extLst>
              <a:ext uri="{FF2B5EF4-FFF2-40B4-BE49-F238E27FC236}">
                <a16:creationId xmlns:a16="http://schemas.microsoft.com/office/drawing/2014/main" id="{179E0BAE-55F0-4A54-BDE3-DF9B6C82069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q16_0_build_ReferenceLigand_5">
            <a:extLst>
              <a:ext uri="{FF2B5EF4-FFF2-40B4-BE49-F238E27FC236}">
                <a16:creationId xmlns:a16="http://schemas.microsoft.com/office/drawing/2014/main" id="{E92A6835-8ADB-4FC2-99D8-0134BD0AA32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q16_0_build_ReferenceLigand_6">
            <a:extLst>
              <a:ext uri="{FF2B5EF4-FFF2-40B4-BE49-F238E27FC236}">
                <a16:creationId xmlns:a16="http://schemas.microsoft.com/office/drawing/2014/main" id="{08F2573C-E0E1-449B-94FA-48D5B7802EC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q16_0_build_ReferenceLigand_7">
            <a:extLst>
              <a:ext uri="{FF2B5EF4-FFF2-40B4-BE49-F238E27FC236}">
                <a16:creationId xmlns:a16="http://schemas.microsoft.com/office/drawing/2014/main" id="{AC4F59EB-F53D-41B5-8C81-0681F935CF1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q16_0_build_ReferenceLigand_8">
            <a:extLst>
              <a:ext uri="{FF2B5EF4-FFF2-40B4-BE49-F238E27FC236}">
                <a16:creationId xmlns:a16="http://schemas.microsoft.com/office/drawing/2014/main" id="{C81CD538-7ABD-4E6C-BA1B-1827C62F1A8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q16_0_build_ReferenceLigand_9">
            <a:extLst>
              <a:ext uri="{FF2B5EF4-FFF2-40B4-BE49-F238E27FC236}">
                <a16:creationId xmlns:a16="http://schemas.microsoft.com/office/drawing/2014/main" id="{3DA436D8-7403-4B71-8BA0-A94D14BBAAB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q16_0_build_ReferenceLigand_10">
            <a:extLst>
              <a:ext uri="{FF2B5EF4-FFF2-40B4-BE49-F238E27FC236}">
                <a16:creationId xmlns:a16="http://schemas.microsoft.com/office/drawing/2014/main" id="{E610470C-5A3A-4251-B646-413C25ACC92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q16_0_build_ReferenceLigand_11">
            <a:extLst>
              <a:ext uri="{FF2B5EF4-FFF2-40B4-BE49-F238E27FC236}">
                <a16:creationId xmlns:a16="http://schemas.microsoft.com/office/drawing/2014/main" id="{B35F095F-416E-42DA-9379-A5FC24AACB1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q16_0_build_ReferenceLigand_12">
            <a:extLst>
              <a:ext uri="{FF2B5EF4-FFF2-40B4-BE49-F238E27FC236}">
                <a16:creationId xmlns:a16="http://schemas.microsoft.com/office/drawing/2014/main" id="{580B557F-531E-4492-9162-73B056A98F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q16_0_build_ReferenceLigand_13">
            <a:extLst>
              <a:ext uri="{FF2B5EF4-FFF2-40B4-BE49-F238E27FC236}">
                <a16:creationId xmlns:a16="http://schemas.microsoft.com/office/drawing/2014/main" id="{F8871069-3CC4-41BA-AF7A-4EB76B1BD40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q16_0_build_ReferenceLigand_14">
            <a:extLst>
              <a:ext uri="{FF2B5EF4-FFF2-40B4-BE49-F238E27FC236}">
                <a16:creationId xmlns:a16="http://schemas.microsoft.com/office/drawing/2014/main" id="{0D8E6859-42B5-4236-9D2A-DFDBFE67C87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q16_0_build_ReferenceLigand_15">
            <a:extLst>
              <a:ext uri="{FF2B5EF4-FFF2-40B4-BE49-F238E27FC236}">
                <a16:creationId xmlns:a16="http://schemas.microsoft.com/office/drawing/2014/main" id="{AB14DA02-9913-4337-AA18-0B56C783AE4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q16_0_build_ReferenceLigand_16">
            <a:extLst>
              <a:ext uri="{FF2B5EF4-FFF2-40B4-BE49-F238E27FC236}">
                <a16:creationId xmlns:a16="http://schemas.microsoft.com/office/drawing/2014/main" id="{775C5E37-2ABE-403A-B60E-DED490F5A52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6" name="9q16_0_build_ReferenceLigand_17">
            <a:extLst>
              <a:ext uri="{FF2B5EF4-FFF2-40B4-BE49-F238E27FC236}">
                <a16:creationId xmlns:a16="http://schemas.microsoft.com/office/drawing/2014/main" id="{A5E66993-DA6B-4513-8A0F-8B493B3037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7" name="9q16_0_build_ReferenceLigand_18">
            <a:extLst>
              <a:ext uri="{FF2B5EF4-FFF2-40B4-BE49-F238E27FC236}">
                <a16:creationId xmlns:a16="http://schemas.microsoft.com/office/drawing/2014/main" id="{4F0818A1-64E3-404B-8DC3-1FF5A94FA8C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8" name="9q16_0_build_ReferenceLigand_19">
            <a:extLst>
              <a:ext uri="{FF2B5EF4-FFF2-40B4-BE49-F238E27FC236}">
                <a16:creationId xmlns:a16="http://schemas.microsoft.com/office/drawing/2014/main" id="{17BC73DA-175E-4F89-AF4E-81E22CF2AF0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9" name="9q16_0_build_ReferenceLigand_20">
            <a:extLst>
              <a:ext uri="{FF2B5EF4-FFF2-40B4-BE49-F238E27FC236}">
                <a16:creationId xmlns:a16="http://schemas.microsoft.com/office/drawing/2014/main" id="{CDDA132C-80ED-4F68-98AF-D0AF66EB945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0" name="9q16_0_build_ReferenceLigand_21">
            <a:extLst>
              <a:ext uri="{FF2B5EF4-FFF2-40B4-BE49-F238E27FC236}">
                <a16:creationId xmlns:a16="http://schemas.microsoft.com/office/drawing/2014/main" id="{DF281277-7DB1-4438-86F6-5621E05C3EA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1" name="9q16_0_build_ReferenceLigand_22">
            <a:extLst>
              <a:ext uri="{FF2B5EF4-FFF2-40B4-BE49-F238E27FC236}">
                <a16:creationId xmlns:a16="http://schemas.microsoft.com/office/drawing/2014/main" id="{7802A336-8439-488B-BE42-3F54D82F149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2" name="9q16_0_build_ReferenceLigand_23">
            <a:extLst>
              <a:ext uri="{FF2B5EF4-FFF2-40B4-BE49-F238E27FC236}">
                <a16:creationId xmlns:a16="http://schemas.microsoft.com/office/drawing/2014/main" id="{178E76E1-F9A2-4F3A-A48A-EA0FE6ACFB4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3" name="9q16_0_build_ReferenceLigand_24">
            <a:extLst>
              <a:ext uri="{FF2B5EF4-FFF2-40B4-BE49-F238E27FC236}">
                <a16:creationId xmlns:a16="http://schemas.microsoft.com/office/drawing/2014/main" id="{F03EEDE3-F94A-49F0-B776-61982A74AF1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4" name="9q16_0_build_ReferenceLigand_25">
            <a:extLst>
              <a:ext uri="{FF2B5EF4-FFF2-40B4-BE49-F238E27FC236}">
                <a16:creationId xmlns:a16="http://schemas.microsoft.com/office/drawing/2014/main" id="{99CBBDDB-F64B-42D9-8A82-A683513CECB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5" name="9q16_0_build_ReferenceLigand_26">
            <a:extLst>
              <a:ext uri="{FF2B5EF4-FFF2-40B4-BE49-F238E27FC236}">
                <a16:creationId xmlns:a16="http://schemas.microsoft.com/office/drawing/2014/main" id="{DF54992B-9F0E-4489-B8E0-D355666D79C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6" name="9q16_0_build_ReferenceLigand_27">
            <a:extLst>
              <a:ext uri="{FF2B5EF4-FFF2-40B4-BE49-F238E27FC236}">
                <a16:creationId xmlns:a16="http://schemas.microsoft.com/office/drawing/2014/main" id="{A3A19A48-659B-4B0D-83D1-BD3B4CFF48B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7" name="9q16_0_build_ReferenceLigand_28">
            <a:extLst>
              <a:ext uri="{FF2B5EF4-FFF2-40B4-BE49-F238E27FC236}">
                <a16:creationId xmlns:a16="http://schemas.microsoft.com/office/drawing/2014/main" id="{1B892CC0-CA2A-4775-8F54-75CDC4AE84D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8" name="9q16_0_build_ReferenceLigand_29">
            <a:extLst>
              <a:ext uri="{FF2B5EF4-FFF2-40B4-BE49-F238E27FC236}">
                <a16:creationId xmlns:a16="http://schemas.microsoft.com/office/drawing/2014/main" id="{6CDEE551-65FD-4A60-BD37-1751784E97C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9" name="9q16_0_build_ReferenceLigand_30">
            <a:extLst>
              <a:ext uri="{FF2B5EF4-FFF2-40B4-BE49-F238E27FC236}">
                <a16:creationId xmlns:a16="http://schemas.microsoft.com/office/drawing/2014/main" id="{CD0B23E2-2D14-4851-86CC-79247D7F48B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" name="9q16_0_build_ReferenceLigand_31">
            <a:extLst>
              <a:ext uri="{FF2B5EF4-FFF2-40B4-BE49-F238E27FC236}">
                <a16:creationId xmlns:a16="http://schemas.microsoft.com/office/drawing/2014/main" id="{E96263E4-F899-4B3D-8234-7C8B4AAD48B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1" name="9q16_0_build_ReferenceLigand_32">
            <a:extLst>
              <a:ext uri="{FF2B5EF4-FFF2-40B4-BE49-F238E27FC236}">
                <a16:creationId xmlns:a16="http://schemas.microsoft.com/office/drawing/2014/main" id="{36B16168-6D61-43FC-8831-5B7FEC58F83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2" name="9q16_0_build_PredictedLigand_0">
            <a:extLst>
              <a:ext uri="{FF2B5EF4-FFF2-40B4-BE49-F238E27FC236}">
                <a16:creationId xmlns:a16="http://schemas.microsoft.com/office/drawing/2014/main" id="{43859FC3-3949-4879-A040-E37DA7AA69B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2201936" y="5658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q16_0_build_PredictedLigand_1">
            <a:extLst>
              <a:ext uri="{FF2B5EF4-FFF2-40B4-BE49-F238E27FC236}">
                <a16:creationId xmlns:a16="http://schemas.microsoft.com/office/drawing/2014/main" id="{2C7E01F0-0FA5-4B96-975C-2EE557D2525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4337" y="877255"/>
                </a:moveTo>
                <a:lnTo>
                  <a:pt x="2158754" y="5284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q16_0_build_PredictedLigand_2">
            <a:extLst>
              <a:ext uri="{FF2B5EF4-FFF2-40B4-BE49-F238E27FC236}">
                <a16:creationId xmlns:a16="http://schemas.microsoft.com/office/drawing/2014/main" id="{47B62666-D34E-40F1-B8C3-A9FEA48D85E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144337" y="8772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q16_0_build_PredictedLigand_3">
            <a:extLst>
              <a:ext uri="{FF2B5EF4-FFF2-40B4-BE49-F238E27FC236}">
                <a16:creationId xmlns:a16="http://schemas.microsoft.com/office/drawing/2014/main" id="{E17765D2-7C92-4254-AB49-5FA6FD269E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229586" y="12381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q16_0_build_PredictedLigand_4">
            <a:extLst>
              <a:ext uri="{FF2B5EF4-FFF2-40B4-BE49-F238E27FC236}">
                <a16:creationId xmlns:a16="http://schemas.microsoft.com/office/drawing/2014/main" id="{21C41B70-70F7-4DA4-A745-67D3377C8AA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16001" y="694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q16_0_build_PredictedLigand_5">
            <a:extLst>
              <a:ext uri="{FF2B5EF4-FFF2-40B4-BE49-F238E27FC236}">
                <a16:creationId xmlns:a16="http://schemas.microsoft.com/office/drawing/2014/main" id="{10D54C16-F455-41C4-8C01-521D1E1B6B7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835946" y="6524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q16_0_build_PredictedLigand_6">
            <a:extLst>
              <a:ext uri="{FF2B5EF4-FFF2-40B4-BE49-F238E27FC236}">
                <a16:creationId xmlns:a16="http://schemas.microsoft.com/office/drawing/2014/main" id="{76678A11-580B-45A0-B769-7D541B6FA5B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1849656" y="7311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q16_0_build_PredictedLigand_7">
            <a:extLst>
              <a:ext uri="{FF2B5EF4-FFF2-40B4-BE49-F238E27FC236}">
                <a16:creationId xmlns:a16="http://schemas.microsoft.com/office/drawing/2014/main" id="{0BCBF36E-3A9B-47FA-A058-D6643B73F4E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498146" y="9927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q16_0_build_PredictedLigand_8">
            <a:extLst>
              <a:ext uri="{FF2B5EF4-FFF2-40B4-BE49-F238E27FC236}">
                <a16:creationId xmlns:a16="http://schemas.microsoft.com/office/drawing/2014/main" id="{965109CA-7800-4E10-BB61-3AA00717158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31704" y="3911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q16_0_build_PredictedLigand_9">
            <a:extLst>
              <a:ext uri="{FF2B5EF4-FFF2-40B4-BE49-F238E27FC236}">
                <a16:creationId xmlns:a16="http://schemas.microsoft.com/office/drawing/2014/main" id="{19D620AE-C16F-4BBD-8BE9-D20544075E2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546" y="178106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q16_0_build_PredictedLigand_10">
            <a:extLst>
              <a:ext uri="{FF2B5EF4-FFF2-40B4-BE49-F238E27FC236}">
                <a16:creationId xmlns:a16="http://schemas.microsoft.com/office/drawing/2014/main" id="{11E73167-B618-47E7-8DC6-9646A85848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7133" y="368122"/>
                </a:moveTo>
                <a:lnTo>
                  <a:pt x="1665234" y="377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q16_0_build_PredictedLigand_11">
            <a:extLst>
              <a:ext uri="{FF2B5EF4-FFF2-40B4-BE49-F238E27FC236}">
                <a16:creationId xmlns:a16="http://schemas.microsoft.com/office/drawing/2014/main" id="{73276CC0-668B-4527-AC59-F231E6560D4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680" y="989573"/>
                </a:moveTo>
                <a:lnTo>
                  <a:pt x="2150610" y="12048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q16_0_build_PredictedLigand_12">
            <a:extLst>
              <a:ext uri="{FF2B5EF4-FFF2-40B4-BE49-F238E27FC236}">
                <a16:creationId xmlns:a16="http://schemas.microsoft.com/office/drawing/2014/main" id="{892945B9-29F2-4A5A-A8D7-8F42C6A3471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656" y="731184"/>
                </a:moveTo>
                <a:lnTo>
                  <a:pt x="1885119" y="8004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q16_0_build_PredictedLigand_13">
            <a:extLst>
              <a:ext uri="{FF2B5EF4-FFF2-40B4-BE49-F238E27FC236}">
                <a16:creationId xmlns:a16="http://schemas.microsoft.com/office/drawing/2014/main" id="{C62D6871-75AA-48B6-9185-EED879EF8A1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15012" y="7085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6" name="9q16_0_build_PredictedLigand_14">
            <a:extLst>
              <a:ext uri="{FF2B5EF4-FFF2-40B4-BE49-F238E27FC236}">
                <a16:creationId xmlns:a16="http://schemas.microsoft.com/office/drawing/2014/main" id="{DA4816E7-0A34-4E32-AB15-8F87EAEA496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5012" y="708591"/>
                </a:moveTo>
                <a:lnTo>
                  <a:pt x="428183" y="819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7" name="9q16_0_build_PredictedLigand_15">
            <a:extLst>
              <a:ext uri="{FF2B5EF4-FFF2-40B4-BE49-F238E27FC236}">
                <a16:creationId xmlns:a16="http://schemas.microsoft.com/office/drawing/2014/main" id="{6981F270-D5A3-4BAC-A341-14A6E4FD7FB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8" name="9q16_0_build_PredictedLigand_16">
            <a:extLst>
              <a:ext uri="{FF2B5EF4-FFF2-40B4-BE49-F238E27FC236}">
                <a16:creationId xmlns:a16="http://schemas.microsoft.com/office/drawing/2014/main" id="{A767A6E4-228D-438A-B058-F70F5E3B9BA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5234" y="377957"/>
                </a:moveTo>
                <a:lnTo>
                  <a:pt x="1736332" y="471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9" name="9q16_0_build_PredictedLigand_17">
            <a:extLst>
              <a:ext uri="{FF2B5EF4-FFF2-40B4-BE49-F238E27FC236}">
                <a16:creationId xmlns:a16="http://schemas.microsoft.com/office/drawing/2014/main" id="{568CB787-A544-4F62-BB7F-041AED3564D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39535" y="8299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0" name="9q16_0_build_PredictedLigand_18">
            <a:extLst>
              <a:ext uri="{FF2B5EF4-FFF2-40B4-BE49-F238E27FC236}">
                <a16:creationId xmlns:a16="http://schemas.microsoft.com/office/drawing/2014/main" id="{014014F4-3A13-45C6-A10C-B78C313FCF4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241" y="518748"/>
                </a:moveTo>
                <a:lnTo>
                  <a:pt x="730708" y="5697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1" name="9q16_0_build_PredictedLigand_19">
            <a:extLst>
              <a:ext uri="{FF2B5EF4-FFF2-40B4-BE49-F238E27FC236}">
                <a16:creationId xmlns:a16="http://schemas.microsoft.com/office/drawing/2014/main" id="{55041BCD-2027-492F-9E16-5B58E61C9BC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2" name="9q16_0_build_PredictedLigand_20">
            <a:extLst>
              <a:ext uri="{FF2B5EF4-FFF2-40B4-BE49-F238E27FC236}">
                <a16:creationId xmlns:a16="http://schemas.microsoft.com/office/drawing/2014/main" id="{779B123C-8AB6-497B-A241-0947F857CC1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3" name="9q16_0_build_PredictedLigand_21">
            <a:extLst>
              <a:ext uri="{FF2B5EF4-FFF2-40B4-BE49-F238E27FC236}">
                <a16:creationId xmlns:a16="http://schemas.microsoft.com/office/drawing/2014/main" id="{861532A6-E455-4316-8794-4DF3C6C01A0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4" name="9q16_0_build_PredictedLigand_22">
            <a:extLst>
              <a:ext uri="{FF2B5EF4-FFF2-40B4-BE49-F238E27FC236}">
                <a16:creationId xmlns:a16="http://schemas.microsoft.com/office/drawing/2014/main" id="{DEB0F5E8-8F44-47E0-A44E-A50471B25E5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6087" y="976413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5" name="9q16_0_build_PredictedLigand_23">
            <a:extLst>
              <a:ext uri="{FF2B5EF4-FFF2-40B4-BE49-F238E27FC236}">
                <a16:creationId xmlns:a16="http://schemas.microsoft.com/office/drawing/2014/main" id="{49F23FDF-586C-4C06-BC09-7BF43F39BE8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288734" y="528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6" name="9q16_0_build_PredictedLigand_24">
            <a:extLst>
              <a:ext uri="{FF2B5EF4-FFF2-40B4-BE49-F238E27FC236}">
                <a16:creationId xmlns:a16="http://schemas.microsoft.com/office/drawing/2014/main" id="{6F541F54-BD28-44F5-A727-65C229E5B03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587551" y="478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7" name="9q16_0_build_PredictedLigand_25">
            <a:extLst>
              <a:ext uri="{FF2B5EF4-FFF2-40B4-BE49-F238E27FC236}">
                <a16:creationId xmlns:a16="http://schemas.microsoft.com/office/drawing/2014/main" id="{95A10D7A-8EF8-49A7-9A2E-E059A71299A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1051775" y="831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8" name="9q16_0_build_PredictedLigand_26">
            <a:extLst>
              <a:ext uri="{FF2B5EF4-FFF2-40B4-BE49-F238E27FC236}">
                <a16:creationId xmlns:a16="http://schemas.microsoft.com/office/drawing/2014/main" id="{E9B67378-8E90-4066-8B36-E7CA7C1D532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867241" y="5187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9" name="9q16_0_build_PredictedLigand_27">
            <a:extLst>
              <a:ext uri="{FF2B5EF4-FFF2-40B4-BE49-F238E27FC236}">
                <a16:creationId xmlns:a16="http://schemas.microsoft.com/office/drawing/2014/main" id="{FE43A083-BC6B-45A4-ACE2-6338095531A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551" y="478026"/>
                </a:moveTo>
                <a:lnTo>
                  <a:pt x="1425694" y="3998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0" name="9q16_0_build_PredictedLigand_28">
            <a:extLst>
              <a:ext uri="{FF2B5EF4-FFF2-40B4-BE49-F238E27FC236}">
                <a16:creationId xmlns:a16="http://schemas.microsoft.com/office/drawing/2014/main" id="{08406711-B9F9-4CDA-A15E-3AFF682804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5378" y="529711"/>
                </a:moveTo>
                <a:lnTo>
                  <a:pt x="1793168" y="7734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1" name="9q16_0_build_PredictedLigand_29">
            <a:extLst>
              <a:ext uri="{FF2B5EF4-FFF2-40B4-BE49-F238E27FC236}">
                <a16:creationId xmlns:a16="http://schemas.microsoft.com/office/drawing/2014/main" id="{25299BAE-D915-41D4-994C-0EF849218E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734" y="528028"/>
                </a:moveTo>
                <a:lnTo>
                  <a:pt x="1176408" y="5504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2" name="9q16_0_build_PredictedLigand_30">
            <a:extLst>
              <a:ext uri="{FF2B5EF4-FFF2-40B4-BE49-F238E27FC236}">
                <a16:creationId xmlns:a16="http://schemas.microsoft.com/office/drawing/2014/main" id="{2832400B-432E-4A12-83BF-E099AA0A7E9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168" y="773420"/>
                </a:moveTo>
                <a:lnTo>
                  <a:pt x="1746087" y="976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3" name="9q16_0_build_PredictedLigand_31">
            <a:extLst>
              <a:ext uri="{FF2B5EF4-FFF2-40B4-BE49-F238E27FC236}">
                <a16:creationId xmlns:a16="http://schemas.microsoft.com/office/drawing/2014/main" id="{26E968D4-6C24-4C37-9A9A-E49CF54C53E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408" y="550459"/>
                </a:moveTo>
                <a:lnTo>
                  <a:pt x="993311" y="6992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4" name="9q16_0_build_PredictedLigand_32">
            <a:extLst>
              <a:ext uri="{FF2B5EF4-FFF2-40B4-BE49-F238E27FC236}">
                <a16:creationId xmlns:a16="http://schemas.microsoft.com/office/drawing/2014/main" id="{D4DD7F3C-48E1-4A0F-8641-04DC1E40426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917181" y="7881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5" name="9q16_0_build_PredictedAtoms_0">
            <a:extLst>
              <a:ext uri="{FF2B5EF4-FFF2-40B4-BE49-F238E27FC236}">
                <a16:creationId xmlns:a16="http://schemas.microsoft.com/office/drawing/2014/main" id="{172E96FA-A2BA-4F54-BD6A-21131D1ECC8D}"/>
              </a:ext>
            </a:extLst>
          </p:cNvPr>
          <p:cNvSpPr>
            <a:spLocks noGrp="1"/>
          </p:cNvSpPr>
          <p:nvPr/>
        </p:nvSpPr>
        <p:spPr>
          <a:xfrm>
            <a:off x="7549554" y="9524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6" name="9q16_0_build_PredictedAtoms_1">
            <a:extLst>
              <a:ext uri="{FF2B5EF4-FFF2-40B4-BE49-F238E27FC236}">
                <a16:creationId xmlns:a16="http://schemas.microsoft.com/office/drawing/2014/main" id="{DA3AE0F2-6CB1-435A-9C49-CECD6081CF9E}"/>
              </a:ext>
            </a:extLst>
          </p:cNvPr>
          <p:cNvSpPr>
            <a:spLocks noGrp="1"/>
          </p:cNvSpPr>
          <p:nvPr/>
        </p:nvSpPr>
        <p:spPr>
          <a:xfrm>
            <a:off x="7603140" y="11425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7" name="9q16_0_build_PredictedAtoms_2">
            <a:extLst>
              <a:ext uri="{FF2B5EF4-FFF2-40B4-BE49-F238E27FC236}">
                <a16:creationId xmlns:a16="http://schemas.microsoft.com/office/drawing/2014/main" id="{098B9A67-3D88-4CA7-8DA9-1B2781A46B3F}"/>
              </a:ext>
            </a:extLst>
          </p:cNvPr>
          <p:cNvSpPr>
            <a:spLocks noGrp="1"/>
          </p:cNvSpPr>
          <p:nvPr/>
        </p:nvSpPr>
        <p:spPr>
          <a:xfrm>
            <a:off x="7821242" y="11523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8" name="9q16_0_build_PredictedAtoms_3">
            <a:extLst>
              <a:ext uri="{FF2B5EF4-FFF2-40B4-BE49-F238E27FC236}">
                <a16:creationId xmlns:a16="http://schemas.microsoft.com/office/drawing/2014/main" id="{F65F6F13-CDDE-44C9-B5E5-EE81E14549A5}"/>
              </a:ext>
            </a:extLst>
          </p:cNvPr>
          <p:cNvSpPr>
            <a:spLocks noGrp="1"/>
          </p:cNvSpPr>
          <p:nvPr/>
        </p:nvSpPr>
        <p:spPr>
          <a:xfrm>
            <a:off x="7892339" y="1245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q16_0_build_PredictedAtoms_4">
            <a:extLst>
              <a:ext uri="{FF2B5EF4-FFF2-40B4-BE49-F238E27FC236}">
                <a16:creationId xmlns:a16="http://schemas.microsoft.com/office/drawing/2014/main" id="{30983A26-C18E-4B01-AEC6-8A5595A2C132}"/>
              </a:ext>
            </a:extLst>
          </p:cNvPr>
          <p:cNvSpPr>
            <a:spLocks noGrp="1"/>
          </p:cNvSpPr>
          <p:nvPr/>
        </p:nvSpPr>
        <p:spPr>
          <a:xfrm>
            <a:off x="8021386" y="13040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0" name="9q16_0_build_PredictedAtoms_5">
            <a:extLst>
              <a:ext uri="{FF2B5EF4-FFF2-40B4-BE49-F238E27FC236}">
                <a16:creationId xmlns:a16="http://schemas.microsoft.com/office/drawing/2014/main" id="{3861A683-CE8F-40D1-9698-43F59A452DB2}"/>
              </a:ext>
            </a:extLst>
          </p:cNvPr>
          <p:cNvSpPr>
            <a:spLocks noGrp="1"/>
          </p:cNvSpPr>
          <p:nvPr/>
        </p:nvSpPr>
        <p:spPr>
          <a:xfrm>
            <a:off x="7949175" y="15478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q16_0_build_PredictedAtoms_6">
            <a:extLst>
              <a:ext uri="{FF2B5EF4-FFF2-40B4-BE49-F238E27FC236}">
                <a16:creationId xmlns:a16="http://schemas.microsoft.com/office/drawing/2014/main" id="{490A974A-52A4-40C4-B7F7-620E6FAC93E1}"/>
              </a:ext>
            </a:extLst>
          </p:cNvPr>
          <p:cNvSpPr>
            <a:spLocks noGrp="1"/>
          </p:cNvSpPr>
          <p:nvPr/>
        </p:nvSpPr>
        <p:spPr>
          <a:xfrm>
            <a:off x="7902095" y="17507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2" name="9q16_0_build_PredictedAtoms_7">
            <a:extLst>
              <a:ext uri="{FF2B5EF4-FFF2-40B4-BE49-F238E27FC236}">
                <a16:creationId xmlns:a16="http://schemas.microsoft.com/office/drawing/2014/main" id="{2E0324DC-0D31-452A-99EE-1B854214FC5A}"/>
              </a:ext>
            </a:extLst>
          </p:cNvPr>
          <p:cNvSpPr>
            <a:spLocks noGrp="1"/>
          </p:cNvSpPr>
          <p:nvPr/>
        </p:nvSpPr>
        <p:spPr>
          <a:xfrm>
            <a:off x="8074687" y="17639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3" name="9q16_0_build_PredictedAtoms_8">
            <a:extLst>
              <a:ext uri="{FF2B5EF4-FFF2-40B4-BE49-F238E27FC236}">
                <a16:creationId xmlns:a16="http://schemas.microsoft.com/office/drawing/2014/main" id="{29A8CC17-10E8-464F-8700-EA4201AAA43F}"/>
              </a:ext>
            </a:extLst>
          </p:cNvPr>
          <p:cNvSpPr>
            <a:spLocks noGrp="1"/>
          </p:cNvSpPr>
          <p:nvPr/>
        </p:nvSpPr>
        <p:spPr>
          <a:xfrm>
            <a:off x="8306618" y="19792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4" name="9q16_0_build_PredictedAtoms_9">
            <a:extLst>
              <a:ext uri="{FF2B5EF4-FFF2-40B4-BE49-F238E27FC236}">
                <a16:creationId xmlns:a16="http://schemas.microsoft.com/office/drawing/2014/main" id="{ED1E09EC-784D-428C-8F73-B4233002A148}"/>
              </a:ext>
            </a:extLst>
          </p:cNvPr>
          <p:cNvSpPr>
            <a:spLocks noGrp="1"/>
          </p:cNvSpPr>
          <p:nvPr/>
        </p:nvSpPr>
        <p:spPr>
          <a:xfrm>
            <a:off x="8385593" y="20125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5" name="9q16_0_build_PredictedAtoms_10">
            <a:extLst>
              <a:ext uri="{FF2B5EF4-FFF2-40B4-BE49-F238E27FC236}">
                <a16:creationId xmlns:a16="http://schemas.microsoft.com/office/drawing/2014/main" id="{0E37BCF6-7DFA-4683-86BC-12E39D9C9719}"/>
              </a:ext>
            </a:extLst>
          </p:cNvPr>
          <p:cNvSpPr>
            <a:spLocks noGrp="1"/>
          </p:cNvSpPr>
          <p:nvPr/>
        </p:nvSpPr>
        <p:spPr>
          <a:xfrm>
            <a:off x="8300345" y="165163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6" name="9q16_0_build_PredictedAtoms_11">
            <a:extLst>
              <a:ext uri="{FF2B5EF4-FFF2-40B4-BE49-F238E27FC236}">
                <a16:creationId xmlns:a16="http://schemas.microsoft.com/office/drawing/2014/main" id="{4D1D0CCA-8750-4B05-83A2-C1B292F4E8FE}"/>
              </a:ext>
            </a:extLst>
          </p:cNvPr>
          <p:cNvSpPr>
            <a:spLocks noGrp="1"/>
          </p:cNvSpPr>
          <p:nvPr/>
        </p:nvSpPr>
        <p:spPr>
          <a:xfrm>
            <a:off x="8314761" y="1302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7" name="9q16_0_build_PredictedAtoms_12">
            <a:extLst>
              <a:ext uri="{FF2B5EF4-FFF2-40B4-BE49-F238E27FC236}">
                <a16:creationId xmlns:a16="http://schemas.microsoft.com/office/drawing/2014/main" id="{77A8ECDE-50A2-4302-8016-A484E962D2D4}"/>
              </a:ext>
            </a:extLst>
          </p:cNvPr>
          <p:cNvSpPr>
            <a:spLocks noGrp="1"/>
          </p:cNvSpPr>
          <p:nvPr/>
        </p:nvSpPr>
        <p:spPr>
          <a:xfrm>
            <a:off x="8357944" y="13402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8" name="9q16_0_build_PredictedAtoms_13">
            <a:extLst>
              <a:ext uri="{FF2B5EF4-FFF2-40B4-BE49-F238E27FC236}">
                <a16:creationId xmlns:a16="http://schemas.microsoft.com/office/drawing/2014/main" id="{F64BDED7-741D-43E2-8D47-AECDD8FFDB83}"/>
              </a:ext>
            </a:extLst>
          </p:cNvPr>
          <p:cNvSpPr>
            <a:spLocks noGrp="1"/>
          </p:cNvSpPr>
          <p:nvPr/>
        </p:nvSpPr>
        <p:spPr>
          <a:xfrm>
            <a:off x="8005664" y="15055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9" name="9q16_0_build_PredictedAtoms_14">
            <a:extLst>
              <a:ext uri="{FF2B5EF4-FFF2-40B4-BE49-F238E27FC236}">
                <a16:creationId xmlns:a16="http://schemas.microsoft.com/office/drawing/2014/main" id="{00E8E681-AE74-4EB9-9222-2001778DB233}"/>
              </a:ext>
            </a:extLst>
          </p:cNvPr>
          <p:cNvSpPr>
            <a:spLocks noGrp="1"/>
          </p:cNvSpPr>
          <p:nvPr/>
        </p:nvSpPr>
        <p:spPr>
          <a:xfrm>
            <a:off x="8041126" y="15748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0" name="9q16_0_build_PredictedAtoms_15">
            <a:extLst>
              <a:ext uri="{FF2B5EF4-FFF2-40B4-BE49-F238E27FC236}">
                <a16:creationId xmlns:a16="http://schemas.microsoft.com/office/drawing/2014/main" id="{74E61082-C3E7-472F-BED0-C78D97098E9A}"/>
              </a:ext>
            </a:extLst>
          </p:cNvPr>
          <p:cNvSpPr>
            <a:spLocks noGrp="1"/>
          </p:cNvSpPr>
          <p:nvPr/>
        </p:nvSpPr>
        <p:spPr>
          <a:xfrm>
            <a:off x="7743559" y="1252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1" name="9q16_0_build_PredictedAtoms_16">
            <a:extLst>
              <a:ext uri="{FF2B5EF4-FFF2-40B4-BE49-F238E27FC236}">
                <a16:creationId xmlns:a16="http://schemas.microsoft.com/office/drawing/2014/main" id="{D3C80084-94C7-4A4A-B868-D5F5A7557A42}"/>
              </a:ext>
            </a:extLst>
          </p:cNvPr>
          <p:cNvSpPr>
            <a:spLocks noGrp="1"/>
          </p:cNvSpPr>
          <p:nvPr/>
        </p:nvSpPr>
        <p:spPr>
          <a:xfrm>
            <a:off x="7581701" y="11742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2" name="9q16_0_build_PredictedAtoms_17">
            <a:extLst>
              <a:ext uri="{FF2B5EF4-FFF2-40B4-BE49-F238E27FC236}">
                <a16:creationId xmlns:a16="http://schemas.microsoft.com/office/drawing/2014/main" id="{624B16EC-572A-4D8E-A261-3D91A4259491}"/>
              </a:ext>
            </a:extLst>
          </p:cNvPr>
          <p:cNvSpPr>
            <a:spLocks noGrp="1"/>
          </p:cNvSpPr>
          <p:nvPr/>
        </p:nvSpPr>
        <p:spPr>
          <a:xfrm>
            <a:off x="7444741" y="13024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3" name="9q16_0_build_PredictedAtoms_18">
            <a:extLst>
              <a:ext uri="{FF2B5EF4-FFF2-40B4-BE49-F238E27FC236}">
                <a16:creationId xmlns:a16="http://schemas.microsoft.com/office/drawing/2014/main" id="{49063310-0E69-44AF-8FD6-173BF0A79BA8}"/>
              </a:ext>
            </a:extLst>
          </p:cNvPr>
          <p:cNvSpPr>
            <a:spLocks noGrp="1"/>
          </p:cNvSpPr>
          <p:nvPr/>
        </p:nvSpPr>
        <p:spPr>
          <a:xfrm>
            <a:off x="7332416" y="13248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4" name="9q16_0_build_PredictedAtoms_19">
            <a:extLst>
              <a:ext uri="{FF2B5EF4-FFF2-40B4-BE49-F238E27FC236}">
                <a16:creationId xmlns:a16="http://schemas.microsoft.com/office/drawing/2014/main" id="{B775501B-9B70-4A79-9F84-EDBB30A8B5F5}"/>
              </a:ext>
            </a:extLst>
          </p:cNvPr>
          <p:cNvSpPr>
            <a:spLocks noGrp="1"/>
          </p:cNvSpPr>
          <p:nvPr/>
        </p:nvSpPr>
        <p:spPr>
          <a:xfrm>
            <a:off x="7149319" y="14736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5" name="9q16_0_build_PredictedAtoms_20">
            <a:extLst>
              <a:ext uri="{FF2B5EF4-FFF2-40B4-BE49-F238E27FC236}">
                <a16:creationId xmlns:a16="http://schemas.microsoft.com/office/drawing/2014/main" id="{66EEF426-225C-4935-A295-39EF8011A212}"/>
              </a:ext>
            </a:extLst>
          </p:cNvPr>
          <p:cNvSpPr>
            <a:spLocks noGrp="1"/>
          </p:cNvSpPr>
          <p:nvPr/>
        </p:nvSpPr>
        <p:spPr>
          <a:xfrm>
            <a:off x="7073189" y="15625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6" name="9q16_0_build_PredictedAtoms_21">
            <a:extLst>
              <a:ext uri="{FF2B5EF4-FFF2-40B4-BE49-F238E27FC236}">
                <a16:creationId xmlns:a16="http://schemas.microsoft.com/office/drawing/2014/main" id="{CAC42409-323A-41D5-835C-49CD1A2486D1}"/>
              </a:ext>
            </a:extLst>
          </p:cNvPr>
          <p:cNvSpPr>
            <a:spLocks noGrp="1"/>
          </p:cNvSpPr>
          <p:nvPr/>
        </p:nvSpPr>
        <p:spPr>
          <a:xfrm>
            <a:off x="7207782" y="16059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7" name="9q16_0_build_PredictedAtoms_22">
            <a:extLst>
              <a:ext uri="{FF2B5EF4-FFF2-40B4-BE49-F238E27FC236}">
                <a16:creationId xmlns:a16="http://schemas.microsoft.com/office/drawing/2014/main" id="{618C4D65-D822-4D93-B784-4CE2C7B50568}"/>
              </a:ext>
            </a:extLst>
          </p:cNvPr>
          <p:cNvSpPr>
            <a:spLocks noGrp="1"/>
          </p:cNvSpPr>
          <p:nvPr/>
        </p:nvSpPr>
        <p:spPr>
          <a:xfrm>
            <a:off x="7023249" y="12931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8" name="9q16_0_build_PredictedAtoms_23">
            <a:extLst>
              <a:ext uri="{FF2B5EF4-FFF2-40B4-BE49-F238E27FC236}">
                <a16:creationId xmlns:a16="http://schemas.microsoft.com/office/drawing/2014/main" id="{119E22F4-1B2B-48C8-A69C-4D63B0C67DBA}"/>
              </a:ext>
            </a:extLst>
          </p:cNvPr>
          <p:cNvSpPr>
            <a:spLocks noGrp="1"/>
          </p:cNvSpPr>
          <p:nvPr/>
        </p:nvSpPr>
        <p:spPr>
          <a:xfrm>
            <a:off x="6886716" y="13440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9" name="9q16_0_build_PredictedAtoms_24">
            <a:extLst>
              <a:ext uri="{FF2B5EF4-FFF2-40B4-BE49-F238E27FC236}">
                <a16:creationId xmlns:a16="http://schemas.microsoft.com/office/drawing/2014/main" id="{37B9126E-B9E2-4DAD-B68F-A8F9B7B7088F}"/>
              </a:ext>
            </a:extLst>
          </p:cNvPr>
          <p:cNvSpPr>
            <a:spLocks noGrp="1"/>
          </p:cNvSpPr>
          <p:nvPr/>
        </p:nvSpPr>
        <p:spPr>
          <a:xfrm>
            <a:off x="6787712" y="11655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0" name="9q16_0_build_PredictedAtoms_25">
            <a:extLst>
              <a:ext uri="{FF2B5EF4-FFF2-40B4-BE49-F238E27FC236}">
                <a16:creationId xmlns:a16="http://schemas.microsoft.com/office/drawing/2014/main" id="{A89E696C-5666-4319-81F6-8C1A39462155}"/>
              </a:ext>
            </a:extLst>
          </p:cNvPr>
          <p:cNvSpPr>
            <a:spLocks noGrp="1"/>
          </p:cNvSpPr>
          <p:nvPr/>
        </p:nvSpPr>
        <p:spPr>
          <a:xfrm>
            <a:off x="6991954" y="14267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1" name="9q16_0_build_PredictedAtoms_26">
            <a:extLst>
              <a:ext uri="{FF2B5EF4-FFF2-40B4-BE49-F238E27FC236}">
                <a16:creationId xmlns:a16="http://schemas.microsoft.com/office/drawing/2014/main" id="{767BEB8A-78D2-4D42-B5BA-CC0DD44EBFB7}"/>
              </a:ext>
            </a:extLst>
          </p:cNvPr>
          <p:cNvSpPr>
            <a:spLocks noGrp="1"/>
          </p:cNvSpPr>
          <p:nvPr/>
        </p:nvSpPr>
        <p:spPr>
          <a:xfrm>
            <a:off x="6771020" y="14829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2" name="9q16_0_build_PredictedAtoms_27">
            <a:extLst>
              <a:ext uri="{FF2B5EF4-FFF2-40B4-BE49-F238E27FC236}">
                <a16:creationId xmlns:a16="http://schemas.microsoft.com/office/drawing/2014/main" id="{03178C09-086D-410D-B614-40CA12E07881}"/>
              </a:ext>
            </a:extLst>
          </p:cNvPr>
          <p:cNvSpPr>
            <a:spLocks noGrp="1"/>
          </p:cNvSpPr>
          <p:nvPr/>
        </p:nvSpPr>
        <p:spPr>
          <a:xfrm>
            <a:off x="6584190" y="15941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3" name="9q16_0_build_PredictedAtoms_28">
            <a:extLst>
              <a:ext uri="{FF2B5EF4-FFF2-40B4-BE49-F238E27FC236}">
                <a16:creationId xmlns:a16="http://schemas.microsoft.com/office/drawing/2014/main" id="{F06AE55E-B504-49B1-92ED-DCC8FD405E80}"/>
              </a:ext>
            </a:extLst>
          </p:cNvPr>
          <p:cNvSpPr>
            <a:spLocks noGrp="1"/>
          </p:cNvSpPr>
          <p:nvPr/>
        </p:nvSpPr>
        <p:spPr>
          <a:xfrm>
            <a:off x="6495543" y="16043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4" name="9q16_0_build_PredictedAtoms_29">
            <a:extLst>
              <a:ext uri="{FF2B5EF4-FFF2-40B4-BE49-F238E27FC236}">
                <a16:creationId xmlns:a16="http://schemas.microsoft.com/office/drawing/2014/main" id="{915F7C33-54C7-49DB-971C-CC20543B1112}"/>
              </a:ext>
            </a:extLst>
          </p:cNvPr>
          <p:cNvSpPr>
            <a:spLocks noGrp="1"/>
          </p:cNvSpPr>
          <p:nvPr/>
        </p:nvSpPr>
        <p:spPr>
          <a:xfrm>
            <a:off x="6654154" y="17671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5" name="9q16_0_build_PredictedAtoms_30">
            <a:extLst>
              <a:ext uri="{FF2B5EF4-FFF2-40B4-BE49-F238E27FC236}">
                <a16:creationId xmlns:a16="http://schemas.microsoft.com/office/drawing/2014/main" id="{B8C17F43-2774-456E-8A97-E8BA9287FF45}"/>
              </a:ext>
            </a:extLst>
          </p:cNvPr>
          <p:cNvSpPr>
            <a:spLocks noGrp="1"/>
          </p:cNvSpPr>
          <p:nvPr/>
        </p:nvSpPr>
        <p:spPr>
          <a:xfrm>
            <a:off x="6472009" y="14684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6" name="9q16_0_build_Clashes_0">
            <a:extLst>
              <a:ext uri="{FF2B5EF4-FFF2-40B4-BE49-F238E27FC236}">
                <a16:creationId xmlns:a16="http://schemas.microsoft.com/office/drawing/2014/main" id="{BD3FF1BC-BC65-4E7D-91AA-EE484DAD386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586" y="1238182"/>
                </a:moveTo>
                <a:lnTo>
                  <a:pt x="2441515" y="127441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7" name="9q16_0_build_Clashes_1">
            <a:extLst>
              <a:ext uri="{FF2B5EF4-FFF2-40B4-BE49-F238E27FC236}">
                <a16:creationId xmlns:a16="http://schemas.microsoft.com/office/drawing/2014/main" id="{5671749D-452E-441F-8446-D69C2AD456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1704" y="391144"/>
                </a:moveTo>
                <a:lnTo>
                  <a:pt x="443348" y="15450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8" name="9q16_0_build_ClashingReceptorAtoms_0">
            <a:extLst>
              <a:ext uri="{FF2B5EF4-FFF2-40B4-BE49-F238E27FC236}">
                <a16:creationId xmlns:a16="http://schemas.microsoft.com/office/drawing/2014/main" id="{829C5034-61F2-46EB-98AD-CF7B493B28EF}"/>
              </a:ext>
            </a:extLst>
          </p:cNvPr>
          <p:cNvSpPr>
            <a:spLocks noGrp="1"/>
          </p:cNvSpPr>
          <p:nvPr/>
        </p:nvSpPr>
        <p:spPr>
          <a:xfrm>
            <a:off x="6591735" y="9212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09" name="9q16_0_build_ClashingReceptorAtoms_1">
            <a:extLst>
              <a:ext uri="{FF2B5EF4-FFF2-40B4-BE49-F238E27FC236}">
                <a16:creationId xmlns:a16="http://schemas.microsoft.com/office/drawing/2014/main" id="{38C2FF4F-0219-43BE-8B3B-D39B0B4B12B1}"/>
              </a:ext>
            </a:extLst>
          </p:cNvPr>
          <p:cNvSpPr>
            <a:spLocks noGrp="1"/>
          </p:cNvSpPr>
          <p:nvPr/>
        </p:nvSpPr>
        <p:spPr>
          <a:xfrm>
            <a:off x="8589902" y="204117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10" name="stage3-cases-main_11">
            <a:extLst>
              <a:ext uri="{FF2B5EF4-FFF2-40B4-BE49-F238E27FC236}">
                <a16:creationId xmlns:a16="http://schemas.microsoft.com/office/drawing/2014/main" id="{A425D194-1919-47B0-86C9-DD7FEF76AE44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0.98 Å   D 97%   Clash 2</a:t>
            </a:r>
          </a:p>
        </p:txBody>
      </p:sp>
      <p:sp>
        <p:nvSpPr>
          <p:cNvPr id="311" name="stage3-cases-main_12">
            <a:extLst>
              <a:ext uri="{FF2B5EF4-FFF2-40B4-BE49-F238E27FC236}">
                <a16:creationId xmlns:a16="http://schemas.microsoft.com/office/drawing/2014/main" id="{064D8766-EB35-495F-91F3-229091841407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b  9UB7 · Y01 (A:701)</a:t>
            </a:r>
          </a:p>
        </p:txBody>
      </p:sp>
      <p:sp>
        <p:nvSpPr>
          <p:cNvPr id="312" name="stage3-cases-main_13">
            <a:extLst>
              <a:ext uri="{FF2B5EF4-FFF2-40B4-BE49-F238E27FC236}">
                <a16:creationId xmlns:a16="http://schemas.microsoft.com/office/drawing/2014/main" id="{0E8940AF-678C-4479-B603-2ACD05500FB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57054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313" name="stage3-cases-main_14">
            <a:extLst>
              <a:ext uri="{FF2B5EF4-FFF2-40B4-BE49-F238E27FC236}">
                <a16:creationId xmlns:a16="http://schemas.microsoft.com/office/drawing/2014/main" id="{4918D12F-3671-46D2-B287-FBDDABEB2950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4" name="9ub7_3_official_Receptor">
            <a:extLst>
              <a:ext uri="{FF2B5EF4-FFF2-40B4-BE49-F238E27FC236}">
                <a16:creationId xmlns:a16="http://schemas.microsoft.com/office/drawing/2014/main" id="{0AB988BA-52FB-4E74-BC6C-6CA9238096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315" name="9ub7_3_official_ExperimentalDensity">
            <a:extLst>
              <a:ext uri="{FF2B5EF4-FFF2-40B4-BE49-F238E27FC236}">
                <a16:creationId xmlns:a16="http://schemas.microsoft.com/office/drawing/2014/main" id="{97F8AC9A-557F-4ADC-93EF-218970E6BA8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316" name="9ub7_3_official_ReferenceLigand_0">
            <a:extLst>
              <a:ext uri="{FF2B5EF4-FFF2-40B4-BE49-F238E27FC236}">
                <a16:creationId xmlns:a16="http://schemas.microsoft.com/office/drawing/2014/main" id="{1F3F561F-50AF-4D6C-BB34-02FE2145F52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9ub7_3_official_ReferenceLigand_1">
            <a:extLst>
              <a:ext uri="{FF2B5EF4-FFF2-40B4-BE49-F238E27FC236}">
                <a16:creationId xmlns:a16="http://schemas.microsoft.com/office/drawing/2014/main" id="{7844239D-A68A-4E02-973B-B2ADF283461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9ub7_3_official_ReferenceLigand_2">
            <a:extLst>
              <a:ext uri="{FF2B5EF4-FFF2-40B4-BE49-F238E27FC236}">
                <a16:creationId xmlns:a16="http://schemas.microsoft.com/office/drawing/2014/main" id="{2F88C2D4-4C5C-4CE0-8644-439BE1F9454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9ub7_3_official_ReferenceLigand_3">
            <a:extLst>
              <a:ext uri="{FF2B5EF4-FFF2-40B4-BE49-F238E27FC236}">
                <a16:creationId xmlns:a16="http://schemas.microsoft.com/office/drawing/2014/main" id="{86087E67-7C76-427A-860C-56DC96C6A9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9ub7_3_official_ReferenceLigand_4">
            <a:extLst>
              <a:ext uri="{FF2B5EF4-FFF2-40B4-BE49-F238E27FC236}">
                <a16:creationId xmlns:a16="http://schemas.microsoft.com/office/drawing/2014/main" id="{46B19E73-BAB3-4C5E-92A4-08FAE06EEB3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9ub7_3_official_ReferenceLigand_5">
            <a:extLst>
              <a:ext uri="{FF2B5EF4-FFF2-40B4-BE49-F238E27FC236}">
                <a16:creationId xmlns:a16="http://schemas.microsoft.com/office/drawing/2014/main" id="{1E7C0425-C9C3-411E-BBF7-CD9B109967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9ub7_3_official_ReferenceLigand_6">
            <a:extLst>
              <a:ext uri="{FF2B5EF4-FFF2-40B4-BE49-F238E27FC236}">
                <a16:creationId xmlns:a16="http://schemas.microsoft.com/office/drawing/2014/main" id="{690FEE24-E5AA-4910-BF4F-BC27ADDB2BB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9ub7_3_official_ReferenceLigand_7">
            <a:extLst>
              <a:ext uri="{FF2B5EF4-FFF2-40B4-BE49-F238E27FC236}">
                <a16:creationId xmlns:a16="http://schemas.microsoft.com/office/drawing/2014/main" id="{F12CFE8C-09A8-4306-82F0-1536C7F0200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9ub7_3_official_ReferenceLigand_8">
            <a:extLst>
              <a:ext uri="{FF2B5EF4-FFF2-40B4-BE49-F238E27FC236}">
                <a16:creationId xmlns:a16="http://schemas.microsoft.com/office/drawing/2014/main" id="{F9FFE454-8811-4770-8491-3FE2D4EE8B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9ub7_3_official_ReferenceLigand_9">
            <a:extLst>
              <a:ext uri="{FF2B5EF4-FFF2-40B4-BE49-F238E27FC236}">
                <a16:creationId xmlns:a16="http://schemas.microsoft.com/office/drawing/2014/main" id="{C10216F0-48EC-446F-8C5D-672B4FF6608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9ub7_3_official_ReferenceLigand_10">
            <a:extLst>
              <a:ext uri="{FF2B5EF4-FFF2-40B4-BE49-F238E27FC236}">
                <a16:creationId xmlns:a16="http://schemas.microsoft.com/office/drawing/2014/main" id="{A0436647-D2D2-4A2A-B30A-5F96B5AF6D5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9ub7_3_official_ReferenceLigand_11">
            <a:extLst>
              <a:ext uri="{FF2B5EF4-FFF2-40B4-BE49-F238E27FC236}">
                <a16:creationId xmlns:a16="http://schemas.microsoft.com/office/drawing/2014/main" id="{C0764662-69B6-41A3-9465-CE42F49D2E8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9ub7_3_official_ReferenceLigand_12">
            <a:extLst>
              <a:ext uri="{FF2B5EF4-FFF2-40B4-BE49-F238E27FC236}">
                <a16:creationId xmlns:a16="http://schemas.microsoft.com/office/drawing/2014/main" id="{6BA518A6-337A-430B-B2F7-0469855AF4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9ub7_3_official_ReferenceLigand_13">
            <a:extLst>
              <a:ext uri="{FF2B5EF4-FFF2-40B4-BE49-F238E27FC236}">
                <a16:creationId xmlns:a16="http://schemas.microsoft.com/office/drawing/2014/main" id="{866069CA-B22B-4529-84FD-D64E2279F37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9ub7_3_official_ReferenceLigand_14">
            <a:extLst>
              <a:ext uri="{FF2B5EF4-FFF2-40B4-BE49-F238E27FC236}">
                <a16:creationId xmlns:a16="http://schemas.microsoft.com/office/drawing/2014/main" id="{5D0AD3CC-B67A-4D8C-9DF5-0E01C5CBFCF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9ub7_3_official_ReferenceLigand_15">
            <a:extLst>
              <a:ext uri="{FF2B5EF4-FFF2-40B4-BE49-F238E27FC236}">
                <a16:creationId xmlns:a16="http://schemas.microsoft.com/office/drawing/2014/main" id="{E9F32F78-243E-40DA-A1A0-19BA26B656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2" name="9ub7_3_official_ReferenceLigand_16">
            <a:extLst>
              <a:ext uri="{FF2B5EF4-FFF2-40B4-BE49-F238E27FC236}">
                <a16:creationId xmlns:a16="http://schemas.microsoft.com/office/drawing/2014/main" id="{8E3F3B76-F417-4265-AF69-EC5A2643E4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3" name="9ub7_3_official_ReferenceLigand_17">
            <a:extLst>
              <a:ext uri="{FF2B5EF4-FFF2-40B4-BE49-F238E27FC236}">
                <a16:creationId xmlns:a16="http://schemas.microsoft.com/office/drawing/2014/main" id="{9EFB8E2B-D57F-4511-9113-EB94F26F274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4" name="9ub7_3_official_ReferenceLigand_18">
            <a:extLst>
              <a:ext uri="{FF2B5EF4-FFF2-40B4-BE49-F238E27FC236}">
                <a16:creationId xmlns:a16="http://schemas.microsoft.com/office/drawing/2014/main" id="{04FA2C6C-DB01-4DAF-B248-CCE2A2C4BA2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5" name="9ub7_3_official_ReferenceLigand_19">
            <a:extLst>
              <a:ext uri="{FF2B5EF4-FFF2-40B4-BE49-F238E27FC236}">
                <a16:creationId xmlns:a16="http://schemas.microsoft.com/office/drawing/2014/main" id="{2C8039FF-2560-4570-BEF0-69CD04C4DB4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6" name="9ub7_3_official_ReferenceLigand_20">
            <a:extLst>
              <a:ext uri="{FF2B5EF4-FFF2-40B4-BE49-F238E27FC236}">
                <a16:creationId xmlns:a16="http://schemas.microsoft.com/office/drawing/2014/main" id="{96E0E8EF-50F1-46E4-9471-3F3E84C6513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7" name="9ub7_3_official_ReferenceLigand_21">
            <a:extLst>
              <a:ext uri="{FF2B5EF4-FFF2-40B4-BE49-F238E27FC236}">
                <a16:creationId xmlns:a16="http://schemas.microsoft.com/office/drawing/2014/main" id="{D12A414E-993C-4955-AB11-9373E541AC1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8" name="9ub7_3_official_ReferenceLigand_22">
            <a:extLst>
              <a:ext uri="{FF2B5EF4-FFF2-40B4-BE49-F238E27FC236}">
                <a16:creationId xmlns:a16="http://schemas.microsoft.com/office/drawing/2014/main" id="{693E0F61-44DF-4C62-B2D1-B94551DA5D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9" name="9ub7_3_official_ReferenceLigand_23">
            <a:extLst>
              <a:ext uri="{FF2B5EF4-FFF2-40B4-BE49-F238E27FC236}">
                <a16:creationId xmlns:a16="http://schemas.microsoft.com/office/drawing/2014/main" id="{E678FDD7-75E9-4663-9558-8A48B8DBA88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0" name="9ub7_3_official_ReferenceLigand_24">
            <a:extLst>
              <a:ext uri="{FF2B5EF4-FFF2-40B4-BE49-F238E27FC236}">
                <a16:creationId xmlns:a16="http://schemas.microsoft.com/office/drawing/2014/main" id="{6632A5DD-25ED-4DB5-932F-D39F42E088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1" name="9ub7_3_official_ReferenceLigand_25">
            <a:extLst>
              <a:ext uri="{FF2B5EF4-FFF2-40B4-BE49-F238E27FC236}">
                <a16:creationId xmlns:a16="http://schemas.microsoft.com/office/drawing/2014/main" id="{6EAED2A4-4A1D-4BC9-AADD-A88CC40D29C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2" name="9ub7_3_official_ReferenceLigand_26">
            <a:extLst>
              <a:ext uri="{FF2B5EF4-FFF2-40B4-BE49-F238E27FC236}">
                <a16:creationId xmlns:a16="http://schemas.microsoft.com/office/drawing/2014/main" id="{3672BBDE-8B2A-4951-8A5E-A6EC2CA5963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3" name="9ub7_3_official_ReferenceLigand_27">
            <a:extLst>
              <a:ext uri="{FF2B5EF4-FFF2-40B4-BE49-F238E27FC236}">
                <a16:creationId xmlns:a16="http://schemas.microsoft.com/office/drawing/2014/main" id="{81DB8CF4-54D9-4276-BC00-695F935E16E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4" name="9ub7_3_official_ReferenceLigand_28">
            <a:extLst>
              <a:ext uri="{FF2B5EF4-FFF2-40B4-BE49-F238E27FC236}">
                <a16:creationId xmlns:a16="http://schemas.microsoft.com/office/drawing/2014/main" id="{38F45C14-927A-4F72-9FFB-1ED4E28C0DF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5" name="9ub7_3_official_ReferenceLigand_29">
            <a:extLst>
              <a:ext uri="{FF2B5EF4-FFF2-40B4-BE49-F238E27FC236}">
                <a16:creationId xmlns:a16="http://schemas.microsoft.com/office/drawing/2014/main" id="{30F9C12E-4ACF-418A-BA94-743058B6351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6" name="9ub7_3_official_ReferenceLigand_30">
            <a:extLst>
              <a:ext uri="{FF2B5EF4-FFF2-40B4-BE49-F238E27FC236}">
                <a16:creationId xmlns:a16="http://schemas.microsoft.com/office/drawing/2014/main" id="{B871B09B-97E6-4439-ABEF-BE3C05FCA1D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7" name="9ub7_3_official_ReferenceLigand_31">
            <a:extLst>
              <a:ext uri="{FF2B5EF4-FFF2-40B4-BE49-F238E27FC236}">
                <a16:creationId xmlns:a16="http://schemas.microsoft.com/office/drawing/2014/main" id="{6D6049FD-AF2A-42BC-9BB9-BF2F0847F2E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8" name="9ub7_3_official_ReferenceLigand_32">
            <a:extLst>
              <a:ext uri="{FF2B5EF4-FFF2-40B4-BE49-F238E27FC236}">
                <a16:creationId xmlns:a16="http://schemas.microsoft.com/office/drawing/2014/main" id="{DC17BD31-6090-4D39-BD24-BB35111D0C4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9" name="9ub7_3_official_ReferenceLigand_33">
            <a:extLst>
              <a:ext uri="{FF2B5EF4-FFF2-40B4-BE49-F238E27FC236}">
                <a16:creationId xmlns:a16="http://schemas.microsoft.com/office/drawing/2014/main" id="{ABCB41C3-6574-49C0-A73B-B5D0C12A6F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0" name="9ub7_3_official_ReferenceLigand_34">
            <a:extLst>
              <a:ext uri="{FF2B5EF4-FFF2-40B4-BE49-F238E27FC236}">
                <a16:creationId xmlns:a16="http://schemas.microsoft.com/office/drawing/2014/main" id="{B92913E3-662E-480C-A3B6-FC0A39D5182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1" name="9ub7_3_official_ReferenceLigand_35">
            <a:extLst>
              <a:ext uri="{FF2B5EF4-FFF2-40B4-BE49-F238E27FC236}">
                <a16:creationId xmlns:a16="http://schemas.microsoft.com/office/drawing/2014/main" id="{8186DD38-4860-4FD8-87A0-1FA224C07C5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2" name="9ub7_3_official_ReferenceLigand_36">
            <a:extLst>
              <a:ext uri="{FF2B5EF4-FFF2-40B4-BE49-F238E27FC236}">
                <a16:creationId xmlns:a16="http://schemas.microsoft.com/office/drawing/2014/main" id="{24CDA9BD-2765-4374-B9D2-AA2BC3A5B9A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3" name="9ub7_3_official_ReferenceLigand_37">
            <a:extLst>
              <a:ext uri="{FF2B5EF4-FFF2-40B4-BE49-F238E27FC236}">
                <a16:creationId xmlns:a16="http://schemas.microsoft.com/office/drawing/2014/main" id="{1D970801-83F3-45B5-88D0-F934D710493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4" name="9ub7_3_official_PredictedLigand_0">
            <a:extLst>
              <a:ext uri="{FF2B5EF4-FFF2-40B4-BE49-F238E27FC236}">
                <a16:creationId xmlns:a16="http://schemas.microsoft.com/office/drawing/2014/main" id="{1F93E059-BB07-45B8-B4E8-6E7CEC8AAD7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3652" y="789627"/>
                </a:moveTo>
                <a:lnTo>
                  <a:pt x="1359762" y="7472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9ub7_3_official_PredictedLigand_1">
            <a:extLst>
              <a:ext uri="{FF2B5EF4-FFF2-40B4-BE49-F238E27FC236}">
                <a16:creationId xmlns:a16="http://schemas.microsoft.com/office/drawing/2014/main" id="{5AA99BCF-2B3F-4777-BA77-08B1F9A3C6D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5979" y="787902"/>
                </a:moveTo>
                <a:lnTo>
                  <a:pt x="1654734" y="7166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9ub7_3_official_PredictedLigand_2">
            <a:extLst>
              <a:ext uri="{FF2B5EF4-FFF2-40B4-BE49-F238E27FC236}">
                <a16:creationId xmlns:a16="http://schemas.microsoft.com/office/drawing/2014/main" id="{9DC44D96-24D1-478A-9EF4-42C9B7FF0E6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9238" y="793258"/>
                </a:moveTo>
                <a:lnTo>
                  <a:pt x="1223652" y="789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9ub7_3_official_PredictedLigand_3">
            <a:extLst>
              <a:ext uri="{FF2B5EF4-FFF2-40B4-BE49-F238E27FC236}">
                <a16:creationId xmlns:a16="http://schemas.microsoft.com/office/drawing/2014/main" id="{8A4EB1A1-6E9E-4A75-8F4B-F22C0C9EA6C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9762" y="747235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9ub7_3_official_PredictedLigand_4">
            <a:extLst>
              <a:ext uri="{FF2B5EF4-FFF2-40B4-BE49-F238E27FC236}">
                <a16:creationId xmlns:a16="http://schemas.microsoft.com/office/drawing/2014/main" id="{B499124B-FEFC-478C-AD1E-9FAC0F300DD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4734" y="716689"/>
                </a:moveTo>
                <a:lnTo>
                  <a:pt x="1568652" y="7225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9ub7_3_official_PredictedLigand_5">
            <a:extLst>
              <a:ext uri="{FF2B5EF4-FFF2-40B4-BE49-F238E27FC236}">
                <a16:creationId xmlns:a16="http://schemas.microsoft.com/office/drawing/2014/main" id="{D9950974-1C90-4CB8-BB80-269412CAF41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904" y="792390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9ub7_3_official_PredictedLigand_6">
            <a:extLst>
              <a:ext uri="{FF2B5EF4-FFF2-40B4-BE49-F238E27FC236}">
                <a16:creationId xmlns:a16="http://schemas.microsoft.com/office/drawing/2014/main" id="{46EC8EB8-5E85-4AE4-A25E-8761DD2AD11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775979" y="7879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9ub7_3_official_PredictedLigand_7">
            <a:extLst>
              <a:ext uri="{FF2B5EF4-FFF2-40B4-BE49-F238E27FC236}">
                <a16:creationId xmlns:a16="http://schemas.microsoft.com/office/drawing/2014/main" id="{BAC6FE8E-14CA-4764-A96C-A4E477ECA41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9ub7_3_official_PredictedLigand_8">
            <a:extLst>
              <a:ext uri="{FF2B5EF4-FFF2-40B4-BE49-F238E27FC236}">
                <a16:creationId xmlns:a16="http://schemas.microsoft.com/office/drawing/2014/main" id="{724DF7BA-4A23-48EB-8394-1CB0E123E1C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711385" y="702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9ub7_3_official_PredictedLigand_9">
            <a:extLst>
              <a:ext uri="{FF2B5EF4-FFF2-40B4-BE49-F238E27FC236}">
                <a16:creationId xmlns:a16="http://schemas.microsoft.com/office/drawing/2014/main" id="{3A3205F6-48BE-424C-B73E-439F225BA2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3321" y="867132"/>
                </a:moveTo>
                <a:lnTo>
                  <a:pt x="1007904" y="7923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9ub7_3_official_PredictedLigand_10">
            <a:extLst>
              <a:ext uri="{FF2B5EF4-FFF2-40B4-BE49-F238E27FC236}">
                <a16:creationId xmlns:a16="http://schemas.microsoft.com/office/drawing/2014/main" id="{41955E52-A956-4D0A-897B-F92C97ACEC9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367031" y="11506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5" name="9ub7_3_official_PredictedLigand_11">
            <a:extLst>
              <a:ext uri="{FF2B5EF4-FFF2-40B4-BE49-F238E27FC236}">
                <a16:creationId xmlns:a16="http://schemas.microsoft.com/office/drawing/2014/main" id="{DE3535F4-C70E-41FB-BD77-EB1667B8ED7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6" name="9ub7_3_official_PredictedLigand_12">
            <a:extLst>
              <a:ext uri="{FF2B5EF4-FFF2-40B4-BE49-F238E27FC236}">
                <a16:creationId xmlns:a16="http://schemas.microsoft.com/office/drawing/2014/main" id="{E2BE7BB3-5886-438B-B41F-8AEC11409B2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426046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7" name="9ub7_3_official_PredictedLigand_13">
            <a:extLst>
              <a:ext uri="{FF2B5EF4-FFF2-40B4-BE49-F238E27FC236}">
                <a16:creationId xmlns:a16="http://schemas.microsoft.com/office/drawing/2014/main" id="{D18B52A3-A909-40C6-AFFA-EBA0B4A205B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8313" y="749653"/>
                </a:moveTo>
                <a:lnTo>
                  <a:pt x="1352608" y="7834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8" name="9ub7_3_official_PredictedLigand_14">
            <a:extLst>
              <a:ext uri="{FF2B5EF4-FFF2-40B4-BE49-F238E27FC236}">
                <a16:creationId xmlns:a16="http://schemas.microsoft.com/office/drawing/2014/main" id="{D62D0FA2-8DF1-4909-965D-85904F1BBFF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9" name="9ub7_3_official_PredictedLigand_15">
            <a:extLst>
              <a:ext uri="{FF2B5EF4-FFF2-40B4-BE49-F238E27FC236}">
                <a16:creationId xmlns:a16="http://schemas.microsoft.com/office/drawing/2014/main" id="{81253A81-1DFC-4ECA-B274-8AEB881D8FC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039" y="1229889"/>
                </a:moveTo>
                <a:lnTo>
                  <a:pt x="1458911" y="12607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0" name="9ub7_3_official_PredictedLigand_16">
            <a:extLst>
              <a:ext uri="{FF2B5EF4-FFF2-40B4-BE49-F238E27FC236}">
                <a16:creationId xmlns:a16="http://schemas.microsoft.com/office/drawing/2014/main" id="{9063A4D6-7F20-4378-963F-BCB7DD7513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829128" y="9445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1" name="9ub7_3_official_PredictedLigand_17">
            <a:extLst>
              <a:ext uri="{FF2B5EF4-FFF2-40B4-BE49-F238E27FC236}">
                <a16:creationId xmlns:a16="http://schemas.microsoft.com/office/drawing/2014/main" id="{2B05ACB7-E5E2-4CBF-BA29-456D3B059D0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64625" y="8326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2" name="9ub7_3_official_PredictedLigand_18">
            <a:extLst>
              <a:ext uri="{FF2B5EF4-FFF2-40B4-BE49-F238E27FC236}">
                <a16:creationId xmlns:a16="http://schemas.microsoft.com/office/drawing/2014/main" id="{36F8A0EF-DE54-46A4-81A9-12EF6216D88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46" y="800042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3" name="9ub7_3_official_PredictedLigand_19">
            <a:extLst>
              <a:ext uri="{FF2B5EF4-FFF2-40B4-BE49-F238E27FC236}">
                <a16:creationId xmlns:a16="http://schemas.microsoft.com/office/drawing/2014/main" id="{1957FC6C-D422-4F88-B014-3E7DFE91C88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831546" y="8000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4" name="9ub7_3_official_PredictedLigand_20">
            <a:extLst>
              <a:ext uri="{FF2B5EF4-FFF2-40B4-BE49-F238E27FC236}">
                <a16:creationId xmlns:a16="http://schemas.microsoft.com/office/drawing/2014/main" id="{78538758-D94E-4AC0-9C72-F8D1C912975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968817" y="983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5" name="9ub7_3_official_PredictedLigand_21">
            <a:extLst>
              <a:ext uri="{FF2B5EF4-FFF2-40B4-BE49-F238E27FC236}">
                <a16:creationId xmlns:a16="http://schemas.microsoft.com/office/drawing/2014/main" id="{1EDEF30B-884F-42AC-81B0-0FA99DB41F1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207640" y="7909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6" name="9ub7_3_official_PredictedLigand_22">
            <a:extLst>
              <a:ext uri="{FF2B5EF4-FFF2-40B4-BE49-F238E27FC236}">
                <a16:creationId xmlns:a16="http://schemas.microsoft.com/office/drawing/2014/main" id="{EED9C6A6-E252-4541-A65D-A4FA6F17A45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973" y="1092523"/>
                </a:moveTo>
                <a:lnTo>
                  <a:pt x="1578039" y="12298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7" name="9ub7_3_official_PredictedLigand_23">
            <a:extLst>
              <a:ext uri="{FF2B5EF4-FFF2-40B4-BE49-F238E27FC236}">
                <a16:creationId xmlns:a16="http://schemas.microsoft.com/office/drawing/2014/main" id="{CC397DF9-1E86-43FA-BE2D-7E3935FE374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621417" y="496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8" name="9ub7_3_official_PredictedLigand_24">
            <a:extLst>
              <a:ext uri="{FF2B5EF4-FFF2-40B4-BE49-F238E27FC236}">
                <a16:creationId xmlns:a16="http://schemas.microsoft.com/office/drawing/2014/main" id="{80928FB8-59EF-4DFB-95CB-6107D2C14E9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71" y="624880"/>
                </a:moveTo>
                <a:lnTo>
                  <a:pt x="739614" y="7113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9" name="9ub7_3_official_PredictedLigand_25">
            <a:extLst>
              <a:ext uri="{FF2B5EF4-FFF2-40B4-BE49-F238E27FC236}">
                <a16:creationId xmlns:a16="http://schemas.microsoft.com/office/drawing/2014/main" id="{C69B8D9E-587F-48EE-8C0F-52A63A31C69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455" y="932634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0" name="9ub7_3_official_PredictedLigand_26">
            <a:extLst>
              <a:ext uri="{FF2B5EF4-FFF2-40B4-BE49-F238E27FC236}">
                <a16:creationId xmlns:a16="http://schemas.microsoft.com/office/drawing/2014/main" id="{78A481F8-59A9-481C-934D-25C5D68E979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1946" y="271205"/>
                </a:moveTo>
                <a:lnTo>
                  <a:pt x="724025" y="3934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1" name="9ub7_3_official_PredictedLigand_27">
            <a:extLst>
              <a:ext uri="{FF2B5EF4-FFF2-40B4-BE49-F238E27FC236}">
                <a16:creationId xmlns:a16="http://schemas.microsoft.com/office/drawing/2014/main" id="{99AF3A3E-9E1F-4F6E-8F30-219E9F362CC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840449" y="4242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2" name="9ub7_3_official_PredictedLigand_28">
            <a:extLst>
              <a:ext uri="{FF2B5EF4-FFF2-40B4-BE49-F238E27FC236}">
                <a16:creationId xmlns:a16="http://schemas.microsoft.com/office/drawing/2014/main" id="{F2ADEDEB-AD85-4CE0-A010-D959DFA4190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929" y="1055167"/>
                </a:moveTo>
                <a:lnTo>
                  <a:pt x="1627973" y="10925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3" name="9ub7_3_official_PredictedLigand_29">
            <a:extLst>
              <a:ext uri="{FF2B5EF4-FFF2-40B4-BE49-F238E27FC236}">
                <a16:creationId xmlns:a16="http://schemas.microsoft.com/office/drawing/2014/main" id="{E973292E-F7A8-44D6-918A-A39311B1D06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417" y="496770"/>
                </a:moveTo>
                <a:lnTo>
                  <a:pt x="670771" y="6248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4" name="9ub7_3_official_PredictedLigand_30">
            <a:extLst>
              <a:ext uri="{FF2B5EF4-FFF2-40B4-BE49-F238E27FC236}">
                <a16:creationId xmlns:a16="http://schemas.microsoft.com/office/drawing/2014/main" id="{70CE3792-75CA-4F0C-A1E7-8CDC626A3DE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749929" y="10551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5" name="9ub7_3_official_PredictedLigand_31">
            <a:extLst>
              <a:ext uri="{FF2B5EF4-FFF2-40B4-BE49-F238E27FC236}">
                <a16:creationId xmlns:a16="http://schemas.microsoft.com/office/drawing/2014/main" id="{FD3B50DA-C944-4721-ABDB-C0A66417F5B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64513" y="6718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6" name="9ub7_3_official_PredictedLigand_32">
            <a:extLst>
              <a:ext uri="{FF2B5EF4-FFF2-40B4-BE49-F238E27FC236}">
                <a16:creationId xmlns:a16="http://schemas.microsoft.com/office/drawing/2014/main" id="{BB6D0EE0-C7AE-43A9-9EA4-B30EE2FAB1F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59084" y="9016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7" name="9ub7_3_official_PredictedLigand_33">
            <a:extLst>
              <a:ext uri="{FF2B5EF4-FFF2-40B4-BE49-F238E27FC236}">
                <a16:creationId xmlns:a16="http://schemas.microsoft.com/office/drawing/2014/main" id="{3263724D-6ACA-4FCA-9458-48914E1B722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19208" y="6512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8" name="9ub7_3_official_PredictedLigand_34">
            <a:extLst>
              <a:ext uri="{FF2B5EF4-FFF2-40B4-BE49-F238E27FC236}">
                <a16:creationId xmlns:a16="http://schemas.microsoft.com/office/drawing/2014/main" id="{102C98C2-371E-4E87-9685-D6C153A41AD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427787" y="7727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9" name="9ub7_3_official_PredictedLigand_35">
            <a:extLst>
              <a:ext uri="{FF2B5EF4-FFF2-40B4-BE49-F238E27FC236}">
                <a16:creationId xmlns:a16="http://schemas.microsoft.com/office/drawing/2014/main" id="{2C11759C-B42E-475E-BB63-569973B871B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850" y="810009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0" name="9ub7_3_official_PredictedLigand_36">
            <a:extLst>
              <a:ext uri="{FF2B5EF4-FFF2-40B4-BE49-F238E27FC236}">
                <a16:creationId xmlns:a16="http://schemas.microsoft.com/office/drawing/2014/main" id="{0B0D3627-8A15-4D68-AC62-EC73487F9A7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9084" y="901675"/>
                </a:moveTo>
                <a:lnTo>
                  <a:pt x="1020455" y="9326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1" name="9ub7_3_official_PredictedLigand_37">
            <a:extLst>
              <a:ext uri="{FF2B5EF4-FFF2-40B4-BE49-F238E27FC236}">
                <a16:creationId xmlns:a16="http://schemas.microsoft.com/office/drawing/2014/main" id="{9C741F6C-9313-4533-A193-322E89E8848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787" y="772741"/>
                </a:moveTo>
                <a:lnTo>
                  <a:pt x="1562850" y="8100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2" name="9ub7_3_official_PredictedAtoms_0">
            <a:extLst>
              <a:ext uri="{FF2B5EF4-FFF2-40B4-BE49-F238E27FC236}">
                <a16:creationId xmlns:a16="http://schemas.microsoft.com/office/drawing/2014/main" id="{7CD9F64B-0491-4ADF-8F2A-4DF976B2FAB6}"/>
              </a:ext>
            </a:extLst>
          </p:cNvPr>
          <p:cNvSpPr>
            <a:spLocks noGrp="1"/>
          </p:cNvSpPr>
          <p:nvPr/>
        </p:nvSpPr>
        <p:spPr>
          <a:xfrm>
            <a:off x="894354" y="28362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3" name="9ub7_3_official_PredictedAtoms_1">
            <a:extLst>
              <a:ext uri="{FF2B5EF4-FFF2-40B4-BE49-F238E27FC236}">
                <a16:creationId xmlns:a16="http://schemas.microsoft.com/office/drawing/2014/main" id="{DE05C05B-FF39-4B94-9D84-93F6D5845A2C}"/>
              </a:ext>
            </a:extLst>
          </p:cNvPr>
          <p:cNvSpPr>
            <a:spLocks noGrp="1"/>
          </p:cNvSpPr>
          <p:nvPr/>
        </p:nvSpPr>
        <p:spPr>
          <a:xfrm>
            <a:off x="936432" y="29585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4" name="9ub7_3_official_PredictedAtoms_2">
            <a:extLst>
              <a:ext uri="{FF2B5EF4-FFF2-40B4-BE49-F238E27FC236}">
                <a16:creationId xmlns:a16="http://schemas.microsoft.com/office/drawing/2014/main" id="{1A6A4D8A-549B-4EF0-B98D-1A79D0F4732E}"/>
              </a:ext>
            </a:extLst>
          </p:cNvPr>
          <p:cNvSpPr>
            <a:spLocks noGrp="1"/>
          </p:cNvSpPr>
          <p:nvPr/>
        </p:nvSpPr>
        <p:spPr>
          <a:xfrm>
            <a:off x="1052857" y="29893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5" name="9ub7_3_official_PredictedAtoms_3">
            <a:extLst>
              <a:ext uri="{FF2B5EF4-FFF2-40B4-BE49-F238E27FC236}">
                <a16:creationId xmlns:a16="http://schemas.microsoft.com/office/drawing/2014/main" id="{BE49F7D8-23E6-405F-95C5-BC1FC27D7DA3}"/>
              </a:ext>
            </a:extLst>
          </p:cNvPr>
          <p:cNvSpPr>
            <a:spLocks noGrp="1"/>
          </p:cNvSpPr>
          <p:nvPr/>
        </p:nvSpPr>
        <p:spPr>
          <a:xfrm>
            <a:off x="833825" y="30618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6" name="9ub7_3_official_PredictedAtoms_4">
            <a:extLst>
              <a:ext uri="{FF2B5EF4-FFF2-40B4-BE49-F238E27FC236}">
                <a16:creationId xmlns:a16="http://schemas.microsoft.com/office/drawing/2014/main" id="{71942448-9A0A-4F1F-A84C-14C4F8BAAAAA}"/>
              </a:ext>
            </a:extLst>
          </p:cNvPr>
          <p:cNvSpPr>
            <a:spLocks noGrp="1"/>
          </p:cNvSpPr>
          <p:nvPr/>
        </p:nvSpPr>
        <p:spPr>
          <a:xfrm>
            <a:off x="883179" y="31899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7" name="9ub7_3_official_PredictedAtoms_5">
            <a:extLst>
              <a:ext uri="{FF2B5EF4-FFF2-40B4-BE49-F238E27FC236}">
                <a16:creationId xmlns:a16="http://schemas.microsoft.com/office/drawing/2014/main" id="{15B2916E-4406-499D-A6BE-66FA6CA0EB3B}"/>
              </a:ext>
            </a:extLst>
          </p:cNvPr>
          <p:cNvSpPr>
            <a:spLocks noGrp="1"/>
          </p:cNvSpPr>
          <p:nvPr/>
        </p:nvSpPr>
        <p:spPr>
          <a:xfrm>
            <a:off x="952021" y="32764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8" name="9ub7_3_official_PredictedAtoms_6">
            <a:extLst>
              <a:ext uri="{FF2B5EF4-FFF2-40B4-BE49-F238E27FC236}">
                <a16:creationId xmlns:a16="http://schemas.microsoft.com/office/drawing/2014/main" id="{269CC237-25F4-4608-AA9D-A94D08074D08}"/>
              </a:ext>
            </a:extLst>
          </p:cNvPr>
          <p:cNvSpPr>
            <a:spLocks noGrp="1"/>
          </p:cNvSpPr>
          <p:nvPr/>
        </p:nvSpPr>
        <p:spPr>
          <a:xfrm>
            <a:off x="923792" y="32673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9" name="9ub7_3_official_PredictedAtoms_7">
            <a:extLst>
              <a:ext uri="{FF2B5EF4-FFF2-40B4-BE49-F238E27FC236}">
                <a16:creationId xmlns:a16="http://schemas.microsoft.com/office/drawing/2014/main" id="{6168B5A2-809B-4E20-8CC7-17FD79D391CB}"/>
              </a:ext>
            </a:extLst>
          </p:cNvPr>
          <p:cNvSpPr>
            <a:spLocks noGrp="1"/>
          </p:cNvSpPr>
          <p:nvPr/>
        </p:nvSpPr>
        <p:spPr>
          <a:xfrm>
            <a:off x="1043954" y="33651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0" name="9ub7_3_official_PredictedAtoms_8">
            <a:extLst>
              <a:ext uri="{FF2B5EF4-FFF2-40B4-BE49-F238E27FC236}">
                <a16:creationId xmlns:a16="http://schemas.microsoft.com/office/drawing/2014/main" id="{C2699C0F-DB7E-4F2A-85D7-C4E1575A96A4}"/>
              </a:ext>
            </a:extLst>
          </p:cNvPr>
          <p:cNvSpPr>
            <a:spLocks noGrp="1"/>
          </p:cNvSpPr>
          <p:nvPr/>
        </p:nvSpPr>
        <p:spPr>
          <a:xfrm>
            <a:off x="1155728" y="34322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1" name="9ub7_3_official_PredictedAtoms_9">
            <a:extLst>
              <a:ext uri="{FF2B5EF4-FFF2-40B4-BE49-F238E27FC236}">
                <a16:creationId xmlns:a16="http://schemas.microsoft.com/office/drawing/2014/main" id="{AB82A06E-6891-4E7F-847C-C8709AA14CEC}"/>
              </a:ext>
            </a:extLst>
          </p:cNvPr>
          <p:cNvSpPr>
            <a:spLocks noGrp="1"/>
          </p:cNvSpPr>
          <p:nvPr/>
        </p:nvSpPr>
        <p:spPr>
          <a:xfrm>
            <a:off x="1220312" y="33574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2" name="9ub7_3_official_PredictedAtoms_10">
            <a:extLst>
              <a:ext uri="{FF2B5EF4-FFF2-40B4-BE49-F238E27FC236}">
                <a16:creationId xmlns:a16="http://schemas.microsoft.com/office/drawing/2014/main" id="{736B5F86-232E-41AF-8B67-BCF310C4D11F}"/>
              </a:ext>
            </a:extLst>
          </p:cNvPr>
          <p:cNvSpPr>
            <a:spLocks noGrp="1"/>
          </p:cNvSpPr>
          <p:nvPr/>
        </p:nvSpPr>
        <p:spPr>
          <a:xfrm>
            <a:off x="1361646" y="33583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3" name="9ub7_3_official_PredictedAtoms_11">
            <a:extLst>
              <a:ext uri="{FF2B5EF4-FFF2-40B4-BE49-F238E27FC236}">
                <a16:creationId xmlns:a16="http://schemas.microsoft.com/office/drawing/2014/main" id="{E53FAA6E-8670-4FE5-ADCA-92EE5064CECF}"/>
              </a:ext>
            </a:extLst>
          </p:cNvPr>
          <p:cNvSpPr>
            <a:spLocks noGrp="1"/>
          </p:cNvSpPr>
          <p:nvPr/>
        </p:nvSpPr>
        <p:spPr>
          <a:xfrm>
            <a:off x="1436060" y="33547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4" name="9ub7_3_official_PredictedAtoms_12">
            <a:extLst>
              <a:ext uri="{FF2B5EF4-FFF2-40B4-BE49-F238E27FC236}">
                <a16:creationId xmlns:a16="http://schemas.microsoft.com/office/drawing/2014/main" id="{53383C41-8E94-4B56-BE6C-C4E6A9E22D12}"/>
              </a:ext>
            </a:extLst>
          </p:cNvPr>
          <p:cNvSpPr>
            <a:spLocks noGrp="1"/>
          </p:cNvSpPr>
          <p:nvPr/>
        </p:nvSpPr>
        <p:spPr>
          <a:xfrm>
            <a:off x="1572169" y="33123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5" name="9ub7_3_official_PredictedAtoms_13">
            <a:extLst>
              <a:ext uri="{FF2B5EF4-FFF2-40B4-BE49-F238E27FC236}">
                <a16:creationId xmlns:a16="http://schemas.microsoft.com/office/drawing/2014/main" id="{64804BD8-60FF-4135-8FC2-1098BE700B12}"/>
              </a:ext>
            </a:extLst>
          </p:cNvPr>
          <p:cNvSpPr>
            <a:spLocks noGrp="1"/>
          </p:cNvSpPr>
          <p:nvPr/>
        </p:nvSpPr>
        <p:spPr>
          <a:xfrm>
            <a:off x="1640721" y="33147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6" name="9ub7_3_official_PredictedAtoms_14">
            <a:extLst>
              <a:ext uri="{FF2B5EF4-FFF2-40B4-BE49-F238E27FC236}">
                <a16:creationId xmlns:a16="http://schemas.microsoft.com/office/drawing/2014/main" id="{F8E2A1B8-90FC-4C9B-8336-6FA2D5CC25E7}"/>
              </a:ext>
            </a:extLst>
          </p:cNvPr>
          <p:cNvSpPr>
            <a:spLocks noGrp="1"/>
          </p:cNvSpPr>
          <p:nvPr/>
        </p:nvSpPr>
        <p:spPr>
          <a:xfrm>
            <a:off x="1565016" y="33484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7" name="9ub7_3_official_PredictedAtoms_15">
            <a:extLst>
              <a:ext uri="{FF2B5EF4-FFF2-40B4-BE49-F238E27FC236}">
                <a16:creationId xmlns:a16="http://schemas.microsoft.com/office/drawing/2014/main" id="{538B3D4E-8A03-4146-9AC7-FEB601347FA5}"/>
              </a:ext>
            </a:extLst>
          </p:cNvPr>
          <p:cNvSpPr>
            <a:spLocks noGrp="1"/>
          </p:cNvSpPr>
          <p:nvPr/>
        </p:nvSpPr>
        <p:spPr>
          <a:xfrm>
            <a:off x="1640195" y="33378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8" name="9ub7_3_official_PredictedAtoms_16">
            <a:extLst>
              <a:ext uri="{FF2B5EF4-FFF2-40B4-BE49-F238E27FC236}">
                <a16:creationId xmlns:a16="http://schemas.microsoft.com/office/drawing/2014/main" id="{F3CF727F-6202-4B7D-B437-E4F1E9F3701F}"/>
              </a:ext>
            </a:extLst>
          </p:cNvPr>
          <p:cNvSpPr>
            <a:spLocks noGrp="1"/>
          </p:cNvSpPr>
          <p:nvPr/>
        </p:nvSpPr>
        <p:spPr>
          <a:xfrm>
            <a:off x="1775257" y="33750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9" name="9ub7_3_official_PredictedAtoms_17">
            <a:extLst>
              <a:ext uri="{FF2B5EF4-FFF2-40B4-BE49-F238E27FC236}">
                <a16:creationId xmlns:a16="http://schemas.microsoft.com/office/drawing/2014/main" id="{16EA9FB5-125C-4BE7-BB92-FCFCB0C94AD8}"/>
              </a:ext>
            </a:extLst>
          </p:cNvPr>
          <p:cNvSpPr>
            <a:spLocks noGrp="1"/>
          </p:cNvSpPr>
          <p:nvPr/>
        </p:nvSpPr>
        <p:spPr>
          <a:xfrm>
            <a:off x="1865179" y="33240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0" name="9ub7_3_official_PredictedAtoms_18">
            <a:extLst>
              <a:ext uri="{FF2B5EF4-FFF2-40B4-BE49-F238E27FC236}">
                <a16:creationId xmlns:a16="http://schemas.microsoft.com/office/drawing/2014/main" id="{47EB590F-0173-4350-9B49-D55C7933AED6}"/>
              </a:ext>
            </a:extLst>
          </p:cNvPr>
          <p:cNvSpPr>
            <a:spLocks noGrp="1"/>
          </p:cNvSpPr>
          <p:nvPr/>
        </p:nvSpPr>
        <p:spPr>
          <a:xfrm>
            <a:off x="1931616" y="321637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1" name="9ub7_3_official_PredictedAtoms_19">
            <a:extLst>
              <a:ext uri="{FF2B5EF4-FFF2-40B4-BE49-F238E27FC236}">
                <a16:creationId xmlns:a16="http://schemas.microsoft.com/office/drawing/2014/main" id="{9A5B2E4E-1294-415E-A1C9-387B15569B31}"/>
              </a:ext>
            </a:extLst>
          </p:cNvPr>
          <p:cNvSpPr>
            <a:spLocks noGrp="1"/>
          </p:cNvSpPr>
          <p:nvPr/>
        </p:nvSpPr>
        <p:spPr>
          <a:xfrm>
            <a:off x="1977033" y="33977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2" name="9ub7_3_official_PredictedAtoms_20">
            <a:extLst>
              <a:ext uri="{FF2B5EF4-FFF2-40B4-BE49-F238E27FC236}">
                <a16:creationId xmlns:a16="http://schemas.microsoft.com/office/drawing/2014/main" id="{B7379947-12A8-4C3B-806F-18BF71AE277E}"/>
              </a:ext>
            </a:extLst>
          </p:cNvPr>
          <p:cNvSpPr>
            <a:spLocks noGrp="1"/>
          </p:cNvSpPr>
          <p:nvPr/>
        </p:nvSpPr>
        <p:spPr>
          <a:xfrm>
            <a:off x="2041535" y="35096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3" name="9ub7_3_official_PredictedAtoms_21">
            <a:extLst>
              <a:ext uri="{FF2B5EF4-FFF2-40B4-BE49-F238E27FC236}">
                <a16:creationId xmlns:a16="http://schemas.microsoft.com/office/drawing/2014/main" id="{C31604BB-640A-4BD7-A545-1810BE01AD12}"/>
              </a:ext>
            </a:extLst>
          </p:cNvPr>
          <p:cNvSpPr>
            <a:spLocks noGrp="1"/>
          </p:cNvSpPr>
          <p:nvPr/>
        </p:nvSpPr>
        <p:spPr>
          <a:xfrm>
            <a:off x="2181225" y="35482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4" name="9ub7_3_official_PredictedAtoms_22">
            <a:extLst>
              <a:ext uri="{FF2B5EF4-FFF2-40B4-BE49-F238E27FC236}">
                <a16:creationId xmlns:a16="http://schemas.microsoft.com/office/drawing/2014/main" id="{CF4EF05E-4D52-4C7F-9A9E-C2F484BC82AF}"/>
              </a:ext>
            </a:extLst>
          </p:cNvPr>
          <p:cNvSpPr>
            <a:spLocks noGrp="1"/>
          </p:cNvSpPr>
          <p:nvPr/>
        </p:nvSpPr>
        <p:spPr>
          <a:xfrm>
            <a:off x="1962336" y="36202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5" name="9ub7_3_official_PredictedAtoms_23">
            <a:extLst>
              <a:ext uri="{FF2B5EF4-FFF2-40B4-BE49-F238E27FC236}">
                <a16:creationId xmlns:a16="http://schemas.microsoft.com/office/drawing/2014/main" id="{226D17A7-ED9C-4247-B2D7-08AF8B680DE6}"/>
              </a:ext>
            </a:extLst>
          </p:cNvPr>
          <p:cNvSpPr>
            <a:spLocks noGrp="1"/>
          </p:cNvSpPr>
          <p:nvPr/>
        </p:nvSpPr>
        <p:spPr>
          <a:xfrm>
            <a:off x="1840380" y="36576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6" name="9ub7_3_official_PredictedAtoms_24">
            <a:extLst>
              <a:ext uri="{FF2B5EF4-FFF2-40B4-BE49-F238E27FC236}">
                <a16:creationId xmlns:a16="http://schemas.microsoft.com/office/drawing/2014/main" id="{274A9165-F928-4A86-9D88-BEDCBB75164E}"/>
              </a:ext>
            </a:extLst>
          </p:cNvPr>
          <p:cNvSpPr>
            <a:spLocks noGrp="1"/>
          </p:cNvSpPr>
          <p:nvPr/>
        </p:nvSpPr>
        <p:spPr>
          <a:xfrm>
            <a:off x="1790447" y="37949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7" name="9ub7_3_official_PredictedAtoms_25">
            <a:extLst>
              <a:ext uri="{FF2B5EF4-FFF2-40B4-BE49-F238E27FC236}">
                <a16:creationId xmlns:a16="http://schemas.microsoft.com/office/drawing/2014/main" id="{AE7894D8-B0FB-4D2D-A0C8-1BFA72C52430}"/>
              </a:ext>
            </a:extLst>
          </p:cNvPr>
          <p:cNvSpPr>
            <a:spLocks noGrp="1"/>
          </p:cNvSpPr>
          <p:nvPr/>
        </p:nvSpPr>
        <p:spPr>
          <a:xfrm>
            <a:off x="1671318" y="38257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8" name="9ub7_3_official_PredictedAtoms_27">
            <a:extLst>
              <a:ext uri="{FF2B5EF4-FFF2-40B4-BE49-F238E27FC236}">
                <a16:creationId xmlns:a16="http://schemas.microsoft.com/office/drawing/2014/main" id="{AFB9E8EA-C167-4B56-A427-383594EBFED2}"/>
              </a:ext>
            </a:extLst>
          </p:cNvPr>
          <p:cNvSpPr>
            <a:spLocks noGrp="1"/>
          </p:cNvSpPr>
          <p:nvPr/>
        </p:nvSpPr>
        <p:spPr>
          <a:xfrm>
            <a:off x="1579439" y="37156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9" name="9ub7_3_official_PredictedAtoms_28">
            <a:extLst>
              <a:ext uri="{FF2B5EF4-FFF2-40B4-BE49-F238E27FC236}">
                <a16:creationId xmlns:a16="http://schemas.microsoft.com/office/drawing/2014/main" id="{5A540FE9-F378-4D75-BFA6-C16D37B7EFEE}"/>
              </a:ext>
            </a:extLst>
          </p:cNvPr>
          <p:cNvSpPr>
            <a:spLocks noGrp="1"/>
          </p:cNvSpPr>
          <p:nvPr/>
        </p:nvSpPr>
        <p:spPr>
          <a:xfrm>
            <a:off x="1988386" y="33529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0" name="9ub7_3_official_PredictedAtoms_29">
            <a:extLst>
              <a:ext uri="{FF2B5EF4-FFF2-40B4-BE49-F238E27FC236}">
                <a16:creationId xmlns:a16="http://schemas.microsoft.com/office/drawing/2014/main" id="{31B53A66-4E65-488E-A8E5-FEB8F4D2CF67}"/>
              </a:ext>
            </a:extLst>
          </p:cNvPr>
          <p:cNvSpPr>
            <a:spLocks noGrp="1"/>
          </p:cNvSpPr>
          <p:nvPr/>
        </p:nvSpPr>
        <p:spPr>
          <a:xfrm>
            <a:off x="1867141" y="32817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1" name="9ub7_3_official_PredictedAtoms_30">
            <a:extLst>
              <a:ext uri="{FF2B5EF4-FFF2-40B4-BE49-F238E27FC236}">
                <a16:creationId xmlns:a16="http://schemas.microsoft.com/office/drawing/2014/main" id="{09649C66-470F-485C-B640-541D437A70A4}"/>
              </a:ext>
            </a:extLst>
          </p:cNvPr>
          <p:cNvSpPr>
            <a:spLocks noGrp="1"/>
          </p:cNvSpPr>
          <p:nvPr/>
        </p:nvSpPr>
        <p:spPr>
          <a:xfrm>
            <a:off x="1781059" y="32876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2" name="9ub7_3_official_PredictedAtoms_31">
            <a:extLst>
              <a:ext uri="{FF2B5EF4-FFF2-40B4-BE49-F238E27FC236}">
                <a16:creationId xmlns:a16="http://schemas.microsoft.com/office/drawing/2014/main" id="{72E94F24-9E74-45AC-9C9E-7A6BDC113F02}"/>
              </a:ext>
            </a:extLst>
          </p:cNvPr>
          <p:cNvSpPr>
            <a:spLocks noGrp="1"/>
          </p:cNvSpPr>
          <p:nvPr/>
        </p:nvSpPr>
        <p:spPr>
          <a:xfrm>
            <a:off x="1420048" y="33560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3" name="9ub7_3_official_PredictedAtoms_32">
            <a:extLst>
              <a:ext uri="{FF2B5EF4-FFF2-40B4-BE49-F238E27FC236}">
                <a16:creationId xmlns:a16="http://schemas.microsoft.com/office/drawing/2014/main" id="{584145E6-75BB-409B-9A4E-B20743AE6C20}"/>
              </a:ext>
            </a:extLst>
          </p:cNvPr>
          <p:cNvSpPr>
            <a:spLocks noGrp="1"/>
          </p:cNvSpPr>
          <p:nvPr/>
        </p:nvSpPr>
        <p:spPr>
          <a:xfrm>
            <a:off x="1376920" y="32368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4" name="9ub7_3_official_PredictedAtoms_33">
            <a:extLst>
              <a:ext uri="{FF2B5EF4-FFF2-40B4-BE49-F238E27FC236}">
                <a16:creationId xmlns:a16="http://schemas.microsoft.com/office/drawing/2014/main" id="{93FDA36B-8097-4BEE-94C9-8888ABE22C34}"/>
              </a:ext>
            </a:extLst>
          </p:cNvPr>
          <p:cNvSpPr>
            <a:spLocks noGrp="1"/>
          </p:cNvSpPr>
          <p:nvPr/>
        </p:nvSpPr>
        <p:spPr>
          <a:xfrm>
            <a:off x="1371492" y="34667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5" name="9ub7_3_official_PredictedAtoms_34">
            <a:extLst>
              <a:ext uri="{FF2B5EF4-FFF2-40B4-BE49-F238E27FC236}">
                <a16:creationId xmlns:a16="http://schemas.microsoft.com/office/drawing/2014/main" id="{1960C941-0E06-44CB-844F-E6F1D4A1B9D2}"/>
              </a:ext>
            </a:extLst>
          </p:cNvPr>
          <p:cNvSpPr>
            <a:spLocks noGrp="1"/>
          </p:cNvSpPr>
          <p:nvPr/>
        </p:nvSpPr>
        <p:spPr>
          <a:xfrm>
            <a:off x="1232863" y="34977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6" name="stage3-cases-main_16">
            <a:extLst>
              <a:ext uri="{FF2B5EF4-FFF2-40B4-BE49-F238E27FC236}">
                <a16:creationId xmlns:a16="http://schemas.microsoft.com/office/drawing/2014/main" id="{CD53246E-C210-42D5-80B0-7578C3A6D784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4.66 Å   D 46%   Clash 0</a:t>
            </a:r>
          </a:p>
        </p:txBody>
      </p:sp>
      <p:sp>
        <p:nvSpPr>
          <p:cNvPr id="427" name="9ub7_3_tuned_Receptor">
            <a:extLst>
              <a:ext uri="{FF2B5EF4-FFF2-40B4-BE49-F238E27FC236}">
                <a16:creationId xmlns:a16="http://schemas.microsoft.com/office/drawing/2014/main" id="{71D109E1-1AEA-4FD2-A89E-8120D5F2D81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428" name="9ub7_3_tuned_ExperimentalDensity">
            <a:extLst>
              <a:ext uri="{FF2B5EF4-FFF2-40B4-BE49-F238E27FC236}">
                <a16:creationId xmlns:a16="http://schemas.microsoft.com/office/drawing/2014/main" id="{21F2D108-096A-4404-837B-6BCD06809F1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29" name="9ub7_3_tuned_ReferenceLigand_0">
            <a:extLst>
              <a:ext uri="{FF2B5EF4-FFF2-40B4-BE49-F238E27FC236}">
                <a16:creationId xmlns:a16="http://schemas.microsoft.com/office/drawing/2014/main" id="{5DF80401-F4B8-405F-8B73-904B60CECA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9ub7_3_tuned_ReferenceLigand_1">
            <a:extLst>
              <a:ext uri="{FF2B5EF4-FFF2-40B4-BE49-F238E27FC236}">
                <a16:creationId xmlns:a16="http://schemas.microsoft.com/office/drawing/2014/main" id="{81E38311-3BE8-4888-B448-31E306ADA45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1" name="9ub7_3_tuned_ReferenceLigand_2">
            <a:extLst>
              <a:ext uri="{FF2B5EF4-FFF2-40B4-BE49-F238E27FC236}">
                <a16:creationId xmlns:a16="http://schemas.microsoft.com/office/drawing/2014/main" id="{57CCB0D2-8F7E-4A68-9B1F-5DEF14D2B6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2" name="9ub7_3_tuned_ReferenceLigand_3">
            <a:extLst>
              <a:ext uri="{FF2B5EF4-FFF2-40B4-BE49-F238E27FC236}">
                <a16:creationId xmlns:a16="http://schemas.microsoft.com/office/drawing/2014/main" id="{A5E49A27-E893-4CA2-B0CF-43FDD731362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3" name="9ub7_3_tuned_ReferenceLigand_4">
            <a:extLst>
              <a:ext uri="{FF2B5EF4-FFF2-40B4-BE49-F238E27FC236}">
                <a16:creationId xmlns:a16="http://schemas.microsoft.com/office/drawing/2014/main" id="{941BCCB0-4ED4-4022-9D27-61A5DEF8F56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4" name="9ub7_3_tuned_ReferenceLigand_5">
            <a:extLst>
              <a:ext uri="{FF2B5EF4-FFF2-40B4-BE49-F238E27FC236}">
                <a16:creationId xmlns:a16="http://schemas.microsoft.com/office/drawing/2014/main" id="{63481699-E55E-45A8-9262-3EBA84A7E5C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5" name="9ub7_3_tuned_ReferenceLigand_6">
            <a:extLst>
              <a:ext uri="{FF2B5EF4-FFF2-40B4-BE49-F238E27FC236}">
                <a16:creationId xmlns:a16="http://schemas.microsoft.com/office/drawing/2014/main" id="{3E40B2AF-A3F1-4BA9-AD07-794F233BE14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6" name="9ub7_3_tuned_ReferenceLigand_7">
            <a:extLst>
              <a:ext uri="{FF2B5EF4-FFF2-40B4-BE49-F238E27FC236}">
                <a16:creationId xmlns:a16="http://schemas.microsoft.com/office/drawing/2014/main" id="{1A9418F4-4540-42A3-BD87-F9CE2A90CA8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7" name="9ub7_3_tuned_ReferenceLigand_8">
            <a:extLst>
              <a:ext uri="{FF2B5EF4-FFF2-40B4-BE49-F238E27FC236}">
                <a16:creationId xmlns:a16="http://schemas.microsoft.com/office/drawing/2014/main" id="{3C66306A-75C3-418F-A764-6FCEA3C2273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8" name="9ub7_3_tuned_ReferenceLigand_9">
            <a:extLst>
              <a:ext uri="{FF2B5EF4-FFF2-40B4-BE49-F238E27FC236}">
                <a16:creationId xmlns:a16="http://schemas.microsoft.com/office/drawing/2014/main" id="{108D2F35-12B3-454B-92BA-2AE72164CE0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9" name="9ub7_3_tuned_ReferenceLigand_10">
            <a:extLst>
              <a:ext uri="{FF2B5EF4-FFF2-40B4-BE49-F238E27FC236}">
                <a16:creationId xmlns:a16="http://schemas.microsoft.com/office/drawing/2014/main" id="{F6D685B3-C4AE-4D96-AE94-A42301B6252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0" name="9ub7_3_tuned_ReferenceLigand_11">
            <a:extLst>
              <a:ext uri="{FF2B5EF4-FFF2-40B4-BE49-F238E27FC236}">
                <a16:creationId xmlns:a16="http://schemas.microsoft.com/office/drawing/2014/main" id="{58F2FED2-0D3E-4A93-AE9C-DC7E97B9E51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1" name="9ub7_3_tuned_ReferenceLigand_12">
            <a:extLst>
              <a:ext uri="{FF2B5EF4-FFF2-40B4-BE49-F238E27FC236}">
                <a16:creationId xmlns:a16="http://schemas.microsoft.com/office/drawing/2014/main" id="{1645A01D-7152-48D1-B57A-10C5A7EC632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2" name="9ub7_3_tuned_ReferenceLigand_13">
            <a:extLst>
              <a:ext uri="{FF2B5EF4-FFF2-40B4-BE49-F238E27FC236}">
                <a16:creationId xmlns:a16="http://schemas.microsoft.com/office/drawing/2014/main" id="{46E7F3E2-E2A5-49B9-8AA6-2F62DB9DD97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3" name="9ub7_3_tuned_ReferenceLigand_14">
            <a:extLst>
              <a:ext uri="{FF2B5EF4-FFF2-40B4-BE49-F238E27FC236}">
                <a16:creationId xmlns:a16="http://schemas.microsoft.com/office/drawing/2014/main" id="{7381B3F8-1E54-4726-A1DC-44D3E354703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4" name="9ub7_3_tuned_ReferenceLigand_15">
            <a:extLst>
              <a:ext uri="{FF2B5EF4-FFF2-40B4-BE49-F238E27FC236}">
                <a16:creationId xmlns:a16="http://schemas.microsoft.com/office/drawing/2014/main" id="{103DF19F-C311-45C7-911A-683EADF16C4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5" name="9ub7_3_tuned_ReferenceLigand_16">
            <a:extLst>
              <a:ext uri="{FF2B5EF4-FFF2-40B4-BE49-F238E27FC236}">
                <a16:creationId xmlns:a16="http://schemas.microsoft.com/office/drawing/2014/main" id="{67C5A6A5-0930-452B-BC62-C894E67476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6" name="9ub7_3_tuned_ReferenceLigand_17">
            <a:extLst>
              <a:ext uri="{FF2B5EF4-FFF2-40B4-BE49-F238E27FC236}">
                <a16:creationId xmlns:a16="http://schemas.microsoft.com/office/drawing/2014/main" id="{E167B1D0-05FF-459D-919A-48FA72415EB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7" name="9ub7_3_tuned_ReferenceLigand_18">
            <a:extLst>
              <a:ext uri="{FF2B5EF4-FFF2-40B4-BE49-F238E27FC236}">
                <a16:creationId xmlns:a16="http://schemas.microsoft.com/office/drawing/2014/main" id="{D4AE0F56-D118-4B2A-BEDC-360DD54CA70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8" name="9ub7_3_tuned_ReferenceLigand_19">
            <a:extLst>
              <a:ext uri="{FF2B5EF4-FFF2-40B4-BE49-F238E27FC236}">
                <a16:creationId xmlns:a16="http://schemas.microsoft.com/office/drawing/2014/main" id="{31E71A3A-B3D0-4845-93D0-C7B3E5FEFE3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9" name="9ub7_3_tuned_ReferenceLigand_20">
            <a:extLst>
              <a:ext uri="{FF2B5EF4-FFF2-40B4-BE49-F238E27FC236}">
                <a16:creationId xmlns:a16="http://schemas.microsoft.com/office/drawing/2014/main" id="{35630F6F-9A04-4D09-ABD0-9329614F8B5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0" name="9ub7_3_tuned_ReferenceLigand_21">
            <a:extLst>
              <a:ext uri="{FF2B5EF4-FFF2-40B4-BE49-F238E27FC236}">
                <a16:creationId xmlns:a16="http://schemas.microsoft.com/office/drawing/2014/main" id="{B797D742-9EDC-49A8-844A-F48C3DCED19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1" name="9ub7_3_tuned_ReferenceLigand_22">
            <a:extLst>
              <a:ext uri="{FF2B5EF4-FFF2-40B4-BE49-F238E27FC236}">
                <a16:creationId xmlns:a16="http://schemas.microsoft.com/office/drawing/2014/main" id="{77C1B85D-BBF6-46FE-BB82-2A9F02C36AC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2" name="9ub7_3_tuned_ReferenceLigand_23">
            <a:extLst>
              <a:ext uri="{FF2B5EF4-FFF2-40B4-BE49-F238E27FC236}">
                <a16:creationId xmlns:a16="http://schemas.microsoft.com/office/drawing/2014/main" id="{946B5259-C5F8-4757-A51D-C438535222E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3" name="9ub7_3_tuned_ReferenceLigand_24">
            <a:extLst>
              <a:ext uri="{FF2B5EF4-FFF2-40B4-BE49-F238E27FC236}">
                <a16:creationId xmlns:a16="http://schemas.microsoft.com/office/drawing/2014/main" id="{D8F2DD05-7467-4DB4-8148-82D5D09901A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4" name="9ub7_3_tuned_ReferenceLigand_25">
            <a:extLst>
              <a:ext uri="{FF2B5EF4-FFF2-40B4-BE49-F238E27FC236}">
                <a16:creationId xmlns:a16="http://schemas.microsoft.com/office/drawing/2014/main" id="{50A69AB7-F56A-4115-A07E-C4E87BB7A4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5" name="9ub7_3_tuned_ReferenceLigand_26">
            <a:extLst>
              <a:ext uri="{FF2B5EF4-FFF2-40B4-BE49-F238E27FC236}">
                <a16:creationId xmlns:a16="http://schemas.microsoft.com/office/drawing/2014/main" id="{521ACB17-1A9B-4233-8507-FC51E01661C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6" name="9ub7_3_tuned_ReferenceLigand_27">
            <a:extLst>
              <a:ext uri="{FF2B5EF4-FFF2-40B4-BE49-F238E27FC236}">
                <a16:creationId xmlns:a16="http://schemas.microsoft.com/office/drawing/2014/main" id="{FF325607-56DD-4991-AF32-AF437373653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7" name="9ub7_3_tuned_ReferenceLigand_28">
            <a:extLst>
              <a:ext uri="{FF2B5EF4-FFF2-40B4-BE49-F238E27FC236}">
                <a16:creationId xmlns:a16="http://schemas.microsoft.com/office/drawing/2014/main" id="{D5C62147-CAF1-4569-BAEF-9E11CC4AD49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8" name="9ub7_3_tuned_ReferenceLigand_29">
            <a:extLst>
              <a:ext uri="{FF2B5EF4-FFF2-40B4-BE49-F238E27FC236}">
                <a16:creationId xmlns:a16="http://schemas.microsoft.com/office/drawing/2014/main" id="{DC87F9B8-2826-4499-BA7F-E098C21102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9" name="9ub7_3_tuned_ReferenceLigand_30">
            <a:extLst>
              <a:ext uri="{FF2B5EF4-FFF2-40B4-BE49-F238E27FC236}">
                <a16:creationId xmlns:a16="http://schemas.microsoft.com/office/drawing/2014/main" id="{4BBDC5AE-83B0-4232-9397-CBFF650D303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0" name="9ub7_3_tuned_ReferenceLigand_31">
            <a:extLst>
              <a:ext uri="{FF2B5EF4-FFF2-40B4-BE49-F238E27FC236}">
                <a16:creationId xmlns:a16="http://schemas.microsoft.com/office/drawing/2014/main" id="{E53F45E3-193D-4935-B5B5-147B4A142CA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1" name="9ub7_3_tuned_ReferenceLigand_32">
            <a:extLst>
              <a:ext uri="{FF2B5EF4-FFF2-40B4-BE49-F238E27FC236}">
                <a16:creationId xmlns:a16="http://schemas.microsoft.com/office/drawing/2014/main" id="{D8BB93B7-09CC-48EC-872C-EED7E9D7B38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2" name="9ub7_3_tuned_ReferenceLigand_33">
            <a:extLst>
              <a:ext uri="{FF2B5EF4-FFF2-40B4-BE49-F238E27FC236}">
                <a16:creationId xmlns:a16="http://schemas.microsoft.com/office/drawing/2014/main" id="{5ED59131-1293-461F-B06D-A4A6521908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3" name="9ub7_3_tuned_ReferenceLigand_34">
            <a:extLst>
              <a:ext uri="{FF2B5EF4-FFF2-40B4-BE49-F238E27FC236}">
                <a16:creationId xmlns:a16="http://schemas.microsoft.com/office/drawing/2014/main" id="{EB191A21-68CA-43C6-B0BD-4B94A6C9214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4" name="9ub7_3_tuned_ReferenceLigand_35">
            <a:extLst>
              <a:ext uri="{FF2B5EF4-FFF2-40B4-BE49-F238E27FC236}">
                <a16:creationId xmlns:a16="http://schemas.microsoft.com/office/drawing/2014/main" id="{7217FFCC-9A2F-4FE7-8530-AB76FA65535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5" name="9ub7_3_tuned_ReferenceLigand_36">
            <a:extLst>
              <a:ext uri="{FF2B5EF4-FFF2-40B4-BE49-F238E27FC236}">
                <a16:creationId xmlns:a16="http://schemas.microsoft.com/office/drawing/2014/main" id="{C0D92A45-D123-4CAF-9B66-254EB2C6E8C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6" name="9ub7_3_tuned_ReferenceLigand_37">
            <a:extLst>
              <a:ext uri="{FF2B5EF4-FFF2-40B4-BE49-F238E27FC236}">
                <a16:creationId xmlns:a16="http://schemas.microsoft.com/office/drawing/2014/main" id="{2EFB24C3-1741-42DD-87E7-771542F2FEC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7" name="9ub7_3_tuned_PredictedLigand_0">
            <a:extLst>
              <a:ext uri="{FF2B5EF4-FFF2-40B4-BE49-F238E27FC236}">
                <a16:creationId xmlns:a16="http://schemas.microsoft.com/office/drawing/2014/main" id="{A97BDD98-0EFA-4526-B570-E3F8CDC609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858" y="746800"/>
                </a:moveTo>
                <a:lnTo>
                  <a:pt x="1535128" y="781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8" name="9ub7_3_tuned_PredictedLigand_1">
            <a:extLst>
              <a:ext uri="{FF2B5EF4-FFF2-40B4-BE49-F238E27FC236}">
                <a16:creationId xmlns:a16="http://schemas.microsoft.com/office/drawing/2014/main" id="{87D1C1DB-BA8C-4340-BE34-94AA62C7EB2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055" y="763539"/>
                </a:moveTo>
                <a:lnTo>
                  <a:pt x="927636" y="735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9" name="9ub7_3_tuned_PredictedLigand_2">
            <a:extLst>
              <a:ext uri="{FF2B5EF4-FFF2-40B4-BE49-F238E27FC236}">
                <a16:creationId xmlns:a16="http://schemas.microsoft.com/office/drawing/2014/main" id="{7FCCF34C-3F58-4EC6-931A-60834600079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393858" y="7468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0" name="9ub7_3_tuned_PredictedLigand_3">
            <a:extLst>
              <a:ext uri="{FF2B5EF4-FFF2-40B4-BE49-F238E27FC236}">
                <a16:creationId xmlns:a16="http://schemas.microsoft.com/office/drawing/2014/main" id="{32B2471C-AD68-4095-BCC4-894CC16FBB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128" y="781241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1" name="9ub7_3_tuned_PredictedLigand_4">
            <a:extLst>
              <a:ext uri="{FF2B5EF4-FFF2-40B4-BE49-F238E27FC236}">
                <a16:creationId xmlns:a16="http://schemas.microsoft.com/office/drawing/2014/main" id="{FA0AA635-C0FE-47E4-ABB1-1A3551CF3DF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639067" y="716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2" name="9ub7_3_tuned_PredictedLigand_5">
            <a:extLst>
              <a:ext uri="{FF2B5EF4-FFF2-40B4-BE49-F238E27FC236}">
                <a16:creationId xmlns:a16="http://schemas.microsoft.com/office/drawing/2014/main" id="{42B2B936-CCD4-41BD-AE4B-DE5D6F37299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63055" y="7635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3" name="9ub7_3_tuned_PredictedLigand_6">
            <a:extLst>
              <a:ext uri="{FF2B5EF4-FFF2-40B4-BE49-F238E27FC236}">
                <a16:creationId xmlns:a16="http://schemas.microsoft.com/office/drawing/2014/main" id="{FCD3A6BC-6C77-476A-A48A-EE582127C77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886395" y="7337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4" name="9ub7_3_tuned_PredictedLigand_7">
            <a:extLst>
              <a:ext uri="{FF2B5EF4-FFF2-40B4-BE49-F238E27FC236}">
                <a16:creationId xmlns:a16="http://schemas.microsoft.com/office/drawing/2014/main" id="{809497E9-778F-4B43-8E7F-B060A7EAD1F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157126" y="8066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5" name="9ub7_3_tuned_PredictedLigand_8">
            <a:extLst>
              <a:ext uri="{FF2B5EF4-FFF2-40B4-BE49-F238E27FC236}">
                <a16:creationId xmlns:a16="http://schemas.microsoft.com/office/drawing/2014/main" id="{B792325A-CB62-4BF8-B97C-3CD8DFA2B5C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636" y="735665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6" name="9ub7_3_tuned_PredictedLigand_9">
            <a:extLst>
              <a:ext uri="{FF2B5EF4-FFF2-40B4-BE49-F238E27FC236}">
                <a16:creationId xmlns:a16="http://schemas.microsoft.com/office/drawing/2014/main" id="{D38A18E5-6F52-4F58-A840-E76016AB0F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794" y="944446"/>
                </a:moveTo>
                <a:lnTo>
                  <a:pt x="1297545" y="8489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7" name="9ub7_3_tuned_PredictedLigand_10">
            <a:extLst>
              <a:ext uri="{FF2B5EF4-FFF2-40B4-BE49-F238E27FC236}">
                <a16:creationId xmlns:a16="http://schemas.microsoft.com/office/drawing/2014/main" id="{8564EC01-3B7F-42CF-AFCF-E4370D2B49C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727708" y="9071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8" name="9ub7_3_tuned_PredictedLigand_11">
            <a:extLst>
              <a:ext uri="{FF2B5EF4-FFF2-40B4-BE49-F238E27FC236}">
                <a16:creationId xmlns:a16="http://schemas.microsoft.com/office/drawing/2014/main" id="{465024AF-211A-40D1-B3EF-16E72F19E93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850266" y="8262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9" name="9ub7_3_tuned_PredictedLigand_12">
            <a:extLst>
              <a:ext uri="{FF2B5EF4-FFF2-40B4-BE49-F238E27FC236}">
                <a16:creationId xmlns:a16="http://schemas.microsoft.com/office/drawing/2014/main" id="{08E31AE8-C909-4E48-96A2-9501422D28A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0" name="9ub7_3_tuned_PredictedLigand_13">
            <a:extLst>
              <a:ext uri="{FF2B5EF4-FFF2-40B4-BE49-F238E27FC236}">
                <a16:creationId xmlns:a16="http://schemas.microsoft.com/office/drawing/2014/main" id="{CDA76753-6FC8-4D19-B666-2CCA0010F8F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7046" y="819240"/>
                </a:moveTo>
                <a:lnTo>
                  <a:pt x="624674" y="7894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1" name="9ub7_3_tuned_PredictedLigand_14">
            <a:extLst>
              <a:ext uri="{FF2B5EF4-FFF2-40B4-BE49-F238E27FC236}">
                <a16:creationId xmlns:a16="http://schemas.microsoft.com/office/drawing/2014/main" id="{04414E9C-1C16-4569-9C82-09E7CD1AA61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726022" y="84228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2" name="9ub7_3_tuned_PredictedLigand_15">
            <a:extLst>
              <a:ext uri="{FF2B5EF4-FFF2-40B4-BE49-F238E27FC236}">
                <a16:creationId xmlns:a16="http://schemas.microsoft.com/office/drawing/2014/main" id="{DCEF9362-4DE0-4B8E-9EFA-B6E6AA6DFED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3" name="9ub7_3_tuned_PredictedLigand_16">
            <a:extLst>
              <a:ext uri="{FF2B5EF4-FFF2-40B4-BE49-F238E27FC236}">
                <a16:creationId xmlns:a16="http://schemas.microsoft.com/office/drawing/2014/main" id="{4BAEA949-FDD6-41BF-8E4A-4D5386A44E4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6022" y="842280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4" name="9ub7_3_tuned_PredictedLigand_17">
            <a:extLst>
              <a:ext uri="{FF2B5EF4-FFF2-40B4-BE49-F238E27FC236}">
                <a16:creationId xmlns:a16="http://schemas.microsoft.com/office/drawing/2014/main" id="{FCD7D796-6A72-434F-A2C2-84D5A49EBB4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5" name="9ub7_3_tuned_PredictedLigand_18">
            <a:extLst>
              <a:ext uri="{FF2B5EF4-FFF2-40B4-BE49-F238E27FC236}">
                <a16:creationId xmlns:a16="http://schemas.microsoft.com/office/drawing/2014/main" id="{F9BC1170-3D3D-4957-851E-866C4FAC645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727075" y="10306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6" name="9ub7_3_tuned_PredictedLigand_19">
            <a:extLst>
              <a:ext uri="{FF2B5EF4-FFF2-40B4-BE49-F238E27FC236}">
                <a16:creationId xmlns:a16="http://schemas.microsoft.com/office/drawing/2014/main" id="{E9E96670-A56E-467A-9CF6-7769287B4B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967021" y="9132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7" name="9ub7_3_tuned_PredictedLigand_20">
            <a:extLst>
              <a:ext uri="{FF2B5EF4-FFF2-40B4-BE49-F238E27FC236}">
                <a16:creationId xmlns:a16="http://schemas.microsoft.com/office/drawing/2014/main" id="{FEA5B8FD-07B6-4929-BA7C-A4CEBACA91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183902" y="68709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8" name="9ub7_3_tuned_PredictedLigand_21">
            <a:extLst>
              <a:ext uri="{FF2B5EF4-FFF2-40B4-BE49-F238E27FC236}">
                <a16:creationId xmlns:a16="http://schemas.microsoft.com/office/drawing/2014/main" id="{1A528DF8-0F31-4E58-85B4-A345E228DDF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4224" y="858068"/>
                </a:moveTo>
                <a:lnTo>
                  <a:pt x="950636" y="9107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9" name="9ub7_3_tuned_PredictedLigand_22">
            <a:extLst>
              <a:ext uri="{FF2B5EF4-FFF2-40B4-BE49-F238E27FC236}">
                <a16:creationId xmlns:a16="http://schemas.microsoft.com/office/drawing/2014/main" id="{DA7BDD14-C118-4F3E-A720-7929A72CC73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7021" y="913291"/>
                </a:moveTo>
                <a:lnTo>
                  <a:pt x="2098760" y="843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0" name="9ub7_3_tuned_PredictedLigand_23">
            <a:extLst>
              <a:ext uri="{FF2B5EF4-FFF2-40B4-BE49-F238E27FC236}">
                <a16:creationId xmlns:a16="http://schemas.microsoft.com/office/drawing/2014/main" id="{E231E8BE-7667-4A6D-BC47-C9421466B4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677" y="1069370"/>
                </a:moveTo>
                <a:lnTo>
                  <a:pt x="1500514" y="9733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1" name="9ub7_3_tuned_PredictedLigand_24">
            <a:extLst>
              <a:ext uri="{FF2B5EF4-FFF2-40B4-BE49-F238E27FC236}">
                <a16:creationId xmlns:a16="http://schemas.microsoft.com/office/drawing/2014/main" id="{E2CA4DB5-88C5-4FB8-98E8-A08E23BD1CD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589386" y="7607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2" name="9ub7_3_tuned_PredictedLigand_25">
            <a:extLst>
              <a:ext uri="{FF2B5EF4-FFF2-40B4-BE49-F238E27FC236}">
                <a16:creationId xmlns:a16="http://schemas.microsoft.com/office/drawing/2014/main" id="{6D178EEE-2617-4CA2-9763-9D6AAB9584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8613" y="106846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3" name="9ub7_3_tuned_PredictedLigand_26">
            <a:extLst>
              <a:ext uri="{FF2B5EF4-FFF2-40B4-BE49-F238E27FC236}">
                <a16:creationId xmlns:a16="http://schemas.microsoft.com/office/drawing/2014/main" id="{600F1AE8-6ACB-4385-B35E-C24CBDF4A95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8760" y="843970"/>
                </a:moveTo>
                <a:lnTo>
                  <a:pt x="2115885" y="706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4" name="9ub7_3_tuned_PredictedLigand_27">
            <a:extLst>
              <a:ext uri="{FF2B5EF4-FFF2-40B4-BE49-F238E27FC236}">
                <a16:creationId xmlns:a16="http://schemas.microsoft.com/office/drawing/2014/main" id="{004A49B0-B16A-4243-953C-E681D5BFF1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5924" y="929045"/>
                </a:moveTo>
                <a:lnTo>
                  <a:pt x="1147346" y="10403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5" name="9ub7_3_tuned_PredictedLigand_28">
            <a:extLst>
              <a:ext uri="{FF2B5EF4-FFF2-40B4-BE49-F238E27FC236}">
                <a16:creationId xmlns:a16="http://schemas.microsoft.com/office/drawing/2014/main" id="{39533FCB-BBA6-4422-B6B7-ACBC46B6D5E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075" y="1030636"/>
                </a:moveTo>
                <a:lnTo>
                  <a:pt x="1587677" y="10693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6" name="9ub7_3_tuned_PredictedLigand_29">
            <a:extLst>
              <a:ext uri="{FF2B5EF4-FFF2-40B4-BE49-F238E27FC236}">
                <a16:creationId xmlns:a16="http://schemas.microsoft.com/office/drawing/2014/main" id="{45C364B8-3166-4A7A-A578-1A2F6C97688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0636" y="910707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7" name="9ub7_3_tuned_PredictedLigand_30">
            <a:extLst>
              <a:ext uri="{FF2B5EF4-FFF2-40B4-BE49-F238E27FC236}">
                <a16:creationId xmlns:a16="http://schemas.microsoft.com/office/drawing/2014/main" id="{D0ADC246-101E-477E-A53B-CC4BC8AB64D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346" y="1040307"/>
                </a:moveTo>
                <a:lnTo>
                  <a:pt x="1278613" y="10684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8" name="9ub7_3_tuned_PredictedLigand_31">
            <a:extLst>
              <a:ext uri="{FF2B5EF4-FFF2-40B4-BE49-F238E27FC236}">
                <a16:creationId xmlns:a16="http://schemas.microsoft.com/office/drawing/2014/main" id="{ED1D0B7D-A3CD-4485-A4B8-BFFDE92DFB6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3748" y="839094"/>
                </a:moveTo>
                <a:lnTo>
                  <a:pt x="487046" y="8192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9" name="9ub7_3_tuned_PredictedLigand_32">
            <a:extLst>
              <a:ext uri="{FF2B5EF4-FFF2-40B4-BE49-F238E27FC236}">
                <a16:creationId xmlns:a16="http://schemas.microsoft.com/office/drawing/2014/main" id="{7DC8D208-2EC2-4765-97A4-BB2BA4054C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5885" y="706419"/>
                </a:moveTo>
                <a:lnTo>
                  <a:pt x="2242417" y="6956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0" name="9ub7_3_tuned_PredictedLigand_33">
            <a:extLst>
              <a:ext uri="{FF2B5EF4-FFF2-40B4-BE49-F238E27FC236}">
                <a16:creationId xmlns:a16="http://schemas.microsoft.com/office/drawing/2014/main" id="{37D92728-A4BE-450A-8A6B-6267A07DA47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260339" y="939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1" name="9ub7_3_tuned_PredictedLigand_34">
            <a:extLst>
              <a:ext uri="{FF2B5EF4-FFF2-40B4-BE49-F238E27FC236}">
                <a16:creationId xmlns:a16="http://schemas.microsoft.com/office/drawing/2014/main" id="{29E6F17C-12A4-4CD6-85B0-19352349FEA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473748" y="8390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2" name="9ub7_3_tuned_PredictedLigand_35">
            <a:extLst>
              <a:ext uri="{FF2B5EF4-FFF2-40B4-BE49-F238E27FC236}">
                <a16:creationId xmlns:a16="http://schemas.microsoft.com/office/drawing/2014/main" id="{31A45FD5-1972-4985-A68A-7D2A83856A5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71419" y="5510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3" name="9ub7_3_tuned_PredictedLigand_36">
            <a:extLst>
              <a:ext uri="{FF2B5EF4-FFF2-40B4-BE49-F238E27FC236}">
                <a16:creationId xmlns:a16="http://schemas.microsoft.com/office/drawing/2014/main" id="{8F8A565D-9EE2-4A09-B5C3-106B48A02A9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32447" y="7838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4" name="9ub7_3_tuned_PredictedLigand_37">
            <a:extLst>
              <a:ext uri="{FF2B5EF4-FFF2-40B4-BE49-F238E27FC236}">
                <a16:creationId xmlns:a16="http://schemas.microsoft.com/office/drawing/2014/main" id="{43953E3C-057B-4C3F-86A7-DCF1A743CD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7396" y="789714"/>
                </a:moveTo>
                <a:lnTo>
                  <a:pt x="333435" y="860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5" name="9ub7_3_tuned_PredictedAtoms_0">
            <a:extLst>
              <a:ext uri="{FF2B5EF4-FFF2-40B4-BE49-F238E27FC236}">
                <a16:creationId xmlns:a16="http://schemas.microsoft.com/office/drawing/2014/main" id="{1C68FC54-203E-4BEA-BC97-F65A5E94C020}"/>
              </a:ext>
            </a:extLst>
          </p:cNvPr>
          <p:cNvSpPr>
            <a:spLocks noGrp="1"/>
          </p:cNvSpPr>
          <p:nvPr/>
        </p:nvSpPr>
        <p:spPr>
          <a:xfrm>
            <a:off x="3471604" y="33547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6" name="9ub7_3_tuned_PredictedAtoms_1">
            <a:extLst>
              <a:ext uri="{FF2B5EF4-FFF2-40B4-BE49-F238E27FC236}">
                <a16:creationId xmlns:a16="http://schemas.microsoft.com/office/drawing/2014/main" id="{A82F2CE6-DC51-4024-B3AF-7B61B4C297A9}"/>
              </a:ext>
            </a:extLst>
          </p:cNvPr>
          <p:cNvSpPr>
            <a:spLocks noGrp="1"/>
          </p:cNvSpPr>
          <p:nvPr/>
        </p:nvSpPr>
        <p:spPr>
          <a:xfrm>
            <a:off x="3517643" y="34253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7" name="9ub7_3_tuned_PredictedAtoms_2">
            <a:extLst>
              <a:ext uri="{FF2B5EF4-FFF2-40B4-BE49-F238E27FC236}">
                <a16:creationId xmlns:a16="http://schemas.microsoft.com/office/drawing/2014/main" id="{3736FE9F-50FE-4A18-A53C-6A738BD7F09B}"/>
              </a:ext>
            </a:extLst>
          </p:cNvPr>
          <p:cNvSpPr>
            <a:spLocks noGrp="1"/>
          </p:cNvSpPr>
          <p:nvPr/>
        </p:nvSpPr>
        <p:spPr>
          <a:xfrm>
            <a:off x="3444546" y="35046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8" name="9ub7_3_tuned_PredictedAtoms_3">
            <a:extLst>
              <a:ext uri="{FF2B5EF4-FFF2-40B4-BE49-F238E27FC236}">
                <a16:creationId xmlns:a16="http://schemas.microsoft.com/office/drawing/2014/main" id="{48BE0456-B087-43C6-8F5F-CF09E2E51FBC}"/>
              </a:ext>
            </a:extLst>
          </p:cNvPr>
          <p:cNvSpPr>
            <a:spLocks noGrp="1"/>
          </p:cNvSpPr>
          <p:nvPr/>
        </p:nvSpPr>
        <p:spPr>
          <a:xfrm>
            <a:off x="3657955" y="34041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9" name="9ub7_3_tuned_PredictedAtoms_4">
            <a:extLst>
              <a:ext uri="{FF2B5EF4-FFF2-40B4-BE49-F238E27FC236}">
                <a16:creationId xmlns:a16="http://schemas.microsoft.com/office/drawing/2014/main" id="{2CB4F4C7-DA11-4592-89E2-24E5CFA49EC5}"/>
              </a:ext>
            </a:extLst>
          </p:cNvPr>
          <p:cNvSpPr>
            <a:spLocks noGrp="1"/>
          </p:cNvSpPr>
          <p:nvPr/>
        </p:nvSpPr>
        <p:spPr>
          <a:xfrm>
            <a:off x="3671254" y="3384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0" name="9ub7_3_tuned_PredictedAtoms_5">
            <a:extLst>
              <a:ext uri="{FF2B5EF4-FFF2-40B4-BE49-F238E27FC236}">
                <a16:creationId xmlns:a16="http://schemas.microsoft.com/office/drawing/2014/main" id="{F76EF084-0591-469D-9A12-0A23E66BA863}"/>
              </a:ext>
            </a:extLst>
          </p:cNvPr>
          <p:cNvSpPr>
            <a:spLocks noGrp="1"/>
          </p:cNvSpPr>
          <p:nvPr/>
        </p:nvSpPr>
        <p:spPr>
          <a:xfrm>
            <a:off x="3808882" y="33545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1" name="9ub7_3_tuned_PredictedAtoms_6">
            <a:extLst>
              <a:ext uri="{FF2B5EF4-FFF2-40B4-BE49-F238E27FC236}">
                <a16:creationId xmlns:a16="http://schemas.microsoft.com/office/drawing/2014/main" id="{AD019FC2-C55B-4606-8461-C1CEDC7EF3D3}"/>
              </a:ext>
            </a:extLst>
          </p:cNvPr>
          <p:cNvSpPr>
            <a:spLocks noGrp="1"/>
          </p:cNvSpPr>
          <p:nvPr/>
        </p:nvSpPr>
        <p:spPr>
          <a:xfrm>
            <a:off x="3823275" y="32819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2" name="9ub7_3_tuned_PredictedAtoms_7">
            <a:extLst>
              <a:ext uri="{FF2B5EF4-FFF2-40B4-BE49-F238E27FC236}">
                <a16:creationId xmlns:a16="http://schemas.microsoft.com/office/drawing/2014/main" id="{792E85CC-59DD-471C-B0E7-8B9BDA00D464}"/>
              </a:ext>
            </a:extLst>
          </p:cNvPr>
          <p:cNvSpPr>
            <a:spLocks noGrp="1"/>
          </p:cNvSpPr>
          <p:nvPr/>
        </p:nvSpPr>
        <p:spPr>
          <a:xfrm>
            <a:off x="3910230" y="340736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3" name="9ub7_3_tuned_PredictedAtoms_8">
            <a:extLst>
              <a:ext uri="{FF2B5EF4-FFF2-40B4-BE49-F238E27FC236}">
                <a16:creationId xmlns:a16="http://schemas.microsoft.com/office/drawing/2014/main" id="{6C4B7C1D-A044-4145-907D-47A82421245A}"/>
              </a:ext>
            </a:extLst>
          </p:cNvPr>
          <p:cNvSpPr>
            <a:spLocks noGrp="1"/>
          </p:cNvSpPr>
          <p:nvPr/>
        </p:nvSpPr>
        <p:spPr>
          <a:xfrm>
            <a:off x="4038431" y="34231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4" name="9ub7_3_tuned_PredictedAtoms_9">
            <a:extLst>
              <a:ext uri="{FF2B5EF4-FFF2-40B4-BE49-F238E27FC236}">
                <a16:creationId xmlns:a16="http://schemas.microsoft.com/office/drawing/2014/main" id="{BED95259-7B9D-4563-879D-24A1A5E4256A}"/>
              </a:ext>
            </a:extLst>
          </p:cNvPr>
          <p:cNvSpPr>
            <a:spLocks noGrp="1"/>
          </p:cNvSpPr>
          <p:nvPr/>
        </p:nvSpPr>
        <p:spPr>
          <a:xfrm>
            <a:off x="4134843" y="3475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5" name="9ub7_3_tuned_PredictedAtoms_10">
            <a:extLst>
              <a:ext uri="{FF2B5EF4-FFF2-40B4-BE49-F238E27FC236}">
                <a16:creationId xmlns:a16="http://schemas.microsoft.com/office/drawing/2014/main" id="{B9966806-1004-44ED-932B-D5E976717685}"/>
              </a:ext>
            </a:extLst>
          </p:cNvPr>
          <p:cNvSpPr>
            <a:spLocks noGrp="1"/>
          </p:cNvSpPr>
          <p:nvPr/>
        </p:nvSpPr>
        <p:spPr>
          <a:xfrm>
            <a:off x="4270131" y="3494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6" name="9ub7_3_tuned_PredictedAtoms_11">
            <a:extLst>
              <a:ext uri="{FF2B5EF4-FFF2-40B4-BE49-F238E27FC236}">
                <a16:creationId xmlns:a16="http://schemas.microsoft.com/office/drawing/2014/main" id="{2A66FC73-6A25-45C2-8D82-56CB73590EE1}"/>
              </a:ext>
            </a:extLst>
          </p:cNvPr>
          <p:cNvSpPr>
            <a:spLocks noGrp="1"/>
          </p:cNvSpPr>
          <p:nvPr/>
        </p:nvSpPr>
        <p:spPr>
          <a:xfrm>
            <a:off x="4331554" y="36053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7" name="9ub7_3_tuned_PredictedAtoms_12">
            <a:extLst>
              <a:ext uri="{FF2B5EF4-FFF2-40B4-BE49-F238E27FC236}">
                <a16:creationId xmlns:a16="http://schemas.microsoft.com/office/drawing/2014/main" id="{4635F862-89A2-4E83-9373-A7E632AE1143}"/>
              </a:ext>
            </a:extLst>
          </p:cNvPr>
          <p:cNvSpPr>
            <a:spLocks noGrp="1"/>
          </p:cNvSpPr>
          <p:nvPr/>
        </p:nvSpPr>
        <p:spPr>
          <a:xfrm>
            <a:off x="4462821" y="36335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8" name="9ub7_3_tuned_PredictedAtoms_13">
            <a:extLst>
              <a:ext uri="{FF2B5EF4-FFF2-40B4-BE49-F238E27FC236}">
                <a16:creationId xmlns:a16="http://schemas.microsoft.com/office/drawing/2014/main" id="{1BDDF807-0267-47E4-AB58-B010E4DBB3F4}"/>
              </a:ext>
            </a:extLst>
          </p:cNvPr>
          <p:cNvSpPr>
            <a:spLocks noGrp="1"/>
          </p:cNvSpPr>
          <p:nvPr/>
        </p:nvSpPr>
        <p:spPr>
          <a:xfrm>
            <a:off x="4541002" y="35095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9" name="9ub7_3_tuned_PredictedAtoms_14">
            <a:extLst>
              <a:ext uri="{FF2B5EF4-FFF2-40B4-BE49-F238E27FC236}">
                <a16:creationId xmlns:a16="http://schemas.microsoft.com/office/drawing/2014/main" id="{E21F9BF2-CBBB-46BB-960C-CDA0A60DED46}"/>
              </a:ext>
            </a:extLst>
          </p:cNvPr>
          <p:cNvSpPr>
            <a:spLocks noGrp="1"/>
          </p:cNvSpPr>
          <p:nvPr/>
        </p:nvSpPr>
        <p:spPr>
          <a:xfrm>
            <a:off x="4481753" y="34139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0" name="9ub7_3_tuned_PredictedAtoms_15">
            <a:extLst>
              <a:ext uri="{FF2B5EF4-FFF2-40B4-BE49-F238E27FC236}">
                <a16:creationId xmlns:a16="http://schemas.microsoft.com/office/drawing/2014/main" id="{977E51EC-A8A6-4987-9304-3D6D7E8593B8}"/>
              </a:ext>
            </a:extLst>
          </p:cNvPr>
          <p:cNvSpPr>
            <a:spLocks noGrp="1"/>
          </p:cNvSpPr>
          <p:nvPr/>
        </p:nvSpPr>
        <p:spPr>
          <a:xfrm>
            <a:off x="4578065" y="33118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1" name="9ub7_3_tuned_PredictedAtoms_16">
            <a:extLst>
              <a:ext uri="{FF2B5EF4-FFF2-40B4-BE49-F238E27FC236}">
                <a16:creationId xmlns:a16="http://schemas.microsoft.com/office/drawing/2014/main" id="{B0A80654-6870-4BF7-924F-22922A1E605F}"/>
              </a:ext>
            </a:extLst>
          </p:cNvPr>
          <p:cNvSpPr>
            <a:spLocks noGrp="1"/>
          </p:cNvSpPr>
          <p:nvPr/>
        </p:nvSpPr>
        <p:spPr>
          <a:xfrm>
            <a:off x="4719335" y="3346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2" name="9ub7_3_tuned_PredictedAtoms_17">
            <a:extLst>
              <a:ext uri="{FF2B5EF4-FFF2-40B4-BE49-F238E27FC236}">
                <a16:creationId xmlns:a16="http://schemas.microsoft.com/office/drawing/2014/main" id="{E1DA13F0-6315-45E5-8F42-603691BCEB37}"/>
              </a:ext>
            </a:extLst>
          </p:cNvPr>
          <p:cNvSpPr>
            <a:spLocks noGrp="1"/>
          </p:cNvSpPr>
          <p:nvPr/>
        </p:nvSpPr>
        <p:spPr>
          <a:xfrm>
            <a:off x="4771566" y="34155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3" name="9ub7_3_tuned_PredictedAtoms_18">
            <a:extLst>
              <a:ext uri="{FF2B5EF4-FFF2-40B4-BE49-F238E27FC236}">
                <a16:creationId xmlns:a16="http://schemas.microsoft.com/office/drawing/2014/main" id="{6D991D7E-E73B-4CDC-8EA1-FD1A974A33B8}"/>
              </a:ext>
            </a:extLst>
          </p:cNvPr>
          <p:cNvSpPr>
            <a:spLocks noGrp="1"/>
          </p:cNvSpPr>
          <p:nvPr/>
        </p:nvSpPr>
        <p:spPr>
          <a:xfrm>
            <a:off x="4773593" y="3325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4" name="9ub7_3_tuned_PredictedAtoms_19">
            <a:extLst>
              <a:ext uri="{FF2B5EF4-FFF2-40B4-BE49-F238E27FC236}">
                <a16:creationId xmlns:a16="http://schemas.microsoft.com/office/drawing/2014/main" id="{DC3A95F9-10BB-4584-B378-3E6452393ADF}"/>
              </a:ext>
            </a:extLst>
          </p:cNvPr>
          <p:cNvSpPr>
            <a:spLocks noGrp="1"/>
          </p:cNvSpPr>
          <p:nvPr/>
        </p:nvSpPr>
        <p:spPr>
          <a:xfrm>
            <a:off x="4911915" y="3472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5" name="9ub7_3_tuned_PredictedAtoms_20">
            <a:extLst>
              <a:ext uri="{FF2B5EF4-FFF2-40B4-BE49-F238E27FC236}">
                <a16:creationId xmlns:a16="http://schemas.microsoft.com/office/drawing/2014/main" id="{86D0D726-978C-4B23-A6C1-1815685C65AB}"/>
              </a:ext>
            </a:extLst>
          </p:cNvPr>
          <p:cNvSpPr>
            <a:spLocks noGrp="1"/>
          </p:cNvSpPr>
          <p:nvPr/>
        </p:nvSpPr>
        <p:spPr>
          <a:xfrm>
            <a:off x="5034474" y="33913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6" name="9ub7_3_tuned_PredictedAtoms_21">
            <a:extLst>
              <a:ext uri="{FF2B5EF4-FFF2-40B4-BE49-F238E27FC236}">
                <a16:creationId xmlns:a16="http://schemas.microsoft.com/office/drawing/2014/main" id="{ACC22DC4-80A7-4F42-ACDD-5C02C5775286}"/>
              </a:ext>
            </a:extLst>
          </p:cNvPr>
          <p:cNvSpPr>
            <a:spLocks noGrp="1"/>
          </p:cNvSpPr>
          <p:nvPr/>
        </p:nvSpPr>
        <p:spPr>
          <a:xfrm>
            <a:off x="5070602" y="32987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7" name="9ub7_3_tuned_PredictedAtoms_22">
            <a:extLst>
              <a:ext uri="{FF2B5EF4-FFF2-40B4-BE49-F238E27FC236}">
                <a16:creationId xmlns:a16="http://schemas.microsoft.com/office/drawing/2014/main" id="{3819BB8D-0A4D-4FF2-B801-C621A196EC8D}"/>
              </a:ext>
            </a:extLst>
          </p:cNvPr>
          <p:cNvSpPr>
            <a:spLocks noGrp="1"/>
          </p:cNvSpPr>
          <p:nvPr/>
        </p:nvSpPr>
        <p:spPr>
          <a:xfrm>
            <a:off x="5151228" y="347837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8" name="9ub7_3_tuned_PredictedAtoms_23">
            <a:extLst>
              <a:ext uri="{FF2B5EF4-FFF2-40B4-BE49-F238E27FC236}">
                <a16:creationId xmlns:a16="http://schemas.microsoft.com/office/drawing/2014/main" id="{469EEBF6-4A9B-40B9-92DC-5AACC7AC6472}"/>
              </a:ext>
            </a:extLst>
          </p:cNvPr>
          <p:cNvSpPr>
            <a:spLocks noGrp="1"/>
          </p:cNvSpPr>
          <p:nvPr/>
        </p:nvSpPr>
        <p:spPr>
          <a:xfrm>
            <a:off x="5282967" y="3409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9" name="9ub7_3_tuned_PredictedAtoms_24">
            <a:extLst>
              <a:ext uri="{FF2B5EF4-FFF2-40B4-BE49-F238E27FC236}">
                <a16:creationId xmlns:a16="http://schemas.microsoft.com/office/drawing/2014/main" id="{E7E6F068-C675-4610-B125-CFD6CFB26008}"/>
              </a:ext>
            </a:extLst>
          </p:cNvPr>
          <p:cNvSpPr>
            <a:spLocks noGrp="1"/>
          </p:cNvSpPr>
          <p:nvPr/>
        </p:nvSpPr>
        <p:spPr>
          <a:xfrm>
            <a:off x="5300092" y="32715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0" name="9ub7_3_tuned_PredictedAtoms_25">
            <a:extLst>
              <a:ext uri="{FF2B5EF4-FFF2-40B4-BE49-F238E27FC236}">
                <a16:creationId xmlns:a16="http://schemas.microsoft.com/office/drawing/2014/main" id="{EEA9E805-BAB7-40C4-8768-5562CC6D2634}"/>
              </a:ext>
            </a:extLst>
          </p:cNvPr>
          <p:cNvSpPr>
            <a:spLocks noGrp="1"/>
          </p:cNvSpPr>
          <p:nvPr/>
        </p:nvSpPr>
        <p:spPr>
          <a:xfrm>
            <a:off x="5426625" y="3260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1" name="9ub7_3_tuned_PredictedAtoms_26">
            <a:extLst>
              <a:ext uri="{FF2B5EF4-FFF2-40B4-BE49-F238E27FC236}">
                <a16:creationId xmlns:a16="http://schemas.microsoft.com/office/drawing/2014/main" id="{81E80B84-4029-45CE-81A9-0E4ABD019697}"/>
              </a:ext>
            </a:extLst>
          </p:cNvPr>
          <p:cNvSpPr>
            <a:spLocks noGrp="1"/>
          </p:cNvSpPr>
          <p:nvPr/>
        </p:nvSpPr>
        <p:spPr>
          <a:xfrm>
            <a:off x="5455626" y="31161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2" name="9ub7_3_tuned_PredictedAtoms_27">
            <a:extLst>
              <a:ext uri="{FF2B5EF4-FFF2-40B4-BE49-F238E27FC236}">
                <a16:creationId xmlns:a16="http://schemas.microsoft.com/office/drawing/2014/main" id="{C18F7F07-D35B-4062-AB3F-D2E27C6747F3}"/>
              </a:ext>
            </a:extLst>
          </p:cNvPr>
          <p:cNvSpPr>
            <a:spLocks noGrp="1"/>
          </p:cNvSpPr>
          <p:nvPr/>
        </p:nvSpPr>
        <p:spPr>
          <a:xfrm>
            <a:off x="5416654" y="33489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3" name="9ub7_3_tuned_PredictedAtoms_28">
            <a:extLst>
              <a:ext uri="{FF2B5EF4-FFF2-40B4-BE49-F238E27FC236}">
                <a16:creationId xmlns:a16="http://schemas.microsoft.com/office/drawing/2014/main" id="{C86727D2-2FDE-4219-AF3B-8514F38B465E}"/>
              </a:ext>
            </a:extLst>
          </p:cNvPr>
          <p:cNvSpPr>
            <a:spLocks noGrp="1"/>
          </p:cNvSpPr>
          <p:nvPr/>
        </p:nvSpPr>
        <p:spPr>
          <a:xfrm>
            <a:off x="4911283" y="35957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4" name="9ub7_3_tuned_PredictedAtoms_29">
            <a:extLst>
              <a:ext uri="{FF2B5EF4-FFF2-40B4-BE49-F238E27FC236}">
                <a16:creationId xmlns:a16="http://schemas.microsoft.com/office/drawing/2014/main" id="{0BBFEFD2-100B-4989-B8EC-69D03E0A8083}"/>
              </a:ext>
            </a:extLst>
          </p:cNvPr>
          <p:cNvSpPr>
            <a:spLocks noGrp="1"/>
          </p:cNvSpPr>
          <p:nvPr/>
        </p:nvSpPr>
        <p:spPr>
          <a:xfrm>
            <a:off x="4771884" y="36344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5" name="9ub7_3_tuned_PredictedAtoms_30">
            <a:extLst>
              <a:ext uri="{FF2B5EF4-FFF2-40B4-BE49-F238E27FC236}">
                <a16:creationId xmlns:a16="http://schemas.microsoft.com/office/drawing/2014/main" id="{E4B7353C-D9B2-40A3-ABC6-448CBB7905CC}"/>
              </a:ext>
            </a:extLst>
          </p:cNvPr>
          <p:cNvSpPr>
            <a:spLocks noGrp="1"/>
          </p:cNvSpPr>
          <p:nvPr/>
        </p:nvSpPr>
        <p:spPr>
          <a:xfrm>
            <a:off x="4684722" y="35384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6" name="9ub7_3_tuned_PredictedAtoms_31">
            <a:extLst>
              <a:ext uri="{FF2B5EF4-FFF2-40B4-BE49-F238E27FC236}">
                <a16:creationId xmlns:a16="http://schemas.microsoft.com/office/drawing/2014/main" id="{F8FA7591-5B4B-4A25-9041-B2DCADB4B01A}"/>
              </a:ext>
            </a:extLst>
          </p:cNvPr>
          <p:cNvSpPr>
            <a:spLocks noGrp="1"/>
          </p:cNvSpPr>
          <p:nvPr/>
        </p:nvSpPr>
        <p:spPr>
          <a:xfrm>
            <a:off x="4341334" y="33717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7" name="9ub7_3_tuned_PredictedAtoms_32">
            <a:extLst>
              <a:ext uri="{FF2B5EF4-FFF2-40B4-BE49-F238E27FC236}">
                <a16:creationId xmlns:a16="http://schemas.microsoft.com/office/drawing/2014/main" id="{3E1CB75F-CA4B-4268-A1D4-3478B055EB48}"/>
              </a:ext>
            </a:extLst>
          </p:cNvPr>
          <p:cNvSpPr>
            <a:spLocks noGrp="1"/>
          </p:cNvSpPr>
          <p:nvPr/>
        </p:nvSpPr>
        <p:spPr>
          <a:xfrm>
            <a:off x="4368109" y="32521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8" name="9ub7_3_tuned_PredictedAtoms_33">
            <a:extLst>
              <a:ext uri="{FF2B5EF4-FFF2-40B4-BE49-F238E27FC236}">
                <a16:creationId xmlns:a16="http://schemas.microsoft.com/office/drawing/2014/main" id="{3291D17A-DFC8-4933-9117-4FCC8929EBA2}"/>
              </a:ext>
            </a:extLst>
          </p:cNvPr>
          <p:cNvSpPr>
            <a:spLocks noGrp="1"/>
          </p:cNvSpPr>
          <p:nvPr/>
        </p:nvSpPr>
        <p:spPr>
          <a:xfrm>
            <a:off x="4247263" y="33286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9" name="9ub7_3_tuned_PredictedAtoms_34">
            <a:extLst>
              <a:ext uri="{FF2B5EF4-FFF2-40B4-BE49-F238E27FC236}">
                <a16:creationId xmlns:a16="http://schemas.microsoft.com/office/drawing/2014/main" id="{B68BCC41-8C9E-437A-B69F-091487E0C1AD}"/>
              </a:ext>
            </a:extLst>
          </p:cNvPr>
          <p:cNvSpPr>
            <a:spLocks noGrp="1"/>
          </p:cNvSpPr>
          <p:nvPr/>
        </p:nvSpPr>
        <p:spPr>
          <a:xfrm>
            <a:off x="4111844" y="33007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40" name="stage3-cases-main_18">
            <a:extLst>
              <a:ext uri="{FF2B5EF4-FFF2-40B4-BE49-F238E27FC236}">
                <a16:creationId xmlns:a16="http://schemas.microsoft.com/office/drawing/2014/main" id="{9DB9AEE9-148F-4DEA-B8BE-D022FFD2ECBD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1.02 Å   D 80%   Clash 0</a:t>
            </a:r>
          </a:p>
        </p:txBody>
      </p:sp>
      <p:sp>
        <p:nvSpPr>
          <p:cNvPr id="541" name="9ub7_3_build_Receptor">
            <a:extLst>
              <a:ext uri="{FF2B5EF4-FFF2-40B4-BE49-F238E27FC236}">
                <a16:creationId xmlns:a16="http://schemas.microsoft.com/office/drawing/2014/main" id="{191DA1CC-1C93-49EF-A61E-89B53B54065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42" name="9ub7_3_build_ExperimentalDensity">
            <a:extLst>
              <a:ext uri="{FF2B5EF4-FFF2-40B4-BE49-F238E27FC236}">
                <a16:creationId xmlns:a16="http://schemas.microsoft.com/office/drawing/2014/main" id="{B7E69C1D-9213-4366-99D2-BC558BA4ECD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43" name="9ub7_3_build_ReferenceLigand_0">
            <a:extLst>
              <a:ext uri="{FF2B5EF4-FFF2-40B4-BE49-F238E27FC236}">
                <a16:creationId xmlns:a16="http://schemas.microsoft.com/office/drawing/2014/main" id="{707143EF-38FC-445F-8AC0-17DFE4007D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ub7_3_build_ReferenceLigand_1">
            <a:extLst>
              <a:ext uri="{FF2B5EF4-FFF2-40B4-BE49-F238E27FC236}">
                <a16:creationId xmlns:a16="http://schemas.microsoft.com/office/drawing/2014/main" id="{FBC67CAA-503B-4052-87B0-3E2B443C3C3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ub7_3_build_ReferenceLigand_2">
            <a:extLst>
              <a:ext uri="{FF2B5EF4-FFF2-40B4-BE49-F238E27FC236}">
                <a16:creationId xmlns:a16="http://schemas.microsoft.com/office/drawing/2014/main" id="{29C08CD2-DD01-415A-B104-6BD42F1C8FE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ub7_3_build_ReferenceLigand_3">
            <a:extLst>
              <a:ext uri="{FF2B5EF4-FFF2-40B4-BE49-F238E27FC236}">
                <a16:creationId xmlns:a16="http://schemas.microsoft.com/office/drawing/2014/main" id="{8E2F62ED-A258-44FD-99D7-86104934ED4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ub7_3_build_ReferenceLigand_4">
            <a:extLst>
              <a:ext uri="{FF2B5EF4-FFF2-40B4-BE49-F238E27FC236}">
                <a16:creationId xmlns:a16="http://schemas.microsoft.com/office/drawing/2014/main" id="{92967417-170C-4BF9-B2CD-8963EBC1034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ub7_3_build_ReferenceLigand_5">
            <a:extLst>
              <a:ext uri="{FF2B5EF4-FFF2-40B4-BE49-F238E27FC236}">
                <a16:creationId xmlns:a16="http://schemas.microsoft.com/office/drawing/2014/main" id="{D25EB36A-9F64-471D-B312-2CE3445B19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ub7_3_build_ReferenceLigand_6">
            <a:extLst>
              <a:ext uri="{FF2B5EF4-FFF2-40B4-BE49-F238E27FC236}">
                <a16:creationId xmlns:a16="http://schemas.microsoft.com/office/drawing/2014/main" id="{05D1058E-F37C-4AA2-A5F1-6FBD61E6B5C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ub7_3_build_ReferenceLigand_7">
            <a:extLst>
              <a:ext uri="{FF2B5EF4-FFF2-40B4-BE49-F238E27FC236}">
                <a16:creationId xmlns:a16="http://schemas.microsoft.com/office/drawing/2014/main" id="{5D1F18DB-CFC9-4B77-A689-D2AD5180D0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ub7_3_build_ReferenceLigand_8">
            <a:extLst>
              <a:ext uri="{FF2B5EF4-FFF2-40B4-BE49-F238E27FC236}">
                <a16:creationId xmlns:a16="http://schemas.microsoft.com/office/drawing/2014/main" id="{92A74989-E908-4159-8AD9-DF7DBDB468C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ub7_3_build_ReferenceLigand_9">
            <a:extLst>
              <a:ext uri="{FF2B5EF4-FFF2-40B4-BE49-F238E27FC236}">
                <a16:creationId xmlns:a16="http://schemas.microsoft.com/office/drawing/2014/main" id="{D729E8AE-3D93-4593-BA49-6698AC0B930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ub7_3_build_ReferenceLigand_10">
            <a:extLst>
              <a:ext uri="{FF2B5EF4-FFF2-40B4-BE49-F238E27FC236}">
                <a16:creationId xmlns:a16="http://schemas.microsoft.com/office/drawing/2014/main" id="{AAFE8728-DE7A-4579-8BE8-1DD9FCECFEC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ub7_3_build_ReferenceLigand_11">
            <a:extLst>
              <a:ext uri="{FF2B5EF4-FFF2-40B4-BE49-F238E27FC236}">
                <a16:creationId xmlns:a16="http://schemas.microsoft.com/office/drawing/2014/main" id="{BF3E4876-4173-4DB3-81D4-01D98D5270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ub7_3_build_ReferenceLigand_12">
            <a:extLst>
              <a:ext uri="{FF2B5EF4-FFF2-40B4-BE49-F238E27FC236}">
                <a16:creationId xmlns:a16="http://schemas.microsoft.com/office/drawing/2014/main" id="{BFCDDD07-5D8D-41A0-B6C7-B7F5A99E79E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ub7_3_build_ReferenceLigand_13">
            <a:extLst>
              <a:ext uri="{FF2B5EF4-FFF2-40B4-BE49-F238E27FC236}">
                <a16:creationId xmlns:a16="http://schemas.microsoft.com/office/drawing/2014/main" id="{BBE50F3D-6ABD-4CAA-9661-B787C677756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ub7_3_build_ReferenceLigand_14">
            <a:extLst>
              <a:ext uri="{FF2B5EF4-FFF2-40B4-BE49-F238E27FC236}">
                <a16:creationId xmlns:a16="http://schemas.microsoft.com/office/drawing/2014/main" id="{7DD6B405-8D9C-4F69-BE50-02AABE82B5B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ub7_3_build_ReferenceLigand_15">
            <a:extLst>
              <a:ext uri="{FF2B5EF4-FFF2-40B4-BE49-F238E27FC236}">
                <a16:creationId xmlns:a16="http://schemas.microsoft.com/office/drawing/2014/main" id="{0D9D1D40-6D19-49D2-8870-A302E18215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ub7_3_build_ReferenceLigand_16">
            <a:extLst>
              <a:ext uri="{FF2B5EF4-FFF2-40B4-BE49-F238E27FC236}">
                <a16:creationId xmlns:a16="http://schemas.microsoft.com/office/drawing/2014/main" id="{B9BEDEB4-D67E-4602-AADD-24669AC80A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ub7_3_build_ReferenceLigand_17">
            <a:extLst>
              <a:ext uri="{FF2B5EF4-FFF2-40B4-BE49-F238E27FC236}">
                <a16:creationId xmlns:a16="http://schemas.microsoft.com/office/drawing/2014/main" id="{113D443C-8C3B-49A8-853A-5E1742BD474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ub7_3_build_ReferenceLigand_18">
            <a:extLst>
              <a:ext uri="{FF2B5EF4-FFF2-40B4-BE49-F238E27FC236}">
                <a16:creationId xmlns:a16="http://schemas.microsoft.com/office/drawing/2014/main" id="{5F112E76-0DBC-41BC-80A5-E8033BE1A1A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ub7_3_build_ReferenceLigand_19">
            <a:extLst>
              <a:ext uri="{FF2B5EF4-FFF2-40B4-BE49-F238E27FC236}">
                <a16:creationId xmlns:a16="http://schemas.microsoft.com/office/drawing/2014/main" id="{E81F5515-8224-4DA7-BBBB-2BCFE083F55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ub7_3_build_ReferenceLigand_20">
            <a:extLst>
              <a:ext uri="{FF2B5EF4-FFF2-40B4-BE49-F238E27FC236}">
                <a16:creationId xmlns:a16="http://schemas.microsoft.com/office/drawing/2014/main" id="{D9DCA293-640A-47E5-9C5D-0028770ACB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ub7_3_build_ReferenceLigand_21">
            <a:extLst>
              <a:ext uri="{FF2B5EF4-FFF2-40B4-BE49-F238E27FC236}">
                <a16:creationId xmlns:a16="http://schemas.microsoft.com/office/drawing/2014/main" id="{FD31932D-E289-4225-91F7-FF89664D22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ub7_3_build_ReferenceLigand_22">
            <a:extLst>
              <a:ext uri="{FF2B5EF4-FFF2-40B4-BE49-F238E27FC236}">
                <a16:creationId xmlns:a16="http://schemas.microsoft.com/office/drawing/2014/main" id="{C59534FF-E646-43DA-B17C-D544041533A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ub7_3_build_ReferenceLigand_23">
            <a:extLst>
              <a:ext uri="{FF2B5EF4-FFF2-40B4-BE49-F238E27FC236}">
                <a16:creationId xmlns:a16="http://schemas.microsoft.com/office/drawing/2014/main" id="{39C9D89A-19A6-48D6-BEA3-4C1EA717ACD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ub7_3_build_ReferenceLigand_24">
            <a:extLst>
              <a:ext uri="{FF2B5EF4-FFF2-40B4-BE49-F238E27FC236}">
                <a16:creationId xmlns:a16="http://schemas.microsoft.com/office/drawing/2014/main" id="{1AC553AD-B211-4384-BA7B-73B22D74D7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ub7_3_build_ReferenceLigand_25">
            <a:extLst>
              <a:ext uri="{FF2B5EF4-FFF2-40B4-BE49-F238E27FC236}">
                <a16:creationId xmlns:a16="http://schemas.microsoft.com/office/drawing/2014/main" id="{E99844AC-0C20-4A64-A117-804398EE534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ub7_3_build_ReferenceLigand_26">
            <a:extLst>
              <a:ext uri="{FF2B5EF4-FFF2-40B4-BE49-F238E27FC236}">
                <a16:creationId xmlns:a16="http://schemas.microsoft.com/office/drawing/2014/main" id="{CDDDCA1E-30DA-4B46-A865-562D3973C5B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ub7_3_build_ReferenceLigand_27">
            <a:extLst>
              <a:ext uri="{FF2B5EF4-FFF2-40B4-BE49-F238E27FC236}">
                <a16:creationId xmlns:a16="http://schemas.microsoft.com/office/drawing/2014/main" id="{2FA48194-6D3B-44F3-8095-33DE7AE2EA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ub7_3_build_ReferenceLigand_28">
            <a:extLst>
              <a:ext uri="{FF2B5EF4-FFF2-40B4-BE49-F238E27FC236}">
                <a16:creationId xmlns:a16="http://schemas.microsoft.com/office/drawing/2014/main" id="{24D57E94-D427-49B9-AA88-DA33298E1DC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ub7_3_build_ReferenceLigand_29">
            <a:extLst>
              <a:ext uri="{FF2B5EF4-FFF2-40B4-BE49-F238E27FC236}">
                <a16:creationId xmlns:a16="http://schemas.microsoft.com/office/drawing/2014/main" id="{470A818D-3EE7-4AAF-B4B7-99028D70C1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ub7_3_build_ReferenceLigand_30">
            <a:extLst>
              <a:ext uri="{FF2B5EF4-FFF2-40B4-BE49-F238E27FC236}">
                <a16:creationId xmlns:a16="http://schemas.microsoft.com/office/drawing/2014/main" id="{C1CD6D41-56B0-41A4-9D1D-14A3FA29DE4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4" name="9ub7_3_build_ReferenceLigand_31">
            <a:extLst>
              <a:ext uri="{FF2B5EF4-FFF2-40B4-BE49-F238E27FC236}">
                <a16:creationId xmlns:a16="http://schemas.microsoft.com/office/drawing/2014/main" id="{E033CF19-AF4C-4F1A-8E91-F125C09CA15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5" name="9ub7_3_build_ReferenceLigand_32">
            <a:extLst>
              <a:ext uri="{FF2B5EF4-FFF2-40B4-BE49-F238E27FC236}">
                <a16:creationId xmlns:a16="http://schemas.microsoft.com/office/drawing/2014/main" id="{965858A9-D2F4-474C-8B72-8A4B6E2A250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6" name="9ub7_3_build_ReferenceLigand_33">
            <a:extLst>
              <a:ext uri="{FF2B5EF4-FFF2-40B4-BE49-F238E27FC236}">
                <a16:creationId xmlns:a16="http://schemas.microsoft.com/office/drawing/2014/main" id="{E9AB5819-9029-4238-84EE-50FB53E5988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7" name="9ub7_3_build_ReferenceLigand_34">
            <a:extLst>
              <a:ext uri="{FF2B5EF4-FFF2-40B4-BE49-F238E27FC236}">
                <a16:creationId xmlns:a16="http://schemas.microsoft.com/office/drawing/2014/main" id="{27A9FEA2-2AA4-4A85-88A6-E13B2CD6C04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8" name="9ub7_3_build_ReferenceLigand_35">
            <a:extLst>
              <a:ext uri="{FF2B5EF4-FFF2-40B4-BE49-F238E27FC236}">
                <a16:creationId xmlns:a16="http://schemas.microsoft.com/office/drawing/2014/main" id="{72EDF5F1-D13B-4C3A-AB24-D16C2FEC286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9" name="9ub7_3_build_ReferenceLigand_36">
            <a:extLst>
              <a:ext uri="{FF2B5EF4-FFF2-40B4-BE49-F238E27FC236}">
                <a16:creationId xmlns:a16="http://schemas.microsoft.com/office/drawing/2014/main" id="{43601A7F-BA93-4AA9-A68F-F69B3AEFF09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0" name="9ub7_3_build_ReferenceLigand_37">
            <a:extLst>
              <a:ext uri="{FF2B5EF4-FFF2-40B4-BE49-F238E27FC236}">
                <a16:creationId xmlns:a16="http://schemas.microsoft.com/office/drawing/2014/main" id="{EEF37993-51EB-442D-AAD8-76F6A727C0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1" name="9ub7_3_build_PredictedLigand_0">
            <a:extLst>
              <a:ext uri="{FF2B5EF4-FFF2-40B4-BE49-F238E27FC236}">
                <a16:creationId xmlns:a16="http://schemas.microsoft.com/office/drawing/2014/main" id="{742F6FE3-261C-401B-82F5-5D24501D0F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311622" y="6971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2" name="9ub7_3_build_PredictedLigand_1">
            <a:extLst>
              <a:ext uri="{FF2B5EF4-FFF2-40B4-BE49-F238E27FC236}">
                <a16:creationId xmlns:a16="http://schemas.microsoft.com/office/drawing/2014/main" id="{AD1CFD16-266D-416E-BB50-008B3CCC89C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830821" y="797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3" name="9ub7_3_build_PredictedLigand_2">
            <a:extLst>
              <a:ext uri="{FF2B5EF4-FFF2-40B4-BE49-F238E27FC236}">
                <a16:creationId xmlns:a16="http://schemas.microsoft.com/office/drawing/2014/main" id="{BBE96941-97E1-4617-9984-ECB8E9DB0EB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3359" y="903503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4" name="9ub7_3_build_PredictedLigand_3">
            <a:extLst>
              <a:ext uri="{FF2B5EF4-FFF2-40B4-BE49-F238E27FC236}">
                <a16:creationId xmlns:a16="http://schemas.microsoft.com/office/drawing/2014/main" id="{66936FAE-E196-4AC2-8E53-EF254674902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8314" y="884073"/>
                </a:moveTo>
                <a:lnTo>
                  <a:pt x="638392" y="782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5" name="9ub7_3_build_PredictedLigand_4">
            <a:extLst>
              <a:ext uri="{FF2B5EF4-FFF2-40B4-BE49-F238E27FC236}">
                <a16:creationId xmlns:a16="http://schemas.microsoft.com/office/drawing/2014/main" id="{8EBD0576-E519-4E4F-9261-941BED53DAB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6" name="9ub7_3_build_PredictedLigand_5">
            <a:extLst>
              <a:ext uri="{FF2B5EF4-FFF2-40B4-BE49-F238E27FC236}">
                <a16:creationId xmlns:a16="http://schemas.microsoft.com/office/drawing/2014/main" id="{0D8FCFDC-48AE-430E-9A09-0C69106A375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869" y="891088"/>
                </a:moveTo>
                <a:lnTo>
                  <a:pt x="1321498" y="10085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7" name="9ub7_3_build_PredictedLigand_6">
            <a:extLst>
              <a:ext uri="{FF2B5EF4-FFF2-40B4-BE49-F238E27FC236}">
                <a16:creationId xmlns:a16="http://schemas.microsoft.com/office/drawing/2014/main" id="{D1051F39-7C45-49E8-9267-999D83C7C24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523" y="1013804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8" name="9ub7_3_build_PredictedLigand_7">
            <a:extLst>
              <a:ext uri="{FF2B5EF4-FFF2-40B4-BE49-F238E27FC236}">
                <a16:creationId xmlns:a16="http://schemas.microsoft.com/office/drawing/2014/main" id="{C9C58D77-700D-4FA4-8D8A-6B670F152DC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5399" y="591906"/>
                </a:moveTo>
                <a:lnTo>
                  <a:pt x="2389781" y="516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9" name="9ub7_3_build_PredictedLigand_8">
            <a:extLst>
              <a:ext uri="{FF2B5EF4-FFF2-40B4-BE49-F238E27FC236}">
                <a16:creationId xmlns:a16="http://schemas.microsoft.com/office/drawing/2014/main" id="{DB66B89B-275E-458A-BCF0-ED369FB1CDF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1498" y="1008570"/>
                </a:moveTo>
                <a:lnTo>
                  <a:pt x="1466523" y="10138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0" name="9ub7_3_build_PredictedLigand_9">
            <a:extLst>
              <a:ext uri="{FF2B5EF4-FFF2-40B4-BE49-F238E27FC236}">
                <a16:creationId xmlns:a16="http://schemas.microsoft.com/office/drawing/2014/main" id="{55FB77D3-5167-4F59-8C46-61E4B3B55CB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405" y="728207"/>
                </a:moveTo>
                <a:lnTo>
                  <a:pt x="2265399" y="591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1" name="9ub7_3_build_PredictedLigand_10">
            <a:extLst>
              <a:ext uri="{FF2B5EF4-FFF2-40B4-BE49-F238E27FC236}">
                <a16:creationId xmlns:a16="http://schemas.microsoft.com/office/drawing/2014/main" id="{B03F426B-C41E-4190-B663-B0A5F2044A7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392" y="782039"/>
                </a:moveTo>
                <a:lnTo>
                  <a:pt x="747489" y="8092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2" name="9ub7_3_build_PredictedLigand_11">
            <a:extLst>
              <a:ext uri="{FF2B5EF4-FFF2-40B4-BE49-F238E27FC236}">
                <a16:creationId xmlns:a16="http://schemas.microsoft.com/office/drawing/2014/main" id="{65DA4446-F1A4-47AA-980B-50400D3C311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053" y="889673"/>
                </a:moveTo>
                <a:lnTo>
                  <a:pt x="1458152" y="766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3" name="9ub7_3_build_PredictedLigand_12">
            <a:extLst>
              <a:ext uri="{FF2B5EF4-FFF2-40B4-BE49-F238E27FC236}">
                <a16:creationId xmlns:a16="http://schemas.microsoft.com/office/drawing/2014/main" id="{885245AE-8482-4CD8-8304-4A2B197E868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918" y="812940"/>
                </a:moveTo>
                <a:lnTo>
                  <a:pt x="1093359" y="9035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4" name="9ub7_3_build_PredictedLigand_13">
            <a:extLst>
              <a:ext uri="{FF2B5EF4-FFF2-40B4-BE49-F238E27FC236}">
                <a16:creationId xmlns:a16="http://schemas.microsoft.com/office/drawing/2014/main" id="{4AD2FA7F-EACC-475D-8AA3-E0DC69E26A5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309943" y="751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5" name="9ub7_3_build_PredictedLigand_14">
            <a:extLst>
              <a:ext uri="{FF2B5EF4-FFF2-40B4-BE49-F238E27FC236}">
                <a16:creationId xmlns:a16="http://schemas.microsoft.com/office/drawing/2014/main" id="{C49716BB-9899-4967-8334-CEECD5A18D1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6" name="9ub7_3_build_PredictedLigand_15">
            <a:extLst>
              <a:ext uri="{FF2B5EF4-FFF2-40B4-BE49-F238E27FC236}">
                <a16:creationId xmlns:a16="http://schemas.microsoft.com/office/drawing/2014/main" id="{103EFEE8-5277-497E-B218-7BA1EC8572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347643" y="376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7" name="9ub7_3_build_PredictedLigand_16">
            <a:extLst>
              <a:ext uri="{FF2B5EF4-FFF2-40B4-BE49-F238E27FC236}">
                <a16:creationId xmlns:a16="http://schemas.microsoft.com/office/drawing/2014/main" id="{54D9D6F5-23C3-42F5-8EC9-B8EE4046517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03438" y="6601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8" name="9ub7_3_build_PredictedLigand_17">
            <a:extLst>
              <a:ext uri="{FF2B5EF4-FFF2-40B4-BE49-F238E27FC236}">
                <a16:creationId xmlns:a16="http://schemas.microsoft.com/office/drawing/2014/main" id="{0AD195C9-3F3E-4F0A-B1C6-2B6ACB5E639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0871" y="730862"/>
                </a:moveTo>
                <a:lnTo>
                  <a:pt x="2238405" y="7282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9" name="9ub7_3_build_PredictedLigand_18">
            <a:extLst>
              <a:ext uri="{FF2B5EF4-FFF2-40B4-BE49-F238E27FC236}">
                <a16:creationId xmlns:a16="http://schemas.microsoft.com/office/drawing/2014/main" id="{EBAEA952-52E4-45FC-A444-76D395F5CE0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4219" y="858952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0" name="9ub7_3_build_PredictedLigand_19">
            <a:extLst>
              <a:ext uri="{FF2B5EF4-FFF2-40B4-BE49-F238E27FC236}">
                <a16:creationId xmlns:a16="http://schemas.microsoft.com/office/drawing/2014/main" id="{239914DC-2DB2-44E3-B3C2-6D38CA5E370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864219" y="8589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1" name="9ub7_3_build_PredictedLigand_20">
            <a:extLst>
              <a:ext uri="{FF2B5EF4-FFF2-40B4-BE49-F238E27FC236}">
                <a16:creationId xmlns:a16="http://schemas.microsoft.com/office/drawing/2014/main" id="{936ABFB7-413B-4E07-A4B7-31C940A5D05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550730" y="651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2" name="9ub7_3_build_PredictedLigand_21">
            <a:extLst>
              <a:ext uri="{FF2B5EF4-FFF2-40B4-BE49-F238E27FC236}">
                <a16:creationId xmlns:a16="http://schemas.microsoft.com/office/drawing/2014/main" id="{D8826179-AA58-4E6E-9745-E7CB78E053E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3" name="9ub7_3_build_PredictedLigand_22">
            <a:extLst>
              <a:ext uri="{FF2B5EF4-FFF2-40B4-BE49-F238E27FC236}">
                <a16:creationId xmlns:a16="http://schemas.microsoft.com/office/drawing/2014/main" id="{96873EE9-E715-47D2-B569-C6F5A557110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5478" y="670561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4" name="9ub7_3_build_PredictedLigand_23">
            <a:extLst>
              <a:ext uri="{FF2B5EF4-FFF2-40B4-BE49-F238E27FC236}">
                <a16:creationId xmlns:a16="http://schemas.microsoft.com/office/drawing/2014/main" id="{D4509B6A-608D-459F-BAC2-D4D66261CCA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3438" y="660147"/>
                </a:moveTo>
                <a:lnTo>
                  <a:pt x="1045478" y="6705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5" name="9ub7_3_build_PredictedLigand_24">
            <a:extLst>
              <a:ext uri="{FF2B5EF4-FFF2-40B4-BE49-F238E27FC236}">
                <a16:creationId xmlns:a16="http://schemas.microsoft.com/office/drawing/2014/main" id="{86012B32-1A4A-4DFB-9E4D-4E327627A10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518314" y="8840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6" name="9ub7_3_build_PredictedLigand_25">
            <a:extLst>
              <a:ext uri="{FF2B5EF4-FFF2-40B4-BE49-F238E27FC236}">
                <a16:creationId xmlns:a16="http://schemas.microsoft.com/office/drawing/2014/main" id="{C0565B96-7DAD-41A1-9BE8-7F0329CA208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542" y="675898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7" name="9ub7_3_build_PredictedLigand_26">
            <a:extLst>
              <a:ext uri="{FF2B5EF4-FFF2-40B4-BE49-F238E27FC236}">
                <a16:creationId xmlns:a16="http://schemas.microsoft.com/office/drawing/2014/main" id="{0E931BEB-83E2-48DC-96B7-C34060109E3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30" y="651352"/>
                </a:moveTo>
                <a:lnTo>
                  <a:pt x="1701542" y="6758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8" name="9ub7_3_build_PredictedLigand_27">
            <a:extLst>
              <a:ext uri="{FF2B5EF4-FFF2-40B4-BE49-F238E27FC236}">
                <a16:creationId xmlns:a16="http://schemas.microsoft.com/office/drawing/2014/main" id="{6C09BC9D-0953-48BA-B75E-750F24B5C35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73" y="1034586"/>
                </a:moveTo>
                <a:lnTo>
                  <a:pt x="1684702" y="912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9" name="9ub7_3_build_PredictedLigand_28">
            <a:extLst>
              <a:ext uri="{FF2B5EF4-FFF2-40B4-BE49-F238E27FC236}">
                <a16:creationId xmlns:a16="http://schemas.microsoft.com/office/drawing/2014/main" id="{FAF6A2D6-CA24-4B28-9046-13237DFDC48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907111" y="8532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0" name="9ub7_3_build_PredictedLigand_29">
            <a:extLst>
              <a:ext uri="{FF2B5EF4-FFF2-40B4-BE49-F238E27FC236}">
                <a16:creationId xmlns:a16="http://schemas.microsoft.com/office/drawing/2014/main" id="{99220CE9-C3E4-4604-9C96-1D745A46F6C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6821" y="996024"/>
                </a:moveTo>
                <a:lnTo>
                  <a:pt x="1765873" y="1034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1" name="9ub7_3_build_PredictedLigand_30">
            <a:extLst>
              <a:ext uri="{FF2B5EF4-FFF2-40B4-BE49-F238E27FC236}">
                <a16:creationId xmlns:a16="http://schemas.microsoft.com/office/drawing/2014/main" id="{982985AD-4720-42F0-991D-297F33A4B57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100871" y="730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2" name="9ub7_3_build_PredictedLigand_31">
            <a:extLst>
              <a:ext uri="{FF2B5EF4-FFF2-40B4-BE49-F238E27FC236}">
                <a16:creationId xmlns:a16="http://schemas.microsoft.com/office/drawing/2014/main" id="{732AB462-A803-4C64-8059-F018159F219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5002" y="672239"/>
                </a:moveTo>
                <a:lnTo>
                  <a:pt x="407588" y="802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3" name="9ub7_3_build_PredictedLigand_32">
            <a:extLst>
              <a:ext uri="{FF2B5EF4-FFF2-40B4-BE49-F238E27FC236}">
                <a16:creationId xmlns:a16="http://schemas.microsoft.com/office/drawing/2014/main" id="{E7869ABA-A65B-4C75-9169-C0D070E883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428152" y="548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4" name="9ub7_3_build_PredictedLigand_33">
            <a:extLst>
              <a:ext uri="{FF2B5EF4-FFF2-40B4-BE49-F238E27FC236}">
                <a16:creationId xmlns:a16="http://schemas.microsoft.com/office/drawing/2014/main" id="{811B83AF-0E03-4BB2-BF62-8076A238775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1906821" y="9960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5" name="9ub7_3_build_PredictedLigand_34">
            <a:extLst>
              <a:ext uri="{FF2B5EF4-FFF2-40B4-BE49-F238E27FC236}">
                <a16:creationId xmlns:a16="http://schemas.microsoft.com/office/drawing/2014/main" id="{194584F0-FB83-4915-B128-A88644CF014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748729" y="7516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6" name="9ub7_3_build_PredictedLigand_35">
            <a:extLst>
              <a:ext uri="{FF2B5EF4-FFF2-40B4-BE49-F238E27FC236}">
                <a16:creationId xmlns:a16="http://schemas.microsoft.com/office/drawing/2014/main" id="{C10AD615-2D6E-4AC7-A123-8B544B78F0E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333795" y="860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7" name="9ub7_3_build_PredictedLigand_36">
            <a:extLst>
              <a:ext uri="{FF2B5EF4-FFF2-40B4-BE49-F238E27FC236}">
                <a16:creationId xmlns:a16="http://schemas.microsoft.com/office/drawing/2014/main" id="{CB29FA03-069A-447D-B787-A21AB3778E6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2017310" y="7666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8" name="9ub7_3_build_PredictedLigand_37">
            <a:extLst>
              <a:ext uri="{FF2B5EF4-FFF2-40B4-BE49-F238E27FC236}">
                <a16:creationId xmlns:a16="http://schemas.microsoft.com/office/drawing/2014/main" id="{8F78EEFE-A6DB-4FF8-B4CD-238A44E5FF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096163" y="811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9" name="9ub7_3_build_PredictedAtoms_0">
            <a:extLst>
              <a:ext uri="{FF2B5EF4-FFF2-40B4-BE49-F238E27FC236}">
                <a16:creationId xmlns:a16="http://schemas.microsoft.com/office/drawing/2014/main" id="{1455F61E-4F39-4B05-9DCB-4D9C7ED99F8B}"/>
              </a:ext>
            </a:extLst>
          </p:cNvPr>
          <p:cNvSpPr>
            <a:spLocks noGrp="1"/>
          </p:cNvSpPr>
          <p:nvPr/>
        </p:nvSpPr>
        <p:spPr>
          <a:xfrm>
            <a:off x="6571009" y="32373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0" name="9ub7_3_build_PredictedAtoms_1">
            <a:extLst>
              <a:ext uri="{FF2B5EF4-FFF2-40B4-BE49-F238E27FC236}">
                <a16:creationId xmlns:a16="http://schemas.microsoft.com/office/drawing/2014/main" id="{CCBA2988-8D10-4535-8BD0-471DE0EDBA05}"/>
              </a:ext>
            </a:extLst>
          </p:cNvPr>
          <p:cNvSpPr>
            <a:spLocks noGrp="1"/>
          </p:cNvSpPr>
          <p:nvPr/>
        </p:nvSpPr>
        <p:spPr>
          <a:xfrm>
            <a:off x="6563595" y="33677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1" name="9ub7_3_build_PredictedAtoms_2">
            <a:extLst>
              <a:ext uri="{FF2B5EF4-FFF2-40B4-BE49-F238E27FC236}">
                <a16:creationId xmlns:a16="http://schemas.microsoft.com/office/drawing/2014/main" id="{EA22F6BD-4E26-4DC3-8569-BB1DB9648744}"/>
              </a:ext>
            </a:extLst>
          </p:cNvPr>
          <p:cNvSpPr>
            <a:spLocks noGrp="1"/>
          </p:cNvSpPr>
          <p:nvPr/>
        </p:nvSpPr>
        <p:spPr>
          <a:xfrm>
            <a:off x="6489802" y="34250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2" name="9ub7_3_build_PredictedAtoms_3">
            <a:extLst>
              <a:ext uri="{FF2B5EF4-FFF2-40B4-BE49-F238E27FC236}">
                <a16:creationId xmlns:a16="http://schemas.microsoft.com/office/drawing/2014/main" id="{D9CFF0E0-211B-4873-BAE1-E9856C3BE05E}"/>
              </a:ext>
            </a:extLst>
          </p:cNvPr>
          <p:cNvSpPr>
            <a:spLocks noGrp="1"/>
          </p:cNvSpPr>
          <p:nvPr/>
        </p:nvSpPr>
        <p:spPr>
          <a:xfrm>
            <a:off x="6674322" y="34491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3" name="9ub7_3_build_PredictedAtoms_4">
            <a:extLst>
              <a:ext uri="{FF2B5EF4-FFF2-40B4-BE49-F238E27FC236}">
                <a16:creationId xmlns:a16="http://schemas.microsoft.com/office/drawing/2014/main" id="{BBA264D3-9307-42A2-B763-58FAABEE05DF}"/>
              </a:ext>
            </a:extLst>
          </p:cNvPr>
          <p:cNvSpPr>
            <a:spLocks noGrp="1"/>
          </p:cNvSpPr>
          <p:nvPr/>
        </p:nvSpPr>
        <p:spPr>
          <a:xfrm>
            <a:off x="6794400" y="3347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4" name="9ub7_3_build_PredictedAtoms_5">
            <a:extLst>
              <a:ext uri="{FF2B5EF4-FFF2-40B4-BE49-F238E27FC236}">
                <a16:creationId xmlns:a16="http://schemas.microsoft.com/office/drawing/2014/main" id="{78BF441F-4A10-4A9A-BB1C-166E0254269C}"/>
              </a:ext>
            </a:extLst>
          </p:cNvPr>
          <p:cNvSpPr>
            <a:spLocks noGrp="1"/>
          </p:cNvSpPr>
          <p:nvPr/>
        </p:nvSpPr>
        <p:spPr>
          <a:xfrm>
            <a:off x="6903497" y="33743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5" name="9ub7_3_build_PredictedAtoms_6">
            <a:extLst>
              <a:ext uri="{FF2B5EF4-FFF2-40B4-BE49-F238E27FC236}">
                <a16:creationId xmlns:a16="http://schemas.microsoft.com/office/drawing/2014/main" id="{3ABB64C2-521E-4BE7-91DF-C39241A1E184}"/>
              </a:ext>
            </a:extLst>
          </p:cNvPr>
          <p:cNvSpPr>
            <a:spLocks noGrp="1"/>
          </p:cNvSpPr>
          <p:nvPr/>
        </p:nvSpPr>
        <p:spPr>
          <a:xfrm>
            <a:off x="6904736" y="33167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6" name="9ub7_3_build_PredictedAtoms_7">
            <a:extLst>
              <a:ext uri="{FF2B5EF4-FFF2-40B4-BE49-F238E27FC236}">
                <a16:creationId xmlns:a16="http://schemas.microsoft.com/office/drawing/2014/main" id="{CB6310E1-5263-4170-884D-B9D7CEB3E383}"/>
              </a:ext>
            </a:extLst>
          </p:cNvPr>
          <p:cNvSpPr>
            <a:spLocks noGrp="1"/>
          </p:cNvSpPr>
          <p:nvPr/>
        </p:nvSpPr>
        <p:spPr>
          <a:xfrm>
            <a:off x="7020226" y="34240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7" name="9ub7_3_build_PredictedAtoms_8">
            <a:extLst>
              <a:ext uri="{FF2B5EF4-FFF2-40B4-BE49-F238E27FC236}">
                <a16:creationId xmlns:a16="http://schemas.microsoft.com/office/drawing/2014/main" id="{C73C8EF5-1AB4-4E73-8C5A-C4139F2D6ABB}"/>
              </a:ext>
            </a:extLst>
          </p:cNvPr>
          <p:cNvSpPr>
            <a:spLocks noGrp="1"/>
          </p:cNvSpPr>
          <p:nvPr/>
        </p:nvSpPr>
        <p:spPr>
          <a:xfrm>
            <a:off x="7155926" y="33780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8" name="9ub7_3_build_PredictedAtoms_9">
            <a:extLst>
              <a:ext uri="{FF2B5EF4-FFF2-40B4-BE49-F238E27FC236}">
                <a16:creationId xmlns:a16="http://schemas.microsoft.com/office/drawing/2014/main" id="{C5E1BF03-0FF3-4134-A527-3E6225929C5E}"/>
              </a:ext>
            </a:extLst>
          </p:cNvPr>
          <p:cNvSpPr>
            <a:spLocks noGrp="1"/>
          </p:cNvSpPr>
          <p:nvPr/>
        </p:nvSpPr>
        <p:spPr>
          <a:xfrm>
            <a:off x="7249367" y="3468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9" name="9ub7_3_build_PredictedAtoms_10">
            <a:extLst>
              <a:ext uri="{FF2B5EF4-FFF2-40B4-BE49-F238E27FC236}">
                <a16:creationId xmlns:a16="http://schemas.microsoft.com/office/drawing/2014/main" id="{5EA14FCF-B26F-45D4-8036-4A19F723D3FA}"/>
              </a:ext>
            </a:extLst>
          </p:cNvPr>
          <p:cNvSpPr>
            <a:spLocks noGrp="1"/>
          </p:cNvSpPr>
          <p:nvPr/>
        </p:nvSpPr>
        <p:spPr>
          <a:xfrm>
            <a:off x="7399876" y="3456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0" name="9ub7_3_build_PredictedAtoms_11">
            <a:extLst>
              <a:ext uri="{FF2B5EF4-FFF2-40B4-BE49-F238E27FC236}">
                <a16:creationId xmlns:a16="http://schemas.microsoft.com/office/drawing/2014/main" id="{EADFBFAA-74DF-4485-9337-524D2D37E654}"/>
              </a:ext>
            </a:extLst>
          </p:cNvPr>
          <p:cNvSpPr>
            <a:spLocks noGrp="1"/>
          </p:cNvSpPr>
          <p:nvPr/>
        </p:nvSpPr>
        <p:spPr>
          <a:xfrm>
            <a:off x="7477506" y="35736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1" name="9ub7_3_build_PredictedAtoms_12">
            <a:extLst>
              <a:ext uri="{FF2B5EF4-FFF2-40B4-BE49-F238E27FC236}">
                <a16:creationId xmlns:a16="http://schemas.microsoft.com/office/drawing/2014/main" id="{9FC57157-11AB-432D-BE3C-6249DE904E5F}"/>
              </a:ext>
            </a:extLst>
          </p:cNvPr>
          <p:cNvSpPr>
            <a:spLocks noGrp="1"/>
          </p:cNvSpPr>
          <p:nvPr/>
        </p:nvSpPr>
        <p:spPr>
          <a:xfrm>
            <a:off x="7622530" y="357888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2" name="9ub7_3_build_PredictedAtoms_13">
            <a:extLst>
              <a:ext uri="{FF2B5EF4-FFF2-40B4-BE49-F238E27FC236}">
                <a16:creationId xmlns:a16="http://schemas.microsoft.com/office/drawing/2014/main" id="{0B85274F-63C4-4BF8-B66E-76CCD1653807}"/>
              </a:ext>
            </a:extLst>
          </p:cNvPr>
          <p:cNvSpPr>
            <a:spLocks noGrp="1"/>
          </p:cNvSpPr>
          <p:nvPr/>
        </p:nvSpPr>
        <p:spPr>
          <a:xfrm>
            <a:off x="7701061" y="34547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3" name="9ub7_3_build_PredictedAtoms_14">
            <a:extLst>
              <a:ext uri="{FF2B5EF4-FFF2-40B4-BE49-F238E27FC236}">
                <a16:creationId xmlns:a16="http://schemas.microsoft.com/office/drawing/2014/main" id="{9937E8F7-8E5B-4396-B0D1-5D0EB126FB53}"/>
              </a:ext>
            </a:extLst>
          </p:cNvPr>
          <p:cNvSpPr>
            <a:spLocks noGrp="1"/>
          </p:cNvSpPr>
          <p:nvPr/>
        </p:nvSpPr>
        <p:spPr>
          <a:xfrm>
            <a:off x="7614159" y="3331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4" name="9ub7_3_build_PredictedAtoms_15">
            <a:extLst>
              <a:ext uri="{FF2B5EF4-FFF2-40B4-BE49-F238E27FC236}">
                <a16:creationId xmlns:a16="http://schemas.microsoft.com/office/drawing/2014/main" id="{D13418D0-9E79-44B0-ADCE-20D9DDE1ABB7}"/>
              </a:ext>
            </a:extLst>
          </p:cNvPr>
          <p:cNvSpPr>
            <a:spLocks noGrp="1"/>
          </p:cNvSpPr>
          <p:nvPr/>
        </p:nvSpPr>
        <p:spPr>
          <a:xfrm>
            <a:off x="7706738" y="32164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5" name="9ub7_3_build_PredictedAtoms_16">
            <a:extLst>
              <a:ext uri="{FF2B5EF4-FFF2-40B4-BE49-F238E27FC236}">
                <a16:creationId xmlns:a16="http://schemas.microsoft.com/office/drawing/2014/main" id="{CF19DEBE-0C97-4E34-BB59-A7F56E8F5F25}"/>
              </a:ext>
            </a:extLst>
          </p:cNvPr>
          <p:cNvSpPr>
            <a:spLocks noGrp="1"/>
          </p:cNvSpPr>
          <p:nvPr/>
        </p:nvSpPr>
        <p:spPr>
          <a:xfrm>
            <a:off x="7857550" y="3240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6" name="9ub7_3_build_PredictedAtoms_17">
            <a:extLst>
              <a:ext uri="{FF2B5EF4-FFF2-40B4-BE49-F238E27FC236}">
                <a16:creationId xmlns:a16="http://schemas.microsoft.com/office/drawing/2014/main" id="{14338CE7-2D70-4FA9-BB2E-272F8A88E326}"/>
              </a:ext>
            </a:extLst>
          </p:cNvPr>
          <p:cNvSpPr>
            <a:spLocks noGrp="1"/>
          </p:cNvSpPr>
          <p:nvPr/>
        </p:nvSpPr>
        <p:spPr>
          <a:xfrm>
            <a:off x="7930940" y="33702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7" name="9ub7_3_build_PredictedAtoms_18">
            <a:extLst>
              <a:ext uri="{FF2B5EF4-FFF2-40B4-BE49-F238E27FC236}">
                <a16:creationId xmlns:a16="http://schemas.microsoft.com/office/drawing/2014/main" id="{B4D8C70F-8B34-4F09-83F8-2CFD8CFB7888}"/>
              </a:ext>
            </a:extLst>
          </p:cNvPr>
          <p:cNvSpPr>
            <a:spLocks noGrp="1"/>
          </p:cNvSpPr>
          <p:nvPr/>
        </p:nvSpPr>
        <p:spPr>
          <a:xfrm>
            <a:off x="7986829" y="3362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8" name="9ub7_3_build_PredictedAtoms_19">
            <a:extLst>
              <a:ext uri="{FF2B5EF4-FFF2-40B4-BE49-F238E27FC236}">
                <a16:creationId xmlns:a16="http://schemas.microsoft.com/office/drawing/2014/main" id="{8F855315-9427-44D5-9646-CCF531397A81}"/>
              </a:ext>
            </a:extLst>
          </p:cNvPr>
          <p:cNvSpPr>
            <a:spLocks noGrp="1"/>
          </p:cNvSpPr>
          <p:nvPr/>
        </p:nvSpPr>
        <p:spPr>
          <a:xfrm>
            <a:off x="8063119" y="34182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9" name="9ub7_3_build_PredictedAtoms_20">
            <a:extLst>
              <a:ext uri="{FF2B5EF4-FFF2-40B4-BE49-F238E27FC236}">
                <a16:creationId xmlns:a16="http://schemas.microsoft.com/office/drawing/2014/main" id="{E1438C17-46D4-4E4E-A55A-71EFFEAB0557}"/>
              </a:ext>
            </a:extLst>
          </p:cNvPr>
          <p:cNvSpPr>
            <a:spLocks noGrp="1"/>
          </p:cNvSpPr>
          <p:nvPr/>
        </p:nvSpPr>
        <p:spPr>
          <a:xfrm>
            <a:off x="8173317" y="33316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0" name="9ub7_3_build_PredictedAtoms_21">
            <a:extLst>
              <a:ext uri="{FF2B5EF4-FFF2-40B4-BE49-F238E27FC236}">
                <a16:creationId xmlns:a16="http://schemas.microsoft.com/office/drawing/2014/main" id="{B24A5B0F-4F32-47F7-9460-EB9293785A13}"/>
              </a:ext>
            </a:extLst>
          </p:cNvPr>
          <p:cNvSpPr>
            <a:spLocks noGrp="1"/>
          </p:cNvSpPr>
          <p:nvPr/>
        </p:nvSpPr>
        <p:spPr>
          <a:xfrm>
            <a:off x="8252170" y="33764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1" name="9ub7_3_build_PredictedAtoms_22">
            <a:extLst>
              <a:ext uri="{FF2B5EF4-FFF2-40B4-BE49-F238E27FC236}">
                <a16:creationId xmlns:a16="http://schemas.microsoft.com/office/drawing/2014/main" id="{DF59CA21-BAE4-44AA-B74B-035D00318E7D}"/>
              </a:ext>
            </a:extLst>
          </p:cNvPr>
          <p:cNvSpPr>
            <a:spLocks noGrp="1"/>
          </p:cNvSpPr>
          <p:nvPr/>
        </p:nvSpPr>
        <p:spPr>
          <a:xfrm>
            <a:off x="8256878" y="3295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2" name="9ub7_3_build_PredictedAtoms_23">
            <a:extLst>
              <a:ext uri="{FF2B5EF4-FFF2-40B4-BE49-F238E27FC236}">
                <a16:creationId xmlns:a16="http://schemas.microsoft.com/office/drawing/2014/main" id="{EBE187A8-D477-43BB-8984-9B5BDAE7F650}"/>
              </a:ext>
            </a:extLst>
          </p:cNvPr>
          <p:cNvSpPr>
            <a:spLocks noGrp="1"/>
          </p:cNvSpPr>
          <p:nvPr/>
        </p:nvSpPr>
        <p:spPr>
          <a:xfrm>
            <a:off x="8394412" y="32932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3" name="9ub7_3_build_PredictedAtoms_24">
            <a:extLst>
              <a:ext uri="{FF2B5EF4-FFF2-40B4-BE49-F238E27FC236}">
                <a16:creationId xmlns:a16="http://schemas.microsoft.com/office/drawing/2014/main" id="{47D059A2-4C72-41C8-8C51-BDD17A6081BF}"/>
              </a:ext>
            </a:extLst>
          </p:cNvPr>
          <p:cNvSpPr>
            <a:spLocks noGrp="1"/>
          </p:cNvSpPr>
          <p:nvPr/>
        </p:nvSpPr>
        <p:spPr>
          <a:xfrm>
            <a:off x="8421406" y="31569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4" name="9ub7_3_build_PredictedAtoms_25">
            <a:extLst>
              <a:ext uri="{FF2B5EF4-FFF2-40B4-BE49-F238E27FC236}">
                <a16:creationId xmlns:a16="http://schemas.microsoft.com/office/drawing/2014/main" id="{6E0EA72F-CB7E-4A8E-8FA8-0D8F46053F17}"/>
              </a:ext>
            </a:extLst>
          </p:cNvPr>
          <p:cNvSpPr>
            <a:spLocks noGrp="1"/>
          </p:cNvSpPr>
          <p:nvPr/>
        </p:nvSpPr>
        <p:spPr>
          <a:xfrm>
            <a:off x="8545788" y="30820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5" name="9ub7_3_build_PredictedAtoms_26">
            <a:extLst>
              <a:ext uri="{FF2B5EF4-FFF2-40B4-BE49-F238E27FC236}">
                <a16:creationId xmlns:a16="http://schemas.microsoft.com/office/drawing/2014/main" id="{505B253C-5BB2-446E-9FB6-BA00ED6E81E8}"/>
              </a:ext>
            </a:extLst>
          </p:cNvPr>
          <p:cNvSpPr>
            <a:spLocks noGrp="1"/>
          </p:cNvSpPr>
          <p:nvPr/>
        </p:nvSpPr>
        <p:spPr>
          <a:xfrm>
            <a:off x="8503650" y="2941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6" name="9ub7_3_build_PredictedAtoms_27">
            <a:extLst>
              <a:ext uri="{FF2B5EF4-FFF2-40B4-BE49-F238E27FC236}">
                <a16:creationId xmlns:a16="http://schemas.microsoft.com/office/drawing/2014/main" id="{3E1D59A3-D79E-41EE-A0A6-3ED4FC54D264}"/>
              </a:ext>
            </a:extLst>
          </p:cNvPr>
          <p:cNvSpPr>
            <a:spLocks noGrp="1"/>
          </p:cNvSpPr>
          <p:nvPr/>
        </p:nvSpPr>
        <p:spPr>
          <a:xfrm>
            <a:off x="8584159" y="31137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7" name="9ub7_3_build_PredictedAtoms_28">
            <a:extLst>
              <a:ext uri="{FF2B5EF4-FFF2-40B4-BE49-F238E27FC236}">
                <a16:creationId xmlns:a16="http://schemas.microsoft.com/office/drawing/2014/main" id="{D068BE9C-DFAF-4332-843F-F13B4FC9BD56}"/>
              </a:ext>
            </a:extLst>
          </p:cNvPr>
          <p:cNvSpPr>
            <a:spLocks noGrp="1"/>
          </p:cNvSpPr>
          <p:nvPr/>
        </p:nvSpPr>
        <p:spPr>
          <a:xfrm>
            <a:off x="8062829" y="35611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8" name="9ub7_3_build_PredictedAtoms_29">
            <a:extLst>
              <a:ext uri="{FF2B5EF4-FFF2-40B4-BE49-F238E27FC236}">
                <a16:creationId xmlns:a16="http://schemas.microsoft.com/office/drawing/2014/main" id="{6AAED714-319A-40D0-A782-4C84218E4125}"/>
              </a:ext>
            </a:extLst>
          </p:cNvPr>
          <p:cNvSpPr>
            <a:spLocks noGrp="1"/>
          </p:cNvSpPr>
          <p:nvPr/>
        </p:nvSpPr>
        <p:spPr>
          <a:xfrm>
            <a:off x="7921881" y="35996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9" name="9ub7_3_build_PredictedAtoms_30">
            <a:extLst>
              <a:ext uri="{FF2B5EF4-FFF2-40B4-BE49-F238E27FC236}">
                <a16:creationId xmlns:a16="http://schemas.microsoft.com/office/drawing/2014/main" id="{D3B42B04-31A1-45D4-A6DE-FBAD9BB28E8C}"/>
              </a:ext>
            </a:extLst>
          </p:cNvPr>
          <p:cNvSpPr>
            <a:spLocks noGrp="1"/>
          </p:cNvSpPr>
          <p:nvPr/>
        </p:nvSpPr>
        <p:spPr>
          <a:xfrm>
            <a:off x="7840709" y="34771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0" name="9ub7_3_build_PredictedAtoms_31">
            <a:extLst>
              <a:ext uri="{FF2B5EF4-FFF2-40B4-BE49-F238E27FC236}">
                <a16:creationId xmlns:a16="http://schemas.microsoft.com/office/drawing/2014/main" id="{6B2CAF52-49E7-420C-850E-6A489C6F6594}"/>
              </a:ext>
            </a:extLst>
          </p:cNvPr>
          <p:cNvSpPr>
            <a:spLocks noGrp="1"/>
          </p:cNvSpPr>
          <p:nvPr/>
        </p:nvSpPr>
        <p:spPr>
          <a:xfrm>
            <a:off x="7465950" y="3316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1" name="9ub7_3_build_PredictedAtoms_32">
            <a:extLst>
              <a:ext uri="{FF2B5EF4-FFF2-40B4-BE49-F238E27FC236}">
                <a16:creationId xmlns:a16="http://schemas.microsoft.com/office/drawing/2014/main" id="{AA0D5852-D0C3-47AE-B2A3-2091E45CC98F}"/>
              </a:ext>
            </a:extLst>
          </p:cNvPr>
          <p:cNvSpPr>
            <a:spLocks noGrp="1"/>
          </p:cNvSpPr>
          <p:nvPr/>
        </p:nvSpPr>
        <p:spPr>
          <a:xfrm>
            <a:off x="7467629" y="32622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2" name="9ub7_3_build_PredictedAtoms_33">
            <a:extLst>
              <a:ext uri="{FF2B5EF4-FFF2-40B4-BE49-F238E27FC236}">
                <a16:creationId xmlns:a16="http://schemas.microsoft.com/office/drawing/2014/main" id="{DF33AC8C-91B2-40B0-A468-B36FC5352779}"/>
              </a:ext>
            </a:extLst>
          </p:cNvPr>
          <p:cNvSpPr>
            <a:spLocks noGrp="1"/>
          </p:cNvSpPr>
          <p:nvPr/>
        </p:nvSpPr>
        <p:spPr>
          <a:xfrm>
            <a:off x="7359446" y="32252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3" name="9ub7_3_build_PredictedAtoms_34">
            <a:extLst>
              <a:ext uri="{FF2B5EF4-FFF2-40B4-BE49-F238E27FC236}">
                <a16:creationId xmlns:a16="http://schemas.microsoft.com/office/drawing/2014/main" id="{FD8F4CDF-B389-411D-8C05-FAB592E770E4}"/>
              </a:ext>
            </a:extLst>
          </p:cNvPr>
          <p:cNvSpPr>
            <a:spLocks noGrp="1"/>
          </p:cNvSpPr>
          <p:nvPr/>
        </p:nvSpPr>
        <p:spPr>
          <a:xfrm>
            <a:off x="7201485" y="32356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4" name="stage3-cases-main_20">
            <a:extLst>
              <a:ext uri="{FF2B5EF4-FFF2-40B4-BE49-F238E27FC236}">
                <a16:creationId xmlns:a16="http://schemas.microsoft.com/office/drawing/2014/main" id="{A73D79A6-E9A8-41C1-BFD5-1FFE6596C400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2.64 Å   D 83%   Clash 0</a:t>
            </a:r>
          </a:p>
        </p:txBody>
      </p:sp>
      <p:sp>
        <p:nvSpPr>
          <p:cNvPr id="655" name="stage3-cases-main_21">
            <a:extLst>
              <a:ext uri="{FF2B5EF4-FFF2-40B4-BE49-F238E27FC236}">
                <a16:creationId xmlns:a16="http://schemas.microsoft.com/office/drawing/2014/main" id="{3318C989-5447-465D-8698-3C389BBF8A1A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c  9R3D · IHP (A:2401)</a:t>
            </a:r>
          </a:p>
        </p:txBody>
      </p:sp>
      <p:sp>
        <p:nvSpPr>
          <p:cNvPr id="656" name="stage3-cases-main_22">
            <a:extLst>
              <a:ext uri="{FF2B5EF4-FFF2-40B4-BE49-F238E27FC236}">
                <a16:creationId xmlns:a16="http://schemas.microsoft.com/office/drawing/2014/main" id="{C369A902-460A-48C4-9F98-22AE295BDBE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92767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57" name="stage3-cases-main_23">
            <a:extLst>
              <a:ext uri="{FF2B5EF4-FFF2-40B4-BE49-F238E27FC236}">
                <a16:creationId xmlns:a16="http://schemas.microsoft.com/office/drawing/2014/main" id="{6429F5AB-2B1E-4DDA-80B1-6B9493BE4841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58" name="9r3d_0_official_Receptor">
            <a:extLst>
              <a:ext uri="{FF2B5EF4-FFF2-40B4-BE49-F238E27FC236}">
                <a16:creationId xmlns:a16="http://schemas.microsoft.com/office/drawing/2014/main" id="{D5DFE379-5F34-46EB-81F9-41D72C70654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659" name="9r3d_0_official_ExperimentalDensity">
            <a:extLst>
              <a:ext uri="{FF2B5EF4-FFF2-40B4-BE49-F238E27FC236}">
                <a16:creationId xmlns:a16="http://schemas.microsoft.com/office/drawing/2014/main" id="{E6A94657-DC02-410D-BD79-A8B8085D91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60" name="9r3d_0_official_ReferenceLigand_0">
            <a:extLst>
              <a:ext uri="{FF2B5EF4-FFF2-40B4-BE49-F238E27FC236}">
                <a16:creationId xmlns:a16="http://schemas.microsoft.com/office/drawing/2014/main" id="{8B94A6A5-FBD4-401D-A14D-79FC6487D69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1" name="9r3d_0_official_ReferenceLigand_1">
            <a:extLst>
              <a:ext uri="{FF2B5EF4-FFF2-40B4-BE49-F238E27FC236}">
                <a16:creationId xmlns:a16="http://schemas.microsoft.com/office/drawing/2014/main" id="{85F506B6-DAAA-4DEA-9C44-84B10986D95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2" name="9r3d_0_official_ReferenceLigand_2">
            <a:extLst>
              <a:ext uri="{FF2B5EF4-FFF2-40B4-BE49-F238E27FC236}">
                <a16:creationId xmlns:a16="http://schemas.microsoft.com/office/drawing/2014/main" id="{F11A5750-F075-4ACA-98C8-5EDB1FECC82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3" name="9r3d_0_official_ReferenceLigand_3">
            <a:extLst>
              <a:ext uri="{FF2B5EF4-FFF2-40B4-BE49-F238E27FC236}">
                <a16:creationId xmlns:a16="http://schemas.microsoft.com/office/drawing/2014/main" id="{301D96FC-6A9D-4CAC-A570-9CCCC455DFC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4" name="9r3d_0_official_ReferenceLigand_4">
            <a:extLst>
              <a:ext uri="{FF2B5EF4-FFF2-40B4-BE49-F238E27FC236}">
                <a16:creationId xmlns:a16="http://schemas.microsoft.com/office/drawing/2014/main" id="{1806E1C4-C6C3-41F7-9CC9-0CD46C3B0D4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5" name="9r3d_0_official_ReferenceLigand_5">
            <a:extLst>
              <a:ext uri="{FF2B5EF4-FFF2-40B4-BE49-F238E27FC236}">
                <a16:creationId xmlns:a16="http://schemas.microsoft.com/office/drawing/2014/main" id="{246393AF-546C-4C4C-ADB0-76D629911D8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6" name="9r3d_0_official_ReferenceLigand_6">
            <a:extLst>
              <a:ext uri="{FF2B5EF4-FFF2-40B4-BE49-F238E27FC236}">
                <a16:creationId xmlns:a16="http://schemas.microsoft.com/office/drawing/2014/main" id="{9FBC0935-6E27-4900-9A6A-FC0F44BD058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7" name="9r3d_0_official_ReferenceLigand_7">
            <a:extLst>
              <a:ext uri="{FF2B5EF4-FFF2-40B4-BE49-F238E27FC236}">
                <a16:creationId xmlns:a16="http://schemas.microsoft.com/office/drawing/2014/main" id="{E97E7022-5686-464F-9960-F14028B21B0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8" name="9r3d_0_official_ReferenceLigand_8">
            <a:extLst>
              <a:ext uri="{FF2B5EF4-FFF2-40B4-BE49-F238E27FC236}">
                <a16:creationId xmlns:a16="http://schemas.microsoft.com/office/drawing/2014/main" id="{D820D7F9-4C66-47E6-8046-9E471253F0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9" name="9r3d_0_official_ReferenceLigand_9">
            <a:extLst>
              <a:ext uri="{FF2B5EF4-FFF2-40B4-BE49-F238E27FC236}">
                <a16:creationId xmlns:a16="http://schemas.microsoft.com/office/drawing/2014/main" id="{CCF0AADB-C016-474A-97DC-F2437936809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0" name="9r3d_0_official_ReferenceLigand_10">
            <a:extLst>
              <a:ext uri="{FF2B5EF4-FFF2-40B4-BE49-F238E27FC236}">
                <a16:creationId xmlns:a16="http://schemas.microsoft.com/office/drawing/2014/main" id="{F5DA08F2-0093-4C41-B1D9-83E57661046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1" name="9r3d_0_official_ReferenceLigand_11">
            <a:extLst>
              <a:ext uri="{FF2B5EF4-FFF2-40B4-BE49-F238E27FC236}">
                <a16:creationId xmlns:a16="http://schemas.microsoft.com/office/drawing/2014/main" id="{11DB169F-5B1F-44CA-9839-6E48D528818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2" name="9r3d_0_official_ReferenceLigand_12">
            <a:extLst>
              <a:ext uri="{FF2B5EF4-FFF2-40B4-BE49-F238E27FC236}">
                <a16:creationId xmlns:a16="http://schemas.microsoft.com/office/drawing/2014/main" id="{536A9199-78D8-4282-BB58-E2BF2220E90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3" name="9r3d_0_official_ReferenceLigand_13">
            <a:extLst>
              <a:ext uri="{FF2B5EF4-FFF2-40B4-BE49-F238E27FC236}">
                <a16:creationId xmlns:a16="http://schemas.microsoft.com/office/drawing/2014/main" id="{DBCB12B1-F4EE-4607-AC94-744511C2AA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4" name="9r3d_0_official_ReferenceLigand_14">
            <a:extLst>
              <a:ext uri="{FF2B5EF4-FFF2-40B4-BE49-F238E27FC236}">
                <a16:creationId xmlns:a16="http://schemas.microsoft.com/office/drawing/2014/main" id="{97D8DB87-45B1-42A6-93FF-D0CEF71FE93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5" name="9r3d_0_official_ReferenceLigand_15">
            <a:extLst>
              <a:ext uri="{FF2B5EF4-FFF2-40B4-BE49-F238E27FC236}">
                <a16:creationId xmlns:a16="http://schemas.microsoft.com/office/drawing/2014/main" id="{252FB19E-9A10-4D2B-86D5-EB0DE2D15C5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6" name="9r3d_0_official_ReferenceLigand_16">
            <a:extLst>
              <a:ext uri="{FF2B5EF4-FFF2-40B4-BE49-F238E27FC236}">
                <a16:creationId xmlns:a16="http://schemas.microsoft.com/office/drawing/2014/main" id="{FF082BB8-C466-4FE5-BD2E-AE708325EA0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7" name="9r3d_0_official_ReferenceLigand_17">
            <a:extLst>
              <a:ext uri="{FF2B5EF4-FFF2-40B4-BE49-F238E27FC236}">
                <a16:creationId xmlns:a16="http://schemas.microsoft.com/office/drawing/2014/main" id="{54C1D07A-30F3-48E6-BC11-5B4FC406CC2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8" name="9r3d_0_official_ReferenceLigand_18">
            <a:extLst>
              <a:ext uri="{FF2B5EF4-FFF2-40B4-BE49-F238E27FC236}">
                <a16:creationId xmlns:a16="http://schemas.microsoft.com/office/drawing/2014/main" id="{B91E4E57-C804-4FA0-BCE8-331700F34AC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9" name="9r3d_0_official_ReferenceLigand_19">
            <a:extLst>
              <a:ext uri="{FF2B5EF4-FFF2-40B4-BE49-F238E27FC236}">
                <a16:creationId xmlns:a16="http://schemas.microsoft.com/office/drawing/2014/main" id="{DE67A89D-5327-4CD0-BD90-26DAF88049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0" name="9r3d_0_official_ReferenceLigand_20">
            <a:extLst>
              <a:ext uri="{FF2B5EF4-FFF2-40B4-BE49-F238E27FC236}">
                <a16:creationId xmlns:a16="http://schemas.microsoft.com/office/drawing/2014/main" id="{80BD82B3-8E07-460D-B91F-508BE5BF1DA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1" name="9r3d_0_official_ReferenceLigand_21">
            <a:extLst>
              <a:ext uri="{FF2B5EF4-FFF2-40B4-BE49-F238E27FC236}">
                <a16:creationId xmlns:a16="http://schemas.microsoft.com/office/drawing/2014/main" id="{CAD23A02-132F-4F59-B740-D08E0BCF8F0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2" name="9r3d_0_official_ReferenceLigand_22">
            <a:extLst>
              <a:ext uri="{FF2B5EF4-FFF2-40B4-BE49-F238E27FC236}">
                <a16:creationId xmlns:a16="http://schemas.microsoft.com/office/drawing/2014/main" id="{D7F3E0F5-7471-47BB-98FF-2CA56C54039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3" name="9r3d_0_official_ReferenceLigand_23">
            <a:extLst>
              <a:ext uri="{FF2B5EF4-FFF2-40B4-BE49-F238E27FC236}">
                <a16:creationId xmlns:a16="http://schemas.microsoft.com/office/drawing/2014/main" id="{4421B646-7214-4CF9-993F-0F39FB9B9A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4" name="9r3d_0_official_ReferenceLigand_24">
            <a:extLst>
              <a:ext uri="{FF2B5EF4-FFF2-40B4-BE49-F238E27FC236}">
                <a16:creationId xmlns:a16="http://schemas.microsoft.com/office/drawing/2014/main" id="{EAF86047-2550-4547-8546-9EC12589E89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5" name="9r3d_0_official_ReferenceLigand_25">
            <a:extLst>
              <a:ext uri="{FF2B5EF4-FFF2-40B4-BE49-F238E27FC236}">
                <a16:creationId xmlns:a16="http://schemas.microsoft.com/office/drawing/2014/main" id="{E87E1AF7-6F38-4A1D-8339-B8CD277B9C8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6" name="9r3d_0_official_ReferenceLigand_26">
            <a:extLst>
              <a:ext uri="{FF2B5EF4-FFF2-40B4-BE49-F238E27FC236}">
                <a16:creationId xmlns:a16="http://schemas.microsoft.com/office/drawing/2014/main" id="{CB9CCEC7-981F-4A93-9BC5-3F3FFEB2668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7" name="9r3d_0_official_ReferenceLigand_27">
            <a:extLst>
              <a:ext uri="{FF2B5EF4-FFF2-40B4-BE49-F238E27FC236}">
                <a16:creationId xmlns:a16="http://schemas.microsoft.com/office/drawing/2014/main" id="{FA3F6C9F-D0EB-4F0E-A9B5-9B75F46A9B1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8" name="9r3d_0_official_ReferenceLigand_28">
            <a:extLst>
              <a:ext uri="{FF2B5EF4-FFF2-40B4-BE49-F238E27FC236}">
                <a16:creationId xmlns:a16="http://schemas.microsoft.com/office/drawing/2014/main" id="{D475C873-CAB9-434A-867B-269B397BE14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9" name="9r3d_0_official_ReferenceLigand_29">
            <a:extLst>
              <a:ext uri="{FF2B5EF4-FFF2-40B4-BE49-F238E27FC236}">
                <a16:creationId xmlns:a16="http://schemas.microsoft.com/office/drawing/2014/main" id="{A8F260AC-CDA2-4CBB-97E7-E4B12DD9F6A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0" name="9r3d_0_official_ReferenceLigand_30">
            <a:extLst>
              <a:ext uri="{FF2B5EF4-FFF2-40B4-BE49-F238E27FC236}">
                <a16:creationId xmlns:a16="http://schemas.microsoft.com/office/drawing/2014/main" id="{0BA1A480-AE50-4E10-82CC-18D2A153877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1" name="9r3d_0_official_ReferenceLigand_31">
            <a:extLst>
              <a:ext uri="{FF2B5EF4-FFF2-40B4-BE49-F238E27FC236}">
                <a16:creationId xmlns:a16="http://schemas.microsoft.com/office/drawing/2014/main" id="{6D3B6ED2-ABC5-4287-815C-446C10FC24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2" name="9r3d_0_official_ReferenceLigand_32">
            <a:extLst>
              <a:ext uri="{FF2B5EF4-FFF2-40B4-BE49-F238E27FC236}">
                <a16:creationId xmlns:a16="http://schemas.microsoft.com/office/drawing/2014/main" id="{7DF700D4-5F00-4D28-A600-C3ED9C89D2F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3" name="9r3d_0_official_ReferenceLigand_33">
            <a:extLst>
              <a:ext uri="{FF2B5EF4-FFF2-40B4-BE49-F238E27FC236}">
                <a16:creationId xmlns:a16="http://schemas.microsoft.com/office/drawing/2014/main" id="{28297A52-6BC3-443E-AEC5-CEA837A7EF1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4" name="9r3d_0_official_ReferenceLigand_34">
            <a:extLst>
              <a:ext uri="{FF2B5EF4-FFF2-40B4-BE49-F238E27FC236}">
                <a16:creationId xmlns:a16="http://schemas.microsoft.com/office/drawing/2014/main" id="{15CB0C51-4406-49C3-A087-B4BD543046C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5" name="9r3d_0_official_ReferenceLigand_35">
            <a:extLst>
              <a:ext uri="{FF2B5EF4-FFF2-40B4-BE49-F238E27FC236}">
                <a16:creationId xmlns:a16="http://schemas.microsoft.com/office/drawing/2014/main" id="{DEA8E333-3129-4C83-B48F-B38D08AFF11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6" name="9r3d_0_official_PredictedLigand_0">
            <a:extLst>
              <a:ext uri="{FF2B5EF4-FFF2-40B4-BE49-F238E27FC236}">
                <a16:creationId xmlns:a16="http://schemas.microsoft.com/office/drawing/2014/main" id="{826F6A48-66FB-4E06-9B4B-A9829E53DDB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24430" y="6845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7" name="9r3d_0_official_PredictedLigand_1">
            <a:extLst>
              <a:ext uri="{FF2B5EF4-FFF2-40B4-BE49-F238E27FC236}">
                <a16:creationId xmlns:a16="http://schemas.microsoft.com/office/drawing/2014/main" id="{37B596CD-16A5-473F-ADA0-10BA577416C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06273" y="443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8" name="9r3d_0_official_PredictedLigand_2">
            <a:extLst>
              <a:ext uri="{FF2B5EF4-FFF2-40B4-BE49-F238E27FC236}">
                <a16:creationId xmlns:a16="http://schemas.microsoft.com/office/drawing/2014/main" id="{F7194A12-E139-47B7-8AD8-87C35C97830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025113" y="634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9" name="9r3d_0_official_PredictedLigand_3">
            <a:extLst>
              <a:ext uri="{FF2B5EF4-FFF2-40B4-BE49-F238E27FC236}">
                <a16:creationId xmlns:a16="http://schemas.microsoft.com/office/drawing/2014/main" id="{66D7B36F-6FA4-4F87-A284-713D0D0E8C0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4334" y="645247"/>
                </a:moveTo>
                <a:lnTo>
                  <a:pt x="1186083" y="5972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r3d_0_official_PredictedLigand_4">
            <a:extLst>
              <a:ext uri="{FF2B5EF4-FFF2-40B4-BE49-F238E27FC236}">
                <a16:creationId xmlns:a16="http://schemas.microsoft.com/office/drawing/2014/main" id="{2860F1DE-F9A5-40D9-88D2-78BD5E3932C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658348" y="268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r3d_0_official_PredictedLigand_5">
            <a:extLst>
              <a:ext uri="{FF2B5EF4-FFF2-40B4-BE49-F238E27FC236}">
                <a16:creationId xmlns:a16="http://schemas.microsoft.com/office/drawing/2014/main" id="{D4760B91-8928-4517-A2DE-9EE6857CA1E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94334" y="645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r3d_0_official_PredictedLigand_6">
            <a:extLst>
              <a:ext uri="{FF2B5EF4-FFF2-40B4-BE49-F238E27FC236}">
                <a16:creationId xmlns:a16="http://schemas.microsoft.com/office/drawing/2014/main" id="{99A5F372-2401-4D4C-BB3A-602DDA633E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58521" y="4941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r3d_0_official_PredictedLigand_7">
            <a:extLst>
              <a:ext uri="{FF2B5EF4-FFF2-40B4-BE49-F238E27FC236}">
                <a16:creationId xmlns:a16="http://schemas.microsoft.com/office/drawing/2014/main" id="{A0DD5AEE-2F80-4358-B65D-8BEDA0B1E5F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488398" y="11752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r3d_0_official_PredictedLigand_8">
            <a:extLst>
              <a:ext uri="{FF2B5EF4-FFF2-40B4-BE49-F238E27FC236}">
                <a16:creationId xmlns:a16="http://schemas.microsoft.com/office/drawing/2014/main" id="{C1421900-F6E2-45AC-8E06-C088CA9D3BD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0482" y="389260"/>
                </a:moveTo>
                <a:lnTo>
                  <a:pt x="1650045" y="3511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5" name="9r3d_0_official_PredictedLigand_9">
            <a:extLst>
              <a:ext uri="{FF2B5EF4-FFF2-40B4-BE49-F238E27FC236}">
                <a16:creationId xmlns:a16="http://schemas.microsoft.com/office/drawing/2014/main" id="{0F48B855-AE6D-4E64-B541-C313B920298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8521" y="494138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6" name="9r3d_0_official_PredictedLigand_10">
            <a:extLst>
              <a:ext uri="{FF2B5EF4-FFF2-40B4-BE49-F238E27FC236}">
                <a16:creationId xmlns:a16="http://schemas.microsoft.com/office/drawing/2014/main" id="{B1173527-30C7-42B0-8B87-45068AB6363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66772" y="2575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7" name="9r3d_0_official_PredictedLigand_11">
            <a:extLst>
              <a:ext uri="{FF2B5EF4-FFF2-40B4-BE49-F238E27FC236}">
                <a16:creationId xmlns:a16="http://schemas.microsoft.com/office/drawing/2014/main" id="{BF487C90-1283-4F35-A4C5-F7D083847D8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348" y="947754"/>
                </a:moveTo>
                <a:lnTo>
                  <a:pt x="1423630" y="11168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8" name="9r3d_0_official_PredictedLigand_12">
            <a:extLst>
              <a:ext uri="{FF2B5EF4-FFF2-40B4-BE49-F238E27FC236}">
                <a16:creationId xmlns:a16="http://schemas.microsoft.com/office/drawing/2014/main" id="{D23DE7FC-6B77-4836-97A4-7F789461E4B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318" y="565087"/>
                </a:moveTo>
                <a:lnTo>
                  <a:pt x="1308948" y="5928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9" name="9r3d_0_official_PredictedLigand_13">
            <a:extLst>
              <a:ext uri="{FF2B5EF4-FFF2-40B4-BE49-F238E27FC236}">
                <a16:creationId xmlns:a16="http://schemas.microsoft.com/office/drawing/2014/main" id="{2ED142C3-9DD7-4C15-AE3C-3EDD1BBAAFE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277983" y="12025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0" name="9r3d_0_official_PredictedLigand_14">
            <a:extLst>
              <a:ext uri="{FF2B5EF4-FFF2-40B4-BE49-F238E27FC236}">
                <a16:creationId xmlns:a16="http://schemas.microsoft.com/office/drawing/2014/main" id="{1D2E428D-31B8-4984-867C-BAF6B1318A6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941145" y="7936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1" name="9r3d_0_official_PredictedLigand_15">
            <a:extLst>
              <a:ext uri="{FF2B5EF4-FFF2-40B4-BE49-F238E27FC236}">
                <a16:creationId xmlns:a16="http://schemas.microsoft.com/office/drawing/2014/main" id="{0D33139A-92CF-47B0-8156-09A451CC95B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401348" y="947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2" name="9r3d_0_official_PredictedLigand_16">
            <a:extLst>
              <a:ext uri="{FF2B5EF4-FFF2-40B4-BE49-F238E27FC236}">
                <a16:creationId xmlns:a16="http://schemas.microsoft.com/office/drawing/2014/main" id="{DC0C3764-744F-4B83-ACC1-29300FABB5C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681047" y="7205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3" name="9r3d_0_official_PredictedLigand_17">
            <a:extLst>
              <a:ext uri="{FF2B5EF4-FFF2-40B4-BE49-F238E27FC236}">
                <a16:creationId xmlns:a16="http://schemas.microsoft.com/office/drawing/2014/main" id="{CAAECD28-DA8B-4DD2-A1B3-115A95BB3F5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1047" y="720536"/>
                </a:moveTo>
                <a:lnTo>
                  <a:pt x="1826453" y="7501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4" name="9r3d_0_official_PredictedLigand_18">
            <a:extLst>
              <a:ext uri="{FF2B5EF4-FFF2-40B4-BE49-F238E27FC236}">
                <a16:creationId xmlns:a16="http://schemas.microsoft.com/office/drawing/2014/main" id="{75AC222C-31DC-4679-8EDD-115B3E24863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5" name="9r3d_0_official_PredictedLigand_19">
            <a:extLst>
              <a:ext uri="{FF2B5EF4-FFF2-40B4-BE49-F238E27FC236}">
                <a16:creationId xmlns:a16="http://schemas.microsoft.com/office/drawing/2014/main" id="{B5EC738F-BE8D-4518-B349-68ED118F7F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27661" y="6431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6" name="9r3d_0_official_PredictedLigand_20">
            <a:extLst>
              <a:ext uri="{FF2B5EF4-FFF2-40B4-BE49-F238E27FC236}">
                <a16:creationId xmlns:a16="http://schemas.microsoft.com/office/drawing/2014/main" id="{21929D4F-9DA8-4BE1-B9DF-66FBB43E1A3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527795" y="1131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7" name="9r3d_0_official_PredictedLigand_21">
            <a:extLst>
              <a:ext uri="{FF2B5EF4-FFF2-40B4-BE49-F238E27FC236}">
                <a16:creationId xmlns:a16="http://schemas.microsoft.com/office/drawing/2014/main" id="{3B3087C1-17A9-4312-B7F7-9587205D2F5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532438" y="7080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8" name="9r3d_0_official_PredictedLigand_22">
            <a:extLst>
              <a:ext uri="{FF2B5EF4-FFF2-40B4-BE49-F238E27FC236}">
                <a16:creationId xmlns:a16="http://schemas.microsoft.com/office/drawing/2014/main" id="{583EAD00-DEAF-4D71-B627-C8248C8AA6C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066133" y="6140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9" name="9r3d_0_official_PredictedLigand_23">
            <a:extLst>
              <a:ext uri="{FF2B5EF4-FFF2-40B4-BE49-F238E27FC236}">
                <a16:creationId xmlns:a16="http://schemas.microsoft.com/office/drawing/2014/main" id="{33D40170-1416-422D-B05A-E4F32862413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887661" y="6163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0" name="9r3d_0_official_PredictedLigand_24">
            <a:extLst>
              <a:ext uri="{FF2B5EF4-FFF2-40B4-BE49-F238E27FC236}">
                <a16:creationId xmlns:a16="http://schemas.microsoft.com/office/drawing/2014/main" id="{998E4148-DFA9-4821-829A-B291D7B3E55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422301" y="838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1" name="9r3d_0_official_PredictedLigand_25">
            <a:extLst>
              <a:ext uri="{FF2B5EF4-FFF2-40B4-BE49-F238E27FC236}">
                <a16:creationId xmlns:a16="http://schemas.microsoft.com/office/drawing/2014/main" id="{C787FD9F-ED2F-44FE-9AFC-7A0C6564DD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799019" y="8791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2" name="9r3d_0_official_PredictedLigand_26">
            <a:extLst>
              <a:ext uri="{FF2B5EF4-FFF2-40B4-BE49-F238E27FC236}">
                <a16:creationId xmlns:a16="http://schemas.microsoft.com/office/drawing/2014/main" id="{F85FEA40-CED7-4082-B40A-D4F1D8FC237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859550" y="4331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3" name="9r3d_0_official_PredictedLigand_27">
            <a:extLst>
              <a:ext uri="{FF2B5EF4-FFF2-40B4-BE49-F238E27FC236}">
                <a16:creationId xmlns:a16="http://schemas.microsoft.com/office/drawing/2014/main" id="{5D150D1D-C74A-4E37-9E9B-87DDBD502C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273218" y="80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4" name="9r3d_0_official_PredictedLigand_28">
            <a:extLst>
              <a:ext uri="{FF2B5EF4-FFF2-40B4-BE49-F238E27FC236}">
                <a16:creationId xmlns:a16="http://schemas.microsoft.com/office/drawing/2014/main" id="{6BE833E3-501C-4B6C-8EAC-A670D6F914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6133" y="614048"/>
                </a:moveTo>
                <a:lnTo>
                  <a:pt x="999653" y="472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5" name="9r3d_0_official_PredictedLigand_29">
            <a:extLst>
              <a:ext uri="{FF2B5EF4-FFF2-40B4-BE49-F238E27FC236}">
                <a16:creationId xmlns:a16="http://schemas.microsoft.com/office/drawing/2014/main" id="{C796C0ED-F1B5-40F9-A481-60FE4FE8270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183061" y="9430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6" name="9r3d_0_official_PredictedLigand_30">
            <a:extLst>
              <a:ext uri="{FF2B5EF4-FFF2-40B4-BE49-F238E27FC236}">
                <a16:creationId xmlns:a16="http://schemas.microsoft.com/office/drawing/2014/main" id="{142BE303-20CF-4FE7-B459-D31CAD4321B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1116805" y="3507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7" name="9r3d_0_official_PredictedLigand_31">
            <a:extLst>
              <a:ext uri="{FF2B5EF4-FFF2-40B4-BE49-F238E27FC236}">
                <a16:creationId xmlns:a16="http://schemas.microsoft.com/office/drawing/2014/main" id="{41EF0FBF-074B-45D1-967D-8F8D72D7012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08434" y="8801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8" name="9r3d_0_official_PredictedLigand_32">
            <a:extLst>
              <a:ext uri="{FF2B5EF4-FFF2-40B4-BE49-F238E27FC236}">
                <a16:creationId xmlns:a16="http://schemas.microsoft.com/office/drawing/2014/main" id="{5391F669-82BC-458F-8249-A80E11E9A20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3061" y="943073"/>
                </a:moveTo>
                <a:lnTo>
                  <a:pt x="1018382" y="9338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9" name="9r3d_0_official_PredictedLigand_33">
            <a:extLst>
              <a:ext uri="{FF2B5EF4-FFF2-40B4-BE49-F238E27FC236}">
                <a16:creationId xmlns:a16="http://schemas.microsoft.com/office/drawing/2014/main" id="{6AB77300-4571-4CB6-B66C-0FC28708FF6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71771" y="10839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0" name="9r3d_0_official_PredictedLigand_34">
            <a:extLst>
              <a:ext uri="{FF2B5EF4-FFF2-40B4-BE49-F238E27FC236}">
                <a16:creationId xmlns:a16="http://schemas.microsoft.com/office/drawing/2014/main" id="{A51418F0-0112-4630-BEC9-9EF7A4EEA2F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962350" y="495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1" name="9r3d_0_official_PredictedLigand_35">
            <a:extLst>
              <a:ext uri="{FF2B5EF4-FFF2-40B4-BE49-F238E27FC236}">
                <a16:creationId xmlns:a16="http://schemas.microsoft.com/office/drawing/2014/main" id="{CCC9E836-DB03-4CB1-83E0-8B9972ACCC3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1013016" y="82688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2" name="9r3d_0_official_PredictedAtoms_0">
            <a:extLst>
              <a:ext uri="{FF2B5EF4-FFF2-40B4-BE49-F238E27FC236}">
                <a16:creationId xmlns:a16="http://schemas.microsoft.com/office/drawing/2014/main" id="{2CEFA26E-483E-40E7-86E0-7E294001EC89}"/>
              </a:ext>
            </a:extLst>
          </p:cNvPr>
          <p:cNvSpPr>
            <a:spLocks noGrp="1"/>
          </p:cNvSpPr>
          <p:nvPr/>
        </p:nvSpPr>
        <p:spPr>
          <a:xfrm>
            <a:off x="2022889" y="47450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3" name="9r3d_0_official_PredictedAtoms_1">
            <a:extLst>
              <a:ext uri="{FF2B5EF4-FFF2-40B4-BE49-F238E27FC236}">
                <a16:creationId xmlns:a16="http://schemas.microsoft.com/office/drawing/2014/main" id="{3CB2B6F8-B4A4-4AB4-A679-5B154A14E14D}"/>
              </a:ext>
            </a:extLst>
          </p:cNvPr>
          <p:cNvSpPr>
            <a:spLocks noGrp="1"/>
          </p:cNvSpPr>
          <p:nvPr/>
        </p:nvSpPr>
        <p:spPr>
          <a:xfrm>
            <a:off x="1862453" y="47069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4" name="9r3d_0_official_PredictedAtoms_2">
            <a:extLst>
              <a:ext uri="{FF2B5EF4-FFF2-40B4-BE49-F238E27FC236}">
                <a16:creationId xmlns:a16="http://schemas.microsoft.com/office/drawing/2014/main" id="{F88332C6-276A-4E86-86D6-2345647C7886}"/>
              </a:ext>
            </a:extLst>
          </p:cNvPr>
          <p:cNvSpPr>
            <a:spLocks noGrp="1"/>
          </p:cNvSpPr>
          <p:nvPr/>
        </p:nvSpPr>
        <p:spPr>
          <a:xfrm>
            <a:off x="1870755" y="46245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5" name="9r3d_0_official_PredictedAtoms_3">
            <a:extLst>
              <a:ext uri="{FF2B5EF4-FFF2-40B4-BE49-F238E27FC236}">
                <a16:creationId xmlns:a16="http://schemas.microsoft.com/office/drawing/2014/main" id="{CF8403A3-2584-46A4-9EC8-619055DF842F}"/>
              </a:ext>
            </a:extLst>
          </p:cNvPr>
          <p:cNvSpPr>
            <a:spLocks noGrp="1"/>
          </p:cNvSpPr>
          <p:nvPr/>
        </p:nvSpPr>
        <p:spPr>
          <a:xfrm>
            <a:off x="1779179" y="46133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6" name="9r3d_0_official_PredictedAtoms_4">
            <a:extLst>
              <a:ext uri="{FF2B5EF4-FFF2-40B4-BE49-F238E27FC236}">
                <a16:creationId xmlns:a16="http://schemas.microsoft.com/office/drawing/2014/main" id="{91779AF1-8844-4123-BC14-0930E6D8F390}"/>
              </a:ext>
            </a:extLst>
          </p:cNvPr>
          <p:cNvSpPr>
            <a:spLocks noGrp="1"/>
          </p:cNvSpPr>
          <p:nvPr/>
        </p:nvSpPr>
        <p:spPr>
          <a:xfrm>
            <a:off x="1770929" y="48499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7" name="9r3d_0_official_PredictedAtoms_5">
            <a:extLst>
              <a:ext uri="{FF2B5EF4-FFF2-40B4-BE49-F238E27FC236}">
                <a16:creationId xmlns:a16="http://schemas.microsoft.com/office/drawing/2014/main" id="{26CBD580-1F19-4C75-A3A1-8CC951BD595E}"/>
              </a:ext>
            </a:extLst>
          </p:cNvPr>
          <p:cNvSpPr>
            <a:spLocks noGrp="1"/>
          </p:cNvSpPr>
          <p:nvPr/>
        </p:nvSpPr>
        <p:spPr>
          <a:xfrm>
            <a:off x="1681726" y="492087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8" name="9r3d_0_official_PredictedAtoms_6">
            <a:extLst>
              <a:ext uri="{FF2B5EF4-FFF2-40B4-BE49-F238E27FC236}">
                <a16:creationId xmlns:a16="http://schemas.microsoft.com/office/drawing/2014/main" id="{1F9DF53F-8CCA-4C84-823F-CEF886A4DF56}"/>
              </a:ext>
            </a:extLst>
          </p:cNvPr>
          <p:cNvSpPr>
            <a:spLocks noGrp="1"/>
          </p:cNvSpPr>
          <p:nvPr/>
        </p:nvSpPr>
        <p:spPr>
          <a:xfrm>
            <a:off x="1521356" y="4948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9" name="9r3d_0_official_PredictedAtoms_7">
            <a:extLst>
              <a:ext uri="{FF2B5EF4-FFF2-40B4-BE49-F238E27FC236}">
                <a16:creationId xmlns:a16="http://schemas.microsoft.com/office/drawing/2014/main" id="{80BD4BD9-2E9B-497E-AA02-B7EB5F2CB5D7}"/>
              </a:ext>
            </a:extLst>
          </p:cNvPr>
          <p:cNvSpPr>
            <a:spLocks noGrp="1"/>
          </p:cNvSpPr>
          <p:nvPr/>
        </p:nvSpPr>
        <p:spPr>
          <a:xfrm>
            <a:off x="1506742" y="50010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0" name="9r3d_0_official_PredictedAtoms_8">
            <a:extLst>
              <a:ext uri="{FF2B5EF4-FFF2-40B4-BE49-F238E27FC236}">
                <a16:creationId xmlns:a16="http://schemas.microsoft.com/office/drawing/2014/main" id="{0DB05029-B2C3-4CAB-A092-9373C458377C}"/>
              </a:ext>
            </a:extLst>
          </p:cNvPr>
          <p:cNvSpPr>
            <a:spLocks noGrp="1"/>
          </p:cNvSpPr>
          <p:nvPr/>
        </p:nvSpPr>
        <p:spPr>
          <a:xfrm>
            <a:off x="1398491" y="49530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1" name="9r3d_0_official_PredictedAtoms_9">
            <a:extLst>
              <a:ext uri="{FF2B5EF4-FFF2-40B4-BE49-F238E27FC236}">
                <a16:creationId xmlns:a16="http://schemas.microsoft.com/office/drawing/2014/main" id="{7D55791E-9E6D-4A11-80AC-D4B37087CEDE}"/>
              </a:ext>
            </a:extLst>
          </p:cNvPr>
          <p:cNvSpPr>
            <a:spLocks noGrp="1"/>
          </p:cNvSpPr>
          <p:nvPr/>
        </p:nvSpPr>
        <p:spPr>
          <a:xfrm>
            <a:off x="1418680" y="4799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2" name="9r3d_0_official_PredictedAtoms_10">
            <a:extLst>
              <a:ext uri="{FF2B5EF4-FFF2-40B4-BE49-F238E27FC236}">
                <a16:creationId xmlns:a16="http://schemas.microsoft.com/office/drawing/2014/main" id="{36E42305-01A4-4F2E-8608-8927CF8D8784}"/>
              </a:ext>
            </a:extLst>
          </p:cNvPr>
          <p:cNvSpPr>
            <a:spLocks noGrp="1"/>
          </p:cNvSpPr>
          <p:nvPr/>
        </p:nvSpPr>
        <p:spPr>
          <a:xfrm>
            <a:off x="1237520" y="49907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3" name="9r3d_0_official_PredictedAtoms_11">
            <a:extLst>
              <a:ext uri="{FF2B5EF4-FFF2-40B4-BE49-F238E27FC236}">
                <a16:creationId xmlns:a16="http://schemas.microsoft.com/office/drawing/2014/main" id="{B2FAAA1E-5831-4A2E-A667-085F0645773A}"/>
              </a:ext>
            </a:extLst>
          </p:cNvPr>
          <p:cNvSpPr>
            <a:spLocks noGrp="1"/>
          </p:cNvSpPr>
          <p:nvPr/>
        </p:nvSpPr>
        <p:spPr>
          <a:xfrm>
            <a:off x="1436838" y="50403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4" name="9r3d_0_official_PredictedAtoms_12">
            <a:extLst>
              <a:ext uri="{FF2B5EF4-FFF2-40B4-BE49-F238E27FC236}">
                <a16:creationId xmlns:a16="http://schemas.microsoft.com/office/drawing/2014/main" id="{2BA6355D-7A10-497D-869E-79C41EE95417}"/>
              </a:ext>
            </a:extLst>
          </p:cNvPr>
          <p:cNvSpPr>
            <a:spLocks noGrp="1"/>
          </p:cNvSpPr>
          <p:nvPr/>
        </p:nvSpPr>
        <p:spPr>
          <a:xfrm>
            <a:off x="1440068" y="49989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5" name="9r3d_0_official_PredictedAtoms_13">
            <a:extLst>
              <a:ext uri="{FF2B5EF4-FFF2-40B4-BE49-F238E27FC236}">
                <a16:creationId xmlns:a16="http://schemas.microsoft.com/office/drawing/2014/main" id="{8FAA61EC-A0C4-422B-9095-963C377418A9}"/>
              </a:ext>
            </a:extLst>
          </p:cNvPr>
          <p:cNvSpPr>
            <a:spLocks noGrp="1"/>
          </p:cNvSpPr>
          <p:nvPr/>
        </p:nvSpPr>
        <p:spPr>
          <a:xfrm>
            <a:off x="1278541" y="49698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6" name="9r3d_0_official_PredictedAtoms_14">
            <a:extLst>
              <a:ext uri="{FF2B5EF4-FFF2-40B4-BE49-F238E27FC236}">
                <a16:creationId xmlns:a16="http://schemas.microsoft.com/office/drawing/2014/main" id="{A1E5473B-775E-4F95-8677-76FE3B7558D0}"/>
              </a:ext>
            </a:extLst>
          </p:cNvPr>
          <p:cNvSpPr>
            <a:spLocks noGrp="1"/>
          </p:cNvSpPr>
          <p:nvPr/>
        </p:nvSpPr>
        <p:spPr>
          <a:xfrm>
            <a:off x="1212060" y="4828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7" name="9r3d_0_official_PredictedAtoms_15">
            <a:extLst>
              <a:ext uri="{FF2B5EF4-FFF2-40B4-BE49-F238E27FC236}">
                <a16:creationId xmlns:a16="http://schemas.microsoft.com/office/drawing/2014/main" id="{75417714-747E-410F-96B7-4BA6F9A0B856}"/>
              </a:ext>
            </a:extLst>
          </p:cNvPr>
          <p:cNvSpPr>
            <a:spLocks noGrp="1"/>
          </p:cNvSpPr>
          <p:nvPr/>
        </p:nvSpPr>
        <p:spPr>
          <a:xfrm>
            <a:off x="1071958" y="4788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8" name="9r3d_0_official_PredictedAtoms_16">
            <a:extLst>
              <a:ext uri="{FF2B5EF4-FFF2-40B4-BE49-F238E27FC236}">
                <a16:creationId xmlns:a16="http://schemas.microsoft.com/office/drawing/2014/main" id="{6B122B12-6B4F-408D-BC10-F747BA5B793A}"/>
              </a:ext>
            </a:extLst>
          </p:cNvPr>
          <p:cNvSpPr>
            <a:spLocks noGrp="1"/>
          </p:cNvSpPr>
          <p:nvPr/>
        </p:nvSpPr>
        <p:spPr>
          <a:xfrm>
            <a:off x="1174757" y="48508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9" name="9r3d_0_official_PredictedAtoms_17">
            <a:extLst>
              <a:ext uri="{FF2B5EF4-FFF2-40B4-BE49-F238E27FC236}">
                <a16:creationId xmlns:a16="http://schemas.microsoft.com/office/drawing/2014/main" id="{ADD2EE1B-D524-4687-B455-AB34795CD292}"/>
              </a:ext>
            </a:extLst>
          </p:cNvPr>
          <p:cNvSpPr>
            <a:spLocks noGrp="1"/>
          </p:cNvSpPr>
          <p:nvPr/>
        </p:nvSpPr>
        <p:spPr>
          <a:xfrm>
            <a:off x="1329213" y="47065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0" name="9r3d_0_official_PredictedAtoms_18">
            <a:extLst>
              <a:ext uri="{FF2B5EF4-FFF2-40B4-BE49-F238E27FC236}">
                <a16:creationId xmlns:a16="http://schemas.microsoft.com/office/drawing/2014/main" id="{46D3CEAC-5C34-4E6A-B14D-74EA0F25091F}"/>
              </a:ext>
            </a:extLst>
          </p:cNvPr>
          <p:cNvSpPr>
            <a:spLocks noGrp="1"/>
          </p:cNvSpPr>
          <p:nvPr/>
        </p:nvSpPr>
        <p:spPr>
          <a:xfrm>
            <a:off x="1485625" y="51602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1" name="9r3d_0_official_PredictedAtoms_19">
            <a:extLst>
              <a:ext uri="{FF2B5EF4-FFF2-40B4-BE49-F238E27FC236}">
                <a16:creationId xmlns:a16="http://schemas.microsoft.com/office/drawing/2014/main" id="{E0F86A8A-036F-4F17-B8DC-BA20B1A3AAAA}"/>
              </a:ext>
            </a:extLst>
          </p:cNvPr>
          <p:cNvSpPr>
            <a:spLocks noGrp="1"/>
          </p:cNvSpPr>
          <p:nvPr/>
        </p:nvSpPr>
        <p:spPr>
          <a:xfrm>
            <a:off x="1395468" y="52988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2" name="9r3d_0_official_PredictedAtoms_20">
            <a:extLst>
              <a:ext uri="{FF2B5EF4-FFF2-40B4-BE49-F238E27FC236}">
                <a16:creationId xmlns:a16="http://schemas.microsoft.com/office/drawing/2014/main" id="{0D3EC28C-A346-4BB9-A987-F15D0167C9B3}"/>
              </a:ext>
            </a:extLst>
          </p:cNvPr>
          <p:cNvSpPr>
            <a:spLocks noGrp="1"/>
          </p:cNvSpPr>
          <p:nvPr/>
        </p:nvSpPr>
        <p:spPr>
          <a:xfrm>
            <a:off x="1230790" y="52896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3" name="9r3d_0_official_PredictedAtoms_21">
            <a:extLst>
              <a:ext uri="{FF2B5EF4-FFF2-40B4-BE49-F238E27FC236}">
                <a16:creationId xmlns:a16="http://schemas.microsoft.com/office/drawing/2014/main" id="{D6C94091-83BF-486A-9C26-EB328676882A}"/>
              </a:ext>
            </a:extLst>
          </p:cNvPr>
          <p:cNvSpPr>
            <a:spLocks noGrp="1"/>
          </p:cNvSpPr>
          <p:nvPr/>
        </p:nvSpPr>
        <p:spPr>
          <a:xfrm>
            <a:off x="1184178" y="54396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4" name="9r3d_0_official_PredictedAtoms_22">
            <a:extLst>
              <a:ext uri="{FF2B5EF4-FFF2-40B4-BE49-F238E27FC236}">
                <a16:creationId xmlns:a16="http://schemas.microsoft.com/office/drawing/2014/main" id="{151D7BD9-6CC1-43FB-8C0A-3ADA80805CED}"/>
              </a:ext>
            </a:extLst>
          </p:cNvPr>
          <p:cNvSpPr>
            <a:spLocks noGrp="1"/>
          </p:cNvSpPr>
          <p:nvPr/>
        </p:nvSpPr>
        <p:spPr>
          <a:xfrm>
            <a:off x="1120842" y="52359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5" name="9r3d_0_official_PredictedAtoms_23">
            <a:extLst>
              <a:ext uri="{FF2B5EF4-FFF2-40B4-BE49-F238E27FC236}">
                <a16:creationId xmlns:a16="http://schemas.microsoft.com/office/drawing/2014/main" id="{2F0894D3-02D2-45B9-9702-3B144006D22C}"/>
              </a:ext>
            </a:extLst>
          </p:cNvPr>
          <p:cNvSpPr>
            <a:spLocks noGrp="1"/>
          </p:cNvSpPr>
          <p:nvPr/>
        </p:nvSpPr>
        <p:spPr>
          <a:xfrm>
            <a:off x="1225423" y="518266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6" name="9r3d_0_official_PredictedAtoms_24">
            <a:extLst>
              <a:ext uri="{FF2B5EF4-FFF2-40B4-BE49-F238E27FC236}">
                <a16:creationId xmlns:a16="http://schemas.microsoft.com/office/drawing/2014/main" id="{474411B2-3098-4E39-9B13-30ED3235753B}"/>
              </a:ext>
            </a:extLst>
          </p:cNvPr>
          <p:cNvSpPr>
            <a:spLocks noGrp="1"/>
          </p:cNvSpPr>
          <p:nvPr/>
        </p:nvSpPr>
        <p:spPr>
          <a:xfrm>
            <a:off x="1634708" y="5194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7" name="9r3d_0_official_PredictedAtoms_25">
            <a:extLst>
              <a:ext uri="{FF2B5EF4-FFF2-40B4-BE49-F238E27FC236}">
                <a16:creationId xmlns:a16="http://schemas.microsoft.com/office/drawing/2014/main" id="{9BF7EC32-41EB-456F-BFD7-50A1CB49C9EA}"/>
              </a:ext>
            </a:extLst>
          </p:cNvPr>
          <p:cNvSpPr>
            <a:spLocks noGrp="1"/>
          </p:cNvSpPr>
          <p:nvPr/>
        </p:nvSpPr>
        <p:spPr>
          <a:xfrm>
            <a:off x="1613756" y="53035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8" name="9r3d_0_official_PredictedAtoms_26">
            <a:extLst>
              <a:ext uri="{FF2B5EF4-FFF2-40B4-BE49-F238E27FC236}">
                <a16:creationId xmlns:a16="http://schemas.microsoft.com/office/drawing/2014/main" id="{B77C707D-E978-4D8E-A63C-2566D41E72B1}"/>
              </a:ext>
            </a:extLst>
          </p:cNvPr>
          <p:cNvSpPr>
            <a:spLocks noGrp="1"/>
          </p:cNvSpPr>
          <p:nvPr/>
        </p:nvSpPr>
        <p:spPr>
          <a:xfrm>
            <a:off x="1636037" y="54726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9" name="9r3d_0_official_PredictedAtoms_27">
            <a:extLst>
              <a:ext uri="{FF2B5EF4-FFF2-40B4-BE49-F238E27FC236}">
                <a16:creationId xmlns:a16="http://schemas.microsoft.com/office/drawing/2014/main" id="{CB01002F-B2FF-4FD5-AEFB-FC2200111236}"/>
              </a:ext>
            </a:extLst>
          </p:cNvPr>
          <p:cNvSpPr>
            <a:spLocks noGrp="1"/>
          </p:cNvSpPr>
          <p:nvPr/>
        </p:nvSpPr>
        <p:spPr>
          <a:xfrm>
            <a:off x="1700805" y="55309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0" name="9r3d_0_official_PredictedAtoms_28">
            <a:extLst>
              <a:ext uri="{FF2B5EF4-FFF2-40B4-BE49-F238E27FC236}">
                <a16:creationId xmlns:a16="http://schemas.microsoft.com/office/drawing/2014/main" id="{4420A0AF-25F3-42CF-92C2-C4F6FBDF59D5}"/>
              </a:ext>
            </a:extLst>
          </p:cNvPr>
          <p:cNvSpPr>
            <a:spLocks noGrp="1"/>
          </p:cNvSpPr>
          <p:nvPr/>
        </p:nvSpPr>
        <p:spPr>
          <a:xfrm>
            <a:off x="1740202" y="54874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1" name="9r3d_0_official_PredictedAtoms_29">
            <a:extLst>
              <a:ext uri="{FF2B5EF4-FFF2-40B4-BE49-F238E27FC236}">
                <a16:creationId xmlns:a16="http://schemas.microsoft.com/office/drawing/2014/main" id="{97332CAA-D9CF-4EC7-91BF-5409336AE224}"/>
              </a:ext>
            </a:extLst>
          </p:cNvPr>
          <p:cNvSpPr>
            <a:spLocks noGrp="1"/>
          </p:cNvSpPr>
          <p:nvPr/>
        </p:nvSpPr>
        <p:spPr>
          <a:xfrm>
            <a:off x="1490391" y="5558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2" name="9r3d_0_official_PredictedAtoms_30">
            <a:extLst>
              <a:ext uri="{FF2B5EF4-FFF2-40B4-BE49-F238E27FC236}">
                <a16:creationId xmlns:a16="http://schemas.microsoft.com/office/drawing/2014/main" id="{6A412D85-0F00-4B5C-8167-9C11504B06CF}"/>
              </a:ext>
            </a:extLst>
          </p:cNvPr>
          <p:cNvSpPr>
            <a:spLocks noGrp="1"/>
          </p:cNvSpPr>
          <p:nvPr/>
        </p:nvSpPr>
        <p:spPr>
          <a:xfrm>
            <a:off x="1744846" y="50638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3" name="9r3d_0_official_PredictedAtoms_31">
            <a:extLst>
              <a:ext uri="{FF2B5EF4-FFF2-40B4-BE49-F238E27FC236}">
                <a16:creationId xmlns:a16="http://schemas.microsoft.com/office/drawing/2014/main" id="{F6545FBA-C619-445A-BDD2-FB67FE737C3E}"/>
              </a:ext>
            </a:extLst>
          </p:cNvPr>
          <p:cNvSpPr>
            <a:spLocks noGrp="1"/>
          </p:cNvSpPr>
          <p:nvPr/>
        </p:nvSpPr>
        <p:spPr>
          <a:xfrm>
            <a:off x="1893455" y="50763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4" name="9r3d_0_official_PredictedAtoms_32">
            <a:extLst>
              <a:ext uri="{FF2B5EF4-FFF2-40B4-BE49-F238E27FC236}">
                <a16:creationId xmlns:a16="http://schemas.microsoft.com/office/drawing/2014/main" id="{66F52F52-B8E5-411E-B263-0715F2758877}"/>
              </a:ext>
            </a:extLst>
          </p:cNvPr>
          <p:cNvSpPr>
            <a:spLocks noGrp="1"/>
          </p:cNvSpPr>
          <p:nvPr/>
        </p:nvSpPr>
        <p:spPr>
          <a:xfrm>
            <a:off x="2038860" y="51059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5" name="9r3d_0_official_PredictedAtoms_33">
            <a:extLst>
              <a:ext uri="{FF2B5EF4-FFF2-40B4-BE49-F238E27FC236}">
                <a16:creationId xmlns:a16="http://schemas.microsoft.com/office/drawing/2014/main" id="{E57217B9-45DB-4B04-A9B7-56948A6D93A1}"/>
              </a:ext>
            </a:extLst>
          </p:cNvPr>
          <p:cNvSpPr>
            <a:spLocks noGrp="1"/>
          </p:cNvSpPr>
          <p:nvPr/>
        </p:nvSpPr>
        <p:spPr>
          <a:xfrm>
            <a:off x="2100069" y="49721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6" name="9r3d_0_official_PredictedAtoms_34">
            <a:extLst>
              <a:ext uri="{FF2B5EF4-FFF2-40B4-BE49-F238E27FC236}">
                <a16:creationId xmlns:a16="http://schemas.microsoft.com/office/drawing/2014/main" id="{ACD8507C-6DC7-4717-8024-81EAB5AE4C8D}"/>
              </a:ext>
            </a:extLst>
          </p:cNvPr>
          <p:cNvSpPr>
            <a:spLocks noGrp="1"/>
          </p:cNvSpPr>
          <p:nvPr/>
        </p:nvSpPr>
        <p:spPr>
          <a:xfrm>
            <a:off x="2011427" y="52349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7" name="9r3d_0_official_PredictedAtoms_35">
            <a:extLst>
              <a:ext uri="{FF2B5EF4-FFF2-40B4-BE49-F238E27FC236}">
                <a16:creationId xmlns:a16="http://schemas.microsoft.com/office/drawing/2014/main" id="{520EA907-D554-4C5F-A2F6-799D06133983}"/>
              </a:ext>
            </a:extLst>
          </p:cNvPr>
          <p:cNvSpPr>
            <a:spLocks noGrp="1"/>
          </p:cNvSpPr>
          <p:nvPr/>
        </p:nvSpPr>
        <p:spPr>
          <a:xfrm>
            <a:off x="2153553" y="51494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8" name="stage3-cases-main_25">
            <a:extLst>
              <a:ext uri="{FF2B5EF4-FFF2-40B4-BE49-F238E27FC236}">
                <a16:creationId xmlns:a16="http://schemas.microsoft.com/office/drawing/2014/main" id="{AD86F2F0-D965-4622-8E69-AF23EFFB62F7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5.69 Å   D 56%   Clash 0</a:t>
            </a:r>
          </a:p>
        </p:txBody>
      </p:sp>
      <p:sp>
        <p:nvSpPr>
          <p:cNvPr id="769" name="9r3d_0_tuned_Receptor">
            <a:extLst>
              <a:ext uri="{FF2B5EF4-FFF2-40B4-BE49-F238E27FC236}">
                <a16:creationId xmlns:a16="http://schemas.microsoft.com/office/drawing/2014/main" id="{551B88C0-245C-43CC-85A3-11259511632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70" name="9r3d_0_tuned_ExperimentalDensity">
            <a:extLst>
              <a:ext uri="{FF2B5EF4-FFF2-40B4-BE49-F238E27FC236}">
                <a16:creationId xmlns:a16="http://schemas.microsoft.com/office/drawing/2014/main" id="{F9A0B7C4-8FC1-4FDC-ABC4-8AABE0D0A1B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71" name="9r3d_0_tuned_ReferenceLigand_0">
            <a:extLst>
              <a:ext uri="{FF2B5EF4-FFF2-40B4-BE49-F238E27FC236}">
                <a16:creationId xmlns:a16="http://schemas.microsoft.com/office/drawing/2014/main" id="{3119D1BF-94EC-43D3-8952-DC71FABF285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r3d_0_tuned_ReferenceLigand_1">
            <a:extLst>
              <a:ext uri="{FF2B5EF4-FFF2-40B4-BE49-F238E27FC236}">
                <a16:creationId xmlns:a16="http://schemas.microsoft.com/office/drawing/2014/main" id="{4708AA29-1991-4220-904C-627E4A914D0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3" name="9r3d_0_tuned_ReferenceLigand_2">
            <a:extLst>
              <a:ext uri="{FF2B5EF4-FFF2-40B4-BE49-F238E27FC236}">
                <a16:creationId xmlns:a16="http://schemas.microsoft.com/office/drawing/2014/main" id="{68A5D8EC-A37B-4288-9FF1-E0C620C9CE4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4" name="9r3d_0_tuned_ReferenceLigand_3">
            <a:extLst>
              <a:ext uri="{FF2B5EF4-FFF2-40B4-BE49-F238E27FC236}">
                <a16:creationId xmlns:a16="http://schemas.microsoft.com/office/drawing/2014/main" id="{60973177-2A86-40D9-B7A6-EC9DEB2D0C3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5" name="9r3d_0_tuned_ReferenceLigand_4">
            <a:extLst>
              <a:ext uri="{FF2B5EF4-FFF2-40B4-BE49-F238E27FC236}">
                <a16:creationId xmlns:a16="http://schemas.microsoft.com/office/drawing/2014/main" id="{01860A1F-8510-4A1F-89A8-8920F7AC400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6" name="9r3d_0_tuned_ReferenceLigand_5">
            <a:extLst>
              <a:ext uri="{FF2B5EF4-FFF2-40B4-BE49-F238E27FC236}">
                <a16:creationId xmlns:a16="http://schemas.microsoft.com/office/drawing/2014/main" id="{62474660-3499-42BC-AA8E-A43BF349513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r3d_0_tuned_ReferenceLigand_6">
            <a:extLst>
              <a:ext uri="{FF2B5EF4-FFF2-40B4-BE49-F238E27FC236}">
                <a16:creationId xmlns:a16="http://schemas.microsoft.com/office/drawing/2014/main" id="{E7D0DBFA-071A-4D62-A342-70EB2D1E23B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r3d_0_tuned_ReferenceLigand_7">
            <a:extLst>
              <a:ext uri="{FF2B5EF4-FFF2-40B4-BE49-F238E27FC236}">
                <a16:creationId xmlns:a16="http://schemas.microsoft.com/office/drawing/2014/main" id="{B7CFFF73-4A8D-4498-9870-1F93B94DCF2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r3d_0_tuned_ReferenceLigand_8">
            <a:extLst>
              <a:ext uri="{FF2B5EF4-FFF2-40B4-BE49-F238E27FC236}">
                <a16:creationId xmlns:a16="http://schemas.microsoft.com/office/drawing/2014/main" id="{8D1028D3-AD65-4607-A206-4DA0FC951CD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r3d_0_tuned_ReferenceLigand_9">
            <a:extLst>
              <a:ext uri="{FF2B5EF4-FFF2-40B4-BE49-F238E27FC236}">
                <a16:creationId xmlns:a16="http://schemas.microsoft.com/office/drawing/2014/main" id="{23507118-BDCA-413C-8004-8727776909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r3d_0_tuned_ReferenceLigand_10">
            <a:extLst>
              <a:ext uri="{FF2B5EF4-FFF2-40B4-BE49-F238E27FC236}">
                <a16:creationId xmlns:a16="http://schemas.microsoft.com/office/drawing/2014/main" id="{EBB902A7-390F-43FB-BBA7-461EBC7001D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r3d_0_tuned_ReferenceLigand_11">
            <a:extLst>
              <a:ext uri="{FF2B5EF4-FFF2-40B4-BE49-F238E27FC236}">
                <a16:creationId xmlns:a16="http://schemas.microsoft.com/office/drawing/2014/main" id="{B736FD3B-FE7D-4278-BD9D-2F7ED0D000C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r3d_0_tuned_ReferenceLigand_12">
            <a:extLst>
              <a:ext uri="{FF2B5EF4-FFF2-40B4-BE49-F238E27FC236}">
                <a16:creationId xmlns:a16="http://schemas.microsoft.com/office/drawing/2014/main" id="{5A8EA71E-4AB4-4115-94F0-9DB81839AEF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r3d_0_tuned_ReferenceLigand_13">
            <a:extLst>
              <a:ext uri="{FF2B5EF4-FFF2-40B4-BE49-F238E27FC236}">
                <a16:creationId xmlns:a16="http://schemas.microsoft.com/office/drawing/2014/main" id="{50B5F82B-254E-447B-9BCD-EFAEE33B866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r3d_0_tuned_ReferenceLigand_14">
            <a:extLst>
              <a:ext uri="{FF2B5EF4-FFF2-40B4-BE49-F238E27FC236}">
                <a16:creationId xmlns:a16="http://schemas.microsoft.com/office/drawing/2014/main" id="{D4E666CE-A15C-479E-95CD-2F7573A1919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6" name="9r3d_0_tuned_ReferenceLigand_15">
            <a:extLst>
              <a:ext uri="{FF2B5EF4-FFF2-40B4-BE49-F238E27FC236}">
                <a16:creationId xmlns:a16="http://schemas.microsoft.com/office/drawing/2014/main" id="{6DEC44BC-CACE-486E-99BD-D0EDEE6A9F9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7" name="9r3d_0_tuned_ReferenceLigand_16">
            <a:extLst>
              <a:ext uri="{FF2B5EF4-FFF2-40B4-BE49-F238E27FC236}">
                <a16:creationId xmlns:a16="http://schemas.microsoft.com/office/drawing/2014/main" id="{27B6D719-5F68-4D45-8B98-8E818483A5D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8" name="9r3d_0_tuned_ReferenceLigand_17">
            <a:extLst>
              <a:ext uri="{FF2B5EF4-FFF2-40B4-BE49-F238E27FC236}">
                <a16:creationId xmlns:a16="http://schemas.microsoft.com/office/drawing/2014/main" id="{D680D0C4-5323-4D5C-B182-5A93B8DBB50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9" name="9r3d_0_tuned_ReferenceLigand_18">
            <a:extLst>
              <a:ext uri="{FF2B5EF4-FFF2-40B4-BE49-F238E27FC236}">
                <a16:creationId xmlns:a16="http://schemas.microsoft.com/office/drawing/2014/main" id="{4259892D-B324-424B-AF16-2F1FAD82547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0" name="9r3d_0_tuned_ReferenceLigand_19">
            <a:extLst>
              <a:ext uri="{FF2B5EF4-FFF2-40B4-BE49-F238E27FC236}">
                <a16:creationId xmlns:a16="http://schemas.microsoft.com/office/drawing/2014/main" id="{A66B278A-3D24-475B-A3A7-62F3012CCC2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1" name="9r3d_0_tuned_ReferenceLigand_20">
            <a:extLst>
              <a:ext uri="{FF2B5EF4-FFF2-40B4-BE49-F238E27FC236}">
                <a16:creationId xmlns:a16="http://schemas.microsoft.com/office/drawing/2014/main" id="{D4F89E24-EFF3-46DC-A193-55DA647EA61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2" name="9r3d_0_tuned_ReferenceLigand_21">
            <a:extLst>
              <a:ext uri="{FF2B5EF4-FFF2-40B4-BE49-F238E27FC236}">
                <a16:creationId xmlns:a16="http://schemas.microsoft.com/office/drawing/2014/main" id="{A71641A4-8F56-4EBE-837B-A57563AACEC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3" name="9r3d_0_tuned_ReferenceLigand_22">
            <a:extLst>
              <a:ext uri="{FF2B5EF4-FFF2-40B4-BE49-F238E27FC236}">
                <a16:creationId xmlns:a16="http://schemas.microsoft.com/office/drawing/2014/main" id="{11F3107B-33C3-4030-9390-F1856BA77A1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4" name="9r3d_0_tuned_ReferenceLigand_23">
            <a:extLst>
              <a:ext uri="{FF2B5EF4-FFF2-40B4-BE49-F238E27FC236}">
                <a16:creationId xmlns:a16="http://schemas.microsoft.com/office/drawing/2014/main" id="{8C682417-A9EB-4966-8B13-1BAB64731B6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5" name="9r3d_0_tuned_ReferenceLigand_24">
            <a:extLst>
              <a:ext uri="{FF2B5EF4-FFF2-40B4-BE49-F238E27FC236}">
                <a16:creationId xmlns:a16="http://schemas.microsoft.com/office/drawing/2014/main" id="{FC5BDDF6-E0B5-4AC1-B223-51F01E248C6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6" name="9r3d_0_tuned_ReferenceLigand_25">
            <a:extLst>
              <a:ext uri="{FF2B5EF4-FFF2-40B4-BE49-F238E27FC236}">
                <a16:creationId xmlns:a16="http://schemas.microsoft.com/office/drawing/2014/main" id="{786B5515-7139-49B1-9F69-BCA762599A6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7" name="9r3d_0_tuned_ReferenceLigand_26">
            <a:extLst>
              <a:ext uri="{FF2B5EF4-FFF2-40B4-BE49-F238E27FC236}">
                <a16:creationId xmlns:a16="http://schemas.microsoft.com/office/drawing/2014/main" id="{752579F5-79DF-4679-A927-0C50129E811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8" name="9r3d_0_tuned_ReferenceLigand_27">
            <a:extLst>
              <a:ext uri="{FF2B5EF4-FFF2-40B4-BE49-F238E27FC236}">
                <a16:creationId xmlns:a16="http://schemas.microsoft.com/office/drawing/2014/main" id="{B8C1AE8B-A501-4498-BC6C-AB55D6E9A9A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9" name="9r3d_0_tuned_ReferenceLigand_28">
            <a:extLst>
              <a:ext uri="{FF2B5EF4-FFF2-40B4-BE49-F238E27FC236}">
                <a16:creationId xmlns:a16="http://schemas.microsoft.com/office/drawing/2014/main" id="{185C232B-ACCC-477A-B7F8-16D002E6B1E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0" name="9r3d_0_tuned_ReferenceLigand_29">
            <a:extLst>
              <a:ext uri="{FF2B5EF4-FFF2-40B4-BE49-F238E27FC236}">
                <a16:creationId xmlns:a16="http://schemas.microsoft.com/office/drawing/2014/main" id="{D90174DE-AB9F-4EF8-8F40-42092785C52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1" name="9r3d_0_tuned_ReferenceLigand_30">
            <a:extLst>
              <a:ext uri="{FF2B5EF4-FFF2-40B4-BE49-F238E27FC236}">
                <a16:creationId xmlns:a16="http://schemas.microsoft.com/office/drawing/2014/main" id="{D867D35F-CA03-4FA2-A46C-5765C14B31E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2" name="9r3d_0_tuned_ReferenceLigand_31">
            <a:extLst>
              <a:ext uri="{FF2B5EF4-FFF2-40B4-BE49-F238E27FC236}">
                <a16:creationId xmlns:a16="http://schemas.microsoft.com/office/drawing/2014/main" id="{42669F99-1D25-4081-8FCA-F49F6765832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3" name="9r3d_0_tuned_ReferenceLigand_32">
            <a:extLst>
              <a:ext uri="{FF2B5EF4-FFF2-40B4-BE49-F238E27FC236}">
                <a16:creationId xmlns:a16="http://schemas.microsoft.com/office/drawing/2014/main" id="{6C9A41E9-4D69-4644-B86C-AC11E17F520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4" name="9r3d_0_tuned_ReferenceLigand_33">
            <a:extLst>
              <a:ext uri="{FF2B5EF4-FFF2-40B4-BE49-F238E27FC236}">
                <a16:creationId xmlns:a16="http://schemas.microsoft.com/office/drawing/2014/main" id="{776695B8-300A-4F97-9424-9E7C9CB475E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5" name="9r3d_0_tuned_ReferenceLigand_34">
            <a:extLst>
              <a:ext uri="{FF2B5EF4-FFF2-40B4-BE49-F238E27FC236}">
                <a16:creationId xmlns:a16="http://schemas.microsoft.com/office/drawing/2014/main" id="{3416E86D-AA8A-44BF-9891-31F94C246FC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6" name="9r3d_0_tuned_ReferenceLigand_35">
            <a:extLst>
              <a:ext uri="{FF2B5EF4-FFF2-40B4-BE49-F238E27FC236}">
                <a16:creationId xmlns:a16="http://schemas.microsoft.com/office/drawing/2014/main" id="{42FF7F3D-451C-4C16-B12D-8D25CBF48F6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7" name="9r3d_0_tuned_PredictedLigand_0">
            <a:extLst>
              <a:ext uri="{FF2B5EF4-FFF2-40B4-BE49-F238E27FC236}">
                <a16:creationId xmlns:a16="http://schemas.microsoft.com/office/drawing/2014/main" id="{7A5C854E-521E-49A7-9E4F-C59757BE1EF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500104" y="4354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8" name="9r3d_0_tuned_PredictedLigand_1">
            <a:extLst>
              <a:ext uri="{FF2B5EF4-FFF2-40B4-BE49-F238E27FC236}">
                <a16:creationId xmlns:a16="http://schemas.microsoft.com/office/drawing/2014/main" id="{20514FE9-3894-45F1-8990-F403E72BD17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868235" y="64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9" name="9r3d_0_tuned_PredictedLigand_2">
            <a:extLst>
              <a:ext uri="{FF2B5EF4-FFF2-40B4-BE49-F238E27FC236}">
                <a16:creationId xmlns:a16="http://schemas.microsoft.com/office/drawing/2014/main" id="{7CF8923B-C3C6-44D9-B6C0-39A492C564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751502" y="5238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0" name="9r3d_0_tuned_PredictedLigand_3">
            <a:extLst>
              <a:ext uri="{FF2B5EF4-FFF2-40B4-BE49-F238E27FC236}">
                <a16:creationId xmlns:a16="http://schemas.microsoft.com/office/drawing/2014/main" id="{A0DC404A-D13E-47B3-A226-14EB8F06D0D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3172" y="415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1" name="9r3d_0_tuned_PredictedLigand_4">
            <a:extLst>
              <a:ext uri="{FF2B5EF4-FFF2-40B4-BE49-F238E27FC236}">
                <a16:creationId xmlns:a16="http://schemas.microsoft.com/office/drawing/2014/main" id="{581D4A59-B89A-4B38-865A-EEB14BC802C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648380" y="2821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2" name="9r3d_0_tuned_PredictedLigand_5">
            <a:extLst>
              <a:ext uri="{FF2B5EF4-FFF2-40B4-BE49-F238E27FC236}">
                <a16:creationId xmlns:a16="http://schemas.microsoft.com/office/drawing/2014/main" id="{E46C7882-57F8-4841-B999-63CA67136E3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481029" y="11309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3" name="9r3d_0_tuned_PredictedLigand_6">
            <a:extLst>
              <a:ext uri="{FF2B5EF4-FFF2-40B4-BE49-F238E27FC236}">
                <a16:creationId xmlns:a16="http://schemas.microsoft.com/office/drawing/2014/main" id="{1E0C1077-DA06-41C4-B6FD-DC2C9003F5A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7168" y="518577"/>
                </a:moveTo>
                <a:lnTo>
                  <a:pt x="1611856" y="437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4" name="9r3d_0_tuned_PredictedLigand_7">
            <a:extLst>
              <a:ext uri="{FF2B5EF4-FFF2-40B4-BE49-F238E27FC236}">
                <a16:creationId xmlns:a16="http://schemas.microsoft.com/office/drawing/2014/main" id="{BF12BA2A-C854-441F-BE2F-2BC91DB44BB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1109" y="492854"/>
                </a:moveTo>
                <a:lnTo>
                  <a:pt x="912062" y="544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r3d_0_tuned_PredictedLigand_8">
            <a:extLst>
              <a:ext uri="{FF2B5EF4-FFF2-40B4-BE49-F238E27FC236}">
                <a16:creationId xmlns:a16="http://schemas.microsoft.com/office/drawing/2014/main" id="{860082E8-4507-4803-A540-129A5F1A34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8598" y="6427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r3d_0_tuned_PredictedLigand_9">
            <a:extLst>
              <a:ext uri="{FF2B5EF4-FFF2-40B4-BE49-F238E27FC236}">
                <a16:creationId xmlns:a16="http://schemas.microsoft.com/office/drawing/2014/main" id="{CC671BE9-F0F2-4874-B2CA-4C4FC7D2CB1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302585" y="12999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7" name="9r3d_0_tuned_PredictedLigand_10">
            <a:extLst>
              <a:ext uri="{FF2B5EF4-FFF2-40B4-BE49-F238E27FC236}">
                <a16:creationId xmlns:a16="http://schemas.microsoft.com/office/drawing/2014/main" id="{29586D3D-1F07-4535-822F-1312B2E3CB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888" y="678372"/>
                </a:moveTo>
                <a:lnTo>
                  <a:pt x="1182735" y="8365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8" name="9r3d_0_tuned_PredictedLigand_11">
            <a:extLst>
              <a:ext uri="{FF2B5EF4-FFF2-40B4-BE49-F238E27FC236}">
                <a16:creationId xmlns:a16="http://schemas.microsoft.com/office/drawing/2014/main" id="{4A03143B-8B84-4F37-A38A-B95A168056A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335212" y="896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9" name="9r3d_0_tuned_PredictedLigand_12">
            <a:extLst>
              <a:ext uri="{FF2B5EF4-FFF2-40B4-BE49-F238E27FC236}">
                <a16:creationId xmlns:a16="http://schemas.microsoft.com/office/drawing/2014/main" id="{AB3F0F70-1BE9-482D-8C1E-4B290A7FB5E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424787" y="6255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0" name="9r3d_0_tuned_PredictedLigand_13">
            <a:extLst>
              <a:ext uri="{FF2B5EF4-FFF2-40B4-BE49-F238E27FC236}">
                <a16:creationId xmlns:a16="http://schemas.microsoft.com/office/drawing/2014/main" id="{CD0563BB-78D6-492E-9300-785D91A4C5D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455810" y="7807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1" name="9r3d_0_tuned_PredictedLigand_14">
            <a:extLst>
              <a:ext uri="{FF2B5EF4-FFF2-40B4-BE49-F238E27FC236}">
                <a16:creationId xmlns:a16="http://schemas.microsoft.com/office/drawing/2014/main" id="{282D16D3-C0FC-40F4-837E-3B940306550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537168" y="5185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2" name="9r3d_0_tuned_PredictedLigand_15">
            <a:extLst>
              <a:ext uri="{FF2B5EF4-FFF2-40B4-BE49-F238E27FC236}">
                <a16:creationId xmlns:a16="http://schemas.microsoft.com/office/drawing/2014/main" id="{F6C9705C-77D1-4D19-A29A-48C3F0B254D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8598" y="642734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3" name="9r3d_0_tuned_PredictedLigand_16">
            <a:extLst>
              <a:ext uri="{FF2B5EF4-FFF2-40B4-BE49-F238E27FC236}">
                <a16:creationId xmlns:a16="http://schemas.microsoft.com/office/drawing/2014/main" id="{3E863B6A-6DDD-43C9-9062-9A8C56CE07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4" name="9r3d_0_tuned_PredictedLigand_17">
            <a:extLst>
              <a:ext uri="{FF2B5EF4-FFF2-40B4-BE49-F238E27FC236}">
                <a16:creationId xmlns:a16="http://schemas.microsoft.com/office/drawing/2014/main" id="{63DA1525-A590-4BDA-80E2-F69CC500ADD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280541" y="5884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5" name="9r3d_0_tuned_PredictedLigand_18">
            <a:extLst>
              <a:ext uri="{FF2B5EF4-FFF2-40B4-BE49-F238E27FC236}">
                <a16:creationId xmlns:a16="http://schemas.microsoft.com/office/drawing/2014/main" id="{5C75602A-F91A-4C9C-8877-4BF86A1547B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339866" y="10352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6" name="9r3d_0_tuned_PredictedLigand_19">
            <a:extLst>
              <a:ext uri="{FF2B5EF4-FFF2-40B4-BE49-F238E27FC236}">
                <a16:creationId xmlns:a16="http://schemas.microsoft.com/office/drawing/2014/main" id="{73C27CFA-031B-4220-BE34-1D1DE4D8C1F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9866" y="1035287"/>
                </a:moveTo>
                <a:lnTo>
                  <a:pt x="1410620" y="1175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7" name="9r3d_0_tuned_PredictedLigand_20">
            <a:extLst>
              <a:ext uri="{FF2B5EF4-FFF2-40B4-BE49-F238E27FC236}">
                <a16:creationId xmlns:a16="http://schemas.microsoft.com/office/drawing/2014/main" id="{6BA6D4AC-1C40-4102-8AF4-75F36665D5F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61141" y="9309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8" name="9r3d_0_tuned_PredictedLigand_21">
            <a:extLst>
              <a:ext uri="{FF2B5EF4-FFF2-40B4-BE49-F238E27FC236}">
                <a16:creationId xmlns:a16="http://schemas.microsoft.com/office/drawing/2014/main" id="{C0596AF0-B1D4-4A6C-A477-A1E38D07BCD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529473" y="12290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9" name="9r3d_0_tuned_PredictedLigand_22">
            <a:extLst>
              <a:ext uri="{FF2B5EF4-FFF2-40B4-BE49-F238E27FC236}">
                <a16:creationId xmlns:a16="http://schemas.microsoft.com/office/drawing/2014/main" id="{F62A988A-13F7-4BA4-9B6D-1F812E9924E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094349" y="8879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0" name="9r3d_0_tuned_PredictedLigand_23">
            <a:extLst>
              <a:ext uri="{FF2B5EF4-FFF2-40B4-BE49-F238E27FC236}">
                <a16:creationId xmlns:a16="http://schemas.microsoft.com/office/drawing/2014/main" id="{4BDA65AF-FC4B-4077-9B9C-72079309420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1028269" y="11515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1" name="9r3d_0_tuned_PredictedLigand_24">
            <a:extLst>
              <a:ext uri="{FF2B5EF4-FFF2-40B4-BE49-F238E27FC236}">
                <a16:creationId xmlns:a16="http://schemas.microsoft.com/office/drawing/2014/main" id="{D702DFF9-8CBA-407C-86C3-29AD47EC9A5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539743" y="8239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2" name="9r3d_0_tuned_PredictedLigand_25">
            <a:extLst>
              <a:ext uri="{FF2B5EF4-FFF2-40B4-BE49-F238E27FC236}">
                <a16:creationId xmlns:a16="http://schemas.microsoft.com/office/drawing/2014/main" id="{25A8A671-8785-429A-B2C9-5310DE8CDE9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4349" y="887947"/>
                </a:moveTo>
                <a:lnTo>
                  <a:pt x="961357" y="99942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3" name="9r3d_0_tuned_PredictedLigand_26">
            <a:extLst>
              <a:ext uri="{FF2B5EF4-FFF2-40B4-BE49-F238E27FC236}">
                <a16:creationId xmlns:a16="http://schemas.microsoft.com/office/drawing/2014/main" id="{E393B2B9-3640-454A-9C22-E29075198F1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89911" y="8204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4" name="9r3d_0_tuned_PredictedLigand_27">
            <a:extLst>
              <a:ext uri="{FF2B5EF4-FFF2-40B4-BE49-F238E27FC236}">
                <a16:creationId xmlns:a16="http://schemas.microsoft.com/office/drawing/2014/main" id="{BA25EEE7-0431-44A3-A72D-F72CB81023B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243408" y="536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5" name="9r3d_0_tuned_PredictedLigand_28">
            <a:extLst>
              <a:ext uri="{FF2B5EF4-FFF2-40B4-BE49-F238E27FC236}">
                <a16:creationId xmlns:a16="http://schemas.microsoft.com/office/drawing/2014/main" id="{E0E12745-EEE1-4EA3-AE1A-8B2087FD8C2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75137" y="10259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6" name="9r3d_0_tuned_PredictedLigand_29">
            <a:extLst>
              <a:ext uri="{FF2B5EF4-FFF2-40B4-BE49-F238E27FC236}">
                <a16:creationId xmlns:a16="http://schemas.microsoft.com/office/drawing/2014/main" id="{9EFB67CA-1940-460F-8FF4-387B4BCB662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9743" y="823954"/>
                </a:moveTo>
                <a:lnTo>
                  <a:pt x="1707830" y="8488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7" name="9r3d_0_tuned_PredictedLigand_30">
            <a:extLst>
              <a:ext uri="{FF2B5EF4-FFF2-40B4-BE49-F238E27FC236}">
                <a16:creationId xmlns:a16="http://schemas.microsoft.com/office/drawing/2014/main" id="{F991BFC5-7B75-4CCE-ACEB-E266FBA4B7D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30988" y="10098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8" name="9r3d_0_tuned_PredictedLigand_31">
            <a:extLst>
              <a:ext uri="{FF2B5EF4-FFF2-40B4-BE49-F238E27FC236}">
                <a16:creationId xmlns:a16="http://schemas.microsoft.com/office/drawing/2014/main" id="{1D7729F6-C563-4959-98E5-9E0680D86CB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07342" y="2753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9" name="9r3d_0_tuned_PredictedLigand_32">
            <a:extLst>
              <a:ext uri="{FF2B5EF4-FFF2-40B4-BE49-F238E27FC236}">
                <a16:creationId xmlns:a16="http://schemas.microsoft.com/office/drawing/2014/main" id="{A5CE4524-70FB-48AD-B43C-3E078E8F000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408" y="536282"/>
                </a:moveTo>
                <a:lnTo>
                  <a:pt x="1269077" y="3804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0" name="9r3d_0_tuned_PredictedLigand_33">
            <a:extLst>
              <a:ext uri="{FF2B5EF4-FFF2-40B4-BE49-F238E27FC236}">
                <a16:creationId xmlns:a16="http://schemas.microsoft.com/office/drawing/2014/main" id="{72FB8790-32B5-453D-97E0-A4368B6FF24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68269" y="7530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1" name="9r3d_0_tuned_PredictedLigand_34">
            <a:extLst>
              <a:ext uri="{FF2B5EF4-FFF2-40B4-BE49-F238E27FC236}">
                <a16:creationId xmlns:a16="http://schemas.microsoft.com/office/drawing/2014/main" id="{6A2FB557-C921-4F93-A4FE-13F23CC3009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118613" y="3356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2" name="9r3d_0_tuned_PredictedLigand_35">
            <a:extLst>
              <a:ext uri="{FF2B5EF4-FFF2-40B4-BE49-F238E27FC236}">
                <a16:creationId xmlns:a16="http://schemas.microsoft.com/office/drawing/2014/main" id="{29DF4714-07FC-413A-83AC-F7FC6D07D60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92830" y="3935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3" name="9r3d_0_tuned_PredictedAtoms_0">
            <a:extLst>
              <a:ext uri="{FF2B5EF4-FFF2-40B4-BE49-F238E27FC236}">
                <a16:creationId xmlns:a16="http://schemas.microsoft.com/office/drawing/2014/main" id="{583BCC5B-1200-4B5F-B361-42E5820874E5}"/>
              </a:ext>
            </a:extLst>
          </p:cNvPr>
          <p:cNvSpPr>
            <a:spLocks noGrp="1"/>
          </p:cNvSpPr>
          <p:nvPr/>
        </p:nvSpPr>
        <p:spPr>
          <a:xfrm>
            <a:off x="3945317" y="48486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4" name="9r3d_0_tuned_PredictedAtoms_1">
            <a:extLst>
              <a:ext uri="{FF2B5EF4-FFF2-40B4-BE49-F238E27FC236}">
                <a16:creationId xmlns:a16="http://schemas.microsoft.com/office/drawing/2014/main" id="{D8912061-077B-4ADC-8A36-033C1C08B422}"/>
              </a:ext>
            </a:extLst>
          </p:cNvPr>
          <p:cNvSpPr>
            <a:spLocks noGrp="1"/>
          </p:cNvSpPr>
          <p:nvPr/>
        </p:nvSpPr>
        <p:spPr>
          <a:xfrm>
            <a:off x="4096269" y="49006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5" name="9r3d_0_tuned_PredictedAtoms_2">
            <a:extLst>
              <a:ext uri="{FF2B5EF4-FFF2-40B4-BE49-F238E27FC236}">
                <a16:creationId xmlns:a16="http://schemas.microsoft.com/office/drawing/2014/main" id="{8EA5F0CE-8933-4177-80D2-2DB386632939}"/>
              </a:ext>
            </a:extLst>
          </p:cNvPr>
          <p:cNvSpPr>
            <a:spLocks noGrp="1"/>
          </p:cNvSpPr>
          <p:nvPr/>
        </p:nvSpPr>
        <p:spPr>
          <a:xfrm>
            <a:off x="4187379" y="47713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6" name="9r3d_0_tuned_PredictedAtoms_3">
            <a:extLst>
              <a:ext uri="{FF2B5EF4-FFF2-40B4-BE49-F238E27FC236}">
                <a16:creationId xmlns:a16="http://schemas.microsoft.com/office/drawing/2014/main" id="{2CB59F58-8A89-48C2-823B-79A26D5DE3F7}"/>
              </a:ext>
            </a:extLst>
          </p:cNvPr>
          <p:cNvSpPr>
            <a:spLocks noGrp="1"/>
          </p:cNvSpPr>
          <p:nvPr/>
        </p:nvSpPr>
        <p:spPr>
          <a:xfrm>
            <a:off x="4052442" y="49967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7" name="9r3d_0_tuned_PredictedAtoms_4">
            <a:extLst>
              <a:ext uri="{FF2B5EF4-FFF2-40B4-BE49-F238E27FC236}">
                <a16:creationId xmlns:a16="http://schemas.microsoft.com/office/drawing/2014/main" id="{3CF1725B-FBC9-495F-B571-88A1315D1889}"/>
              </a:ext>
            </a:extLst>
          </p:cNvPr>
          <p:cNvSpPr>
            <a:spLocks noGrp="1"/>
          </p:cNvSpPr>
          <p:nvPr/>
        </p:nvSpPr>
        <p:spPr>
          <a:xfrm>
            <a:off x="4192806" y="49985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8" name="9r3d_0_tuned_PredictedAtoms_5">
            <a:extLst>
              <a:ext uri="{FF2B5EF4-FFF2-40B4-BE49-F238E27FC236}">
                <a16:creationId xmlns:a16="http://schemas.microsoft.com/office/drawing/2014/main" id="{27DEBCFD-CD54-4396-BAB0-28A10ECEFF04}"/>
              </a:ext>
            </a:extLst>
          </p:cNvPr>
          <p:cNvSpPr>
            <a:spLocks noGrp="1"/>
          </p:cNvSpPr>
          <p:nvPr/>
        </p:nvSpPr>
        <p:spPr>
          <a:xfrm>
            <a:off x="4342095" y="50341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9" name="9r3d_0_tuned_PredictedAtoms_6">
            <a:extLst>
              <a:ext uri="{FF2B5EF4-FFF2-40B4-BE49-F238E27FC236}">
                <a16:creationId xmlns:a16="http://schemas.microsoft.com/office/drawing/2014/main" id="{C1ABA1DA-FC6E-4015-8BA4-A4EC1B41CB56}"/>
              </a:ext>
            </a:extLst>
          </p:cNvPr>
          <p:cNvSpPr>
            <a:spLocks noGrp="1"/>
          </p:cNvSpPr>
          <p:nvPr/>
        </p:nvSpPr>
        <p:spPr>
          <a:xfrm>
            <a:off x="4366942" y="51923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0" name="9r3d_0_tuned_PredictedAtoms_7">
            <a:extLst>
              <a:ext uri="{FF2B5EF4-FFF2-40B4-BE49-F238E27FC236}">
                <a16:creationId xmlns:a16="http://schemas.microsoft.com/office/drawing/2014/main" id="{1C3291F5-B7B9-4C34-8FEB-6C07FDFB029D}"/>
              </a:ext>
            </a:extLst>
          </p:cNvPr>
          <p:cNvSpPr>
            <a:spLocks noGrp="1"/>
          </p:cNvSpPr>
          <p:nvPr/>
        </p:nvSpPr>
        <p:spPr>
          <a:xfrm>
            <a:off x="4278556" y="52437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1" name="9r3d_0_tuned_PredictedAtoms_8">
            <a:extLst>
              <a:ext uri="{FF2B5EF4-FFF2-40B4-BE49-F238E27FC236}">
                <a16:creationId xmlns:a16="http://schemas.microsoft.com/office/drawing/2014/main" id="{45797CD4-AA36-44CF-B892-CB21D7940265}"/>
              </a:ext>
            </a:extLst>
          </p:cNvPr>
          <p:cNvSpPr>
            <a:spLocks noGrp="1"/>
          </p:cNvSpPr>
          <p:nvPr/>
        </p:nvSpPr>
        <p:spPr>
          <a:xfrm>
            <a:off x="4145564" y="5355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2" name="9r3d_0_tuned_PredictedAtoms_9">
            <a:extLst>
              <a:ext uri="{FF2B5EF4-FFF2-40B4-BE49-F238E27FC236}">
                <a16:creationId xmlns:a16="http://schemas.microsoft.com/office/drawing/2014/main" id="{7F327454-0B37-442A-AA07-BB3B301DC7A6}"/>
              </a:ext>
            </a:extLst>
          </p:cNvPr>
          <p:cNvSpPr>
            <a:spLocks noGrp="1"/>
          </p:cNvSpPr>
          <p:nvPr/>
        </p:nvSpPr>
        <p:spPr>
          <a:xfrm>
            <a:off x="4059345" y="53817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3" name="9r3d_0_tuned_PredictedAtoms_10">
            <a:extLst>
              <a:ext uri="{FF2B5EF4-FFF2-40B4-BE49-F238E27FC236}">
                <a16:creationId xmlns:a16="http://schemas.microsoft.com/office/drawing/2014/main" id="{EBD62EC8-C6C7-4C70-8737-FD372B03E223}"/>
              </a:ext>
            </a:extLst>
          </p:cNvPr>
          <p:cNvSpPr>
            <a:spLocks noGrp="1"/>
          </p:cNvSpPr>
          <p:nvPr/>
        </p:nvSpPr>
        <p:spPr>
          <a:xfrm>
            <a:off x="4045348" y="52866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4" name="9r3d_0_tuned_PredictedAtoms_11">
            <a:extLst>
              <a:ext uri="{FF2B5EF4-FFF2-40B4-BE49-F238E27FC236}">
                <a16:creationId xmlns:a16="http://schemas.microsoft.com/office/drawing/2014/main" id="{E3B9112B-C7C1-4E9A-861D-6AF34688DD4B}"/>
              </a:ext>
            </a:extLst>
          </p:cNvPr>
          <p:cNvSpPr>
            <a:spLocks noGrp="1"/>
          </p:cNvSpPr>
          <p:nvPr/>
        </p:nvSpPr>
        <p:spPr>
          <a:xfrm>
            <a:off x="4212476" y="5507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5" name="9r3d_0_tuned_PredictedAtoms_12">
            <a:extLst>
              <a:ext uri="{FF2B5EF4-FFF2-40B4-BE49-F238E27FC236}">
                <a16:creationId xmlns:a16="http://schemas.microsoft.com/office/drawing/2014/main" id="{15ED78EF-3A1E-4D60-A2BE-F108FC466515}"/>
              </a:ext>
            </a:extLst>
          </p:cNvPr>
          <p:cNvSpPr>
            <a:spLocks noGrp="1"/>
          </p:cNvSpPr>
          <p:nvPr/>
        </p:nvSpPr>
        <p:spPr>
          <a:xfrm>
            <a:off x="4519419" y="52519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6" name="9r3d_0_tuned_PredictedAtoms_13">
            <a:extLst>
              <a:ext uri="{FF2B5EF4-FFF2-40B4-BE49-F238E27FC236}">
                <a16:creationId xmlns:a16="http://schemas.microsoft.com/office/drawing/2014/main" id="{37FBF5EB-35E1-4F3A-AA0D-5659D74D8145}"/>
              </a:ext>
            </a:extLst>
          </p:cNvPr>
          <p:cNvSpPr>
            <a:spLocks noGrp="1"/>
          </p:cNvSpPr>
          <p:nvPr/>
        </p:nvSpPr>
        <p:spPr>
          <a:xfrm>
            <a:off x="4524074" y="53910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7" name="9r3d_0_tuned_PredictedAtoms_14">
            <a:extLst>
              <a:ext uri="{FF2B5EF4-FFF2-40B4-BE49-F238E27FC236}">
                <a16:creationId xmlns:a16="http://schemas.microsoft.com/office/drawing/2014/main" id="{70D5A92B-2EE4-42BD-ADEA-97266EB39DA3}"/>
              </a:ext>
            </a:extLst>
          </p:cNvPr>
          <p:cNvSpPr>
            <a:spLocks noGrp="1"/>
          </p:cNvSpPr>
          <p:nvPr/>
        </p:nvSpPr>
        <p:spPr>
          <a:xfrm>
            <a:off x="4594828" y="5531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8" name="9r3d_0_tuned_PredictedAtoms_15">
            <a:extLst>
              <a:ext uri="{FF2B5EF4-FFF2-40B4-BE49-F238E27FC236}">
                <a16:creationId xmlns:a16="http://schemas.microsoft.com/office/drawing/2014/main" id="{99C10A4E-64C3-46DA-8D7D-67CC2006F317}"/>
              </a:ext>
            </a:extLst>
          </p:cNvPr>
          <p:cNvSpPr>
            <a:spLocks noGrp="1"/>
          </p:cNvSpPr>
          <p:nvPr/>
        </p:nvSpPr>
        <p:spPr>
          <a:xfrm>
            <a:off x="4486792" y="56557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9" name="9r3d_0_tuned_PredictedAtoms_16">
            <a:extLst>
              <a:ext uri="{FF2B5EF4-FFF2-40B4-BE49-F238E27FC236}">
                <a16:creationId xmlns:a16="http://schemas.microsoft.com/office/drawing/2014/main" id="{C7585318-6A2B-4C2A-8D98-137EB8D06D52}"/>
              </a:ext>
            </a:extLst>
          </p:cNvPr>
          <p:cNvSpPr>
            <a:spLocks noGrp="1"/>
          </p:cNvSpPr>
          <p:nvPr/>
        </p:nvSpPr>
        <p:spPr>
          <a:xfrm>
            <a:off x="4713680" y="5584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0" name="9r3d_0_tuned_PredictedAtoms_17">
            <a:extLst>
              <a:ext uri="{FF2B5EF4-FFF2-40B4-BE49-F238E27FC236}">
                <a16:creationId xmlns:a16="http://schemas.microsoft.com/office/drawing/2014/main" id="{7D28BAF6-A7E6-4CEE-9C7D-2DFFBFD63E37}"/>
              </a:ext>
            </a:extLst>
          </p:cNvPr>
          <p:cNvSpPr>
            <a:spLocks noGrp="1"/>
          </p:cNvSpPr>
          <p:nvPr/>
        </p:nvSpPr>
        <p:spPr>
          <a:xfrm>
            <a:off x="4665237" y="54867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1" name="9r3d_0_tuned_PredictedAtoms_18">
            <a:extLst>
              <a:ext uri="{FF2B5EF4-FFF2-40B4-BE49-F238E27FC236}">
                <a16:creationId xmlns:a16="http://schemas.microsoft.com/office/drawing/2014/main" id="{29FF72B5-B933-49C1-97FA-541B23278C02}"/>
              </a:ext>
            </a:extLst>
          </p:cNvPr>
          <p:cNvSpPr>
            <a:spLocks noGrp="1"/>
          </p:cNvSpPr>
          <p:nvPr/>
        </p:nvSpPr>
        <p:spPr>
          <a:xfrm>
            <a:off x="4640017" y="51365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2" name="9r3d_0_tuned_PredictedAtoms_19">
            <a:extLst>
              <a:ext uri="{FF2B5EF4-FFF2-40B4-BE49-F238E27FC236}">
                <a16:creationId xmlns:a16="http://schemas.microsoft.com/office/drawing/2014/main" id="{0268FF71-A8F5-4801-AFE4-9CE868F8F9CC}"/>
              </a:ext>
            </a:extLst>
          </p:cNvPr>
          <p:cNvSpPr>
            <a:spLocks noGrp="1"/>
          </p:cNvSpPr>
          <p:nvPr/>
        </p:nvSpPr>
        <p:spPr>
          <a:xfrm>
            <a:off x="4723950" y="51797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3" name="9r3d_0_tuned_PredictedAtoms_20">
            <a:extLst>
              <a:ext uri="{FF2B5EF4-FFF2-40B4-BE49-F238E27FC236}">
                <a16:creationId xmlns:a16="http://schemas.microsoft.com/office/drawing/2014/main" id="{0298A55D-AECA-468A-94AC-237ABCE152F0}"/>
              </a:ext>
            </a:extLst>
          </p:cNvPr>
          <p:cNvSpPr>
            <a:spLocks noGrp="1"/>
          </p:cNvSpPr>
          <p:nvPr/>
        </p:nvSpPr>
        <p:spPr>
          <a:xfrm>
            <a:off x="4892038" y="52046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4" name="9r3d_0_tuned_PredictedAtoms_21">
            <a:extLst>
              <a:ext uri="{FF2B5EF4-FFF2-40B4-BE49-F238E27FC236}">
                <a16:creationId xmlns:a16="http://schemas.microsoft.com/office/drawing/2014/main" id="{F89EB2B3-C561-4B9D-8B97-6DFA196955C4}"/>
              </a:ext>
            </a:extLst>
          </p:cNvPr>
          <p:cNvSpPr>
            <a:spLocks noGrp="1"/>
          </p:cNvSpPr>
          <p:nvPr/>
        </p:nvSpPr>
        <p:spPr>
          <a:xfrm>
            <a:off x="4974118" y="51762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5" name="9r3d_0_tuned_PredictedAtoms_22">
            <a:extLst>
              <a:ext uri="{FF2B5EF4-FFF2-40B4-BE49-F238E27FC236}">
                <a16:creationId xmlns:a16="http://schemas.microsoft.com/office/drawing/2014/main" id="{2CC46BBE-9A62-4B39-B396-27554BFE3BD2}"/>
              </a:ext>
            </a:extLst>
          </p:cNvPr>
          <p:cNvSpPr>
            <a:spLocks noGrp="1"/>
          </p:cNvSpPr>
          <p:nvPr/>
        </p:nvSpPr>
        <p:spPr>
          <a:xfrm>
            <a:off x="4952477" y="51088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6" name="9r3d_0_tuned_PredictedAtoms_23">
            <a:extLst>
              <a:ext uri="{FF2B5EF4-FFF2-40B4-BE49-F238E27FC236}">
                <a16:creationId xmlns:a16="http://schemas.microsoft.com/office/drawing/2014/main" id="{AB7BB7DD-4606-4A70-9965-04D20616C468}"/>
              </a:ext>
            </a:extLst>
          </p:cNvPr>
          <p:cNvSpPr>
            <a:spLocks noGrp="1"/>
          </p:cNvSpPr>
          <p:nvPr/>
        </p:nvSpPr>
        <p:spPr>
          <a:xfrm>
            <a:off x="4915196" y="53655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7" name="9r3d_0_tuned_PredictedAtoms_24">
            <a:extLst>
              <a:ext uri="{FF2B5EF4-FFF2-40B4-BE49-F238E27FC236}">
                <a16:creationId xmlns:a16="http://schemas.microsoft.com/office/drawing/2014/main" id="{732381DA-576A-4816-BA09-B8B5926EB53F}"/>
              </a:ext>
            </a:extLst>
          </p:cNvPr>
          <p:cNvSpPr>
            <a:spLocks noGrp="1"/>
          </p:cNvSpPr>
          <p:nvPr/>
        </p:nvSpPr>
        <p:spPr>
          <a:xfrm>
            <a:off x="4608994" y="49813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8" name="9r3d_0_tuned_PredictedAtoms_25">
            <a:extLst>
              <a:ext uri="{FF2B5EF4-FFF2-40B4-BE49-F238E27FC236}">
                <a16:creationId xmlns:a16="http://schemas.microsoft.com/office/drawing/2014/main" id="{5B431279-92F1-4371-959D-A3246F9F5F7A}"/>
              </a:ext>
            </a:extLst>
          </p:cNvPr>
          <p:cNvSpPr>
            <a:spLocks noGrp="1"/>
          </p:cNvSpPr>
          <p:nvPr/>
        </p:nvSpPr>
        <p:spPr>
          <a:xfrm>
            <a:off x="4721375" y="487435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9" name="9r3d_0_tuned_PredictedAtoms_26">
            <a:extLst>
              <a:ext uri="{FF2B5EF4-FFF2-40B4-BE49-F238E27FC236}">
                <a16:creationId xmlns:a16="http://schemas.microsoft.com/office/drawing/2014/main" id="{B7442C64-2073-441C-9C16-07A1FF46C730}"/>
              </a:ext>
            </a:extLst>
          </p:cNvPr>
          <p:cNvSpPr>
            <a:spLocks noGrp="1"/>
          </p:cNvSpPr>
          <p:nvPr/>
        </p:nvSpPr>
        <p:spPr>
          <a:xfrm>
            <a:off x="4796064" y="47928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0" name="9r3d_0_tuned_PredictedAtoms_27">
            <a:extLst>
              <a:ext uri="{FF2B5EF4-FFF2-40B4-BE49-F238E27FC236}">
                <a16:creationId xmlns:a16="http://schemas.microsoft.com/office/drawing/2014/main" id="{041C5D1F-DB70-499B-A19F-C33BEE96F078}"/>
              </a:ext>
            </a:extLst>
          </p:cNvPr>
          <p:cNvSpPr>
            <a:spLocks noGrp="1"/>
          </p:cNvSpPr>
          <p:nvPr/>
        </p:nvSpPr>
        <p:spPr>
          <a:xfrm>
            <a:off x="4832587" y="46379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1" name="9r3d_0_tuned_PredictedAtoms_28">
            <a:extLst>
              <a:ext uri="{FF2B5EF4-FFF2-40B4-BE49-F238E27FC236}">
                <a16:creationId xmlns:a16="http://schemas.microsoft.com/office/drawing/2014/main" id="{69D0A157-491C-47DC-AB28-A21CB7C3C1BE}"/>
              </a:ext>
            </a:extLst>
          </p:cNvPr>
          <p:cNvSpPr>
            <a:spLocks noGrp="1"/>
          </p:cNvSpPr>
          <p:nvPr/>
        </p:nvSpPr>
        <p:spPr>
          <a:xfrm>
            <a:off x="4684312" y="47912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2" name="9r3d_0_tuned_PredictedAtoms_29">
            <a:extLst>
              <a:ext uri="{FF2B5EF4-FFF2-40B4-BE49-F238E27FC236}">
                <a16:creationId xmlns:a16="http://schemas.microsoft.com/office/drawing/2014/main" id="{56DB9E54-FFA2-4173-88A1-CF92A517ADCB}"/>
              </a:ext>
            </a:extLst>
          </p:cNvPr>
          <p:cNvSpPr>
            <a:spLocks noGrp="1"/>
          </p:cNvSpPr>
          <p:nvPr/>
        </p:nvSpPr>
        <p:spPr>
          <a:xfrm>
            <a:off x="4935710" y="48796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3" name="9r3d_0_tuned_PredictedAtoms_30">
            <a:extLst>
              <a:ext uri="{FF2B5EF4-FFF2-40B4-BE49-F238E27FC236}">
                <a16:creationId xmlns:a16="http://schemas.microsoft.com/office/drawing/2014/main" id="{7E69E0B1-1A34-41D7-8808-CF9702699D9F}"/>
              </a:ext>
            </a:extLst>
          </p:cNvPr>
          <p:cNvSpPr>
            <a:spLocks noGrp="1"/>
          </p:cNvSpPr>
          <p:nvPr/>
        </p:nvSpPr>
        <p:spPr>
          <a:xfrm>
            <a:off x="4464749" y="4944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4" name="9r3d_0_tuned_PredictedAtoms_31">
            <a:extLst>
              <a:ext uri="{FF2B5EF4-FFF2-40B4-BE49-F238E27FC236}">
                <a16:creationId xmlns:a16="http://schemas.microsoft.com/office/drawing/2014/main" id="{B7CC1A09-1C3E-4E76-B061-1B6D03F20F18}"/>
              </a:ext>
            </a:extLst>
          </p:cNvPr>
          <p:cNvSpPr>
            <a:spLocks noGrp="1"/>
          </p:cNvSpPr>
          <p:nvPr/>
        </p:nvSpPr>
        <p:spPr>
          <a:xfrm>
            <a:off x="4427616" y="48920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5" name="9r3d_0_tuned_PredictedAtoms_32">
            <a:extLst>
              <a:ext uri="{FF2B5EF4-FFF2-40B4-BE49-F238E27FC236}">
                <a16:creationId xmlns:a16="http://schemas.microsoft.com/office/drawing/2014/main" id="{48E95A26-9C7D-4A4F-ACB8-D71938B1E373}"/>
              </a:ext>
            </a:extLst>
          </p:cNvPr>
          <p:cNvSpPr>
            <a:spLocks noGrp="1"/>
          </p:cNvSpPr>
          <p:nvPr/>
        </p:nvSpPr>
        <p:spPr>
          <a:xfrm>
            <a:off x="4453285" y="47362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6" name="9r3d_0_tuned_PredictedAtoms_33">
            <a:extLst>
              <a:ext uri="{FF2B5EF4-FFF2-40B4-BE49-F238E27FC236}">
                <a16:creationId xmlns:a16="http://schemas.microsoft.com/office/drawing/2014/main" id="{9EF3668B-AAE4-4525-85C9-99604546E501}"/>
              </a:ext>
            </a:extLst>
          </p:cNvPr>
          <p:cNvSpPr>
            <a:spLocks noGrp="1"/>
          </p:cNvSpPr>
          <p:nvPr/>
        </p:nvSpPr>
        <p:spPr>
          <a:xfrm>
            <a:off x="4491550" y="4631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7" name="9r3d_0_tuned_PredictedAtoms_34">
            <a:extLst>
              <a:ext uri="{FF2B5EF4-FFF2-40B4-BE49-F238E27FC236}">
                <a16:creationId xmlns:a16="http://schemas.microsoft.com/office/drawing/2014/main" id="{35CFF798-53A2-405D-8043-E6853401ED4D}"/>
              </a:ext>
            </a:extLst>
          </p:cNvPr>
          <p:cNvSpPr>
            <a:spLocks noGrp="1"/>
          </p:cNvSpPr>
          <p:nvPr/>
        </p:nvSpPr>
        <p:spPr>
          <a:xfrm>
            <a:off x="4302820" y="46914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8" name="9r3d_0_tuned_PredictedAtoms_35">
            <a:extLst>
              <a:ext uri="{FF2B5EF4-FFF2-40B4-BE49-F238E27FC236}">
                <a16:creationId xmlns:a16="http://schemas.microsoft.com/office/drawing/2014/main" id="{04DF172C-778A-4243-9F21-4E65EFE14524}"/>
              </a:ext>
            </a:extLst>
          </p:cNvPr>
          <p:cNvSpPr>
            <a:spLocks noGrp="1"/>
          </p:cNvSpPr>
          <p:nvPr/>
        </p:nvSpPr>
        <p:spPr>
          <a:xfrm>
            <a:off x="4577038" y="4749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9" name="stage3-cases-main_27">
            <a:extLst>
              <a:ext uri="{FF2B5EF4-FFF2-40B4-BE49-F238E27FC236}">
                <a16:creationId xmlns:a16="http://schemas.microsoft.com/office/drawing/2014/main" id="{C8A6BA0E-E5C4-4411-AFC0-13A6CD74EEE2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1.05 Å   D 86%   Clash 0</a:t>
            </a:r>
          </a:p>
        </p:txBody>
      </p:sp>
      <p:sp>
        <p:nvSpPr>
          <p:cNvPr id="880" name="9r3d_0_build_Receptor">
            <a:extLst>
              <a:ext uri="{FF2B5EF4-FFF2-40B4-BE49-F238E27FC236}">
                <a16:creationId xmlns:a16="http://schemas.microsoft.com/office/drawing/2014/main" id="{6D20510B-8909-4FF4-BC5D-6A8CB185ADC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81" name="9r3d_0_build_ExperimentalDensity">
            <a:extLst>
              <a:ext uri="{FF2B5EF4-FFF2-40B4-BE49-F238E27FC236}">
                <a16:creationId xmlns:a16="http://schemas.microsoft.com/office/drawing/2014/main" id="{9F4CF281-D10E-41A1-AFA3-F52FDF852E3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82" name="9r3d_0_build_ReferenceLigand_0">
            <a:extLst>
              <a:ext uri="{FF2B5EF4-FFF2-40B4-BE49-F238E27FC236}">
                <a16:creationId xmlns:a16="http://schemas.microsoft.com/office/drawing/2014/main" id="{D1B13C20-B545-4D4F-B578-F60830F6577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3" name="9r3d_0_build_ReferenceLigand_1">
            <a:extLst>
              <a:ext uri="{FF2B5EF4-FFF2-40B4-BE49-F238E27FC236}">
                <a16:creationId xmlns:a16="http://schemas.microsoft.com/office/drawing/2014/main" id="{84B7D3AD-9765-4DE0-9DC0-CC15C493AC5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4" name="9r3d_0_build_ReferenceLigand_2">
            <a:extLst>
              <a:ext uri="{FF2B5EF4-FFF2-40B4-BE49-F238E27FC236}">
                <a16:creationId xmlns:a16="http://schemas.microsoft.com/office/drawing/2014/main" id="{DAA4AE36-AC82-4FE2-9768-3444BA36FED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5" name="9r3d_0_build_ReferenceLigand_3">
            <a:extLst>
              <a:ext uri="{FF2B5EF4-FFF2-40B4-BE49-F238E27FC236}">
                <a16:creationId xmlns:a16="http://schemas.microsoft.com/office/drawing/2014/main" id="{F24F3043-DFF3-4238-9F93-2E89E4D39EF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6" name="9r3d_0_build_ReferenceLigand_4">
            <a:extLst>
              <a:ext uri="{FF2B5EF4-FFF2-40B4-BE49-F238E27FC236}">
                <a16:creationId xmlns:a16="http://schemas.microsoft.com/office/drawing/2014/main" id="{21BC5612-A07E-4EEB-AC68-150CF058A8B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7" name="9r3d_0_build_ReferenceLigand_5">
            <a:extLst>
              <a:ext uri="{FF2B5EF4-FFF2-40B4-BE49-F238E27FC236}">
                <a16:creationId xmlns:a16="http://schemas.microsoft.com/office/drawing/2014/main" id="{8DE2CB8F-71A8-4D3C-880D-68ABF99359C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8" name="9r3d_0_build_ReferenceLigand_6">
            <a:extLst>
              <a:ext uri="{FF2B5EF4-FFF2-40B4-BE49-F238E27FC236}">
                <a16:creationId xmlns:a16="http://schemas.microsoft.com/office/drawing/2014/main" id="{F3527E13-03F8-4525-9148-0F9F15630F6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9" name="9r3d_0_build_ReferenceLigand_7">
            <a:extLst>
              <a:ext uri="{FF2B5EF4-FFF2-40B4-BE49-F238E27FC236}">
                <a16:creationId xmlns:a16="http://schemas.microsoft.com/office/drawing/2014/main" id="{55D74531-BB62-4A56-97AC-812B6190760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0" name="9r3d_0_build_ReferenceLigand_8">
            <a:extLst>
              <a:ext uri="{FF2B5EF4-FFF2-40B4-BE49-F238E27FC236}">
                <a16:creationId xmlns:a16="http://schemas.microsoft.com/office/drawing/2014/main" id="{4555A8DB-3AF8-4BA3-899B-1B0D73C0BFF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1" name="9r3d_0_build_ReferenceLigand_9">
            <a:extLst>
              <a:ext uri="{FF2B5EF4-FFF2-40B4-BE49-F238E27FC236}">
                <a16:creationId xmlns:a16="http://schemas.microsoft.com/office/drawing/2014/main" id="{8D859EC3-674F-4C1E-B406-3774253B20B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2" name="9r3d_0_build_ReferenceLigand_10">
            <a:extLst>
              <a:ext uri="{FF2B5EF4-FFF2-40B4-BE49-F238E27FC236}">
                <a16:creationId xmlns:a16="http://schemas.microsoft.com/office/drawing/2014/main" id="{C7275B18-BE85-4C3E-9428-FBE46BC0E19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3" name="9r3d_0_build_ReferenceLigand_11">
            <a:extLst>
              <a:ext uri="{FF2B5EF4-FFF2-40B4-BE49-F238E27FC236}">
                <a16:creationId xmlns:a16="http://schemas.microsoft.com/office/drawing/2014/main" id="{0287D3E6-A703-43C1-8DC9-349E5971CAD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4" name="9r3d_0_build_ReferenceLigand_12">
            <a:extLst>
              <a:ext uri="{FF2B5EF4-FFF2-40B4-BE49-F238E27FC236}">
                <a16:creationId xmlns:a16="http://schemas.microsoft.com/office/drawing/2014/main" id="{D68A1382-985B-4056-95F6-D73CD2B974E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5" name="9r3d_0_build_ReferenceLigand_13">
            <a:extLst>
              <a:ext uri="{FF2B5EF4-FFF2-40B4-BE49-F238E27FC236}">
                <a16:creationId xmlns:a16="http://schemas.microsoft.com/office/drawing/2014/main" id="{8EA3E6B6-A5F5-4A1F-85A3-8485FABDDBA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6" name="9r3d_0_build_ReferenceLigand_14">
            <a:extLst>
              <a:ext uri="{FF2B5EF4-FFF2-40B4-BE49-F238E27FC236}">
                <a16:creationId xmlns:a16="http://schemas.microsoft.com/office/drawing/2014/main" id="{82607423-B961-4E17-A9CE-28084187A64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7" name="9r3d_0_build_ReferenceLigand_15">
            <a:extLst>
              <a:ext uri="{FF2B5EF4-FFF2-40B4-BE49-F238E27FC236}">
                <a16:creationId xmlns:a16="http://schemas.microsoft.com/office/drawing/2014/main" id="{C96C9DB9-E78C-4EE5-8B30-F32F7F620BB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8" name="9r3d_0_build_ReferenceLigand_16">
            <a:extLst>
              <a:ext uri="{FF2B5EF4-FFF2-40B4-BE49-F238E27FC236}">
                <a16:creationId xmlns:a16="http://schemas.microsoft.com/office/drawing/2014/main" id="{7FD9C2CA-BA8A-41C3-BA5B-6A7E1405A74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9" name="9r3d_0_build_ReferenceLigand_17">
            <a:extLst>
              <a:ext uri="{FF2B5EF4-FFF2-40B4-BE49-F238E27FC236}">
                <a16:creationId xmlns:a16="http://schemas.microsoft.com/office/drawing/2014/main" id="{24DA08B9-C42F-443D-9634-A403E7C09BD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0" name="9r3d_0_build_ReferenceLigand_18">
            <a:extLst>
              <a:ext uri="{FF2B5EF4-FFF2-40B4-BE49-F238E27FC236}">
                <a16:creationId xmlns:a16="http://schemas.microsoft.com/office/drawing/2014/main" id="{EBA98788-C038-420D-B3B7-7D80E8D9B47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1" name="9r3d_0_build_ReferenceLigand_19">
            <a:extLst>
              <a:ext uri="{FF2B5EF4-FFF2-40B4-BE49-F238E27FC236}">
                <a16:creationId xmlns:a16="http://schemas.microsoft.com/office/drawing/2014/main" id="{BC065172-F1BE-4E1F-A327-F105E6F91C1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2" name="9r3d_0_build_ReferenceLigand_20">
            <a:extLst>
              <a:ext uri="{FF2B5EF4-FFF2-40B4-BE49-F238E27FC236}">
                <a16:creationId xmlns:a16="http://schemas.microsoft.com/office/drawing/2014/main" id="{01B7CC75-4662-4813-A038-AE4D9DBDB65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3" name="9r3d_0_build_ReferenceLigand_21">
            <a:extLst>
              <a:ext uri="{FF2B5EF4-FFF2-40B4-BE49-F238E27FC236}">
                <a16:creationId xmlns:a16="http://schemas.microsoft.com/office/drawing/2014/main" id="{C0F7CD3D-0AB2-4B66-9385-E01E47D74B5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4" name="9r3d_0_build_ReferenceLigand_22">
            <a:extLst>
              <a:ext uri="{FF2B5EF4-FFF2-40B4-BE49-F238E27FC236}">
                <a16:creationId xmlns:a16="http://schemas.microsoft.com/office/drawing/2014/main" id="{34092661-589C-4770-8BC2-07394170A0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5" name="9r3d_0_build_ReferenceLigand_23">
            <a:extLst>
              <a:ext uri="{FF2B5EF4-FFF2-40B4-BE49-F238E27FC236}">
                <a16:creationId xmlns:a16="http://schemas.microsoft.com/office/drawing/2014/main" id="{305BFD8B-13EC-472B-82BA-47AF81ABE8F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6" name="9r3d_0_build_ReferenceLigand_24">
            <a:extLst>
              <a:ext uri="{FF2B5EF4-FFF2-40B4-BE49-F238E27FC236}">
                <a16:creationId xmlns:a16="http://schemas.microsoft.com/office/drawing/2014/main" id="{1D667DB4-ED53-445C-8B86-A7021D42E55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7" name="9r3d_0_build_ReferenceLigand_25">
            <a:extLst>
              <a:ext uri="{FF2B5EF4-FFF2-40B4-BE49-F238E27FC236}">
                <a16:creationId xmlns:a16="http://schemas.microsoft.com/office/drawing/2014/main" id="{7C8AEF66-8A04-49BF-A1A1-D6625E4A715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8" name="9r3d_0_build_ReferenceLigand_26">
            <a:extLst>
              <a:ext uri="{FF2B5EF4-FFF2-40B4-BE49-F238E27FC236}">
                <a16:creationId xmlns:a16="http://schemas.microsoft.com/office/drawing/2014/main" id="{2DA3DFCF-CF6D-482A-BCA8-E9E08492E0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9" name="9r3d_0_build_ReferenceLigand_27">
            <a:extLst>
              <a:ext uri="{FF2B5EF4-FFF2-40B4-BE49-F238E27FC236}">
                <a16:creationId xmlns:a16="http://schemas.microsoft.com/office/drawing/2014/main" id="{13E45779-2BA2-4BC6-B973-BC60A26FF8B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0" name="9r3d_0_build_ReferenceLigand_28">
            <a:extLst>
              <a:ext uri="{FF2B5EF4-FFF2-40B4-BE49-F238E27FC236}">
                <a16:creationId xmlns:a16="http://schemas.microsoft.com/office/drawing/2014/main" id="{186FD0FA-02B4-4457-A1AE-4CFC35E83DB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1" name="9r3d_0_build_ReferenceLigand_29">
            <a:extLst>
              <a:ext uri="{FF2B5EF4-FFF2-40B4-BE49-F238E27FC236}">
                <a16:creationId xmlns:a16="http://schemas.microsoft.com/office/drawing/2014/main" id="{ADB470B8-9238-445B-B8D7-F9F1A085F4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2" name="9r3d_0_build_ReferenceLigand_30">
            <a:extLst>
              <a:ext uri="{FF2B5EF4-FFF2-40B4-BE49-F238E27FC236}">
                <a16:creationId xmlns:a16="http://schemas.microsoft.com/office/drawing/2014/main" id="{50A30E51-EFDC-48B1-B6E3-A4DD7216EA4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3" name="9r3d_0_build_ReferenceLigand_31">
            <a:extLst>
              <a:ext uri="{FF2B5EF4-FFF2-40B4-BE49-F238E27FC236}">
                <a16:creationId xmlns:a16="http://schemas.microsoft.com/office/drawing/2014/main" id="{B003D7E9-8FBE-489B-B2EC-3480E0B14E6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4" name="9r3d_0_build_ReferenceLigand_32">
            <a:extLst>
              <a:ext uri="{FF2B5EF4-FFF2-40B4-BE49-F238E27FC236}">
                <a16:creationId xmlns:a16="http://schemas.microsoft.com/office/drawing/2014/main" id="{5FD0FEBA-C932-4688-A791-DB5D32FCA1D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r3d_0_build_ReferenceLigand_33">
            <a:extLst>
              <a:ext uri="{FF2B5EF4-FFF2-40B4-BE49-F238E27FC236}">
                <a16:creationId xmlns:a16="http://schemas.microsoft.com/office/drawing/2014/main" id="{4C94632C-6E4A-4457-AD64-6B8A7250612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r3d_0_build_ReferenceLigand_34">
            <a:extLst>
              <a:ext uri="{FF2B5EF4-FFF2-40B4-BE49-F238E27FC236}">
                <a16:creationId xmlns:a16="http://schemas.microsoft.com/office/drawing/2014/main" id="{67C9D38C-CAA1-4768-828B-D909BEF15BB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r3d_0_build_ReferenceLigand_35">
            <a:extLst>
              <a:ext uri="{FF2B5EF4-FFF2-40B4-BE49-F238E27FC236}">
                <a16:creationId xmlns:a16="http://schemas.microsoft.com/office/drawing/2014/main" id="{1579FECE-E379-4B79-9BEB-9A6D65A1B22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r3d_0_build_PredictedLigand_0">
            <a:extLst>
              <a:ext uri="{FF2B5EF4-FFF2-40B4-BE49-F238E27FC236}">
                <a16:creationId xmlns:a16="http://schemas.microsoft.com/office/drawing/2014/main" id="{F69269B8-4D9F-4309-BAFE-01DC2CAA2D9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478360" y="5043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19" name="9r3d_0_build_PredictedLigand_1">
            <a:extLst>
              <a:ext uri="{FF2B5EF4-FFF2-40B4-BE49-F238E27FC236}">
                <a16:creationId xmlns:a16="http://schemas.microsoft.com/office/drawing/2014/main" id="{23CE3179-14D8-453B-A534-3BBE12DBC71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728447" y="5900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0" name="9r3d_0_build_PredictedLigand_2">
            <a:extLst>
              <a:ext uri="{FF2B5EF4-FFF2-40B4-BE49-F238E27FC236}">
                <a16:creationId xmlns:a16="http://schemas.microsoft.com/office/drawing/2014/main" id="{42980AA7-C776-4823-ABC4-756C145A9B3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627481" y="336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1" name="9r3d_0_build_PredictedLigand_3">
            <a:extLst>
              <a:ext uri="{FF2B5EF4-FFF2-40B4-BE49-F238E27FC236}">
                <a16:creationId xmlns:a16="http://schemas.microsoft.com/office/drawing/2014/main" id="{7DB64A3B-CAF7-476A-B0C4-F27737570B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461064" y="10781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2" name="9r3d_0_build_PredictedLigand_4">
            <a:extLst>
              <a:ext uri="{FF2B5EF4-FFF2-40B4-BE49-F238E27FC236}">
                <a16:creationId xmlns:a16="http://schemas.microsoft.com/office/drawing/2014/main" id="{22148EF8-647F-45DA-9E9E-6FDCCA58E57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026" y="557342"/>
                </a:moveTo>
                <a:lnTo>
                  <a:pt x="1597383" y="4878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3" name="9r3d_0_build_PredictedLigand_5">
            <a:extLst>
              <a:ext uri="{FF2B5EF4-FFF2-40B4-BE49-F238E27FC236}">
                <a16:creationId xmlns:a16="http://schemas.microsoft.com/office/drawing/2014/main" id="{3BF4E3C3-3D8A-483E-AA14-057F46ED77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63533" y="6199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4" name="9r3d_0_build_PredictedLigand_6">
            <a:extLst>
              <a:ext uri="{FF2B5EF4-FFF2-40B4-BE49-F238E27FC236}">
                <a16:creationId xmlns:a16="http://schemas.microsoft.com/office/drawing/2014/main" id="{3287B4C2-9AF4-4ABB-A197-35BDC75BAE3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1008125" y="4136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5" name="9r3d_0_build_PredictedLigand_7">
            <a:extLst>
              <a:ext uri="{FF2B5EF4-FFF2-40B4-BE49-F238E27FC236}">
                <a16:creationId xmlns:a16="http://schemas.microsoft.com/office/drawing/2014/main" id="{6B15B501-2CA0-43F7-B18F-C32D41C638A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268648" y="1238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6" name="9r3d_0_build_PredictedLigand_8">
            <a:extLst>
              <a:ext uri="{FF2B5EF4-FFF2-40B4-BE49-F238E27FC236}">
                <a16:creationId xmlns:a16="http://schemas.microsoft.com/office/drawing/2014/main" id="{540CFFB3-FA6B-4F7E-9CD2-482EB344B6C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8008" y="11281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7" name="9r3d_0_build_PredictedLigand_9">
            <a:extLst>
              <a:ext uri="{FF2B5EF4-FFF2-40B4-BE49-F238E27FC236}">
                <a16:creationId xmlns:a16="http://schemas.microsoft.com/office/drawing/2014/main" id="{4A2B624D-21EA-4F1A-8E03-4C70D5B87FB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819243" y="90573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8" name="9r3d_0_build_PredictedLigand_10">
            <a:extLst>
              <a:ext uri="{FF2B5EF4-FFF2-40B4-BE49-F238E27FC236}">
                <a16:creationId xmlns:a16="http://schemas.microsoft.com/office/drawing/2014/main" id="{9898A87E-D6E3-4D49-9A76-711EFD834E0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503362" y="12746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9" name="9r3d_0_build_PredictedLigand_11">
            <a:extLst>
              <a:ext uri="{FF2B5EF4-FFF2-40B4-BE49-F238E27FC236}">
                <a16:creationId xmlns:a16="http://schemas.microsoft.com/office/drawing/2014/main" id="{99A59335-74D9-433D-84C5-FF9B425AB4A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307" y="872363"/>
                </a:moveTo>
                <a:lnTo>
                  <a:pt x="947656" y="9809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0" name="9r3d_0_build_PredictedLigand_12">
            <a:extLst>
              <a:ext uri="{FF2B5EF4-FFF2-40B4-BE49-F238E27FC236}">
                <a16:creationId xmlns:a16="http://schemas.microsoft.com/office/drawing/2014/main" id="{5068C485-4180-4F9E-AA2A-B8B54233992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557026" y="5573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1" name="9r3d_0_build_PredictedLigand_13">
            <a:extLst>
              <a:ext uri="{FF2B5EF4-FFF2-40B4-BE49-F238E27FC236}">
                <a16:creationId xmlns:a16="http://schemas.microsoft.com/office/drawing/2014/main" id="{9A6FC45D-C764-44CB-8FBD-BC8C2C16C98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17178" y="4163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2" name="9r3d_0_build_PredictedLigand_14">
            <a:extLst>
              <a:ext uri="{FF2B5EF4-FFF2-40B4-BE49-F238E27FC236}">
                <a16:creationId xmlns:a16="http://schemas.microsoft.com/office/drawing/2014/main" id="{11109C40-CBE5-42DC-B549-40738784634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2030" y="791025"/>
                </a:moveTo>
                <a:lnTo>
                  <a:pt x="1432969" y="6379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3" name="9r3d_0_build_PredictedLigand_15">
            <a:extLst>
              <a:ext uri="{FF2B5EF4-FFF2-40B4-BE49-F238E27FC236}">
                <a16:creationId xmlns:a16="http://schemas.microsoft.com/office/drawing/2014/main" id="{D7FB7671-2929-4C28-8C6A-CEBB8239B32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091307" y="8723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4" name="9r3d_0_build_PredictedLigand_16">
            <a:extLst>
              <a:ext uri="{FF2B5EF4-FFF2-40B4-BE49-F238E27FC236}">
                <a16:creationId xmlns:a16="http://schemas.microsoft.com/office/drawing/2014/main" id="{9222AA82-08A4-432F-9A08-7E8481E5C8C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4321" y="1038756"/>
                </a:moveTo>
                <a:lnTo>
                  <a:pt x="1395735" y="1164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5" name="9r3d_0_build_PredictedLigand_17">
            <a:extLst>
              <a:ext uri="{FF2B5EF4-FFF2-40B4-BE49-F238E27FC236}">
                <a16:creationId xmlns:a16="http://schemas.microsoft.com/office/drawing/2014/main" id="{05FFAFF2-77C1-41EF-BE51-5F63348AF4A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981" y="591831"/>
                </a:moveTo>
                <a:lnTo>
                  <a:pt x="931269" y="5021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6" name="9r3d_0_build_PredictedLigand_18">
            <a:extLst>
              <a:ext uri="{FF2B5EF4-FFF2-40B4-BE49-F238E27FC236}">
                <a16:creationId xmlns:a16="http://schemas.microsoft.com/office/drawing/2014/main" id="{2B57E7C6-564E-4AAE-BDB2-D27BF109B8E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310198" y="5590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7" name="9r3d_0_build_PredictedLigand_19">
            <a:extLst>
              <a:ext uri="{FF2B5EF4-FFF2-40B4-BE49-F238E27FC236}">
                <a16:creationId xmlns:a16="http://schemas.microsoft.com/office/drawing/2014/main" id="{63EBDE12-0698-4573-ADD8-A4432D735F6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8" name="9r3d_0_build_PredictedLigand_20">
            <a:extLst>
              <a:ext uri="{FF2B5EF4-FFF2-40B4-BE49-F238E27FC236}">
                <a16:creationId xmlns:a16="http://schemas.microsoft.com/office/drawing/2014/main" id="{FA6BD065-83CD-4A68-A908-52B06EE4ACE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326340" y="8928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9" name="9r3d_0_build_PredictedLigand_21">
            <a:extLst>
              <a:ext uri="{FF2B5EF4-FFF2-40B4-BE49-F238E27FC236}">
                <a16:creationId xmlns:a16="http://schemas.microsoft.com/office/drawing/2014/main" id="{F5DD2EEE-3738-4DF7-A511-9B80EC8FB0F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354321" y="1038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0" name="9r3d_0_build_PredictedLigand_22">
            <a:extLst>
              <a:ext uri="{FF2B5EF4-FFF2-40B4-BE49-F238E27FC236}">
                <a16:creationId xmlns:a16="http://schemas.microsoft.com/office/drawing/2014/main" id="{94312144-6694-42F5-9364-C2636A4A231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176732" y="8164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1" name="9r3d_0_build_PredictedLigand_23">
            <a:extLst>
              <a:ext uri="{FF2B5EF4-FFF2-40B4-BE49-F238E27FC236}">
                <a16:creationId xmlns:a16="http://schemas.microsoft.com/office/drawing/2014/main" id="{DDAB1DE0-424D-4352-9219-CCE077C3DD0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160692" y="6464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2" name="9r3d_0_build_PredictedLigand_24">
            <a:extLst>
              <a:ext uri="{FF2B5EF4-FFF2-40B4-BE49-F238E27FC236}">
                <a16:creationId xmlns:a16="http://schemas.microsoft.com/office/drawing/2014/main" id="{D6AAD43C-46BF-4717-9577-AC27DF158F7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255" y="867907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3" name="9r3d_0_build_PredictedLigand_25">
            <a:extLst>
              <a:ext uri="{FF2B5EF4-FFF2-40B4-BE49-F238E27FC236}">
                <a16:creationId xmlns:a16="http://schemas.microsoft.com/office/drawing/2014/main" id="{6CCDEFED-1C0E-4B6C-9B58-ADD09528AC1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028981" y="591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4" name="9r3d_0_build_PredictedLigand_26">
            <a:extLst>
              <a:ext uri="{FF2B5EF4-FFF2-40B4-BE49-F238E27FC236}">
                <a16:creationId xmlns:a16="http://schemas.microsoft.com/office/drawing/2014/main" id="{EC7C2941-2F5D-413C-ADAD-6B00EEF70E4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4338" y="10120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5" name="9r3d_0_build_PredictedLigand_27">
            <a:extLst>
              <a:ext uri="{FF2B5EF4-FFF2-40B4-BE49-F238E27FC236}">
                <a16:creationId xmlns:a16="http://schemas.microsoft.com/office/drawing/2014/main" id="{D10EDFB9-CEED-462E-8437-D15972D0FE1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4116" y="856750"/>
                </a:moveTo>
                <a:lnTo>
                  <a:pt x="1728945" y="9104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6" name="9r3d_0_build_PredictedLigand_28">
            <a:extLst>
              <a:ext uri="{FF2B5EF4-FFF2-40B4-BE49-F238E27FC236}">
                <a16:creationId xmlns:a16="http://schemas.microsoft.com/office/drawing/2014/main" id="{D46E215A-E048-4CE4-9D34-91FEF7F882A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285042" y="4566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7" name="9r3d_0_build_PredictedLigand_29">
            <a:extLst>
              <a:ext uri="{FF2B5EF4-FFF2-40B4-BE49-F238E27FC236}">
                <a16:creationId xmlns:a16="http://schemas.microsoft.com/office/drawing/2014/main" id="{D70BAE8E-6431-4E53-A0E8-E1960E4BAD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568255" y="8679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8" name="9r3d_0_build_PredictedLigand_30">
            <a:extLst>
              <a:ext uri="{FF2B5EF4-FFF2-40B4-BE49-F238E27FC236}">
                <a16:creationId xmlns:a16="http://schemas.microsoft.com/office/drawing/2014/main" id="{BA3402F4-B39F-427B-B81A-819333672AE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27624" y="2248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9" name="9r3d_0_build_PredictedLigand_31">
            <a:extLst>
              <a:ext uri="{FF2B5EF4-FFF2-40B4-BE49-F238E27FC236}">
                <a16:creationId xmlns:a16="http://schemas.microsoft.com/office/drawing/2014/main" id="{F0D43CF7-B54D-492B-A685-ED62DF0799A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2177" y="10655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0" name="9r3d_0_build_PredictedLigand_32">
            <a:extLst>
              <a:ext uri="{FF2B5EF4-FFF2-40B4-BE49-F238E27FC236}">
                <a16:creationId xmlns:a16="http://schemas.microsoft.com/office/drawing/2014/main" id="{BB61963D-EF75-4987-A5DD-1EB5048502A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5042" y="456631"/>
                </a:moveTo>
                <a:lnTo>
                  <a:pt x="1345955" y="27684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1" name="9r3d_0_build_PredictedLigand_33">
            <a:extLst>
              <a:ext uri="{FF2B5EF4-FFF2-40B4-BE49-F238E27FC236}">
                <a16:creationId xmlns:a16="http://schemas.microsoft.com/office/drawing/2014/main" id="{DF110CC3-3D08-4428-BFB5-5D34B337883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211539" y="1857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2" name="9r3d_0_build_PredictedLigand_34">
            <a:extLst>
              <a:ext uri="{FF2B5EF4-FFF2-40B4-BE49-F238E27FC236}">
                <a16:creationId xmlns:a16="http://schemas.microsoft.com/office/drawing/2014/main" id="{8F19E07E-4622-4C33-8711-306CEC52EF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9245" y="830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3" name="9r3d_0_build_PredictedLigand_35">
            <a:extLst>
              <a:ext uri="{FF2B5EF4-FFF2-40B4-BE49-F238E27FC236}">
                <a16:creationId xmlns:a16="http://schemas.microsoft.com/office/drawing/2014/main" id="{D343B7BF-93FB-4442-8532-73615DA1D17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34540" y="305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4" name="9r3d_0_build_PredictedAtoms_0">
            <a:extLst>
              <a:ext uri="{FF2B5EF4-FFF2-40B4-BE49-F238E27FC236}">
                <a16:creationId xmlns:a16="http://schemas.microsoft.com/office/drawing/2014/main" id="{1FCFAEFC-A140-446A-8D4D-2BFAD1E8D279}"/>
              </a:ext>
            </a:extLst>
          </p:cNvPr>
          <p:cNvSpPr>
            <a:spLocks noGrp="1"/>
          </p:cNvSpPr>
          <p:nvPr/>
        </p:nvSpPr>
        <p:spPr>
          <a:xfrm>
            <a:off x="7990124" y="52125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5" name="9r3d_0_build_PredictedAtoms_1">
            <a:extLst>
              <a:ext uri="{FF2B5EF4-FFF2-40B4-BE49-F238E27FC236}">
                <a16:creationId xmlns:a16="http://schemas.microsoft.com/office/drawing/2014/main" id="{22899D90-5609-4571-B482-3D9A44B7AF7B}"/>
              </a:ext>
            </a:extLst>
          </p:cNvPr>
          <p:cNvSpPr>
            <a:spLocks noGrp="1"/>
          </p:cNvSpPr>
          <p:nvPr/>
        </p:nvSpPr>
        <p:spPr>
          <a:xfrm>
            <a:off x="7884953" y="52662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6" name="9r3d_0_build_PredictedAtoms_2">
            <a:extLst>
              <a:ext uri="{FF2B5EF4-FFF2-40B4-BE49-F238E27FC236}">
                <a16:creationId xmlns:a16="http://schemas.microsoft.com/office/drawing/2014/main" id="{02DA30AA-1D42-4197-8005-9EC53A1E3256}"/>
              </a:ext>
            </a:extLst>
          </p:cNvPr>
          <p:cNvSpPr>
            <a:spLocks noGrp="1"/>
          </p:cNvSpPr>
          <p:nvPr/>
        </p:nvSpPr>
        <p:spPr>
          <a:xfrm>
            <a:off x="7895252" y="51862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7" name="9r3d_0_build_PredictedAtoms_3">
            <a:extLst>
              <a:ext uri="{FF2B5EF4-FFF2-40B4-BE49-F238E27FC236}">
                <a16:creationId xmlns:a16="http://schemas.microsoft.com/office/drawing/2014/main" id="{75990D88-DBB2-4462-8019-73813D74EDE9}"/>
              </a:ext>
            </a:extLst>
          </p:cNvPr>
          <p:cNvSpPr>
            <a:spLocks noGrp="1"/>
          </p:cNvSpPr>
          <p:nvPr/>
        </p:nvSpPr>
        <p:spPr>
          <a:xfrm>
            <a:off x="7888185" y="54213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8" name="9r3d_0_build_PredictedAtoms_4">
            <a:extLst>
              <a:ext uri="{FF2B5EF4-FFF2-40B4-BE49-F238E27FC236}">
                <a16:creationId xmlns:a16="http://schemas.microsoft.com/office/drawing/2014/main" id="{05160A9F-5C77-437E-AC51-D9C5C15DBC8F}"/>
              </a:ext>
            </a:extLst>
          </p:cNvPr>
          <p:cNvSpPr>
            <a:spLocks noGrp="1"/>
          </p:cNvSpPr>
          <p:nvPr/>
        </p:nvSpPr>
        <p:spPr>
          <a:xfrm>
            <a:off x="7724262" y="5223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9" name="9r3d_0_build_PredictedAtoms_5">
            <a:extLst>
              <a:ext uri="{FF2B5EF4-FFF2-40B4-BE49-F238E27FC236}">
                <a16:creationId xmlns:a16="http://schemas.microsoft.com/office/drawing/2014/main" id="{6FDE5AE7-E341-4127-A12C-EAC9253EE751}"/>
              </a:ext>
            </a:extLst>
          </p:cNvPr>
          <p:cNvSpPr>
            <a:spLocks noGrp="1"/>
          </p:cNvSpPr>
          <p:nvPr/>
        </p:nvSpPr>
        <p:spPr>
          <a:xfrm>
            <a:off x="7618038" y="51468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0" name="9r3d_0_build_PredictedAtoms_6">
            <a:extLst>
              <a:ext uri="{FF2B5EF4-FFF2-40B4-BE49-F238E27FC236}">
                <a16:creationId xmlns:a16="http://schemas.microsoft.com/office/drawing/2014/main" id="{D662B708-E129-4304-9802-C395511B352D}"/>
              </a:ext>
            </a:extLst>
          </p:cNvPr>
          <p:cNvSpPr>
            <a:spLocks noGrp="1"/>
          </p:cNvSpPr>
          <p:nvPr/>
        </p:nvSpPr>
        <p:spPr>
          <a:xfrm>
            <a:off x="7588976" y="49936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1" name="9r3d_0_build_PredictedAtoms_7">
            <a:extLst>
              <a:ext uri="{FF2B5EF4-FFF2-40B4-BE49-F238E27FC236}">
                <a16:creationId xmlns:a16="http://schemas.microsoft.com/office/drawing/2014/main" id="{2B91594C-3FA3-4115-8664-ADAE31F7A748}"/>
              </a:ext>
            </a:extLst>
          </p:cNvPr>
          <p:cNvSpPr>
            <a:spLocks noGrp="1"/>
          </p:cNvSpPr>
          <p:nvPr/>
        </p:nvSpPr>
        <p:spPr>
          <a:xfrm>
            <a:off x="7713034" y="491312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2" name="9r3d_0_build_PredictedAtoms_8">
            <a:extLst>
              <a:ext uri="{FF2B5EF4-FFF2-40B4-BE49-F238E27FC236}">
                <a16:creationId xmlns:a16="http://schemas.microsoft.com/office/drawing/2014/main" id="{42DDEC95-7503-43A9-803F-8B37E7AEDC6F}"/>
              </a:ext>
            </a:extLst>
          </p:cNvPr>
          <p:cNvSpPr>
            <a:spLocks noGrp="1"/>
          </p:cNvSpPr>
          <p:nvPr/>
        </p:nvSpPr>
        <p:spPr>
          <a:xfrm>
            <a:off x="7753391" y="48436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3" name="9r3d_0_build_PredictedAtoms_9">
            <a:extLst>
              <a:ext uri="{FF2B5EF4-FFF2-40B4-BE49-F238E27FC236}">
                <a16:creationId xmlns:a16="http://schemas.microsoft.com/office/drawing/2014/main" id="{5010C15A-982D-4E56-AA3E-1BAFAA98A6B3}"/>
              </a:ext>
            </a:extLst>
          </p:cNvPr>
          <p:cNvSpPr>
            <a:spLocks noGrp="1"/>
          </p:cNvSpPr>
          <p:nvPr/>
        </p:nvSpPr>
        <p:spPr>
          <a:xfrm>
            <a:off x="7783489" y="4691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4" name="9r3d_0_build_PredictedAtoms_10">
            <a:extLst>
              <a:ext uri="{FF2B5EF4-FFF2-40B4-BE49-F238E27FC236}">
                <a16:creationId xmlns:a16="http://schemas.microsoft.com/office/drawing/2014/main" id="{918E059B-E8F5-4A06-B519-8D14A6691663}"/>
              </a:ext>
            </a:extLst>
          </p:cNvPr>
          <p:cNvSpPr>
            <a:spLocks noGrp="1"/>
          </p:cNvSpPr>
          <p:nvPr/>
        </p:nvSpPr>
        <p:spPr>
          <a:xfrm>
            <a:off x="7884455" y="4945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5" name="9r3d_0_build_PredictedAtoms_11">
            <a:extLst>
              <a:ext uri="{FF2B5EF4-FFF2-40B4-BE49-F238E27FC236}">
                <a16:creationId xmlns:a16="http://schemas.microsoft.com/office/drawing/2014/main" id="{AE184A0D-E1AE-4C0C-BB5E-45ADF993C314}"/>
              </a:ext>
            </a:extLst>
          </p:cNvPr>
          <p:cNvSpPr>
            <a:spLocks noGrp="1"/>
          </p:cNvSpPr>
          <p:nvPr/>
        </p:nvSpPr>
        <p:spPr>
          <a:xfrm>
            <a:off x="7634367" y="48601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6" name="9r3d_0_build_PredictedAtoms_12">
            <a:extLst>
              <a:ext uri="{FF2B5EF4-FFF2-40B4-BE49-F238E27FC236}">
                <a16:creationId xmlns:a16="http://schemas.microsoft.com/office/drawing/2014/main" id="{73E85DE8-CF1E-4295-A1C9-18AAEE25846B}"/>
              </a:ext>
            </a:extLst>
          </p:cNvPr>
          <p:cNvSpPr>
            <a:spLocks noGrp="1"/>
          </p:cNvSpPr>
          <p:nvPr/>
        </p:nvSpPr>
        <p:spPr>
          <a:xfrm>
            <a:off x="7466205" y="4914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7" name="9r3d_0_build_PredictedAtoms_13">
            <a:extLst>
              <a:ext uri="{FF2B5EF4-FFF2-40B4-BE49-F238E27FC236}">
                <a16:creationId xmlns:a16="http://schemas.microsoft.com/office/drawing/2014/main" id="{34548C87-FCEB-49DD-ABAB-C5D64511A73B}"/>
              </a:ext>
            </a:extLst>
          </p:cNvPr>
          <p:cNvSpPr>
            <a:spLocks noGrp="1"/>
          </p:cNvSpPr>
          <p:nvPr/>
        </p:nvSpPr>
        <p:spPr>
          <a:xfrm>
            <a:off x="7441050" y="48124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8" name="9r3d_0_build_PredictedAtoms_14">
            <a:extLst>
              <a:ext uri="{FF2B5EF4-FFF2-40B4-BE49-F238E27FC236}">
                <a16:creationId xmlns:a16="http://schemas.microsoft.com/office/drawing/2014/main" id="{2176B8D1-9361-4E1A-AA76-5A7E69F7D27A}"/>
              </a:ext>
            </a:extLst>
          </p:cNvPr>
          <p:cNvSpPr>
            <a:spLocks noGrp="1"/>
          </p:cNvSpPr>
          <p:nvPr/>
        </p:nvSpPr>
        <p:spPr>
          <a:xfrm>
            <a:off x="7501963" y="46326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9" name="9r3d_0_build_PredictedAtoms_15">
            <a:extLst>
              <a:ext uri="{FF2B5EF4-FFF2-40B4-BE49-F238E27FC236}">
                <a16:creationId xmlns:a16="http://schemas.microsoft.com/office/drawing/2014/main" id="{193B7118-9AB0-4894-AF70-339DA11E61D2}"/>
              </a:ext>
            </a:extLst>
          </p:cNvPr>
          <p:cNvSpPr>
            <a:spLocks noGrp="1"/>
          </p:cNvSpPr>
          <p:nvPr/>
        </p:nvSpPr>
        <p:spPr>
          <a:xfrm>
            <a:off x="7590547" y="466150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0" name="9r3d_0_build_PredictedAtoms_16">
            <a:extLst>
              <a:ext uri="{FF2B5EF4-FFF2-40B4-BE49-F238E27FC236}">
                <a16:creationId xmlns:a16="http://schemas.microsoft.com/office/drawing/2014/main" id="{B75074BF-B033-469B-AAFF-A3B8B0160A99}"/>
              </a:ext>
            </a:extLst>
          </p:cNvPr>
          <p:cNvSpPr>
            <a:spLocks noGrp="1"/>
          </p:cNvSpPr>
          <p:nvPr/>
        </p:nvSpPr>
        <p:spPr>
          <a:xfrm>
            <a:off x="7367547" y="45414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1" name="9r3d_0_build_PredictedAtoms_17">
            <a:extLst>
              <a:ext uri="{FF2B5EF4-FFF2-40B4-BE49-F238E27FC236}">
                <a16:creationId xmlns:a16="http://schemas.microsoft.com/office/drawing/2014/main" id="{730BD07B-3D2E-419E-BD69-10A5D075355F}"/>
              </a:ext>
            </a:extLst>
          </p:cNvPr>
          <p:cNvSpPr>
            <a:spLocks noGrp="1"/>
          </p:cNvSpPr>
          <p:nvPr/>
        </p:nvSpPr>
        <p:spPr>
          <a:xfrm>
            <a:off x="7583632" y="45806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2" name="9r3d_0_build_PredictedAtoms_18">
            <a:extLst>
              <a:ext uri="{FF2B5EF4-FFF2-40B4-BE49-F238E27FC236}">
                <a16:creationId xmlns:a16="http://schemas.microsoft.com/office/drawing/2014/main" id="{63CCFA77-D971-484D-A575-82C212E5FCBD}"/>
              </a:ext>
            </a:extLst>
          </p:cNvPr>
          <p:cNvSpPr>
            <a:spLocks noGrp="1"/>
          </p:cNvSpPr>
          <p:nvPr/>
        </p:nvSpPr>
        <p:spPr>
          <a:xfrm>
            <a:off x="7316700" y="50022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3" name="9r3d_0_build_PredictedAtoms_19">
            <a:extLst>
              <a:ext uri="{FF2B5EF4-FFF2-40B4-BE49-F238E27FC236}">
                <a16:creationId xmlns:a16="http://schemas.microsoft.com/office/drawing/2014/main" id="{C2B61D23-9916-4450-8D20-500A343A4F91}"/>
              </a:ext>
            </a:extLst>
          </p:cNvPr>
          <p:cNvSpPr>
            <a:spLocks noGrp="1"/>
          </p:cNvSpPr>
          <p:nvPr/>
        </p:nvSpPr>
        <p:spPr>
          <a:xfrm>
            <a:off x="7184989" y="49476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4" name="9r3d_0_build_PredictedAtoms_20">
            <a:extLst>
              <a:ext uri="{FF2B5EF4-FFF2-40B4-BE49-F238E27FC236}">
                <a16:creationId xmlns:a16="http://schemas.microsoft.com/office/drawing/2014/main" id="{218EE908-1652-4138-9C82-3775CE5236CF}"/>
              </a:ext>
            </a:extLst>
          </p:cNvPr>
          <p:cNvSpPr>
            <a:spLocks noGrp="1"/>
          </p:cNvSpPr>
          <p:nvPr/>
        </p:nvSpPr>
        <p:spPr>
          <a:xfrm>
            <a:off x="7087276" y="48579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5" name="9r3d_0_build_PredictedAtoms_21">
            <a:extLst>
              <a:ext uri="{FF2B5EF4-FFF2-40B4-BE49-F238E27FC236}">
                <a16:creationId xmlns:a16="http://schemas.microsoft.com/office/drawing/2014/main" id="{194CEE52-ACDD-4022-BF51-0D15D9E68B5D}"/>
              </a:ext>
            </a:extLst>
          </p:cNvPr>
          <p:cNvSpPr>
            <a:spLocks noGrp="1"/>
          </p:cNvSpPr>
          <p:nvPr/>
        </p:nvSpPr>
        <p:spPr>
          <a:xfrm>
            <a:off x="7164132" y="47694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6" name="9r3d_0_build_PredictedAtoms_22">
            <a:extLst>
              <a:ext uri="{FF2B5EF4-FFF2-40B4-BE49-F238E27FC236}">
                <a16:creationId xmlns:a16="http://schemas.microsoft.com/office/drawing/2014/main" id="{3426077F-D17F-4BA1-8ACE-036D51892638}"/>
              </a:ext>
            </a:extLst>
          </p:cNvPr>
          <p:cNvSpPr>
            <a:spLocks noGrp="1"/>
          </p:cNvSpPr>
          <p:nvPr/>
        </p:nvSpPr>
        <p:spPr>
          <a:xfrm>
            <a:off x="7019541" y="49757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7" name="9r3d_0_build_PredictedAtoms_23">
            <a:extLst>
              <a:ext uri="{FF2B5EF4-FFF2-40B4-BE49-F238E27FC236}">
                <a16:creationId xmlns:a16="http://schemas.microsoft.com/office/drawing/2014/main" id="{0D4D16EB-D649-415A-909C-A8043CAE82A8}"/>
              </a:ext>
            </a:extLst>
          </p:cNvPr>
          <p:cNvSpPr>
            <a:spLocks noGrp="1"/>
          </p:cNvSpPr>
          <p:nvPr/>
        </p:nvSpPr>
        <p:spPr>
          <a:xfrm>
            <a:off x="6973185" y="47721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8" name="9r3d_0_build_PredictedAtoms_24">
            <a:extLst>
              <a:ext uri="{FF2B5EF4-FFF2-40B4-BE49-F238E27FC236}">
                <a16:creationId xmlns:a16="http://schemas.microsoft.com/office/drawing/2014/main" id="{5F45D9D2-445A-481B-9EB1-9D819D3F288E}"/>
              </a:ext>
            </a:extLst>
          </p:cNvPr>
          <p:cNvSpPr>
            <a:spLocks noGrp="1"/>
          </p:cNvSpPr>
          <p:nvPr/>
        </p:nvSpPr>
        <p:spPr>
          <a:xfrm>
            <a:off x="7332739" y="51722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9" name="9r3d_0_build_PredictedAtoms_25">
            <a:extLst>
              <a:ext uri="{FF2B5EF4-FFF2-40B4-BE49-F238E27FC236}">
                <a16:creationId xmlns:a16="http://schemas.microsoft.com/office/drawing/2014/main" id="{A036E81C-B9D8-4753-8AFE-FE11D6B32CBD}"/>
              </a:ext>
            </a:extLst>
          </p:cNvPr>
          <p:cNvSpPr>
            <a:spLocks noGrp="1"/>
          </p:cNvSpPr>
          <p:nvPr/>
        </p:nvSpPr>
        <p:spPr>
          <a:xfrm>
            <a:off x="7247314" y="52281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0" name="9r3d_0_build_PredictedAtoms_26">
            <a:extLst>
              <a:ext uri="{FF2B5EF4-FFF2-40B4-BE49-F238E27FC236}">
                <a16:creationId xmlns:a16="http://schemas.microsoft.com/office/drawing/2014/main" id="{F0C3816D-7478-4EB1-9FA8-B90D7C648A15}"/>
              </a:ext>
            </a:extLst>
          </p:cNvPr>
          <p:cNvSpPr>
            <a:spLocks noGrp="1"/>
          </p:cNvSpPr>
          <p:nvPr/>
        </p:nvSpPr>
        <p:spPr>
          <a:xfrm>
            <a:off x="7103664" y="5336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1" name="9r3d_0_build_PredictedAtoms_27">
            <a:extLst>
              <a:ext uri="{FF2B5EF4-FFF2-40B4-BE49-F238E27FC236}">
                <a16:creationId xmlns:a16="http://schemas.microsoft.com/office/drawing/2014/main" id="{5A854F77-86D6-434F-8546-6E57B5E7DE0F}"/>
              </a:ext>
            </a:extLst>
          </p:cNvPr>
          <p:cNvSpPr>
            <a:spLocks noGrp="1"/>
          </p:cNvSpPr>
          <p:nvPr/>
        </p:nvSpPr>
        <p:spPr>
          <a:xfrm>
            <a:off x="6975250" y="52615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2" name="9r3d_0_build_PredictedAtoms_28">
            <a:extLst>
              <a:ext uri="{FF2B5EF4-FFF2-40B4-BE49-F238E27FC236}">
                <a16:creationId xmlns:a16="http://schemas.microsoft.com/office/drawing/2014/main" id="{25306B97-4000-4C70-8962-C854859954A7}"/>
              </a:ext>
            </a:extLst>
          </p:cNvPr>
          <p:cNvSpPr>
            <a:spLocks noGrp="1"/>
          </p:cNvSpPr>
          <p:nvPr/>
        </p:nvSpPr>
        <p:spPr>
          <a:xfrm>
            <a:off x="7110345" y="53678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3" name="9r3d_0_build_PredictedAtoms_29">
            <a:extLst>
              <a:ext uri="{FF2B5EF4-FFF2-40B4-BE49-F238E27FC236}">
                <a16:creationId xmlns:a16="http://schemas.microsoft.com/office/drawing/2014/main" id="{08F4D146-93F0-412F-96A1-17FB87F71152}"/>
              </a:ext>
            </a:extLst>
          </p:cNvPr>
          <p:cNvSpPr>
            <a:spLocks noGrp="1"/>
          </p:cNvSpPr>
          <p:nvPr/>
        </p:nvSpPr>
        <p:spPr>
          <a:xfrm>
            <a:off x="7114016" y="54839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4" name="9r3d_0_build_PredictedAtoms_30">
            <a:extLst>
              <a:ext uri="{FF2B5EF4-FFF2-40B4-BE49-F238E27FC236}">
                <a16:creationId xmlns:a16="http://schemas.microsoft.com/office/drawing/2014/main" id="{13232ECC-0D77-4B5D-A4A4-7893815114B7}"/>
              </a:ext>
            </a:extLst>
          </p:cNvPr>
          <p:cNvSpPr>
            <a:spLocks noGrp="1"/>
          </p:cNvSpPr>
          <p:nvPr/>
        </p:nvSpPr>
        <p:spPr>
          <a:xfrm>
            <a:off x="7482348" y="52486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5" name="9r3d_0_build_PredictedAtoms_31">
            <a:extLst>
              <a:ext uri="{FF2B5EF4-FFF2-40B4-BE49-F238E27FC236}">
                <a16:creationId xmlns:a16="http://schemas.microsoft.com/office/drawing/2014/main" id="{39F222AE-2621-4D24-B6BF-960C3D86F64A}"/>
              </a:ext>
            </a:extLst>
          </p:cNvPr>
          <p:cNvSpPr>
            <a:spLocks noGrp="1"/>
          </p:cNvSpPr>
          <p:nvPr/>
        </p:nvSpPr>
        <p:spPr>
          <a:xfrm>
            <a:off x="7510329" y="53945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6" name="9r3d_0_build_PredictedAtoms_32">
            <a:extLst>
              <a:ext uri="{FF2B5EF4-FFF2-40B4-BE49-F238E27FC236}">
                <a16:creationId xmlns:a16="http://schemas.microsoft.com/office/drawing/2014/main" id="{6CC7E086-8BAC-46EE-96AA-7F8D04D9BC2F}"/>
              </a:ext>
            </a:extLst>
          </p:cNvPr>
          <p:cNvSpPr>
            <a:spLocks noGrp="1"/>
          </p:cNvSpPr>
          <p:nvPr/>
        </p:nvSpPr>
        <p:spPr>
          <a:xfrm>
            <a:off x="7551742" y="55203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7" name="9r3d_0_build_PredictedAtoms_33">
            <a:extLst>
              <a:ext uri="{FF2B5EF4-FFF2-40B4-BE49-F238E27FC236}">
                <a16:creationId xmlns:a16="http://schemas.microsoft.com/office/drawing/2014/main" id="{9EA1053B-9BFA-4B25-B036-F75D0F95F68C}"/>
              </a:ext>
            </a:extLst>
          </p:cNvPr>
          <p:cNvSpPr>
            <a:spLocks noGrp="1"/>
          </p:cNvSpPr>
          <p:nvPr/>
        </p:nvSpPr>
        <p:spPr>
          <a:xfrm>
            <a:off x="7617071" y="54339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8" name="9r3d_0_build_PredictedAtoms_34">
            <a:extLst>
              <a:ext uri="{FF2B5EF4-FFF2-40B4-BE49-F238E27FC236}">
                <a16:creationId xmlns:a16="http://schemas.microsoft.com/office/drawing/2014/main" id="{788776E1-D9DC-46A9-943C-AEED0426D49C}"/>
              </a:ext>
            </a:extLst>
          </p:cNvPr>
          <p:cNvSpPr>
            <a:spLocks noGrp="1"/>
          </p:cNvSpPr>
          <p:nvPr/>
        </p:nvSpPr>
        <p:spPr>
          <a:xfrm>
            <a:off x="7659369" y="56304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9" name="9r3d_0_build_PredictedAtoms_35">
            <a:extLst>
              <a:ext uri="{FF2B5EF4-FFF2-40B4-BE49-F238E27FC236}">
                <a16:creationId xmlns:a16="http://schemas.microsoft.com/office/drawing/2014/main" id="{39603994-DA7D-45C2-BA89-4BBF0C394E2C}"/>
              </a:ext>
            </a:extLst>
          </p:cNvPr>
          <p:cNvSpPr>
            <a:spLocks noGrp="1"/>
          </p:cNvSpPr>
          <p:nvPr/>
        </p:nvSpPr>
        <p:spPr>
          <a:xfrm>
            <a:off x="7424656" y="55943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0" name="9r3d_0_build_Clashes_0">
            <a:extLst>
              <a:ext uri="{FF2B5EF4-FFF2-40B4-BE49-F238E27FC236}">
                <a16:creationId xmlns:a16="http://schemas.microsoft.com/office/drawing/2014/main" id="{FF36A8BF-9C8C-46D9-BE63-FAA60C2452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447" y="590004"/>
                </a:moveTo>
                <a:lnTo>
                  <a:pt x="1647874" y="78885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91" name="9r3d_0_build_ClashingReceptorAtoms_0">
            <a:extLst>
              <a:ext uri="{FF2B5EF4-FFF2-40B4-BE49-F238E27FC236}">
                <a16:creationId xmlns:a16="http://schemas.microsoft.com/office/drawing/2014/main" id="{70843437-50D5-4E81-A3BB-F9D1E0C7BE72}"/>
              </a:ext>
            </a:extLst>
          </p:cNvPr>
          <p:cNvSpPr>
            <a:spLocks noGrp="1"/>
          </p:cNvSpPr>
          <p:nvPr/>
        </p:nvSpPr>
        <p:spPr>
          <a:xfrm>
            <a:off x="7796261" y="513701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92" name="stage3-cases-main_29">
            <a:extLst>
              <a:ext uri="{FF2B5EF4-FFF2-40B4-BE49-F238E27FC236}">
                <a16:creationId xmlns:a16="http://schemas.microsoft.com/office/drawing/2014/main" id="{2CCD7762-8A06-47AC-8CF8-4E4F01CBB7A5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5.56 Å   D 86%   Clash 1</a:t>
            </a:r>
          </a:p>
        </p:txBody>
      </p:sp>
      <p:sp>
        <p:nvSpPr>
          <p:cNvPr id="993" name="stage3-cases-main_30">
            <a:extLst>
              <a:ext uri="{FF2B5EF4-FFF2-40B4-BE49-F238E27FC236}">
                <a16:creationId xmlns:a16="http://schemas.microsoft.com/office/drawing/2014/main" id="{079D07C5-6E76-403A-901C-C0A0D0D06590}"/>
              </a:ext>
            </a:extLst>
          </p:cNvPr>
          <p:cNvSpPr>
            <a:spLocks noGrp="1"/>
          </p:cNvSpPr>
          <p:nvPr/>
        </p:nvSpPr>
        <p:spPr>
          <a:xfrm>
            <a:off x="247650" y="58864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d  9U7J · GDU (A:801)</a:t>
            </a:r>
          </a:p>
        </p:txBody>
      </p:sp>
      <p:sp>
        <p:nvSpPr>
          <p:cNvPr id="994" name="stage3-cases-main_31">
            <a:extLst>
              <a:ext uri="{FF2B5EF4-FFF2-40B4-BE49-F238E27FC236}">
                <a16:creationId xmlns:a16="http://schemas.microsoft.com/office/drawing/2014/main" id="{BA0C65DF-7818-4AC0-A1B6-53DA39D436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17919" y="6029325"/>
                </a:moveTo>
                <a:lnTo>
                  <a:pt x="8953500" y="60293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995" name="stage3-cases-main_32">
            <a:extLst>
              <a:ext uri="{FF2B5EF4-FFF2-40B4-BE49-F238E27FC236}">
                <a16:creationId xmlns:a16="http://schemas.microsoft.com/office/drawing/2014/main" id="{BF0136EB-E0C0-486F-ADCB-47A837C40A25}"/>
              </a:ext>
            </a:extLst>
          </p:cNvPr>
          <p:cNvSpPr>
            <a:spLocks noGrp="1"/>
          </p:cNvSpPr>
          <p:nvPr/>
        </p:nvSpPr>
        <p:spPr>
          <a:xfrm>
            <a:off x="9001125" y="59150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996" name="9u7j_2_official_Receptor">
            <a:extLst>
              <a:ext uri="{FF2B5EF4-FFF2-40B4-BE49-F238E27FC236}">
                <a16:creationId xmlns:a16="http://schemas.microsoft.com/office/drawing/2014/main" id="{B282624C-93C3-4933-875A-7C30E5FF148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997" name="9u7j_2_official_ExperimentalDensity">
            <a:extLst>
              <a:ext uri="{FF2B5EF4-FFF2-40B4-BE49-F238E27FC236}">
                <a16:creationId xmlns:a16="http://schemas.microsoft.com/office/drawing/2014/main" id="{C2BB0311-B7FE-4760-824F-F2780F40B0F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98" name="9u7j_2_official_ReferenceLigand_0">
            <a:extLst>
              <a:ext uri="{FF2B5EF4-FFF2-40B4-BE49-F238E27FC236}">
                <a16:creationId xmlns:a16="http://schemas.microsoft.com/office/drawing/2014/main" id="{BFE585C4-A042-4698-82B3-0D48D232FB6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99" name="9u7j_2_official_ReferenceLigand_1">
            <a:extLst>
              <a:ext uri="{FF2B5EF4-FFF2-40B4-BE49-F238E27FC236}">
                <a16:creationId xmlns:a16="http://schemas.microsoft.com/office/drawing/2014/main" id="{95AC9635-ED2F-4029-AE93-F6DDE5E2FA3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0" name="9u7j_2_official_ReferenceLigand_2">
            <a:extLst>
              <a:ext uri="{FF2B5EF4-FFF2-40B4-BE49-F238E27FC236}">
                <a16:creationId xmlns:a16="http://schemas.microsoft.com/office/drawing/2014/main" id="{609D608B-839A-4D41-9C38-36449025DC7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1" name="9u7j_2_official_ReferenceLigand_3">
            <a:extLst>
              <a:ext uri="{FF2B5EF4-FFF2-40B4-BE49-F238E27FC236}">
                <a16:creationId xmlns:a16="http://schemas.microsoft.com/office/drawing/2014/main" id="{231B20BD-F46A-4880-B627-84BE13E1D27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2" name="9u7j_2_official_ReferenceLigand_4">
            <a:extLst>
              <a:ext uri="{FF2B5EF4-FFF2-40B4-BE49-F238E27FC236}">
                <a16:creationId xmlns:a16="http://schemas.microsoft.com/office/drawing/2014/main" id="{3B4046D8-A806-40E1-BF98-8A52A7B7AB7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3" name="9u7j_2_official_ReferenceLigand_5">
            <a:extLst>
              <a:ext uri="{FF2B5EF4-FFF2-40B4-BE49-F238E27FC236}">
                <a16:creationId xmlns:a16="http://schemas.microsoft.com/office/drawing/2014/main" id="{6856D30A-B4E2-4229-BD01-47EC39384C4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4" name="9u7j_2_official_ReferenceLigand_6">
            <a:extLst>
              <a:ext uri="{FF2B5EF4-FFF2-40B4-BE49-F238E27FC236}">
                <a16:creationId xmlns:a16="http://schemas.microsoft.com/office/drawing/2014/main" id="{B57C2AE3-0AFE-481D-BF5E-24F7F685D86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5" name="9u7j_2_official_ReferenceLigand_7">
            <a:extLst>
              <a:ext uri="{FF2B5EF4-FFF2-40B4-BE49-F238E27FC236}">
                <a16:creationId xmlns:a16="http://schemas.microsoft.com/office/drawing/2014/main" id="{09C09EB5-90F4-475E-900B-350C6161C11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6" name="9u7j_2_official_ReferenceLigand_8">
            <a:extLst>
              <a:ext uri="{FF2B5EF4-FFF2-40B4-BE49-F238E27FC236}">
                <a16:creationId xmlns:a16="http://schemas.microsoft.com/office/drawing/2014/main" id="{BDE706B6-47B9-4F40-8EAD-CB91AF3F654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7" name="9u7j_2_official_ReferenceLigand_9">
            <a:extLst>
              <a:ext uri="{FF2B5EF4-FFF2-40B4-BE49-F238E27FC236}">
                <a16:creationId xmlns:a16="http://schemas.microsoft.com/office/drawing/2014/main" id="{50939D99-7EEE-4641-9D71-B21BC5B06C0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8" name="9u7j_2_official_ReferenceLigand_10">
            <a:extLst>
              <a:ext uri="{FF2B5EF4-FFF2-40B4-BE49-F238E27FC236}">
                <a16:creationId xmlns:a16="http://schemas.microsoft.com/office/drawing/2014/main" id="{6837DFE7-381A-49C3-8F6D-CE5CEB63ADC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09" name="9u7j_2_official_ReferenceLigand_11">
            <a:extLst>
              <a:ext uri="{FF2B5EF4-FFF2-40B4-BE49-F238E27FC236}">
                <a16:creationId xmlns:a16="http://schemas.microsoft.com/office/drawing/2014/main" id="{03224674-F342-4586-B2A0-D60F3E888AC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0" name="9u7j_2_official_ReferenceLigand_12">
            <a:extLst>
              <a:ext uri="{FF2B5EF4-FFF2-40B4-BE49-F238E27FC236}">
                <a16:creationId xmlns:a16="http://schemas.microsoft.com/office/drawing/2014/main" id="{E3C62B11-F982-4F22-B56C-BE65B767424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1" name="9u7j_2_official_ReferenceLigand_13">
            <a:extLst>
              <a:ext uri="{FF2B5EF4-FFF2-40B4-BE49-F238E27FC236}">
                <a16:creationId xmlns:a16="http://schemas.microsoft.com/office/drawing/2014/main" id="{E24E08EC-E998-4A49-B674-6FFE35F53A0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2" name="9u7j_2_official_ReferenceLigand_14">
            <a:extLst>
              <a:ext uri="{FF2B5EF4-FFF2-40B4-BE49-F238E27FC236}">
                <a16:creationId xmlns:a16="http://schemas.microsoft.com/office/drawing/2014/main" id="{0686AF21-96D3-44E6-AA14-55A4505E802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3" name="9u7j_2_official_ReferenceLigand_15">
            <a:extLst>
              <a:ext uri="{FF2B5EF4-FFF2-40B4-BE49-F238E27FC236}">
                <a16:creationId xmlns:a16="http://schemas.microsoft.com/office/drawing/2014/main" id="{ACA10B01-8C31-435E-A9A9-0785E222C61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4" name="9u7j_2_official_ReferenceLigand_16">
            <a:extLst>
              <a:ext uri="{FF2B5EF4-FFF2-40B4-BE49-F238E27FC236}">
                <a16:creationId xmlns:a16="http://schemas.microsoft.com/office/drawing/2014/main" id="{418FF55A-5E78-49F5-B8BC-589C2044D86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5" name="9u7j_2_official_ReferenceLigand_17">
            <a:extLst>
              <a:ext uri="{FF2B5EF4-FFF2-40B4-BE49-F238E27FC236}">
                <a16:creationId xmlns:a16="http://schemas.microsoft.com/office/drawing/2014/main" id="{C1E4DC4A-13D3-4D75-B062-018297FED36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6" name="9u7j_2_official_ReferenceLigand_18">
            <a:extLst>
              <a:ext uri="{FF2B5EF4-FFF2-40B4-BE49-F238E27FC236}">
                <a16:creationId xmlns:a16="http://schemas.microsoft.com/office/drawing/2014/main" id="{40138190-F8FC-4CEA-A960-60D8110607C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7" name="9u7j_2_official_ReferenceLigand_19">
            <a:extLst>
              <a:ext uri="{FF2B5EF4-FFF2-40B4-BE49-F238E27FC236}">
                <a16:creationId xmlns:a16="http://schemas.microsoft.com/office/drawing/2014/main" id="{15644776-0478-4E63-B504-86D9FE722D2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8" name="9u7j_2_official_ReferenceLigand_20">
            <a:extLst>
              <a:ext uri="{FF2B5EF4-FFF2-40B4-BE49-F238E27FC236}">
                <a16:creationId xmlns:a16="http://schemas.microsoft.com/office/drawing/2014/main" id="{C18C9592-8167-4B8E-943C-0FCF7900E71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19" name="9u7j_2_official_ReferenceLigand_21">
            <a:extLst>
              <a:ext uri="{FF2B5EF4-FFF2-40B4-BE49-F238E27FC236}">
                <a16:creationId xmlns:a16="http://schemas.microsoft.com/office/drawing/2014/main" id="{AA8E6DD0-ABD7-4F7F-9D36-2D57C9B5452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0" name="9u7j_2_official_ReferenceLigand_22">
            <a:extLst>
              <a:ext uri="{FF2B5EF4-FFF2-40B4-BE49-F238E27FC236}">
                <a16:creationId xmlns:a16="http://schemas.microsoft.com/office/drawing/2014/main" id="{B89CA1E2-B341-48B3-9EC7-86A469A5578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1" name="9u7j_2_official_ReferenceLigand_23">
            <a:extLst>
              <a:ext uri="{FF2B5EF4-FFF2-40B4-BE49-F238E27FC236}">
                <a16:creationId xmlns:a16="http://schemas.microsoft.com/office/drawing/2014/main" id="{6291335C-85A7-44AE-8061-37FBF2142A7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2" name="9u7j_2_official_ReferenceLigand_24">
            <a:extLst>
              <a:ext uri="{FF2B5EF4-FFF2-40B4-BE49-F238E27FC236}">
                <a16:creationId xmlns:a16="http://schemas.microsoft.com/office/drawing/2014/main" id="{00E7D4EE-E598-48BB-916F-B83336E0BCC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3" name="9u7j_2_official_ReferenceLigand_25">
            <a:extLst>
              <a:ext uri="{FF2B5EF4-FFF2-40B4-BE49-F238E27FC236}">
                <a16:creationId xmlns:a16="http://schemas.microsoft.com/office/drawing/2014/main" id="{F4800AF0-F99B-4448-A32A-98A4258C6C5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4" name="9u7j_2_official_ReferenceLigand_26">
            <a:extLst>
              <a:ext uri="{FF2B5EF4-FFF2-40B4-BE49-F238E27FC236}">
                <a16:creationId xmlns:a16="http://schemas.microsoft.com/office/drawing/2014/main" id="{980CC67A-F373-4A7F-948D-067E4DFA209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5" name="9u7j_2_official_ReferenceLigand_27">
            <a:extLst>
              <a:ext uri="{FF2B5EF4-FFF2-40B4-BE49-F238E27FC236}">
                <a16:creationId xmlns:a16="http://schemas.microsoft.com/office/drawing/2014/main" id="{E106ACC6-466E-48C9-A70D-D85768D8C24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6" name="9u7j_2_official_ReferenceLigand_28">
            <a:extLst>
              <a:ext uri="{FF2B5EF4-FFF2-40B4-BE49-F238E27FC236}">
                <a16:creationId xmlns:a16="http://schemas.microsoft.com/office/drawing/2014/main" id="{ACCCAEB3-8D16-4F92-96B5-2A1704B2C05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7" name="9u7j_2_official_ReferenceLigand_29">
            <a:extLst>
              <a:ext uri="{FF2B5EF4-FFF2-40B4-BE49-F238E27FC236}">
                <a16:creationId xmlns:a16="http://schemas.microsoft.com/office/drawing/2014/main" id="{53BBE987-4E15-4F6C-992C-AE116F3BC69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8" name="9u7j_2_official_ReferenceLigand_30">
            <a:extLst>
              <a:ext uri="{FF2B5EF4-FFF2-40B4-BE49-F238E27FC236}">
                <a16:creationId xmlns:a16="http://schemas.microsoft.com/office/drawing/2014/main" id="{61F7B55D-68C6-44CA-9588-28C7FC99BDF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9" name="9u7j_2_official_ReferenceLigand_31">
            <a:extLst>
              <a:ext uri="{FF2B5EF4-FFF2-40B4-BE49-F238E27FC236}">
                <a16:creationId xmlns:a16="http://schemas.microsoft.com/office/drawing/2014/main" id="{C6F9C720-4ADC-4AEA-AAF2-555D2788144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0" name="9u7j_2_official_ReferenceLigand_32">
            <a:extLst>
              <a:ext uri="{FF2B5EF4-FFF2-40B4-BE49-F238E27FC236}">
                <a16:creationId xmlns:a16="http://schemas.microsoft.com/office/drawing/2014/main" id="{68BBE8D8-8126-47CF-BC44-48772EDB899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1" name="9u7j_2_official_ReferenceLigand_33">
            <a:extLst>
              <a:ext uri="{FF2B5EF4-FFF2-40B4-BE49-F238E27FC236}">
                <a16:creationId xmlns:a16="http://schemas.microsoft.com/office/drawing/2014/main" id="{AF0DC7FB-56C5-4A17-A12A-AEAB149DF0A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2" name="9u7j_2_official_ReferenceLigand_34">
            <a:extLst>
              <a:ext uri="{FF2B5EF4-FFF2-40B4-BE49-F238E27FC236}">
                <a16:creationId xmlns:a16="http://schemas.microsoft.com/office/drawing/2014/main" id="{E44AE22D-AA6D-40E9-BED7-DCD3E30AF21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3" name="9u7j_2_official_ReferenceLigand_35">
            <a:extLst>
              <a:ext uri="{FF2B5EF4-FFF2-40B4-BE49-F238E27FC236}">
                <a16:creationId xmlns:a16="http://schemas.microsoft.com/office/drawing/2014/main" id="{25A0F971-03F4-49F2-9DB6-EFC9006278E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4" name="9u7j_2_official_ReferenceLigand_36">
            <a:extLst>
              <a:ext uri="{FF2B5EF4-FFF2-40B4-BE49-F238E27FC236}">
                <a16:creationId xmlns:a16="http://schemas.microsoft.com/office/drawing/2014/main" id="{29ACA4C2-8A86-4B74-9118-2A1C5F8D7F9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5" name="9u7j_2_official_ReferenceLigand_37">
            <a:extLst>
              <a:ext uri="{FF2B5EF4-FFF2-40B4-BE49-F238E27FC236}">
                <a16:creationId xmlns:a16="http://schemas.microsoft.com/office/drawing/2014/main" id="{3A003F46-8A34-4D8E-91DC-0847CCB53E1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6" name="9u7j_2_official_PredictedLigand_0">
            <a:extLst>
              <a:ext uri="{FF2B5EF4-FFF2-40B4-BE49-F238E27FC236}">
                <a16:creationId xmlns:a16="http://schemas.microsoft.com/office/drawing/2014/main" id="{38A627CC-92CB-4434-A7AF-E500ED5190C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381072" y="3595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7" name="9u7j_2_official_PredictedLigand_1">
            <a:extLst>
              <a:ext uri="{FF2B5EF4-FFF2-40B4-BE49-F238E27FC236}">
                <a16:creationId xmlns:a16="http://schemas.microsoft.com/office/drawing/2014/main" id="{F2A8FC6F-07AD-4AD6-BCF5-C4A7D6ADBB2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275818" y="133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8" name="9u7j_2_official_PredictedLigand_2">
            <a:extLst>
              <a:ext uri="{FF2B5EF4-FFF2-40B4-BE49-F238E27FC236}">
                <a16:creationId xmlns:a16="http://schemas.microsoft.com/office/drawing/2014/main" id="{369AD325-96E4-4E6D-AC62-FAF47903528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603" y="926111"/>
                </a:moveTo>
                <a:lnTo>
                  <a:pt x="731427" y="8116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39" name="9u7j_2_official_PredictedLigand_3">
            <a:extLst>
              <a:ext uri="{FF2B5EF4-FFF2-40B4-BE49-F238E27FC236}">
                <a16:creationId xmlns:a16="http://schemas.microsoft.com/office/drawing/2014/main" id="{88203622-4401-49A9-88D5-B184A0F4213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8203" y="360075"/>
                </a:moveTo>
                <a:lnTo>
                  <a:pt x="1333496" y="272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0" name="9u7j_2_official_PredictedLigand_4">
            <a:extLst>
              <a:ext uri="{FF2B5EF4-FFF2-40B4-BE49-F238E27FC236}">
                <a16:creationId xmlns:a16="http://schemas.microsoft.com/office/drawing/2014/main" id="{86659F46-6761-4674-8E46-C32FAC13867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466901" y="2381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1" name="9u7j_2_official_PredictedLigand_5">
            <a:extLst>
              <a:ext uri="{FF2B5EF4-FFF2-40B4-BE49-F238E27FC236}">
                <a16:creationId xmlns:a16="http://schemas.microsoft.com/office/drawing/2014/main" id="{79A573E1-ADF8-479E-9244-80033727D43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968004" y="3795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2" name="9u7j_2_official_PredictedLigand_6">
            <a:extLst>
              <a:ext uri="{FF2B5EF4-FFF2-40B4-BE49-F238E27FC236}">
                <a16:creationId xmlns:a16="http://schemas.microsoft.com/office/drawing/2014/main" id="{08E1CB3F-4EB8-4160-A9EC-CCFFE7B0A49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1427" y="811660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3" name="9u7j_2_official_PredictedLigand_7">
            <a:extLst>
              <a:ext uri="{FF2B5EF4-FFF2-40B4-BE49-F238E27FC236}">
                <a16:creationId xmlns:a16="http://schemas.microsoft.com/office/drawing/2014/main" id="{8AA0FDA5-E280-471F-AC12-7E960C2A3DF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14313" y="9012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4" name="9u7j_2_official_PredictedLigand_8">
            <a:extLst>
              <a:ext uri="{FF2B5EF4-FFF2-40B4-BE49-F238E27FC236}">
                <a16:creationId xmlns:a16="http://schemas.microsoft.com/office/drawing/2014/main" id="{8010E79C-4746-40AB-9374-C758D77C61B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218203" y="3600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5" name="9u7j_2_official_PredictedLigand_9">
            <a:extLst>
              <a:ext uri="{FF2B5EF4-FFF2-40B4-BE49-F238E27FC236}">
                <a16:creationId xmlns:a16="http://schemas.microsoft.com/office/drawing/2014/main" id="{15FCA77E-2CC5-4869-B221-B112F726DF9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8737" y="680907"/>
                </a:moveTo>
                <a:lnTo>
                  <a:pt x="1796822" y="7869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6" name="9u7j_2_official_PredictedLigand_10">
            <a:extLst>
              <a:ext uri="{FF2B5EF4-FFF2-40B4-BE49-F238E27FC236}">
                <a16:creationId xmlns:a16="http://schemas.microsoft.com/office/drawing/2014/main" id="{E1E8AA73-2DB4-4F60-892A-0F8E7174A33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3605" y="551875"/>
                </a:moveTo>
                <a:lnTo>
                  <a:pt x="1708737" y="68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7" name="9u7j_2_official_PredictedLigand_11">
            <a:extLst>
              <a:ext uri="{FF2B5EF4-FFF2-40B4-BE49-F238E27FC236}">
                <a16:creationId xmlns:a16="http://schemas.microsoft.com/office/drawing/2014/main" id="{D7872817-9E5D-4912-90F2-FFF42E8F18C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027235" y="176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8" name="9u7j_2_official_PredictedLigand_12">
            <a:extLst>
              <a:ext uri="{FF2B5EF4-FFF2-40B4-BE49-F238E27FC236}">
                <a16:creationId xmlns:a16="http://schemas.microsoft.com/office/drawing/2014/main" id="{7393FE6E-52E2-4981-B1B7-4C9BDFA525F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8815" y="774859"/>
                </a:moveTo>
                <a:lnTo>
                  <a:pt x="876822" y="628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49" name="9u7j_2_official_PredictedLigand_13">
            <a:extLst>
              <a:ext uri="{FF2B5EF4-FFF2-40B4-BE49-F238E27FC236}">
                <a16:creationId xmlns:a16="http://schemas.microsoft.com/office/drawing/2014/main" id="{BDF9CDA0-1046-48CA-840E-1300CD5696B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901" y="238169"/>
                </a:moveTo>
                <a:lnTo>
                  <a:pt x="1461518" y="1846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0" name="9u7j_2_official_PredictedLigand_14">
            <a:extLst>
              <a:ext uri="{FF2B5EF4-FFF2-40B4-BE49-F238E27FC236}">
                <a16:creationId xmlns:a16="http://schemas.microsoft.com/office/drawing/2014/main" id="{B47CCC6A-7A73-4400-A0AC-8D5FC00B811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752" y="430876"/>
                </a:moveTo>
                <a:lnTo>
                  <a:pt x="1054291" y="3362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1" name="9u7j_2_official_PredictedLigand_15">
            <a:extLst>
              <a:ext uri="{FF2B5EF4-FFF2-40B4-BE49-F238E27FC236}">
                <a16:creationId xmlns:a16="http://schemas.microsoft.com/office/drawing/2014/main" id="{9FD40CFA-2CBA-44D4-97DF-8D5CACFB0C3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6822" y="628071"/>
                </a:moveTo>
                <a:lnTo>
                  <a:pt x="1001986" y="5852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2" name="9u7j_2_official_PredictedLigand_16">
            <a:extLst>
              <a:ext uri="{FF2B5EF4-FFF2-40B4-BE49-F238E27FC236}">
                <a16:creationId xmlns:a16="http://schemas.microsoft.com/office/drawing/2014/main" id="{92DE0D6A-28D3-4D07-9F5A-6B94808D75F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69486" y="7609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3" name="9u7j_2_official_PredictedLigand_17">
            <a:extLst>
              <a:ext uri="{FF2B5EF4-FFF2-40B4-BE49-F238E27FC236}">
                <a16:creationId xmlns:a16="http://schemas.microsoft.com/office/drawing/2014/main" id="{A4132A27-AE8A-4633-93FD-E86A888FBC2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4" name="9u7j_2_official_PredictedLigand_18">
            <a:extLst>
              <a:ext uri="{FF2B5EF4-FFF2-40B4-BE49-F238E27FC236}">
                <a16:creationId xmlns:a16="http://schemas.microsoft.com/office/drawing/2014/main" id="{E51875EC-4156-448A-BD87-4CAFB4DACDF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47" y="535914"/>
                </a:moveTo>
                <a:lnTo>
                  <a:pt x="1693605" y="5518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5" name="9u7j_2_official_PredictedLigand_19">
            <a:extLst>
              <a:ext uri="{FF2B5EF4-FFF2-40B4-BE49-F238E27FC236}">
                <a16:creationId xmlns:a16="http://schemas.microsoft.com/office/drawing/2014/main" id="{F34D584C-4AD0-4092-B711-12FC919B4B6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3752" y="4308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6" name="9u7j_2_official_PredictedLigand_20">
            <a:extLst>
              <a:ext uri="{FF2B5EF4-FFF2-40B4-BE49-F238E27FC236}">
                <a16:creationId xmlns:a16="http://schemas.microsoft.com/office/drawing/2014/main" id="{E92D3AE9-3AB6-4E95-BAD9-AED10C5642F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790279" y="987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7" name="9u7j_2_official_PredictedLigand_21">
            <a:extLst>
              <a:ext uri="{FF2B5EF4-FFF2-40B4-BE49-F238E27FC236}">
                <a16:creationId xmlns:a16="http://schemas.microsoft.com/office/drawing/2014/main" id="{CFA43ECC-3007-4780-82DD-3C450A32F57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518" y="184667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8" name="9u7j_2_official_PredictedLigand_22">
            <a:extLst>
              <a:ext uri="{FF2B5EF4-FFF2-40B4-BE49-F238E27FC236}">
                <a16:creationId xmlns:a16="http://schemas.microsoft.com/office/drawing/2014/main" id="{67281AD0-F8F5-4DB1-B033-E2D168CA541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9486" y="760951"/>
                </a:moveTo>
                <a:lnTo>
                  <a:pt x="1853578" y="6378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59" name="9u7j_2_official_PredictedLigand_23">
            <a:extLst>
              <a:ext uri="{FF2B5EF4-FFF2-40B4-BE49-F238E27FC236}">
                <a16:creationId xmlns:a16="http://schemas.microsoft.com/office/drawing/2014/main" id="{BB82A003-86C7-4AA7-B6ED-821E76B30AC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4501" y="66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0" name="9u7j_2_official_PredictedLigand_24">
            <a:extLst>
              <a:ext uri="{FF2B5EF4-FFF2-40B4-BE49-F238E27FC236}">
                <a16:creationId xmlns:a16="http://schemas.microsoft.com/office/drawing/2014/main" id="{83989B59-0B40-4922-8B00-4BAA5C9930C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677" y="200366"/>
                </a:moveTo>
                <a:lnTo>
                  <a:pt x="1696899" y="289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1" name="9u7j_2_official_PredictedLigand_25">
            <a:extLst>
              <a:ext uri="{FF2B5EF4-FFF2-40B4-BE49-F238E27FC236}">
                <a16:creationId xmlns:a16="http://schemas.microsoft.com/office/drawing/2014/main" id="{CBC41E74-B316-4D2E-B7EA-C3B0E0BD99C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2" name="9u7j_2_official_PredictedLigand_26">
            <a:extLst>
              <a:ext uri="{FF2B5EF4-FFF2-40B4-BE49-F238E27FC236}">
                <a16:creationId xmlns:a16="http://schemas.microsoft.com/office/drawing/2014/main" id="{DB982006-ABA4-4D29-AC3C-5E4C5527BA6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853921" y="8495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3" name="9u7j_2_official_PredictedLigand_27">
            <a:extLst>
              <a:ext uri="{FF2B5EF4-FFF2-40B4-BE49-F238E27FC236}">
                <a16:creationId xmlns:a16="http://schemas.microsoft.com/office/drawing/2014/main" id="{7DB9DE87-16BF-4A22-BCC5-D66D6CB5A93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6899" y="289739"/>
                </a:moveTo>
                <a:lnTo>
                  <a:pt x="1734564" y="404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4" name="9u7j_2_official_PredictedLigand_28">
            <a:extLst>
              <a:ext uri="{FF2B5EF4-FFF2-40B4-BE49-F238E27FC236}">
                <a16:creationId xmlns:a16="http://schemas.microsoft.com/office/drawing/2014/main" id="{F48DA8F0-7019-4398-A49D-40FCDBD4456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5" name="9u7j_2_official_PredictedLigand_29">
            <a:extLst>
              <a:ext uri="{FF2B5EF4-FFF2-40B4-BE49-F238E27FC236}">
                <a16:creationId xmlns:a16="http://schemas.microsoft.com/office/drawing/2014/main" id="{A8CDDE7F-BF4A-4310-8587-13DE791A07E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94902" y="821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6" name="9u7j_2_official_PredictedLigand_30">
            <a:extLst>
              <a:ext uri="{FF2B5EF4-FFF2-40B4-BE49-F238E27FC236}">
                <a16:creationId xmlns:a16="http://schemas.microsoft.com/office/drawing/2014/main" id="{220920D9-899B-497A-AFAE-1007DD68733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926887" y="6244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7" name="9u7j_2_official_PredictedLigand_31">
            <a:extLst>
              <a:ext uri="{FF2B5EF4-FFF2-40B4-BE49-F238E27FC236}">
                <a16:creationId xmlns:a16="http://schemas.microsoft.com/office/drawing/2014/main" id="{0D68DF56-D60A-4A47-B7DD-8E24045884A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8" name="9u7j_2_official_PredictedLigand_32">
            <a:extLst>
              <a:ext uri="{FF2B5EF4-FFF2-40B4-BE49-F238E27FC236}">
                <a16:creationId xmlns:a16="http://schemas.microsoft.com/office/drawing/2014/main" id="{F4C2E222-9785-43BC-B21C-FD5B81F3E92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618717" y="4083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69" name="9u7j_2_official_PredictedLigand_33">
            <a:extLst>
              <a:ext uri="{FF2B5EF4-FFF2-40B4-BE49-F238E27FC236}">
                <a16:creationId xmlns:a16="http://schemas.microsoft.com/office/drawing/2014/main" id="{A75C644C-C15C-418E-BDA6-63307D6D26F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997485" y="8922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0" name="9u7j_2_official_PredictedLigand_34">
            <a:extLst>
              <a:ext uri="{FF2B5EF4-FFF2-40B4-BE49-F238E27FC236}">
                <a16:creationId xmlns:a16="http://schemas.microsoft.com/office/drawing/2014/main" id="{D0376733-8F43-44E4-AAAD-11728904B35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31844" y="615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1" name="9u7j_2_official_PredictedLigand_35">
            <a:extLst>
              <a:ext uri="{FF2B5EF4-FFF2-40B4-BE49-F238E27FC236}">
                <a16:creationId xmlns:a16="http://schemas.microsoft.com/office/drawing/2014/main" id="{9786FD1F-7EDD-4A9A-A5F5-D2954B7804D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562229" y="2581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2" name="9u7j_2_official_PredictedLigand_36">
            <a:extLst>
              <a:ext uri="{FF2B5EF4-FFF2-40B4-BE49-F238E27FC236}">
                <a16:creationId xmlns:a16="http://schemas.microsoft.com/office/drawing/2014/main" id="{FA24F380-50A4-4F0A-BA50-B16D64027E2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625907" y="1918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3" name="9u7j_2_official_PredictedLigand_37">
            <a:extLst>
              <a:ext uri="{FF2B5EF4-FFF2-40B4-BE49-F238E27FC236}">
                <a16:creationId xmlns:a16="http://schemas.microsoft.com/office/drawing/2014/main" id="{120ADF6F-736E-4072-AD4F-19CB93499F9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644070" y="4633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74" name="9u7j_2_official_PredictedAtoms_0">
            <a:extLst>
              <a:ext uri="{FF2B5EF4-FFF2-40B4-BE49-F238E27FC236}">
                <a16:creationId xmlns:a16="http://schemas.microsoft.com/office/drawing/2014/main" id="{385CFA86-4C05-4A9D-A853-C881645B45A8}"/>
              </a:ext>
            </a:extLst>
          </p:cNvPr>
          <p:cNvSpPr>
            <a:spLocks noGrp="1"/>
          </p:cNvSpPr>
          <p:nvPr/>
        </p:nvSpPr>
        <p:spPr>
          <a:xfrm>
            <a:off x="972011" y="707259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5" name="9u7j_2_official_PredictedAtoms_1">
            <a:extLst>
              <a:ext uri="{FF2B5EF4-FFF2-40B4-BE49-F238E27FC236}">
                <a16:creationId xmlns:a16="http://schemas.microsoft.com/office/drawing/2014/main" id="{BF5BCDAB-29B9-405E-863A-D7F495F27528}"/>
              </a:ext>
            </a:extLst>
          </p:cNvPr>
          <p:cNvSpPr>
            <a:spLocks noGrp="1"/>
          </p:cNvSpPr>
          <p:nvPr/>
        </p:nvSpPr>
        <p:spPr>
          <a:xfrm>
            <a:off x="943835" y="69581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6" name="9u7j_2_official_PredictedAtoms_2">
            <a:extLst>
              <a:ext uri="{FF2B5EF4-FFF2-40B4-BE49-F238E27FC236}">
                <a16:creationId xmlns:a16="http://schemas.microsoft.com/office/drawing/2014/main" id="{BEF46729-3A5A-48E8-B6DB-54D0F96DC514}"/>
              </a:ext>
            </a:extLst>
          </p:cNvPr>
          <p:cNvSpPr>
            <a:spLocks noGrp="1"/>
          </p:cNvSpPr>
          <p:nvPr/>
        </p:nvSpPr>
        <p:spPr>
          <a:xfrm>
            <a:off x="1071223" y="69213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7" name="9u7j_2_official_PredictedAtoms_3">
            <a:extLst>
              <a:ext uri="{FF2B5EF4-FFF2-40B4-BE49-F238E27FC236}">
                <a16:creationId xmlns:a16="http://schemas.microsoft.com/office/drawing/2014/main" id="{B753AA30-22F0-48E3-A4C3-46719ACDF67F}"/>
              </a:ext>
            </a:extLst>
          </p:cNvPr>
          <p:cNvSpPr>
            <a:spLocks noGrp="1"/>
          </p:cNvSpPr>
          <p:nvPr/>
        </p:nvSpPr>
        <p:spPr>
          <a:xfrm>
            <a:off x="1089230" y="67745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8" name="9u7j_2_official_PredictedAtoms_4">
            <a:extLst>
              <a:ext uri="{FF2B5EF4-FFF2-40B4-BE49-F238E27FC236}">
                <a16:creationId xmlns:a16="http://schemas.microsoft.com/office/drawing/2014/main" id="{F372AC08-6B1A-4C12-9BF7-20725C2EF94E}"/>
              </a:ext>
            </a:extLst>
          </p:cNvPr>
          <p:cNvSpPr>
            <a:spLocks noGrp="1"/>
          </p:cNvSpPr>
          <p:nvPr/>
        </p:nvSpPr>
        <p:spPr>
          <a:xfrm>
            <a:off x="1214394" y="67317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9" name="9u7j_2_official_PredictedAtoms_5">
            <a:extLst>
              <a:ext uri="{FF2B5EF4-FFF2-40B4-BE49-F238E27FC236}">
                <a16:creationId xmlns:a16="http://schemas.microsoft.com/office/drawing/2014/main" id="{4A21C0C4-250D-49B0-AEA8-C761EEA4D79D}"/>
              </a:ext>
            </a:extLst>
          </p:cNvPr>
          <p:cNvSpPr>
            <a:spLocks noGrp="1"/>
          </p:cNvSpPr>
          <p:nvPr/>
        </p:nvSpPr>
        <p:spPr>
          <a:xfrm>
            <a:off x="1226160" y="65773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0" name="9u7j_2_official_PredictedAtoms_6">
            <a:extLst>
              <a:ext uri="{FF2B5EF4-FFF2-40B4-BE49-F238E27FC236}">
                <a16:creationId xmlns:a16="http://schemas.microsoft.com/office/drawing/2014/main" id="{8828FA7B-F8AF-4D36-98B3-27E33691421F}"/>
              </a:ext>
            </a:extLst>
          </p:cNvPr>
          <p:cNvSpPr>
            <a:spLocks noGrp="1"/>
          </p:cNvSpPr>
          <p:nvPr/>
        </p:nvSpPr>
        <p:spPr>
          <a:xfrm>
            <a:off x="1266698" y="64827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1" name="9u7j_2_official_PredictedAtoms_7">
            <a:extLst>
              <a:ext uri="{FF2B5EF4-FFF2-40B4-BE49-F238E27FC236}">
                <a16:creationId xmlns:a16="http://schemas.microsoft.com/office/drawing/2014/main" id="{E644290E-4BBB-4FB7-911E-B55AE4AD4FB2}"/>
              </a:ext>
            </a:extLst>
          </p:cNvPr>
          <p:cNvSpPr>
            <a:spLocks noGrp="1"/>
          </p:cNvSpPr>
          <p:nvPr/>
        </p:nvSpPr>
        <p:spPr>
          <a:xfrm>
            <a:off x="1180412" y="65260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2" name="9u7j_2_official_PredictedAtoms_8">
            <a:extLst>
              <a:ext uri="{FF2B5EF4-FFF2-40B4-BE49-F238E27FC236}">
                <a16:creationId xmlns:a16="http://schemas.microsoft.com/office/drawing/2014/main" id="{30AC6E2D-1D44-42CD-B100-98899FC3C467}"/>
              </a:ext>
            </a:extLst>
          </p:cNvPr>
          <p:cNvSpPr>
            <a:spLocks noGrp="1"/>
          </p:cNvSpPr>
          <p:nvPr/>
        </p:nvSpPr>
        <p:spPr>
          <a:xfrm>
            <a:off x="1239643" y="63232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3" name="9u7j_2_official_PredictedAtoms_9">
            <a:extLst>
              <a:ext uri="{FF2B5EF4-FFF2-40B4-BE49-F238E27FC236}">
                <a16:creationId xmlns:a16="http://schemas.microsoft.com/office/drawing/2014/main" id="{00833A66-09EB-48F8-AC4F-7DB067B21155}"/>
              </a:ext>
            </a:extLst>
          </p:cNvPr>
          <p:cNvSpPr>
            <a:spLocks noGrp="1"/>
          </p:cNvSpPr>
          <p:nvPr/>
        </p:nvSpPr>
        <p:spPr>
          <a:xfrm>
            <a:off x="1430610" y="65065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4" name="9u7j_2_official_PredictedAtoms_10">
            <a:extLst>
              <a:ext uri="{FF2B5EF4-FFF2-40B4-BE49-F238E27FC236}">
                <a16:creationId xmlns:a16="http://schemas.microsoft.com/office/drawing/2014/main" id="{8E514885-E095-4651-87F3-556AA334F79D}"/>
              </a:ext>
            </a:extLst>
          </p:cNvPr>
          <p:cNvSpPr>
            <a:spLocks noGrp="1"/>
          </p:cNvSpPr>
          <p:nvPr/>
        </p:nvSpPr>
        <p:spPr>
          <a:xfrm>
            <a:off x="1545904" y="64185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5" name="9u7j_2_official_PredictedAtoms_11">
            <a:extLst>
              <a:ext uri="{FF2B5EF4-FFF2-40B4-BE49-F238E27FC236}">
                <a16:creationId xmlns:a16="http://schemas.microsoft.com/office/drawing/2014/main" id="{7D206833-A62E-4C5A-8DFC-64E167FFBAD1}"/>
              </a:ext>
            </a:extLst>
          </p:cNvPr>
          <p:cNvSpPr>
            <a:spLocks noGrp="1"/>
          </p:cNvSpPr>
          <p:nvPr/>
        </p:nvSpPr>
        <p:spPr>
          <a:xfrm>
            <a:off x="1488225" y="62803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6" name="9u7j_2_official_PredictedAtoms_12">
            <a:extLst>
              <a:ext uri="{FF2B5EF4-FFF2-40B4-BE49-F238E27FC236}">
                <a16:creationId xmlns:a16="http://schemas.microsoft.com/office/drawing/2014/main" id="{5A89D63F-53D5-4D35-8DB6-FDE138076140}"/>
              </a:ext>
            </a:extLst>
          </p:cNvPr>
          <p:cNvSpPr>
            <a:spLocks noGrp="1"/>
          </p:cNvSpPr>
          <p:nvPr/>
        </p:nvSpPr>
        <p:spPr>
          <a:xfrm>
            <a:off x="1593479" y="65060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7" name="9u7j_2_official_PredictedAtoms_13">
            <a:extLst>
              <a:ext uri="{FF2B5EF4-FFF2-40B4-BE49-F238E27FC236}">
                <a16:creationId xmlns:a16="http://schemas.microsoft.com/office/drawing/2014/main" id="{49FBD4A4-C8B3-4DB0-954E-FE8250E60497}"/>
              </a:ext>
            </a:extLst>
          </p:cNvPr>
          <p:cNvSpPr>
            <a:spLocks noGrp="1"/>
          </p:cNvSpPr>
          <p:nvPr/>
        </p:nvSpPr>
        <p:spPr>
          <a:xfrm>
            <a:off x="1679309" y="63846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8" name="9u7j_2_official_PredictedAtoms_14">
            <a:extLst>
              <a:ext uri="{FF2B5EF4-FFF2-40B4-BE49-F238E27FC236}">
                <a16:creationId xmlns:a16="http://schemas.microsoft.com/office/drawing/2014/main" id="{69C5E905-224B-413C-983B-3B212B54E267}"/>
              </a:ext>
            </a:extLst>
          </p:cNvPr>
          <p:cNvSpPr>
            <a:spLocks noGrp="1"/>
          </p:cNvSpPr>
          <p:nvPr/>
        </p:nvSpPr>
        <p:spPr>
          <a:xfrm>
            <a:off x="1673926" y="63311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9" name="9u7j_2_official_PredictedAtoms_15">
            <a:extLst>
              <a:ext uri="{FF2B5EF4-FFF2-40B4-BE49-F238E27FC236}">
                <a16:creationId xmlns:a16="http://schemas.microsoft.com/office/drawing/2014/main" id="{427FAFC4-E256-4459-8631-DF16972F70E4}"/>
              </a:ext>
            </a:extLst>
          </p:cNvPr>
          <p:cNvSpPr>
            <a:spLocks noGrp="1"/>
          </p:cNvSpPr>
          <p:nvPr/>
        </p:nvSpPr>
        <p:spPr>
          <a:xfrm>
            <a:off x="1804084" y="63468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0" name="9u7j_2_official_PredictedAtoms_16">
            <a:extLst>
              <a:ext uri="{FF2B5EF4-FFF2-40B4-BE49-F238E27FC236}">
                <a16:creationId xmlns:a16="http://schemas.microsoft.com/office/drawing/2014/main" id="{119B5F65-669F-4AC3-8113-A99B648F571D}"/>
              </a:ext>
            </a:extLst>
          </p:cNvPr>
          <p:cNvSpPr>
            <a:spLocks noGrp="1"/>
          </p:cNvSpPr>
          <p:nvPr/>
        </p:nvSpPr>
        <p:spPr>
          <a:xfrm>
            <a:off x="1909306" y="64362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1" name="9u7j_2_official_PredictedAtoms_17">
            <a:extLst>
              <a:ext uri="{FF2B5EF4-FFF2-40B4-BE49-F238E27FC236}">
                <a16:creationId xmlns:a16="http://schemas.microsoft.com/office/drawing/2014/main" id="{73ACA3B1-E2A4-4F8F-ABA3-59511078F66E}"/>
              </a:ext>
            </a:extLst>
          </p:cNvPr>
          <p:cNvSpPr>
            <a:spLocks noGrp="1"/>
          </p:cNvSpPr>
          <p:nvPr/>
        </p:nvSpPr>
        <p:spPr>
          <a:xfrm>
            <a:off x="1946971" y="65507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2" name="9u7j_2_official_PredictedAtoms_18">
            <a:extLst>
              <a:ext uri="{FF2B5EF4-FFF2-40B4-BE49-F238E27FC236}">
                <a16:creationId xmlns:a16="http://schemas.microsoft.com/office/drawing/2014/main" id="{02869C43-4A21-4201-95B6-7542203B1E1B}"/>
              </a:ext>
            </a:extLst>
          </p:cNvPr>
          <p:cNvSpPr>
            <a:spLocks noGrp="1"/>
          </p:cNvSpPr>
          <p:nvPr/>
        </p:nvSpPr>
        <p:spPr>
          <a:xfrm>
            <a:off x="1977055" y="6682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3" name="9u7j_2_official_PredictedAtoms_19">
            <a:extLst>
              <a:ext uri="{FF2B5EF4-FFF2-40B4-BE49-F238E27FC236}">
                <a16:creationId xmlns:a16="http://schemas.microsoft.com/office/drawing/2014/main" id="{3B198617-C9B6-44F8-8C88-38863269FB4E}"/>
              </a:ext>
            </a:extLst>
          </p:cNvPr>
          <p:cNvSpPr>
            <a:spLocks noGrp="1"/>
          </p:cNvSpPr>
          <p:nvPr/>
        </p:nvSpPr>
        <p:spPr>
          <a:xfrm>
            <a:off x="1906013" y="66983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4" name="9u7j_2_official_PredictedAtoms_20">
            <a:extLst>
              <a:ext uri="{FF2B5EF4-FFF2-40B4-BE49-F238E27FC236}">
                <a16:creationId xmlns:a16="http://schemas.microsoft.com/office/drawing/2014/main" id="{C105E83F-7CC8-44F1-8D06-819EC84DC86F}"/>
              </a:ext>
            </a:extLst>
          </p:cNvPr>
          <p:cNvSpPr>
            <a:spLocks noGrp="1"/>
          </p:cNvSpPr>
          <p:nvPr/>
        </p:nvSpPr>
        <p:spPr>
          <a:xfrm>
            <a:off x="1921145" y="68273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5" name="9u7j_2_official_PredictedAtoms_21">
            <a:extLst>
              <a:ext uri="{FF2B5EF4-FFF2-40B4-BE49-F238E27FC236}">
                <a16:creationId xmlns:a16="http://schemas.microsoft.com/office/drawing/2014/main" id="{AD9572D4-420F-4F48-BE65-141F2FCBB8D1}"/>
              </a:ext>
            </a:extLst>
          </p:cNvPr>
          <p:cNvSpPr>
            <a:spLocks noGrp="1"/>
          </p:cNvSpPr>
          <p:nvPr/>
        </p:nvSpPr>
        <p:spPr>
          <a:xfrm>
            <a:off x="2009229" y="69334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6" name="9u7j_2_official_PredictedAtoms_22">
            <a:extLst>
              <a:ext uri="{FF2B5EF4-FFF2-40B4-BE49-F238E27FC236}">
                <a16:creationId xmlns:a16="http://schemas.microsoft.com/office/drawing/2014/main" id="{D1090A1E-877E-433F-8102-2EB145BF75AD}"/>
              </a:ext>
            </a:extLst>
          </p:cNvPr>
          <p:cNvSpPr>
            <a:spLocks noGrp="1"/>
          </p:cNvSpPr>
          <p:nvPr/>
        </p:nvSpPr>
        <p:spPr>
          <a:xfrm>
            <a:off x="2026720" y="70477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7" name="9u7j_2_official_PredictedAtoms_23">
            <a:extLst>
              <a:ext uri="{FF2B5EF4-FFF2-40B4-BE49-F238E27FC236}">
                <a16:creationId xmlns:a16="http://schemas.microsoft.com/office/drawing/2014/main" id="{BFE2F00E-115A-4F11-9FA9-201C80143D37}"/>
              </a:ext>
            </a:extLst>
          </p:cNvPr>
          <p:cNvSpPr>
            <a:spLocks noGrp="1"/>
          </p:cNvSpPr>
          <p:nvPr/>
        </p:nvSpPr>
        <p:spPr>
          <a:xfrm>
            <a:off x="2081893" y="69074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8" name="9u7j_2_official_PredictedAtoms_24">
            <a:extLst>
              <a:ext uri="{FF2B5EF4-FFF2-40B4-BE49-F238E27FC236}">
                <a16:creationId xmlns:a16="http://schemas.microsoft.com/office/drawing/2014/main" id="{C756318E-9684-475F-8214-2C86BB1B2A0D}"/>
              </a:ext>
            </a:extLst>
          </p:cNvPr>
          <p:cNvSpPr>
            <a:spLocks noGrp="1"/>
          </p:cNvSpPr>
          <p:nvPr/>
        </p:nvSpPr>
        <p:spPr>
          <a:xfrm>
            <a:off x="2065985" y="67843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9" name="9u7j_2_official_PredictedAtoms_25">
            <a:extLst>
              <a:ext uri="{FF2B5EF4-FFF2-40B4-BE49-F238E27FC236}">
                <a16:creationId xmlns:a16="http://schemas.microsoft.com/office/drawing/2014/main" id="{6C3A2EB7-C45B-4BB4-BBCC-D2D8501CF854}"/>
              </a:ext>
            </a:extLst>
          </p:cNvPr>
          <p:cNvSpPr>
            <a:spLocks noGrp="1"/>
          </p:cNvSpPr>
          <p:nvPr/>
        </p:nvSpPr>
        <p:spPr>
          <a:xfrm>
            <a:off x="2139295" y="67709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0" name="9u7j_2_official_PredictedAtoms_26">
            <a:extLst>
              <a:ext uri="{FF2B5EF4-FFF2-40B4-BE49-F238E27FC236}">
                <a16:creationId xmlns:a16="http://schemas.microsoft.com/office/drawing/2014/main" id="{17F2999A-D04F-48EE-A713-97696B6C6FEB}"/>
              </a:ext>
            </a:extLst>
          </p:cNvPr>
          <p:cNvSpPr>
            <a:spLocks noGrp="1"/>
          </p:cNvSpPr>
          <p:nvPr/>
        </p:nvSpPr>
        <p:spPr>
          <a:xfrm>
            <a:off x="1831125" y="65547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1" name="9u7j_2_official_PredictedAtoms_27">
            <a:extLst>
              <a:ext uri="{FF2B5EF4-FFF2-40B4-BE49-F238E27FC236}">
                <a16:creationId xmlns:a16="http://schemas.microsoft.com/office/drawing/2014/main" id="{93FEE3A8-494C-461F-98DD-72AE1F267E52}"/>
              </a:ext>
            </a:extLst>
          </p:cNvPr>
          <p:cNvSpPr>
            <a:spLocks noGrp="1"/>
          </p:cNvSpPr>
          <p:nvPr/>
        </p:nvSpPr>
        <p:spPr>
          <a:xfrm>
            <a:off x="1856478" y="66098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2" name="9u7j_2_official_PredictedAtoms_28">
            <a:extLst>
              <a:ext uri="{FF2B5EF4-FFF2-40B4-BE49-F238E27FC236}">
                <a16:creationId xmlns:a16="http://schemas.microsoft.com/office/drawing/2014/main" id="{4C8659B6-87C3-43D9-B4D4-263037335D2A}"/>
              </a:ext>
            </a:extLst>
          </p:cNvPr>
          <p:cNvSpPr>
            <a:spLocks noGrp="1"/>
          </p:cNvSpPr>
          <p:nvPr/>
        </p:nvSpPr>
        <p:spPr>
          <a:xfrm>
            <a:off x="1774637" y="64046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3" name="9u7j_2_official_PredictedAtoms_29">
            <a:extLst>
              <a:ext uri="{FF2B5EF4-FFF2-40B4-BE49-F238E27FC236}">
                <a16:creationId xmlns:a16="http://schemas.microsoft.com/office/drawing/2014/main" id="{50275D35-DD77-43D7-84B0-2C21519F878C}"/>
              </a:ext>
            </a:extLst>
          </p:cNvPr>
          <p:cNvSpPr>
            <a:spLocks noGrp="1"/>
          </p:cNvSpPr>
          <p:nvPr/>
        </p:nvSpPr>
        <p:spPr>
          <a:xfrm>
            <a:off x="1838315" y="63382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4" name="9u7j_2_official_PredictedAtoms_30">
            <a:extLst>
              <a:ext uri="{FF2B5EF4-FFF2-40B4-BE49-F238E27FC236}">
                <a16:creationId xmlns:a16="http://schemas.microsoft.com/office/drawing/2014/main" id="{088DDF2D-D2BB-4F75-B3B1-0EFE6E6AD282}"/>
              </a:ext>
            </a:extLst>
          </p:cNvPr>
          <p:cNvSpPr>
            <a:spLocks noGrp="1"/>
          </p:cNvSpPr>
          <p:nvPr/>
        </p:nvSpPr>
        <p:spPr>
          <a:xfrm>
            <a:off x="1226909" y="68099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5" name="9u7j_2_official_PredictedAtoms_31">
            <a:extLst>
              <a:ext uri="{FF2B5EF4-FFF2-40B4-BE49-F238E27FC236}">
                <a16:creationId xmlns:a16="http://schemas.microsoft.com/office/drawing/2014/main" id="{671A9997-41A9-4424-AE1A-20681722A7EF}"/>
              </a:ext>
            </a:extLst>
          </p:cNvPr>
          <p:cNvSpPr>
            <a:spLocks noGrp="1"/>
          </p:cNvSpPr>
          <p:nvPr/>
        </p:nvSpPr>
        <p:spPr>
          <a:xfrm>
            <a:off x="1144252" y="67618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6" name="9u7j_2_official_PredictedAtoms_32">
            <a:extLst>
              <a:ext uri="{FF2B5EF4-FFF2-40B4-BE49-F238E27FC236}">
                <a16:creationId xmlns:a16="http://schemas.microsoft.com/office/drawing/2014/main" id="{25C72194-E755-4DB5-A539-BAEC4D7A1BED}"/>
              </a:ext>
            </a:extLst>
          </p:cNvPr>
          <p:cNvSpPr>
            <a:spLocks noGrp="1"/>
          </p:cNvSpPr>
          <p:nvPr/>
        </p:nvSpPr>
        <p:spPr>
          <a:xfrm>
            <a:off x="1207310" y="69677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7" name="9u7j_2_official_PredictedAtoms_33">
            <a:extLst>
              <a:ext uri="{FF2B5EF4-FFF2-40B4-BE49-F238E27FC236}">
                <a16:creationId xmlns:a16="http://schemas.microsoft.com/office/drawing/2014/main" id="{B14FDB98-F843-4FB9-B5B3-A0FEB5C957B0}"/>
              </a:ext>
            </a:extLst>
          </p:cNvPr>
          <p:cNvSpPr>
            <a:spLocks noGrp="1"/>
          </p:cNvSpPr>
          <p:nvPr/>
        </p:nvSpPr>
        <p:spPr>
          <a:xfrm>
            <a:off x="1209893" y="70387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8" name="9u7j_2_official_PredictedAtoms_34">
            <a:extLst>
              <a:ext uri="{FF2B5EF4-FFF2-40B4-BE49-F238E27FC236}">
                <a16:creationId xmlns:a16="http://schemas.microsoft.com/office/drawing/2014/main" id="{A7524006-0B08-4993-A098-D0F2EDF89ADD}"/>
              </a:ext>
            </a:extLst>
          </p:cNvPr>
          <p:cNvSpPr>
            <a:spLocks noGrp="1"/>
          </p:cNvSpPr>
          <p:nvPr/>
        </p:nvSpPr>
        <p:spPr>
          <a:xfrm>
            <a:off x="1066329" y="69959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9" name="9u7j_2_official_PredictedAtoms_35">
            <a:extLst>
              <a:ext uri="{FF2B5EF4-FFF2-40B4-BE49-F238E27FC236}">
                <a16:creationId xmlns:a16="http://schemas.microsoft.com/office/drawing/2014/main" id="{4253A822-10F2-4DBC-BD0A-9B29C9C1979C}"/>
              </a:ext>
            </a:extLst>
          </p:cNvPr>
          <p:cNvSpPr>
            <a:spLocks noGrp="1"/>
          </p:cNvSpPr>
          <p:nvPr/>
        </p:nvSpPr>
        <p:spPr>
          <a:xfrm>
            <a:off x="1002687" y="71335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10" name="stage3-cases-main_34">
            <a:extLst>
              <a:ext uri="{FF2B5EF4-FFF2-40B4-BE49-F238E27FC236}">
                <a16:creationId xmlns:a16="http://schemas.microsoft.com/office/drawing/2014/main" id="{D198B700-6358-4B16-9B52-E5895FE0E3EE}"/>
              </a:ext>
            </a:extLst>
          </p:cNvPr>
          <p:cNvSpPr>
            <a:spLocks noGrp="1"/>
          </p:cNvSpPr>
          <p:nvPr/>
        </p:nvSpPr>
        <p:spPr>
          <a:xfrm>
            <a:off x="2286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2.03 Å   D 64%   Clash 0</a:t>
            </a:r>
          </a:p>
        </p:txBody>
      </p:sp>
      <p:sp>
        <p:nvSpPr>
          <p:cNvPr id="1111" name="9u7j_2_tuned_Receptor">
            <a:extLst>
              <a:ext uri="{FF2B5EF4-FFF2-40B4-BE49-F238E27FC236}">
                <a16:creationId xmlns:a16="http://schemas.microsoft.com/office/drawing/2014/main" id="{3073F191-ED03-42C2-AEA8-635173B805F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112" name="9u7j_2_tuned_ExperimentalDensity">
            <a:extLst>
              <a:ext uri="{FF2B5EF4-FFF2-40B4-BE49-F238E27FC236}">
                <a16:creationId xmlns:a16="http://schemas.microsoft.com/office/drawing/2014/main" id="{AA57F103-F779-47C2-9570-19E9303D22D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113" name="9u7j_2_tuned_ReferenceLigand_0">
            <a:extLst>
              <a:ext uri="{FF2B5EF4-FFF2-40B4-BE49-F238E27FC236}">
                <a16:creationId xmlns:a16="http://schemas.microsoft.com/office/drawing/2014/main" id="{192FC080-A7E7-449F-85F3-CBE20646B91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4" name="9u7j_2_tuned_ReferenceLigand_1">
            <a:extLst>
              <a:ext uri="{FF2B5EF4-FFF2-40B4-BE49-F238E27FC236}">
                <a16:creationId xmlns:a16="http://schemas.microsoft.com/office/drawing/2014/main" id="{07333597-F31D-43E5-BEB4-8119A84E0D0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5" name="9u7j_2_tuned_ReferenceLigand_2">
            <a:extLst>
              <a:ext uri="{FF2B5EF4-FFF2-40B4-BE49-F238E27FC236}">
                <a16:creationId xmlns:a16="http://schemas.microsoft.com/office/drawing/2014/main" id="{CDC045BC-4C00-4A63-915D-1E466543BC1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6" name="9u7j_2_tuned_ReferenceLigand_3">
            <a:extLst>
              <a:ext uri="{FF2B5EF4-FFF2-40B4-BE49-F238E27FC236}">
                <a16:creationId xmlns:a16="http://schemas.microsoft.com/office/drawing/2014/main" id="{5EF8B9E1-ABAF-4E2A-8CE1-1D673CAAC21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7" name="9u7j_2_tuned_ReferenceLigand_4">
            <a:extLst>
              <a:ext uri="{FF2B5EF4-FFF2-40B4-BE49-F238E27FC236}">
                <a16:creationId xmlns:a16="http://schemas.microsoft.com/office/drawing/2014/main" id="{F702E984-9EE9-4D0A-938D-70654893BBB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8" name="9u7j_2_tuned_ReferenceLigand_5">
            <a:extLst>
              <a:ext uri="{FF2B5EF4-FFF2-40B4-BE49-F238E27FC236}">
                <a16:creationId xmlns:a16="http://schemas.microsoft.com/office/drawing/2014/main" id="{831B3AC6-879F-492C-AACA-DAEC9DBDD96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9" name="9u7j_2_tuned_ReferenceLigand_6">
            <a:extLst>
              <a:ext uri="{FF2B5EF4-FFF2-40B4-BE49-F238E27FC236}">
                <a16:creationId xmlns:a16="http://schemas.microsoft.com/office/drawing/2014/main" id="{D49C2C8D-9A08-4979-9D43-0FABB45C0F2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0" name="9u7j_2_tuned_ReferenceLigand_7">
            <a:extLst>
              <a:ext uri="{FF2B5EF4-FFF2-40B4-BE49-F238E27FC236}">
                <a16:creationId xmlns:a16="http://schemas.microsoft.com/office/drawing/2014/main" id="{09074360-611E-4939-A05F-1BCF59E1440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1" name="9u7j_2_tuned_ReferenceLigand_8">
            <a:extLst>
              <a:ext uri="{FF2B5EF4-FFF2-40B4-BE49-F238E27FC236}">
                <a16:creationId xmlns:a16="http://schemas.microsoft.com/office/drawing/2014/main" id="{799EDEEA-71A2-4389-B538-1CC0CA1D0B6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2" name="9u7j_2_tuned_ReferenceLigand_9">
            <a:extLst>
              <a:ext uri="{FF2B5EF4-FFF2-40B4-BE49-F238E27FC236}">
                <a16:creationId xmlns:a16="http://schemas.microsoft.com/office/drawing/2014/main" id="{6491370A-26B8-4683-AAA5-88CA3F58C8A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3" name="9u7j_2_tuned_ReferenceLigand_10">
            <a:extLst>
              <a:ext uri="{FF2B5EF4-FFF2-40B4-BE49-F238E27FC236}">
                <a16:creationId xmlns:a16="http://schemas.microsoft.com/office/drawing/2014/main" id="{DB98D6AD-D333-45D3-AE6C-496383D1C8B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4" name="9u7j_2_tuned_ReferenceLigand_11">
            <a:extLst>
              <a:ext uri="{FF2B5EF4-FFF2-40B4-BE49-F238E27FC236}">
                <a16:creationId xmlns:a16="http://schemas.microsoft.com/office/drawing/2014/main" id="{355B7091-D847-4D6C-BD59-DB3FFAECE90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5" name="9u7j_2_tuned_ReferenceLigand_12">
            <a:extLst>
              <a:ext uri="{FF2B5EF4-FFF2-40B4-BE49-F238E27FC236}">
                <a16:creationId xmlns:a16="http://schemas.microsoft.com/office/drawing/2014/main" id="{231110C7-51EA-4FC9-9BE8-43964A45C12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6" name="9u7j_2_tuned_ReferenceLigand_13">
            <a:extLst>
              <a:ext uri="{FF2B5EF4-FFF2-40B4-BE49-F238E27FC236}">
                <a16:creationId xmlns:a16="http://schemas.microsoft.com/office/drawing/2014/main" id="{7128AC9C-9359-4BEA-9316-448E59264A2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7" name="9u7j_2_tuned_ReferenceLigand_14">
            <a:extLst>
              <a:ext uri="{FF2B5EF4-FFF2-40B4-BE49-F238E27FC236}">
                <a16:creationId xmlns:a16="http://schemas.microsoft.com/office/drawing/2014/main" id="{55692D23-DA19-402C-8C1C-F43C8685258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8" name="9u7j_2_tuned_ReferenceLigand_15">
            <a:extLst>
              <a:ext uri="{FF2B5EF4-FFF2-40B4-BE49-F238E27FC236}">
                <a16:creationId xmlns:a16="http://schemas.microsoft.com/office/drawing/2014/main" id="{E45B6871-4667-49B3-9D55-266B0C41BCC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9" name="9u7j_2_tuned_ReferenceLigand_16">
            <a:extLst>
              <a:ext uri="{FF2B5EF4-FFF2-40B4-BE49-F238E27FC236}">
                <a16:creationId xmlns:a16="http://schemas.microsoft.com/office/drawing/2014/main" id="{6F303013-CC5E-45B4-91BB-3B7F19FDF06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0" name="9u7j_2_tuned_ReferenceLigand_17">
            <a:extLst>
              <a:ext uri="{FF2B5EF4-FFF2-40B4-BE49-F238E27FC236}">
                <a16:creationId xmlns:a16="http://schemas.microsoft.com/office/drawing/2014/main" id="{CD46688D-2215-4BBC-83D0-B46C86797F0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1" name="9u7j_2_tuned_ReferenceLigand_18">
            <a:extLst>
              <a:ext uri="{FF2B5EF4-FFF2-40B4-BE49-F238E27FC236}">
                <a16:creationId xmlns:a16="http://schemas.microsoft.com/office/drawing/2014/main" id="{8E36E883-6228-4FE8-BE07-876CC31B5B4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2" name="9u7j_2_tuned_ReferenceLigand_19">
            <a:extLst>
              <a:ext uri="{FF2B5EF4-FFF2-40B4-BE49-F238E27FC236}">
                <a16:creationId xmlns:a16="http://schemas.microsoft.com/office/drawing/2014/main" id="{62B6ACAA-FC97-45CF-92DD-9335326E0ED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3" name="9u7j_2_tuned_ReferenceLigand_20">
            <a:extLst>
              <a:ext uri="{FF2B5EF4-FFF2-40B4-BE49-F238E27FC236}">
                <a16:creationId xmlns:a16="http://schemas.microsoft.com/office/drawing/2014/main" id="{F1904060-FD75-4636-91E2-9052F332D61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4" name="9u7j_2_tuned_ReferenceLigand_21">
            <a:extLst>
              <a:ext uri="{FF2B5EF4-FFF2-40B4-BE49-F238E27FC236}">
                <a16:creationId xmlns:a16="http://schemas.microsoft.com/office/drawing/2014/main" id="{251258AF-7291-4F33-B172-151CD10521C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5" name="9u7j_2_tuned_ReferenceLigand_22">
            <a:extLst>
              <a:ext uri="{FF2B5EF4-FFF2-40B4-BE49-F238E27FC236}">
                <a16:creationId xmlns:a16="http://schemas.microsoft.com/office/drawing/2014/main" id="{86E46BAC-A36F-4ADA-9E6C-C29F9780F0F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6" name="9u7j_2_tuned_ReferenceLigand_23">
            <a:extLst>
              <a:ext uri="{FF2B5EF4-FFF2-40B4-BE49-F238E27FC236}">
                <a16:creationId xmlns:a16="http://schemas.microsoft.com/office/drawing/2014/main" id="{BDDD0217-AC6F-4BBF-AF45-6EB01E1FF70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7" name="9u7j_2_tuned_ReferenceLigand_24">
            <a:extLst>
              <a:ext uri="{FF2B5EF4-FFF2-40B4-BE49-F238E27FC236}">
                <a16:creationId xmlns:a16="http://schemas.microsoft.com/office/drawing/2014/main" id="{ABE6B12D-9302-4859-A831-AE9F28AEE51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8" name="9u7j_2_tuned_ReferenceLigand_25">
            <a:extLst>
              <a:ext uri="{FF2B5EF4-FFF2-40B4-BE49-F238E27FC236}">
                <a16:creationId xmlns:a16="http://schemas.microsoft.com/office/drawing/2014/main" id="{396A8AE5-25A5-4B5E-9938-857FD1F2BBF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9" name="9u7j_2_tuned_ReferenceLigand_26">
            <a:extLst>
              <a:ext uri="{FF2B5EF4-FFF2-40B4-BE49-F238E27FC236}">
                <a16:creationId xmlns:a16="http://schemas.microsoft.com/office/drawing/2014/main" id="{8FD4D645-9323-477C-9B5E-FCEBE987BAB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0" name="9u7j_2_tuned_ReferenceLigand_27">
            <a:extLst>
              <a:ext uri="{FF2B5EF4-FFF2-40B4-BE49-F238E27FC236}">
                <a16:creationId xmlns:a16="http://schemas.microsoft.com/office/drawing/2014/main" id="{E03EFE1B-B94D-4C0B-AD8F-C426E77D911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1" name="9u7j_2_tuned_ReferenceLigand_28">
            <a:extLst>
              <a:ext uri="{FF2B5EF4-FFF2-40B4-BE49-F238E27FC236}">
                <a16:creationId xmlns:a16="http://schemas.microsoft.com/office/drawing/2014/main" id="{485FDED1-299C-4C75-B682-F0BB848265F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2" name="9u7j_2_tuned_ReferenceLigand_29">
            <a:extLst>
              <a:ext uri="{FF2B5EF4-FFF2-40B4-BE49-F238E27FC236}">
                <a16:creationId xmlns:a16="http://schemas.microsoft.com/office/drawing/2014/main" id="{A3A8E92B-540D-49AD-A5E6-D5205999ADE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3" name="9u7j_2_tuned_ReferenceLigand_30">
            <a:extLst>
              <a:ext uri="{FF2B5EF4-FFF2-40B4-BE49-F238E27FC236}">
                <a16:creationId xmlns:a16="http://schemas.microsoft.com/office/drawing/2014/main" id="{7FFACAC7-7613-423D-9627-CF4ED93A86A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4" name="9u7j_2_tuned_ReferenceLigand_31">
            <a:extLst>
              <a:ext uri="{FF2B5EF4-FFF2-40B4-BE49-F238E27FC236}">
                <a16:creationId xmlns:a16="http://schemas.microsoft.com/office/drawing/2014/main" id="{3D3D5CE1-EE79-4B33-993A-2B78CA3DE52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5" name="9u7j_2_tuned_ReferenceLigand_32">
            <a:extLst>
              <a:ext uri="{FF2B5EF4-FFF2-40B4-BE49-F238E27FC236}">
                <a16:creationId xmlns:a16="http://schemas.microsoft.com/office/drawing/2014/main" id="{5D0E7927-274C-4241-B0A7-208AB4D976D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6" name="9u7j_2_tuned_ReferenceLigand_33">
            <a:extLst>
              <a:ext uri="{FF2B5EF4-FFF2-40B4-BE49-F238E27FC236}">
                <a16:creationId xmlns:a16="http://schemas.microsoft.com/office/drawing/2014/main" id="{9603B01D-2FAB-458C-933E-F2FA2D8516F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7" name="9u7j_2_tuned_ReferenceLigand_34">
            <a:extLst>
              <a:ext uri="{FF2B5EF4-FFF2-40B4-BE49-F238E27FC236}">
                <a16:creationId xmlns:a16="http://schemas.microsoft.com/office/drawing/2014/main" id="{946E59CF-0D2E-47F3-808B-25D95F65F2E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8" name="9u7j_2_tuned_ReferenceLigand_35">
            <a:extLst>
              <a:ext uri="{FF2B5EF4-FFF2-40B4-BE49-F238E27FC236}">
                <a16:creationId xmlns:a16="http://schemas.microsoft.com/office/drawing/2014/main" id="{4DCB6CBC-7B25-4417-8FF5-E0E5EC99067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9" name="9u7j_2_tuned_ReferenceLigand_36">
            <a:extLst>
              <a:ext uri="{FF2B5EF4-FFF2-40B4-BE49-F238E27FC236}">
                <a16:creationId xmlns:a16="http://schemas.microsoft.com/office/drawing/2014/main" id="{F14BD944-7D1E-49E6-8048-6930D45B74F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0" name="9u7j_2_tuned_ReferenceLigand_37">
            <a:extLst>
              <a:ext uri="{FF2B5EF4-FFF2-40B4-BE49-F238E27FC236}">
                <a16:creationId xmlns:a16="http://schemas.microsoft.com/office/drawing/2014/main" id="{92BB0A6A-AE7E-4653-84D1-FF3BBBD5F2D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1" name="9u7j_2_tuned_PredictedLigand_0">
            <a:extLst>
              <a:ext uri="{FF2B5EF4-FFF2-40B4-BE49-F238E27FC236}">
                <a16:creationId xmlns:a16="http://schemas.microsoft.com/office/drawing/2014/main" id="{ECA04FD0-FB03-4DDF-85E3-A29167AB2B1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994371" y="3058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2" name="9u7j_2_tuned_PredictedLigand_1">
            <a:extLst>
              <a:ext uri="{FF2B5EF4-FFF2-40B4-BE49-F238E27FC236}">
                <a16:creationId xmlns:a16="http://schemas.microsoft.com/office/drawing/2014/main" id="{8757DC5A-3FD3-4156-951A-EA0B6165A08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77470" y="9767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3" name="9u7j_2_tuned_PredictedLigand_2">
            <a:extLst>
              <a:ext uri="{FF2B5EF4-FFF2-40B4-BE49-F238E27FC236}">
                <a16:creationId xmlns:a16="http://schemas.microsoft.com/office/drawing/2014/main" id="{75E3B8A1-13A7-40F7-8553-D5BDC66E97E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8914" y="845979"/>
                </a:moveTo>
                <a:lnTo>
                  <a:pt x="1913074" y="891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4" name="9u7j_2_tuned_PredictedLigand_3">
            <a:extLst>
              <a:ext uri="{FF2B5EF4-FFF2-40B4-BE49-F238E27FC236}">
                <a16:creationId xmlns:a16="http://schemas.microsoft.com/office/drawing/2014/main" id="{3EDE45A8-5CBD-4C29-B2D5-3CFB34A7C0A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177443" y="4204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5" name="9u7j_2_tuned_PredictedLigand_4">
            <a:extLst>
              <a:ext uri="{FF2B5EF4-FFF2-40B4-BE49-F238E27FC236}">
                <a16:creationId xmlns:a16="http://schemas.microsoft.com/office/drawing/2014/main" id="{0F899103-2BC9-4075-9B24-8EB5814C840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68" y="752257"/>
                </a:moveTo>
                <a:lnTo>
                  <a:pt x="1768914" y="8459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6" name="9u7j_2_tuned_PredictedLigand_5">
            <a:extLst>
              <a:ext uri="{FF2B5EF4-FFF2-40B4-BE49-F238E27FC236}">
                <a16:creationId xmlns:a16="http://schemas.microsoft.com/office/drawing/2014/main" id="{054B9DA2-71CA-4EA8-BA01-71329EFC420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1680" y="897665"/>
                </a:moveTo>
                <a:lnTo>
                  <a:pt x="927107" y="903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7" name="9u7j_2_tuned_PredictedLigand_6">
            <a:extLst>
              <a:ext uri="{FF2B5EF4-FFF2-40B4-BE49-F238E27FC236}">
                <a16:creationId xmlns:a16="http://schemas.microsoft.com/office/drawing/2014/main" id="{C07BCC8F-26DD-43EA-8272-BE0EE877CF4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073916" y="1665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8" name="9u7j_2_tuned_PredictedLigand_7">
            <a:extLst>
              <a:ext uri="{FF2B5EF4-FFF2-40B4-BE49-F238E27FC236}">
                <a16:creationId xmlns:a16="http://schemas.microsoft.com/office/drawing/2014/main" id="{5B34020D-F4B1-4F9A-B1AE-69A439372C6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448764" y="4283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9" name="9u7j_2_tuned_PredictedLigand_8">
            <a:extLst>
              <a:ext uri="{FF2B5EF4-FFF2-40B4-BE49-F238E27FC236}">
                <a16:creationId xmlns:a16="http://schemas.microsoft.com/office/drawing/2014/main" id="{20AEEEDA-002D-4B59-AD6C-7E7B352A023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4128" y="379510"/>
                </a:moveTo>
                <a:lnTo>
                  <a:pt x="1042685" y="3095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0" name="9u7j_2_tuned_PredictedLigand_9">
            <a:extLst>
              <a:ext uri="{FF2B5EF4-FFF2-40B4-BE49-F238E27FC236}">
                <a16:creationId xmlns:a16="http://schemas.microsoft.com/office/drawing/2014/main" id="{A38BDD06-CE2C-4609-A178-BCC63884BF0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81090" y="8336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1" name="9u7j_2_tuned_PredictedLigand_10">
            <a:extLst>
              <a:ext uri="{FF2B5EF4-FFF2-40B4-BE49-F238E27FC236}">
                <a16:creationId xmlns:a16="http://schemas.microsoft.com/office/drawing/2014/main" id="{F1558C8D-9EFC-447E-B772-8FAB09A1D60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7443" y="420456"/>
                </a:moveTo>
                <a:lnTo>
                  <a:pt x="1336856" y="3956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2" name="9u7j_2_tuned_PredictedLigand_11">
            <a:extLst>
              <a:ext uri="{FF2B5EF4-FFF2-40B4-BE49-F238E27FC236}">
                <a16:creationId xmlns:a16="http://schemas.microsoft.com/office/drawing/2014/main" id="{C858AF2D-999D-4A95-BB3A-74E8703C56A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2251" y="2379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3" name="9u7j_2_tuned_PredictedLigand_12">
            <a:extLst>
              <a:ext uri="{FF2B5EF4-FFF2-40B4-BE49-F238E27FC236}">
                <a16:creationId xmlns:a16="http://schemas.microsoft.com/office/drawing/2014/main" id="{31D2FFCF-FA01-4F41-9C90-1A84CD3775B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3514" y="661756"/>
                </a:moveTo>
                <a:lnTo>
                  <a:pt x="933143" y="52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4" name="9u7j_2_tuned_PredictedLigand_13">
            <a:extLst>
              <a:ext uri="{FF2B5EF4-FFF2-40B4-BE49-F238E27FC236}">
                <a16:creationId xmlns:a16="http://schemas.microsoft.com/office/drawing/2014/main" id="{1CCC8FD0-BEE8-4133-83A9-65EF91782CC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914128" y="3795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5" name="9u7j_2_tuned_PredictedLigand_14">
            <a:extLst>
              <a:ext uri="{FF2B5EF4-FFF2-40B4-BE49-F238E27FC236}">
                <a16:creationId xmlns:a16="http://schemas.microsoft.com/office/drawing/2014/main" id="{7DA707B6-3491-4DC9-B033-7B65D9D2500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107" y="903665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6" name="9u7j_2_tuned_PredictedLigand_15">
            <a:extLst>
              <a:ext uri="{FF2B5EF4-FFF2-40B4-BE49-F238E27FC236}">
                <a16:creationId xmlns:a16="http://schemas.microsoft.com/office/drawing/2014/main" id="{54193141-55DA-4D15-AF5E-75E5E5B2C93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574" y="692388"/>
                </a:moveTo>
                <a:lnTo>
                  <a:pt x="1707868" y="7522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7" name="9u7j_2_tuned_PredictedLigand_16">
            <a:extLst>
              <a:ext uri="{FF2B5EF4-FFF2-40B4-BE49-F238E27FC236}">
                <a16:creationId xmlns:a16="http://schemas.microsoft.com/office/drawing/2014/main" id="{EE7D0F28-DAF4-44A6-BA1A-422E2F779C1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211" y="779213"/>
                </a:moveTo>
                <a:lnTo>
                  <a:pt x="883514" y="6617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8" name="9u7j_2_tuned_PredictedLigand_17">
            <a:extLst>
              <a:ext uri="{FF2B5EF4-FFF2-40B4-BE49-F238E27FC236}">
                <a16:creationId xmlns:a16="http://schemas.microsoft.com/office/drawing/2014/main" id="{D224C559-D0BD-440B-8548-57A6C04E96A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1090" y="833603"/>
                </a:moveTo>
                <a:lnTo>
                  <a:pt x="1926905" y="7410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9" name="9u7j_2_tuned_PredictedLigand_18">
            <a:extLst>
              <a:ext uri="{FF2B5EF4-FFF2-40B4-BE49-F238E27FC236}">
                <a16:creationId xmlns:a16="http://schemas.microsoft.com/office/drawing/2014/main" id="{888266FC-40A6-4F68-8EE1-8DC8442D5C8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6544" y="4971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0" name="9u7j_2_tuned_PredictedLigand_19">
            <a:extLst>
              <a:ext uri="{FF2B5EF4-FFF2-40B4-BE49-F238E27FC236}">
                <a16:creationId xmlns:a16="http://schemas.microsoft.com/office/drawing/2014/main" id="{C23CEB07-262A-455A-962D-EBD4FB9CF74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1" name="9u7j_2_tuned_PredictedLigand_20">
            <a:extLst>
              <a:ext uri="{FF2B5EF4-FFF2-40B4-BE49-F238E27FC236}">
                <a16:creationId xmlns:a16="http://schemas.microsoft.com/office/drawing/2014/main" id="{96494395-DEA6-4A22-A6C4-04DE09BA974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800445" y="3266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2" name="9u7j_2_tuned_PredictedLigand_21">
            <a:extLst>
              <a:ext uri="{FF2B5EF4-FFF2-40B4-BE49-F238E27FC236}">
                <a16:creationId xmlns:a16="http://schemas.microsoft.com/office/drawing/2014/main" id="{C67DC305-8858-4B8C-9510-84F06217A5B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897511" y="5360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3" name="9u7j_2_tuned_PredictedLigand_22">
            <a:extLst>
              <a:ext uri="{FF2B5EF4-FFF2-40B4-BE49-F238E27FC236}">
                <a16:creationId xmlns:a16="http://schemas.microsoft.com/office/drawing/2014/main" id="{9806D7C8-EE19-4815-9013-D34C5050EAD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4" name="9u7j_2_tuned_PredictedLigand_23">
            <a:extLst>
              <a:ext uri="{FF2B5EF4-FFF2-40B4-BE49-F238E27FC236}">
                <a16:creationId xmlns:a16="http://schemas.microsoft.com/office/drawing/2014/main" id="{78242AC3-9770-45B3-94A2-551B26035A3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5" name="9u7j_2_tuned_PredictedLigand_24">
            <a:extLst>
              <a:ext uri="{FF2B5EF4-FFF2-40B4-BE49-F238E27FC236}">
                <a16:creationId xmlns:a16="http://schemas.microsoft.com/office/drawing/2014/main" id="{07FC5232-B568-4D6A-B270-66AAA542C5A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2010133" y="7034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6" name="9u7j_2_tuned_PredictedLigand_25">
            <a:extLst>
              <a:ext uri="{FF2B5EF4-FFF2-40B4-BE49-F238E27FC236}">
                <a16:creationId xmlns:a16="http://schemas.microsoft.com/office/drawing/2014/main" id="{F6999F71-0AA8-4839-8BCE-779B72279D5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691168" y="4278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7" name="9u7j_2_tuned_PredictedLigand_26">
            <a:extLst>
              <a:ext uri="{FF2B5EF4-FFF2-40B4-BE49-F238E27FC236}">
                <a16:creationId xmlns:a16="http://schemas.microsoft.com/office/drawing/2014/main" id="{E20F9CEE-E979-4155-B4BD-B29E4AA6BFE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581273" y="3692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8" name="9u7j_2_tuned_PredictedLigand_27">
            <a:extLst>
              <a:ext uri="{FF2B5EF4-FFF2-40B4-BE49-F238E27FC236}">
                <a16:creationId xmlns:a16="http://schemas.microsoft.com/office/drawing/2014/main" id="{933F721C-ABFB-4A88-9AB3-56128B917EB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1117246" y="861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79" name="9u7j_2_tuned_PredictedLigand_28">
            <a:extLst>
              <a:ext uri="{FF2B5EF4-FFF2-40B4-BE49-F238E27FC236}">
                <a16:creationId xmlns:a16="http://schemas.microsoft.com/office/drawing/2014/main" id="{48DD023A-DB86-4744-A8F7-DCACCBAF96E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544" y="497158"/>
                </a:moveTo>
                <a:lnTo>
                  <a:pt x="1378009" y="5222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0" name="9u7j_2_tuned_PredictedLigand_29">
            <a:extLst>
              <a:ext uri="{FF2B5EF4-FFF2-40B4-BE49-F238E27FC236}">
                <a16:creationId xmlns:a16="http://schemas.microsoft.com/office/drawing/2014/main" id="{8467F97B-38D5-4609-A188-AA307DC01A3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1054731" y="7457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1" name="9u7j_2_tuned_PredictedLigand_30">
            <a:extLst>
              <a:ext uri="{FF2B5EF4-FFF2-40B4-BE49-F238E27FC236}">
                <a16:creationId xmlns:a16="http://schemas.microsoft.com/office/drawing/2014/main" id="{7690C81B-AF4B-45AC-A410-BD84AC776A2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1959" y="620357"/>
                </a:moveTo>
                <a:lnTo>
                  <a:pt x="1727151" y="5792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2" name="9u7j_2_tuned_PredictedLigand_31">
            <a:extLst>
              <a:ext uri="{FF2B5EF4-FFF2-40B4-BE49-F238E27FC236}">
                <a16:creationId xmlns:a16="http://schemas.microsoft.com/office/drawing/2014/main" id="{CB262F81-E894-4DE2-B7F8-2BE65248173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862057" y="3984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3" name="9u7j_2_tuned_PredictedLigand_32">
            <a:extLst>
              <a:ext uri="{FF2B5EF4-FFF2-40B4-BE49-F238E27FC236}">
                <a16:creationId xmlns:a16="http://schemas.microsoft.com/office/drawing/2014/main" id="{B784D81D-3060-4D51-96C4-2DF84276991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1012102" y="6277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4" name="9u7j_2_tuned_PredictedLigand_33">
            <a:extLst>
              <a:ext uri="{FF2B5EF4-FFF2-40B4-BE49-F238E27FC236}">
                <a16:creationId xmlns:a16="http://schemas.microsoft.com/office/drawing/2014/main" id="{66EC4B9A-DEE9-492B-A25B-D36EB825918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5" name="9u7j_2_tuned_PredictedLigand_34">
            <a:extLst>
              <a:ext uri="{FF2B5EF4-FFF2-40B4-BE49-F238E27FC236}">
                <a16:creationId xmlns:a16="http://schemas.microsoft.com/office/drawing/2014/main" id="{1945715E-FE82-4E32-BB61-7E9579E2890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653290" y="2611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6" name="9u7j_2_tuned_PredictedLigand_35">
            <a:extLst>
              <a:ext uri="{FF2B5EF4-FFF2-40B4-BE49-F238E27FC236}">
                <a16:creationId xmlns:a16="http://schemas.microsoft.com/office/drawing/2014/main" id="{D5C9353D-FAB4-4C39-A46B-3E33D3ABEEC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98" y="499055"/>
                </a:moveTo>
                <a:lnTo>
                  <a:pt x="1601959" y="6203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7" name="9u7j_2_tuned_PredictedLigand_36">
            <a:extLst>
              <a:ext uri="{FF2B5EF4-FFF2-40B4-BE49-F238E27FC236}">
                <a16:creationId xmlns:a16="http://schemas.microsoft.com/office/drawing/2014/main" id="{779B98F2-D433-451F-98B4-E2A52F96AEA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09" y="522247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8" name="9u7j_2_tuned_PredictedLigand_37">
            <a:extLst>
              <a:ext uri="{FF2B5EF4-FFF2-40B4-BE49-F238E27FC236}">
                <a16:creationId xmlns:a16="http://schemas.microsoft.com/office/drawing/2014/main" id="{780A02FB-2AE1-45C7-9440-909AD93B390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995391" y="6835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89" name="9u7j_2_tuned_PredictedAtoms_0">
            <a:extLst>
              <a:ext uri="{FF2B5EF4-FFF2-40B4-BE49-F238E27FC236}">
                <a16:creationId xmlns:a16="http://schemas.microsoft.com/office/drawing/2014/main" id="{8697DDFD-EBC5-4E51-8BA7-9AE617507C62}"/>
              </a:ext>
            </a:extLst>
          </p:cNvPr>
          <p:cNvSpPr>
            <a:spLocks noGrp="1"/>
          </p:cNvSpPr>
          <p:nvPr/>
        </p:nvSpPr>
        <p:spPr>
          <a:xfrm>
            <a:off x="3995888" y="70441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0" name="9u7j_2_tuned_PredictedAtoms_1">
            <a:extLst>
              <a:ext uri="{FF2B5EF4-FFF2-40B4-BE49-F238E27FC236}">
                <a16:creationId xmlns:a16="http://schemas.microsoft.com/office/drawing/2014/main" id="{8ED635BC-A607-4D09-BCD7-150175A39102}"/>
              </a:ext>
            </a:extLst>
          </p:cNvPr>
          <p:cNvSpPr>
            <a:spLocks noGrp="1"/>
          </p:cNvSpPr>
          <p:nvPr/>
        </p:nvSpPr>
        <p:spPr>
          <a:xfrm>
            <a:off x="4111315" y="70501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1" name="9u7j_2_tuned_PredictedAtoms_2">
            <a:extLst>
              <a:ext uri="{FF2B5EF4-FFF2-40B4-BE49-F238E27FC236}">
                <a16:creationId xmlns:a16="http://schemas.microsoft.com/office/drawing/2014/main" id="{AFF564B3-56A0-4C05-B262-F2A985CC5924}"/>
              </a:ext>
            </a:extLst>
          </p:cNvPr>
          <p:cNvSpPr>
            <a:spLocks noGrp="1"/>
          </p:cNvSpPr>
          <p:nvPr/>
        </p:nvSpPr>
        <p:spPr>
          <a:xfrm>
            <a:off x="4100418" y="69256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2" name="9u7j_2_tuned_PredictedAtoms_3">
            <a:extLst>
              <a:ext uri="{FF2B5EF4-FFF2-40B4-BE49-F238E27FC236}">
                <a16:creationId xmlns:a16="http://schemas.microsoft.com/office/drawing/2014/main" id="{74AEEB57-67CB-4CB6-84C4-148A4CF60B86}"/>
              </a:ext>
            </a:extLst>
          </p:cNvPr>
          <p:cNvSpPr>
            <a:spLocks noGrp="1"/>
          </p:cNvSpPr>
          <p:nvPr/>
        </p:nvSpPr>
        <p:spPr>
          <a:xfrm>
            <a:off x="4067722" y="68082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3" name="9u7j_2_tuned_PredictedAtoms_4">
            <a:extLst>
              <a:ext uri="{FF2B5EF4-FFF2-40B4-BE49-F238E27FC236}">
                <a16:creationId xmlns:a16="http://schemas.microsoft.com/office/drawing/2014/main" id="{543D0520-0E1F-4AFA-B517-79A1E87FA1DF}"/>
              </a:ext>
            </a:extLst>
          </p:cNvPr>
          <p:cNvSpPr>
            <a:spLocks noGrp="1"/>
          </p:cNvSpPr>
          <p:nvPr/>
        </p:nvSpPr>
        <p:spPr>
          <a:xfrm>
            <a:off x="4117350" y="66739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4" name="9u7j_2_tuned_PredictedAtoms_5">
            <a:extLst>
              <a:ext uri="{FF2B5EF4-FFF2-40B4-BE49-F238E27FC236}">
                <a16:creationId xmlns:a16="http://schemas.microsoft.com/office/drawing/2014/main" id="{74640F4E-3DE0-49EF-925F-C85F54A7149F}"/>
              </a:ext>
            </a:extLst>
          </p:cNvPr>
          <p:cNvSpPr>
            <a:spLocks noGrp="1"/>
          </p:cNvSpPr>
          <p:nvPr/>
        </p:nvSpPr>
        <p:spPr>
          <a:xfrm>
            <a:off x="4098336" y="65259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5" name="9u7j_2_tuned_PredictedAtoms_6">
            <a:extLst>
              <a:ext uri="{FF2B5EF4-FFF2-40B4-BE49-F238E27FC236}">
                <a16:creationId xmlns:a16="http://schemas.microsoft.com/office/drawing/2014/main" id="{B39FEF6C-CCBC-467C-8B07-FFD0D83D54D8}"/>
              </a:ext>
            </a:extLst>
          </p:cNvPr>
          <p:cNvSpPr>
            <a:spLocks noGrp="1"/>
          </p:cNvSpPr>
          <p:nvPr/>
        </p:nvSpPr>
        <p:spPr>
          <a:xfrm>
            <a:off x="4226892" y="64560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6" name="9u7j_2_tuned_PredictedAtoms_7">
            <a:extLst>
              <a:ext uri="{FF2B5EF4-FFF2-40B4-BE49-F238E27FC236}">
                <a16:creationId xmlns:a16="http://schemas.microsoft.com/office/drawing/2014/main" id="{FE248A6A-5858-4E56-993B-339CC3ED4157}"/>
              </a:ext>
            </a:extLst>
          </p:cNvPr>
          <p:cNvSpPr>
            <a:spLocks noGrp="1"/>
          </p:cNvSpPr>
          <p:nvPr/>
        </p:nvSpPr>
        <p:spPr>
          <a:xfrm>
            <a:off x="4258124" y="63129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7" name="9u7j_2_tuned_PredictedAtoms_8">
            <a:extLst>
              <a:ext uri="{FF2B5EF4-FFF2-40B4-BE49-F238E27FC236}">
                <a16:creationId xmlns:a16="http://schemas.microsoft.com/office/drawing/2014/main" id="{9924B2AC-02A3-4EA5-9601-522394434286}"/>
              </a:ext>
            </a:extLst>
          </p:cNvPr>
          <p:cNvSpPr>
            <a:spLocks noGrp="1"/>
          </p:cNvSpPr>
          <p:nvPr/>
        </p:nvSpPr>
        <p:spPr>
          <a:xfrm>
            <a:off x="4178579" y="64523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8" name="9u7j_2_tuned_PredictedAtoms_9">
            <a:extLst>
              <a:ext uri="{FF2B5EF4-FFF2-40B4-BE49-F238E27FC236}">
                <a16:creationId xmlns:a16="http://schemas.microsoft.com/office/drawing/2014/main" id="{DC82EA04-BD1F-48C9-A38C-8C42F79520B7}"/>
              </a:ext>
            </a:extLst>
          </p:cNvPr>
          <p:cNvSpPr>
            <a:spLocks noGrp="1"/>
          </p:cNvSpPr>
          <p:nvPr/>
        </p:nvSpPr>
        <p:spPr>
          <a:xfrm>
            <a:off x="4361650" y="65669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9" name="9u7j_2_tuned_PredictedAtoms_10">
            <a:extLst>
              <a:ext uri="{FF2B5EF4-FFF2-40B4-BE49-F238E27FC236}">
                <a16:creationId xmlns:a16="http://schemas.microsoft.com/office/drawing/2014/main" id="{69617039-17D6-4EBC-B326-8C1423E3D37B}"/>
              </a:ext>
            </a:extLst>
          </p:cNvPr>
          <p:cNvSpPr>
            <a:spLocks noGrp="1"/>
          </p:cNvSpPr>
          <p:nvPr/>
        </p:nvSpPr>
        <p:spPr>
          <a:xfrm>
            <a:off x="4521063" y="6542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0" name="9u7j_2_tuned_PredictedAtoms_11">
            <a:extLst>
              <a:ext uri="{FF2B5EF4-FFF2-40B4-BE49-F238E27FC236}">
                <a16:creationId xmlns:a16="http://schemas.microsoft.com/office/drawing/2014/main" id="{A289D4AE-7DA2-4F54-ABC4-AFC4EEA1E791}"/>
              </a:ext>
            </a:extLst>
          </p:cNvPr>
          <p:cNvSpPr>
            <a:spLocks noGrp="1"/>
          </p:cNvSpPr>
          <p:nvPr/>
        </p:nvSpPr>
        <p:spPr>
          <a:xfrm>
            <a:off x="4632971" y="65748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1" name="9u7j_2_tuned_PredictedAtoms_12">
            <a:extLst>
              <a:ext uri="{FF2B5EF4-FFF2-40B4-BE49-F238E27FC236}">
                <a16:creationId xmlns:a16="http://schemas.microsoft.com/office/drawing/2014/main" id="{F0E43388-DB96-4FDD-91E4-A0F74B96BE99}"/>
              </a:ext>
            </a:extLst>
          </p:cNvPr>
          <p:cNvSpPr>
            <a:spLocks noGrp="1"/>
          </p:cNvSpPr>
          <p:nvPr/>
        </p:nvSpPr>
        <p:spPr>
          <a:xfrm>
            <a:off x="4536458" y="63844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2" name="9u7j_2_tuned_PredictedAtoms_13">
            <a:extLst>
              <a:ext uri="{FF2B5EF4-FFF2-40B4-BE49-F238E27FC236}">
                <a16:creationId xmlns:a16="http://schemas.microsoft.com/office/drawing/2014/main" id="{4AB9EFB3-1BBD-4D9C-B364-95FA5E9DC3F7}"/>
              </a:ext>
            </a:extLst>
          </p:cNvPr>
          <p:cNvSpPr>
            <a:spLocks noGrp="1"/>
          </p:cNvSpPr>
          <p:nvPr/>
        </p:nvSpPr>
        <p:spPr>
          <a:xfrm>
            <a:off x="4540751" y="66436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3" name="9u7j_2_tuned_PredictedAtoms_14">
            <a:extLst>
              <a:ext uri="{FF2B5EF4-FFF2-40B4-BE49-F238E27FC236}">
                <a16:creationId xmlns:a16="http://schemas.microsoft.com/office/drawing/2014/main" id="{D1533849-D032-4576-91CF-6F11FDEA6285}"/>
              </a:ext>
            </a:extLst>
          </p:cNvPr>
          <p:cNvSpPr>
            <a:spLocks noGrp="1"/>
          </p:cNvSpPr>
          <p:nvPr/>
        </p:nvSpPr>
        <p:spPr>
          <a:xfrm>
            <a:off x="4562216" y="6668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4" name="9u7j_2_tuned_PredictedAtoms_15">
            <a:extLst>
              <a:ext uri="{FF2B5EF4-FFF2-40B4-BE49-F238E27FC236}">
                <a16:creationId xmlns:a16="http://schemas.microsoft.com/office/drawing/2014/main" id="{9A87829D-F98C-4290-85C4-03E8347164B1}"/>
              </a:ext>
            </a:extLst>
          </p:cNvPr>
          <p:cNvSpPr>
            <a:spLocks noGrp="1"/>
          </p:cNvSpPr>
          <p:nvPr/>
        </p:nvSpPr>
        <p:spPr>
          <a:xfrm>
            <a:off x="4712405" y="66455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5" name="9u7j_2_tuned_PredictedAtoms_16">
            <a:extLst>
              <a:ext uri="{FF2B5EF4-FFF2-40B4-BE49-F238E27FC236}">
                <a16:creationId xmlns:a16="http://schemas.microsoft.com/office/drawing/2014/main" id="{80FE6184-14CC-4D49-9FC0-C9F5F844121C}"/>
              </a:ext>
            </a:extLst>
          </p:cNvPr>
          <p:cNvSpPr>
            <a:spLocks noGrp="1"/>
          </p:cNvSpPr>
          <p:nvPr/>
        </p:nvSpPr>
        <p:spPr>
          <a:xfrm>
            <a:off x="4786166" y="67668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6" name="9u7j_2_tuned_PredictedAtoms_17">
            <a:extLst>
              <a:ext uri="{FF2B5EF4-FFF2-40B4-BE49-F238E27FC236}">
                <a16:creationId xmlns:a16="http://schemas.microsoft.com/office/drawing/2014/main" id="{052EE9EB-1B87-4F66-BF4C-21FFC329B752}"/>
              </a:ext>
            </a:extLst>
          </p:cNvPr>
          <p:cNvSpPr>
            <a:spLocks noGrp="1"/>
          </p:cNvSpPr>
          <p:nvPr/>
        </p:nvSpPr>
        <p:spPr>
          <a:xfrm>
            <a:off x="4911358" y="67257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7" name="9u7j_2_tuned_PredictedAtoms_18">
            <a:extLst>
              <a:ext uri="{FF2B5EF4-FFF2-40B4-BE49-F238E27FC236}">
                <a16:creationId xmlns:a16="http://schemas.microsoft.com/office/drawing/2014/main" id="{3962801C-C9FB-4FAF-9D67-2DE8987F9AF8}"/>
              </a:ext>
            </a:extLst>
          </p:cNvPr>
          <p:cNvSpPr>
            <a:spLocks noGrp="1"/>
          </p:cNvSpPr>
          <p:nvPr/>
        </p:nvSpPr>
        <p:spPr>
          <a:xfrm>
            <a:off x="4970781" y="68388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8" name="9u7j_2_tuned_PredictedAtoms_19">
            <a:extLst>
              <a:ext uri="{FF2B5EF4-FFF2-40B4-BE49-F238E27FC236}">
                <a16:creationId xmlns:a16="http://schemas.microsoft.com/office/drawing/2014/main" id="{E485D1D8-323B-414A-B4F2-6A75F5ABE0E3}"/>
              </a:ext>
            </a:extLst>
          </p:cNvPr>
          <p:cNvSpPr>
            <a:spLocks noGrp="1"/>
          </p:cNvSpPr>
          <p:nvPr/>
        </p:nvSpPr>
        <p:spPr>
          <a:xfrm>
            <a:off x="4892075" y="68987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9" name="9u7j_2_tuned_PredictedAtoms_20">
            <a:extLst>
              <a:ext uri="{FF2B5EF4-FFF2-40B4-BE49-F238E27FC236}">
                <a16:creationId xmlns:a16="http://schemas.microsoft.com/office/drawing/2014/main" id="{D8723675-F958-48C0-A89C-968EEEF19B0B}"/>
              </a:ext>
            </a:extLst>
          </p:cNvPr>
          <p:cNvSpPr>
            <a:spLocks noGrp="1"/>
          </p:cNvSpPr>
          <p:nvPr/>
        </p:nvSpPr>
        <p:spPr>
          <a:xfrm>
            <a:off x="4953122" y="69924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0" name="9u7j_2_tuned_PredictedAtoms_21">
            <a:extLst>
              <a:ext uri="{FF2B5EF4-FFF2-40B4-BE49-F238E27FC236}">
                <a16:creationId xmlns:a16="http://schemas.microsoft.com/office/drawing/2014/main" id="{20FC5CC5-C28B-4D94-AE00-7356F78842BA}"/>
              </a:ext>
            </a:extLst>
          </p:cNvPr>
          <p:cNvSpPr>
            <a:spLocks noGrp="1"/>
          </p:cNvSpPr>
          <p:nvPr/>
        </p:nvSpPr>
        <p:spPr>
          <a:xfrm>
            <a:off x="5097282" y="70384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1" name="9u7j_2_tuned_PredictedAtoms_22">
            <a:extLst>
              <a:ext uri="{FF2B5EF4-FFF2-40B4-BE49-F238E27FC236}">
                <a16:creationId xmlns:a16="http://schemas.microsoft.com/office/drawing/2014/main" id="{BED522F6-DFD6-4FD5-8921-11DE4A063906}"/>
              </a:ext>
            </a:extLst>
          </p:cNvPr>
          <p:cNvSpPr>
            <a:spLocks noGrp="1"/>
          </p:cNvSpPr>
          <p:nvPr/>
        </p:nvSpPr>
        <p:spPr>
          <a:xfrm>
            <a:off x="5161677" y="71232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2" name="9u7j_2_tuned_PredictedAtoms_23">
            <a:extLst>
              <a:ext uri="{FF2B5EF4-FFF2-40B4-BE49-F238E27FC236}">
                <a16:creationId xmlns:a16="http://schemas.microsoft.com/office/drawing/2014/main" id="{9493A8D5-0E6F-403F-A114-4492D1FD85C0}"/>
              </a:ext>
            </a:extLst>
          </p:cNvPr>
          <p:cNvSpPr>
            <a:spLocks noGrp="1"/>
          </p:cNvSpPr>
          <p:nvPr/>
        </p:nvSpPr>
        <p:spPr>
          <a:xfrm>
            <a:off x="5165298" y="69800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3" name="9u7j_2_tuned_PredictedAtoms_24">
            <a:extLst>
              <a:ext uri="{FF2B5EF4-FFF2-40B4-BE49-F238E27FC236}">
                <a16:creationId xmlns:a16="http://schemas.microsoft.com/office/drawing/2014/main" id="{D8BFB204-62F6-46DE-8413-0171C395CD13}"/>
              </a:ext>
            </a:extLst>
          </p:cNvPr>
          <p:cNvSpPr>
            <a:spLocks noGrp="1"/>
          </p:cNvSpPr>
          <p:nvPr/>
        </p:nvSpPr>
        <p:spPr>
          <a:xfrm>
            <a:off x="5111112" y="68874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4" name="9u7j_2_tuned_PredictedAtoms_25">
            <a:extLst>
              <a:ext uri="{FF2B5EF4-FFF2-40B4-BE49-F238E27FC236}">
                <a16:creationId xmlns:a16="http://schemas.microsoft.com/office/drawing/2014/main" id="{7B8FEC2B-3EBD-4267-83EA-AD08BED8C024}"/>
              </a:ext>
            </a:extLst>
          </p:cNvPr>
          <p:cNvSpPr>
            <a:spLocks noGrp="1"/>
          </p:cNvSpPr>
          <p:nvPr/>
        </p:nvSpPr>
        <p:spPr>
          <a:xfrm>
            <a:off x="5194340" y="68499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5" name="9u7j_2_tuned_PredictedAtoms_26">
            <a:extLst>
              <a:ext uri="{FF2B5EF4-FFF2-40B4-BE49-F238E27FC236}">
                <a16:creationId xmlns:a16="http://schemas.microsoft.com/office/drawing/2014/main" id="{D2C2836C-5F7A-4EB5-8AAA-2AEA7EF68DE7}"/>
              </a:ext>
            </a:extLst>
          </p:cNvPr>
          <p:cNvSpPr>
            <a:spLocks noGrp="1"/>
          </p:cNvSpPr>
          <p:nvPr/>
        </p:nvSpPr>
        <p:spPr>
          <a:xfrm>
            <a:off x="4875376" y="65743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6" name="9u7j_2_tuned_PredictedAtoms_27">
            <a:extLst>
              <a:ext uri="{FF2B5EF4-FFF2-40B4-BE49-F238E27FC236}">
                <a16:creationId xmlns:a16="http://schemas.microsoft.com/office/drawing/2014/main" id="{1405C204-D19F-48A8-A1C7-2B99C66ACF5C}"/>
              </a:ext>
            </a:extLst>
          </p:cNvPr>
          <p:cNvSpPr>
            <a:spLocks noGrp="1"/>
          </p:cNvSpPr>
          <p:nvPr/>
        </p:nvSpPr>
        <p:spPr>
          <a:xfrm>
            <a:off x="4984653" y="64731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7" name="9u7j_2_tuned_PredictedAtoms_28">
            <a:extLst>
              <a:ext uri="{FF2B5EF4-FFF2-40B4-BE49-F238E27FC236}">
                <a16:creationId xmlns:a16="http://schemas.microsoft.com/office/drawing/2014/main" id="{46724C4D-9E50-4C6C-95E3-6D5432627D4E}"/>
              </a:ext>
            </a:extLst>
          </p:cNvPr>
          <p:cNvSpPr>
            <a:spLocks noGrp="1"/>
          </p:cNvSpPr>
          <p:nvPr/>
        </p:nvSpPr>
        <p:spPr>
          <a:xfrm>
            <a:off x="4765481" y="65157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8" name="9u7j_2_tuned_PredictedAtoms_29">
            <a:extLst>
              <a:ext uri="{FF2B5EF4-FFF2-40B4-BE49-F238E27FC236}">
                <a16:creationId xmlns:a16="http://schemas.microsoft.com/office/drawing/2014/main" id="{07BAC2AB-15A5-4EAD-BFC2-A0E6ECAC3E2A}"/>
              </a:ext>
            </a:extLst>
          </p:cNvPr>
          <p:cNvSpPr>
            <a:spLocks noGrp="1"/>
          </p:cNvSpPr>
          <p:nvPr/>
        </p:nvSpPr>
        <p:spPr>
          <a:xfrm>
            <a:off x="4837497" y="64076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19" name="9u7j_2_tuned_PredictedAtoms_30">
            <a:extLst>
              <a:ext uri="{FF2B5EF4-FFF2-40B4-BE49-F238E27FC236}">
                <a16:creationId xmlns:a16="http://schemas.microsoft.com/office/drawing/2014/main" id="{B920FFC7-CDBC-4204-9CF4-D9A73B9241D7}"/>
              </a:ext>
            </a:extLst>
          </p:cNvPr>
          <p:cNvSpPr>
            <a:spLocks noGrp="1"/>
          </p:cNvSpPr>
          <p:nvPr/>
        </p:nvSpPr>
        <p:spPr>
          <a:xfrm>
            <a:off x="4081718" y="66825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0" name="9u7j_2_tuned_PredictedAtoms_31">
            <a:extLst>
              <a:ext uri="{FF2B5EF4-FFF2-40B4-BE49-F238E27FC236}">
                <a16:creationId xmlns:a16="http://schemas.microsoft.com/office/drawing/2014/main" id="{8584739D-5A0F-457D-A203-9152D431E9AB}"/>
              </a:ext>
            </a:extLst>
          </p:cNvPr>
          <p:cNvSpPr>
            <a:spLocks noGrp="1"/>
          </p:cNvSpPr>
          <p:nvPr/>
        </p:nvSpPr>
        <p:spPr>
          <a:xfrm>
            <a:off x="4046264" y="6544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1" name="9u7j_2_tuned_PredictedAtoms_32">
            <a:extLst>
              <a:ext uri="{FF2B5EF4-FFF2-40B4-BE49-F238E27FC236}">
                <a16:creationId xmlns:a16="http://schemas.microsoft.com/office/drawing/2014/main" id="{7E871F94-8AA9-4FBB-AEEB-0998670AE90D}"/>
              </a:ext>
            </a:extLst>
          </p:cNvPr>
          <p:cNvSpPr>
            <a:spLocks noGrp="1"/>
          </p:cNvSpPr>
          <p:nvPr/>
        </p:nvSpPr>
        <p:spPr>
          <a:xfrm>
            <a:off x="4196310" y="67742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2" name="9u7j_2_tuned_PredictedAtoms_33">
            <a:extLst>
              <a:ext uri="{FF2B5EF4-FFF2-40B4-BE49-F238E27FC236}">
                <a16:creationId xmlns:a16="http://schemas.microsoft.com/office/drawing/2014/main" id="{6EF9B2F8-56B2-4AF5-8669-107022EB9DD8}"/>
              </a:ext>
            </a:extLst>
          </p:cNvPr>
          <p:cNvSpPr>
            <a:spLocks noGrp="1"/>
          </p:cNvSpPr>
          <p:nvPr/>
        </p:nvSpPr>
        <p:spPr>
          <a:xfrm>
            <a:off x="4179599" y="68300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3" name="9u7j_2_tuned_PredictedAtoms_34">
            <a:extLst>
              <a:ext uri="{FF2B5EF4-FFF2-40B4-BE49-F238E27FC236}">
                <a16:creationId xmlns:a16="http://schemas.microsoft.com/office/drawing/2014/main" id="{E3F6A512-5AFB-4D33-B215-98814AA6412F}"/>
              </a:ext>
            </a:extLst>
          </p:cNvPr>
          <p:cNvSpPr>
            <a:spLocks noGrp="1"/>
          </p:cNvSpPr>
          <p:nvPr/>
        </p:nvSpPr>
        <p:spPr>
          <a:xfrm>
            <a:off x="4238939" y="68922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4" name="9u7j_2_tuned_PredictedAtoms_35">
            <a:extLst>
              <a:ext uri="{FF2B5EF4-FFF2-40B4-BE49-F238E27FC236}">
                <a16:creationId xmlns:a16="http://schemas.microsoft.com/office/drawing/2014/main" id="{B822AAF3-98AE-4CFA-A770-B10BAA867E02}"/>
              </a:ext>
            </a:extLst>
          </p:cNvPr>
          <p:cNvSpPr>
            <a:spLocks noGrp="1"/>
          </p:cNvSpPr>
          <p:nvPr/>
        </p:nvSpPr>
        <p:spPr>
          <a:xfrm>
            <a:off x="4301453" y="70079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25" name="stage3-cases-main_36">
            <a:extLst>
              <a:ext uri="{FF2B5EF4-FFF2-40B4-BE49-F238E27FC236}">
                <a16:creationId xmlns:a16="http://schemas.microsoft.com/office/drawing/2014/main" id="{8A677AF3-41AB-4EAA-8BEB-EBF1943E4DF9}"/>
              </a:ext>
            </a:extLst>
          </p:cNvPr>
          <p:cNvSpPr>
            <a:spLocks noGrp="1"/>
          </p:cNvSpPr>
          <p:nvPr/>
        </p:nvSpPr>
        <p:spPr>
          <a:xfrm>
            <a:off x="32004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0.90 Å   D 89%   Clash 0</a:t>
            </a:r>
          </a:p>
        </p:txBody>
      </p:sp>
      <p:sp>
        <p:nvSpPr>
          <p:cNvPr id="1226" name="9u7j_2_build_Receptor">
            <a:extLst>
              <a:ext uri="{FF2B5EF4-FFF2-40B4-BE49-F238E27FC236}">
                <a16:creationId xmlns:a16="http://schemas.microsoft.com/office/drawing/2014/main" id="{6F89A219-6C3C-4911-98B7-659EC1715CB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227" name="9u7j_2_build_ExperimentalDensity">
            <a:extLst>
              <a:ext uri="{FF2B5EF4-FFF2-40B4-BE49-F238E27FC236}">
                <a16:creationId xmlns:a16="http://schemas.microsoft.com/office/drawing/2014/main" id="{A41A21A9-DEFB-488F-B9EB-4C1968DFE0C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228" name="9u7j_2_build_ReferenceLigand_0">
            <a:extLst>
              <a:ext uri="{FF2B5EF4-FFF2-40B4-BE49-F238E27FC236}">
                <a16:creationId xmlns:a16="http://schemas.microsoft.com/office/drawing/2014/main" id="{5666B994-A631-418D-9E8B-998977F38B4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9" name="9u7j_2_build_ReferenceLigand_1">
            <a:extLst>
              <a:ext uri="{FF2B5EF4-FFF2-40B4-BE49-F238E27FC236}">
                <a16:creationId xmlns:a16="http://schemas.microsoft.com/office/drawing/2014/main" id="{7946E1DF-5222-4830-845E-90DF31AA82C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0" name="9u7j_2_build_ReferenceLigand_2">
            <a:extLst>
              <a:ext uri="{FF2B5EF4-FFF2-40B4-BE49-F238E27FC236}">
                <a16:creationId xmlns:a16="http://schemas.microsoft.com/office/drawing/2014/main" id="{9C9B1AB9-CC37-45D4-9D92-3C7BE488774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1" name="9u7j_2_build_ReferenceLigand_3">
            <a:extLst>
              <a:ext uri="{FF2B5EF4-FFF2-40B4-BE49-F238E27FC236}">
                <a16:creationId xmlns:a16="http://schemas.microsoft.com/office/drawing/2014/main" id="{F465ADDE-9425-414C-B52B-A11889087F0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2" name="9u7j_2_build_ReferenceLigand_4">
            <a:extLst>
              <a:ext uri="{FF2B5EF4-FFF2-40B4-BE49-F238E27FC236}">
                <a16:creationId xmlns:a16="http://schemas.microsoft.com/office/drawing/2014/main" id="{3C0F4AF0-BCFA-4BC8-9861-C6BCC109A85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3" name="9u7j_2_build_ReferenceLigand_5">
            <a:extLst>
              <a:ext uri="{FF2B5EF4-FFF2-40B4-BE49-F238E27FC236}">
                <a16:creationId xmlns:a16="http://schemas.microsoft.com/office/drawing/2014/main" id="{4210E3F5-724E-499F-AFD9-3135CC4767C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4" name="9u7j_2_build_ReferenceLigand_6">
            <a:extLst>
              <a:ext uri="{FF2B5EF4-FFF2-40B4-BE49-F238E27FC236}">
                <a16:creationId xmlns:a16="http://schemas.microsoft.com/office/drawing/2014/main" id="{69B16ACF-F512-40A4-A7F6-1C34A64B90E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5" name="9u7j_2_build_ReferenceLigand_7">
            <a:extLst>
              <a:ext uri="{FF2B5EF4-FFF2-40B4-BE49-F238E27FC236}">
                <a16:creationId xmlns:a16="http://schemas.microsoft.com/office/drawing/2014/main" id="{A65B653A-14F1-41A9-87A8-B99BB37F778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6" name="9u7j_2_build_ReferenceLigand_8">
            <a:extLst>
              <a:ext uri="{FF2B5EF4-FFF2-40B4-BE49-F238E27FC236}">
                <a16:creationId xmlns:a16="http://schemas.microsoft.com/office/drawing/2014/main" id="{88E27DAE-AC01-43B0-B675-6DA6C25CE2F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7" name="9u7j_2_build_ReferenceLigand_9">
            <a:extLst>
              <a:ext uri="{FF2B5EF4-FFF2-40B4-BE49-F238E27FC236}">
                <a16:creationId xmlns:a16="http://schemas.microsoft.com/office/drawing/2014/main" id="{E52B9361-8D02-4C1D-9932-4D0921B3DEA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8" name="9u7j_2_build_ReferenceLigand_10">
            <a:extLst>
              <a:ext uri="{FF2B5EF4-FFF2-40B4-BE49-F238E27FC236}">
                <a16:creationId xmlns:a16="http://schemas.microsoft.com/office/drawing/2014/main" id="{EEE1A496-3127-412E-8179-CF0EC58AD6B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9" name="9u7j_2_build_ReferenceLigand_11">
            <a:extLst>
              <a:ext uri="{FF2B5EF4-FFF2-40B4-BE49-F238E27FC236}">
                <a16:creationId xmlns:a16="http://schemas.microsoft.com/office/drawing/2014/main" id="{DE2A45A8-8A07-464E-9233-521ECCA5795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0" name="9u7j_2_build_ReferenceLigand_12">
            <a:extLst>
              <a:ext uri="{FF2B5EF4-FFF2-40B4-BE49-F238E27FC236}">
                <a16:creationId xmlns:a16="http://schemas.microsoft.com/office/drawing/2014/main" id="{F832204C-E4E5-4FA5-9F08-96F2B6F574E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1" name="9u7j_2_build_ReferenceLigand_13">
            <a:extLst>
              <a:ext uri="{FF2B5EF4-FFF2-40B4-BE49-F238E27FC236}">
                <a16:creationId xmlns:a16="http://schemas.microsoft.com/office/drawing/2014/main" id="{AAB86E49-CC74-4B05-967F-06421DEB29D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2" name="9u7j_2_build_ReferenceLigand_14">
            <a:extLst>
              <a:ext uri="{FF2B5EF4-FFF2-40B4-BE49-F238E27FC236}">
                <a16:creationId xmlns:a16="http://schemas.microsoft.com/office/drawing/2014/main" id="{2015D46E-366F-4E6B-9446-E9FBABBF874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3" name="9u7j_2_build_ReferenceLigand_15">
            <a:extLst>
              <a:ext uri="{FF2B5EF4-FFF2-40B4-BE49-F238E27FC236}">
                <a16:creationId xmlns:a16="http://schemas.microsoft.com/office/drawing/2014/main" id="{41E5FBD5-337F-4C55-90CF-9B9BC645F90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4" name="9u7j_2_build_ReferenceLigand_16">
            <a:extLst>
              <a:ext uri="{FF2B5EF4-FFF2-40B4-BE49-F238E27FC236}">
                <a16:creationId xmlns:a16="http://schemas.microsoft.com/office/drawing/2014/main" id="{A851B7EC-24E0-467B-A0A4-6B44B0F5623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5" name="9u7j_2_build_ReferenceLigand_17">
            <a:extLst>
              <a:ext uri="{FF2B5EF4-FFF2-40B4-BE49-F238E27FC236}">
                <a16:creationId xmlns:a16="http://schemas.microsoft.com/office/drawing/2014/main" id="{AB981C4F-87BC-4671-B16A-0A94AE37B29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6" name="9u7j_2_build_ReferenceLigand_18">
            <a:extLst>
              <a:ext uri="{FF2B5EF4-FFF2-40B4-BE49-F238E27FC236}">
                <a16:creationId xmlns:a16="http://schemas.microsoft.com/office/drawing/2014/main" id="{55CFEDBE-7016-470D-8FC7-7715A7CE71C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7" name="9u7j_2_build_ReferenceLigand_19">
            <a:extLst>
              <a:ext uri="{FF2B5EF4-FFF2-40B4-BE49-F238E27FC236}">
                <a16:creationId xmlns:a16="http://schemas.microsoft.com/office/drawing/2014/main" id="{A2C3671E-0448-45BA-B4D6-50AE866809E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8" name="9u7j_2_build_ReferenceLigand_20">
            <a:extLst>
              <a:ext uri="{FF2B5EF4-FFF2-40B4-BE49-F238E27FC236}">
                <a16:creationId xmlns:a16="http://schemas.microsoft.com/office/drawing/2014/main" id="{4FF9EAAC-CE62-4586-96C2-D8EFE389DEC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9" name="9u7j_2_build_ReferenceLigand_21">
            <a:extLst>
              <a:ext uri="{FF2B5EF4-FFF2-40B4-BE49-F238E27FC236}">
                <a16:creationId xmlns:a16="http://schemas.microsoft.com/office/drawing/2014/main" id="{A2DD5539-2432-48EC-A2BA-E962A15E374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0" name="9u7j_2_build_ReferenceLigand_22">
            <a:extLst>
              <a:ext uri="{FF2B5EF4-FFF2-40B4-BE49-F238E27FC236}">
                <a16:creationId xmlns:a16="http://schemas.microsoft.com/office/drawing/2014/main" id="{F54AF173-A53D-41E7-BFDC-86B108C0630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1" name="9u7j_2_build_ReferenceLigand_23">
            <a:extLst>
              <a:ext uri="{FF2B5EF4-FFF2-40B4-BE49-F238E27FC236}">
                <a16:creationId xmlns:a16="http://schemas.microsoft.com/office/drawing/2014/main" id="{4FF5ED13-7469-4086-9765-51E767E864E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2" name="9u7j_2_build_ReferenceLigand_24">
            <a:extLst>
              <a:ext uri="{FF2B5EF4-FFF2-40B4-BE49-F238E27FC236}">
                <a16:creationId xmlns:a16="http://schemas.microsoft.com/office/drawing/2014/main" id="{A3B7E5B9-771E-4A12-88D4-CC8D21D2B61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3" name="9u7j_2_build_ReferenceLigand_25">
            <a:extLst>
              <a:ext uri="{FF2B5EF4-FFF2-40B4-BE49-F238E27FC236}">
                <a16:creationId xmlns:a16="http://schemas.microsoft.com/office/drawing/2014/main" id="{B8B96BE0-C6DC-41D2-AED8-3B9F5206617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4" name="9u7j_2_build_ReferenceLigand_26">
            <a:extLst>
              <a:ext uri="{FF2B5EF4-FFF2-40B4-BE49-F238E27FC236}">
                <a16:creationId xmlns:a16="http://schemas.microsoft.com/office/drawing/2014/main" id="{76C19ABC-58F2-44D7-BD4B-585B74BD2F8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5" name="9u7j_2_build_ReferenceLigand_27">
            <a:extLst>
              <a:ext uri="{FF2B5EF4-FFF2-40B4-BE49-F238E27FC236}">
                <a16:creationId xmlns:a16="http://schemas.microsoft.com/office/drawing/2014/main" id="{39B7E20F-D16F-4B5B-A882-7F950004DF9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6" name="9u7j_2_build_ReferenceLigand_28">
            <a:extLst>
              <a:ext uri="{FF2B5EF4-FFF2-40B4-BE49-F238E27FC236}">
                <a16:creationId xmlns:a16="http://schemas.microsoft.com/office/drawing/2014/main" id="{C1002A7E-BC68-4C71-81B1-E641CD69C43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7" name="9u7j_2_build_ReferenceLigand_29">
            <a:extLst>
              <a:ext uri="{FF2B5EF4-FFF2-40B4-BE49-F238E27FC236}">
                <a16:creationId xmlns:a16="http://schemas.microsoft.com/office/drawing/2014/main" id="{2C642101-A713-4190-A4F2-D86F93031D7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8" name="9u7j_2_build_ReferenceLigand_30">
            <a:extLst>
              <a:ext uri="{FF2B5EF4-FFF2-40B4-BE49-F238E27FC236}">
                <a16:creationId xmlns:a16="http://schemas.microsoft.com/office/drawing/2014/main" id="{642AFEDD-E4E6-4953-B159-3C4346D1C8B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9" name="9u7j_2_build_ReferenceLigand_31">
            <a:extLst>
              <a:ext uri="{FF2B5EF4-FFF2-40B4-BE49-F238E27FC236}">
                <a16:creationId xmlns:a16="http://schemas.microsoft.com/office/drawing/2014/main" id="{87F93751-5299-46E5-9A2F-A9CF2165E2A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0" name="9u7j_2_build_ReferenceLigand_32">
            <a:extLst>
              <a:ext uri="{FF2B5EF4-FFF2-40B4-BE49-F238E27FC236}">
                <a16:creationId xmlns:a16="http://schemas.microsoft.com/office/drawing/2014/main" id="{A745C20F-C399-4D9F-83AF-5B378B01599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1" name="9u7j_2_build_ReferenceLigand_33">
            <a:extLst>
              <a:ext uri="{FF2B5EF4-FFF2-40B4-BE49-F238E27FC236}">
                <a16:creationId xmlns:a16="http://schemas.microsoft.com/office/drawing/2014/main" id="{21D4FE7B-2FA1-4C0A-929E-9EE7CA836D0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2" name="9u7j_2_build_ReferenceLigand_34">
            <a:extLst>
              <a:ext uri="{FF2B5EF4-FFF2-40B4-BE49-F238E27FC236}">
                <a16:creationId xmlns:a16="http://schemas.microsoft.com/office/drawing/2014/main" id="{77FD1A3B-C7D6-4926-8453-72E04568BDE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3" name="9u7j_2_build_ReferenceLigand_35">
            <a:extLst>
              <a:ext uri="{FF2B5EF4-FFF2-40B4-BE49-F238E27FC236}">
                <a16:creationId xmlns:a16="http://schemas.microsoft.com/office/drawing/2014/main" id="{D193776C-0E21-4086-93A3-EFA351B9B8F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4" name="9u7j_2_build_ReferenceLigand_36">
            <a:extLst>
              <a:ext uri="{FF2B5EF4-FFF2-40B4-BE49-F238E27FC236}">
                <a16:creationId xmlns:a16="http://schemas.microsoft.com/office/drawing/2014/main" id="{B1945A38-D404-4A58-A00A-6F1E30498C8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5" name="9u7j_2_build_ReferenceLigand_37">
            <a:extLst>
              <a:ext uri="{FF2B5EF4-FFF2-40B4-BE49-F238E27FC236}">
                <a16:creationId xmlns:a16="http://schemas.microsoft.com/office/drawing/2014/main" id="{DFA2E6B9-F6D2-4486-93D0-25D160FBFB8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6" name="9u7j_2_build_PredictedLigand_0">
            <a:extLst>
              <a:ext uri="{FF2B5EF4-FFF2-40B4-BE49-F238E27FC236}">
                <a16:creationId xmlns:a16="http://schemas.microsoft.com/office/drawing/2014/main" id="{C61E112A-EA30-4DCA-B5F4-D658E52146B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719677" y="7031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7" name="9u7j_2_build_PredictedLigand_1">
            <a:extLst>
              <a:ext uri="{FF2B5EF4-FFF2-40B4-BE49-F238E27FC236}">
                <a16:creationId xmlns:a16="http://schemas.microsoft.com/office/drawing/2014/main" id="{6221D442-C0CB-4902-944E-798FB2A9846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07909" y="4880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8" name="9u7j_2_build_PredictedLigand_2">
            <a:extLst>
              <a:ext uri="{FF2B5EF4-FFF2-40B4-BE49-F238E27FC236}">
                <a16:creationId xmlns:a16="http://schemas.microsoft.com/office/drawing/2014/main" id="{A2621727-6AF4-445E-A609-AD6132E54B9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893009" y="943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9" name="9u7j_2_build_PredictedLigand_3">
            <a:extLst>
              <a:ext uri="{FF2B5EF4-FFF2-40B4-BE49-F238E27FC236}">
                <a16:creationId xmlns:a16="http://schemas.microsoft.com/office/drawing/2014/main" id="{882E8E18-57C5-414E-A556-5D492D35211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15371" y="232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0" name="9u7j_2_build_PredictedLigand_4">
            <a:extLst>
              <a:ext uri="{FF2B5EF4-FFF2-40B4-BE49-F238E27FC236}">
                <a16:creationId xmlns:a16="http://schemas.microsoft.com/office/drawing/2014/main" id="{AAE3A70A-2582-46C4-9F38-917BB9C83CF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867703" y="8395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1" name="9u7j_2_build_PredictedLigand_5">
            <a:extLst>
              <a:ext uri="{FF2B5EF4-FFF2-40B4-BE49-F238E27FC236}">
                <a16:creationId xmlns:a16="http://schemas.microsoft.com/office/drawing/2014/main" id="{2972A333-B3E1-41EC-A428-E7AF1A58221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163016" y="381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2" name="9u7j_2_build_PredictedLigand_6">
            <a:extLst>
              <a:ext uri="{FF2B5EF4-FFF2-40B4-BE49-F238E27FC236}">
                <a16:creationId xmlns:a16="http://schemas.microsoft.com/office/drawing/2014/main" id="{A2C306FF-E855-4D89-ADEF-12009C891AC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955337" y="837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3" name="9u7j_2_build_PredictedLigand_7">
            <a:extLst>
              <a:ext uri="{FF2B5EF4-FFF2-40B4-BE49-F238E27FC236}">
                <a16:creationId xmlns:a16="http://schemas.microsoft.com/office/drawing/2014/main" id="{14C8541F-1D12-4C97-BDFC-38B9490E3FE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6953" y="415162"/>
                </a:moveTo>
                <a:lnTo>
                  <a:pt x="1304512" y="3779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4" name="9u7j_2_build_PredictedLigand_8">
            <a:extLst>
              <a:ext uri="{FF2B5EF4-FFF2-40B4-BE49-F238E27FC236}">
                <a16:creationId xmlns:a16="http://schemas.microsoft.com/office/drawing/2014/main" id="{B82F1779-9884-486E-AA39-8E3A74D232C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3016" y="381815"/>
                </a:moveTo>
                <a:lnTo>
                  <a:pt x="1055042" y="4814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5" name="9u7j_2_build_PredictedLigand_9">
            <a:extLst>
              <a:ext uri="{FF2B5EF4-FFF2-40B4-BE49-F238E27FC236}">
                <a16:creationId xmlns:a16="http://schemas.microsoft.com/office/drawing/2014/main" id="{FF301FBA-2CE2-48B3-9746-F688AB89569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710002" y="7963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6" name="9u7j_2_build_PredictedLigand_10">
            <a:extLst>
              <a:ext uri="{FF2B5EF4-FFF2-40B4-BE49-F238E27FC236}">
                <a16:creationId xmlns:a16="http://schemas.microsoft.com/office/drawing/2014/main" id="{2A6A8D36-7BBB-476C-9480-40CBA716967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2070926" y="890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7" name="9u7j_2_build_PredictedLigand_11">
            <a:extLst>
              <a:ext uri="{FF2B5EF4-FFF2-40B4-BE49-F238E27FC236}">
                <a16:creationId xmlns:a16="http://schemas.microsoft.com/office/drawing/2014/main" id="{593D1099-DE69-418E-9027-B5F851A88EC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042" y="481480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8" name="9u7j_2_build_PredictedLigand_12">
            <a:extLst>
              <a:ext uri="{FF2B5EF4-FFF2-40B4-BE49-F238E27FC236}">
                <a16:creationId xmlns:a16="http://schemas.microsoft.com/office/drawing/2014/main" id="{A9F9C19A-AA4F-4A91-8101-EFB5F000C58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750618" y="10017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9" name="9u7j_2_build_PredictedLigand_13">
            <a:extLst>
              <a:ext uri="{FF2B5EF4-FFF2-40B4-BE49-F238E27FC236}">
                <a16:creationId xmlns:a16="http://schemas.microsoft.com/office/drawing/2014/main" id="{747C479D-C9A9-42EF-9E2A-12010545154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618" y="1001709"/>
                </a:moveTo>
                <a:lnTo>
                  <a:pt x="561659" y="7373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0" name="9u7j_2_build_PredictedLigand_14">
            <a:extLst>
              <a:ext uri="{FF2B5EF4-FFF2-40B4-BE49-F238E27FC236}">
                <a16:creationId xmlns:a16="http://schemas.microsoft.com/office/drawing/2014/main" id="{CB783F65-14D9-4B8D-BCAE-9048CB0533D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55715" y="12577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1" name="9u7j_2_build_PredictedLigand_15">
            <a:extLst>
              <a:ext uri="{FF2B5EF4-FFF2-40B4-BE49-F238E27FC236}">
                <a16:creationId xmlns:a16="http://schemas.microsoft.com/office/drawing/2014/main" id="{A53A1025-C7F1-4229-91E4-442A30584D6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684334" y="548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2" name="9u7j_2_build_PredictedLigand_16">
            <a:extLst>
              <a:ext uri="{FF2B5EF4-FFF2-40B4-BE49-F238E27FC236}">
                <a16:creationId xmlns:a16="http://schemas.microsoft.com/office/drawing/2014/main" id="{0F6D9B68-B583-4BA7-B9F4-B0DD307C004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6006" y="499951"/>
                </a:moveTo>
                <a:lnTo>
                  <a:pt x="884669" y="6214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3" name="9u7j_2_build_PredictedLigand_17">
            <a:extLst>
              <a:ext uri="{FF2B5EF4-FFF2-40B4-BE49-F238E27FC236}">
                <a16:creationId xmlns:a16="http://schemas.microsoft.com/office/drawing/2014/main" id="{CCAC49D8-86C4-4309-AC68-07CB09774F7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576474" y="700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4" name="9u7j_2_build_PredictedLigand_18">
            <a:extLst>
              <a:ext uri="{FF2B5EF4-FFF2-40B4-BE49-F238E27FC236}">
                <a16:creationId xmlns:a16="http://schemas.microsoft.com/office/drawing/2014/main" id="{F2F88029-352E-4AA7-845F-B07D7560DAC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26953" y="415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5" name="9u7j_2_build_PredictedLigand_19">
            <a:extLst>
              <a:ext uri="{FF2B5EF4-FFF2-40B4-BE49-F238E27FC236}">
                <a16:creationId xmlns:a16="http://schemas.microsoft.com/office/drawing/2014/main" id="{39E7C169-0C27-4FB4-9631-C4DAC47AB52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6" name="9u7j_2_build_PredictedLigand_20">
            <a:extLst>
              <a:ext uri="{FF2B5EF4-FFF2-40B4-BE49-F238E27FC236}">
                <a16:creationId xmlns:a16="http://schemas.microsoft.com/office/drawing/2014/main" id="{FEDDF13A-D24C-4565-9002-0A149BF5D3A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334" y="548541"/>
                </a:moveTo>
                <a:lnTo>
                  <a:pt x="1540424" y="4459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7" name="9u7j_2_build_PredictedLigand_21">
            <a:extLst>
              <a:ext uri="{FF2B5EF4-FFF2-40B4-BE49-F238E27FC236}">
                <a16:creationId xmlns:a16="http://schemas.microsoft.com/office/drawing/2014/main" id="{0B6224E2-1C51-4CA7-B4C9-247B81EAABF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4669" y="621455"/>
                </a:moveTo>
                <a:lnTo>
                  <a:pt x="841070" y="6800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8" name="9u7j_2_build_PredictedLigand_22">
            <a:extLst>
              <a:ext uri="{FF2B5EF4-FFF2-40B4-BE49-F238E27FC236}">
                <a16:creationId xmlns:a16="http://schemas.microsoft.com/office/drawing/2014/main" id="{F9860817-A193-46EE-B36C-4FC6D76BA9B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9" name="9u7j_2_build_PredictedLigand_23">
            <a:extLst>
              <a:ext uri="{FF2B5EF4-FFF2-40B4-BE49-F238E27FC236}">
                <a16:creationId xmlns:a16="http://schemas.microsoft.com/office/drawing/2014/main" id="{66D5E552-71B2-4FA4-86C0-4AA1F81D232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39" y="765673"/>
                </a:moveTo>
                <a:lnTo>
                  <a:pt x="1671632" y="71068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0" name="9u7j_2_build_PredictedLigand_24">
            <a:extLst>
              <a:ext uri="{FF2B5EF4-FFF2-40B4-BE49-F238E27FC236}">
                <a16:creationId xmlns:a16="http://schemas.microsoft.com/office/drawing/2014/main" id="{E475BD9B-C8EA-446E-8355-07823D94FBB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17986" y="12447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1" name="9u7j_2_build_PredictedLigand_25">
            <a:extLst>
              <a:ext uri="{FF2B5EF4-FFF2-40B4-BE49-F238E27FC236}">
                <a16:creationId xmlns:a16="http://schemas.microsoft.com/office/drawing/2014/main" id="{C4B3EDF6-FEDA-4D46-B1E9-567926063EA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2" name="9u7j_2_build_PredictedLigand_26">
            <a:extLst>
              <a:ext uri="{FF2B5EF4-FFF2-40B4-BE49-F238E27FC236}">
                <a16:creationId xmlns:a16="http://schemas.microsoft.com/office/drawing/2014/main" id="{17EE66EA-F5EA-4EF0-A17A-2E3EA44E4F2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0415" y="741677"/>
                </a:moveTo>
                <a:lnTo>
                  <a:pt x="1765839" y="765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3" name="9u7j_2_build_PredictedLigand_27">
            <a:extLst>
              <a:ext uri="{FF2B5EF4-FFF2-40B4-BE49-F238E27FC236}">
                <a16:creationId xmlns:a16="http://schemas.microsoft.com/office/drawing/2014/main" id="{3E58AC34-E07B-401B-963C-32866210DEB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026" y="824620"/>
                </a:moveTo>
                <a:lnTo>
                  <a:pt x="989986" y="8583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4" name="9u7j_2_build_PredictedLigand_28">
            <a:extLst>
              <a:ext uri="{FF2B5EF4-FFF2-40B4-BE49-F238E27FC236}">
                <a16:creationId xmlns:a16="http://schemas.microsoft.com/office/drawing/2014/main" id="{9402F5C3-1AE2-4547-AA53-708B3B947EF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5" name="9u7j_2_build_PredictedLigand_29">
            <a:extLst>
              <a:ext uri="{FF2B5EF4-FFF2-40B4-BE49-F238E27FC236}">
                <a16:creationId xmlns:a16="http://schemas.microsoft.com/office/drawing/2014/main" id="{F2C8EED1-118F-4746-9738-3652C943984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616540" y="3185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6" name="9u7j_2_build_PredictedLigand_30">
            <a:extLst>
              <a:ext uri="{FF2B5EF4-FFF2-40B4-BE49-F238E27FC236}">
                <a16:creationId xmlns:a16="http://schemas.microsoft.com/office/drawing/2014/main" id="{17C59D03-A72B-43B9-B594-C065DFC24D7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9986" y="858308"/>
                </a:moveTo>
                <a:lnTo>
                  <a:pt x="1007426" y="9977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7" name="9u7j_2_build_PredictedLigand_31">
            <a:extLst>
              <a:ext uri="{FF2B5EF4-FFF2-40B4-BE49-F238E27FC236}">
                <a16:creationId xmlns:a16="http://schemas.microsoft.com/office/drawing/2014/main" id="{A575D996-938E-4DCE-855B-897DF8C79B6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86296" y="5209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8" name="9u7j_2_build_PredictedLigand_32">
            <a:extLst>
              <a:ext uri="{FF2B5EF4-FFF2-40B4-BE49-F238E27FC236}">
                <a16:creationId xmlns:a16="http://schemas.microsoft.com/office/drawing/2014/main" id="{1CD139DC-AF7A-4ABE-A66A-6D6B1204C01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4" y="805877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9" name="9u7j_2_build_PredictedLigand_33">
            <a:extLst>
              <a:ext uri="{FF2B5EF4-FFF2-40B4-BE49-F238E27FC236}">
                <a16:creationId xmlns:a16="http://schemas.microsoft.com/office/drawing/2014/main" id="{668A5422-27B0-4E9B-9FDF-575FD75ED69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925992" y="6435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0" name="9u7j_2_build_PredictedLigand_34">
            <a:extLst>
              <a:ext uri="{FF2B5EF4-FFF2-40B4-BE49-F238E27FC236}">
                <a16:creationId xmlns:a16="http://schemas.microsoft.com/office/drawing/2014/main" id="{88BB0D3E-4AB9-4D51-BE1D-9D5F46665A1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1007880" y="5337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1" name="9u7j_2_build_PredictedLigand_35">
            <a:extLst>
              <a:ext uri="{FF2B5EF4-FFF2-40B4-BE49-F238E27FC236}">
                <a16:creationId xmlns:a16="http://schemas.microsoft.com/office/drawing/2014/main" id="{880AADA1-827D-4EDC-9E60-1EB266118F7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1008961" y="4135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2" name="9u7j_2_build_PredictedLigand_36">
            <a:extLst>
              <a:ext uri="{FF2B5EF4-FFF2-40B4-BE49-F238E27FC236}">
                <a16:creationId xmlns:a16="http://schemas.microsoft.com/office/drawing/2014/main" id="{F319B953-EF92-48D7-A417-28113EBDFDC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7808" y="699493"/>
                </a:moveTo>
                <a:lnTo>
                  <a:pt x="1998324" y="8058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3" name="9u7j_2_build_PredictedLigand_37">
            <a:extLst>
              <a:ext uri="{FF2B5EF4-FFF2-40B4-BE49-F238E27FC236}">
                <a16:creationId xmlns:a16="http://schemas.microsoft.com/office/drawing/2014/main" id="{03332CB5-BD2A-47D6-B81F-FEEE4254678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843668" y="6111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4" name="9u7j_2_build_PredictedAtoms_0">
            <a:extLst>
              <a:ext uri="{FF2B5EF4-FFF2-40B4-BE49-F238E27FC236}">
                <a16:creationId xmlns:a16="http://schemas.microsoft.com/office/drawing/2014/main" id="{43393D66-8F70-4176-9A90-33A53F3DF326}"/>
              </a:ext>
            </a:extLst>
          </p:cNvPr>
          <p:cNvSpPr>
            <a:spLocks noGrp="1"/>
          </p:cNvSpPr>
          <p:nvPr/>
        </p:nvSpPr>
        <p:spPr>
          <a:xfrm>
            <a:off x="8243815" y="68459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5" name="9u7j_2_build_PredictedAtoms_1">
            <a:extLst>
              <a:ext uri="{FF2B5EF4-FFF2-40B4-BE49-F238E27FC236}">
                <a16:creationId xmlns:a16="http://schemas.microsoft.com/office/drawing/2014/main" id="{7BB60F1A-4B2F-4DF2-8B5B-615CA1673472}"/>
              </a:ext>
            </a:extLst>
          </p:cNvPr>
          <p:cNvSpPr>
            <a:spLocks noGrp="1"/>
          </p:cNvSpPr>
          <p:nvPr/>
        </p:nvSpPr>
        <p:spPr>
          <a:xfrm>
            <a:off x="8154331" y="69523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6" name="9u7j_2_build_PredictedAtoms_2">
            <a:extLst>
              <a:ext uri="{FF2B5EF4-FFF2-40B4-BE49-F238E27FC236}">
                <a16:creationId xmlns:a16="http://schemas.microsoft.com/office/drawing/2014/main" id="{EFE434CB-2DFE-47D0-B5EE-660E992376C3}"/>
              </a:ext>
            </a:extLst>
          </p:cNvPr>
          <p:cNvSpPr>
            <a:spLocks noGrp="1"/>
          </p:cNvSpPr>
          <p:nvPr/>
        </p:nvSpPr>
        <p:spPr>
          <a:xfrm>
            <a:off x="8076422" y="68881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7" name="9u7j_2_build_PredictedAtoms_3">
            <a:extLst>
              <a:ext uri="{FF2B5EF4-FFF2-40B4-BE49-F238E27FC236}">
                <a16:creationId xmlns:a16="http://schemas.microsoft.com/office/drawing/2014/main" id="{D4C2038C-CB67-46B6-918F-71F8885AFD8E}"/>
              </a:ext>
            </a:extLst>
          </p:cNvPr>
          <p:cNvSpPr>
            <a:spLocks noGrp="1"/>
          </p:cNvSpPr>
          <p:nvPr/>
        </p:nvSpPr>
        <p:spPr>
          <a:xfrm>
            <a:off x="7921847" y="69121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8" name="9u7j_2_build_PredictedAtoms_4">
            <a:extLst>
              <a:ext uri="{FF2B5EF4-FFF2-40B4-BE49-F238E27FC236}">
                <a16:creationId xmlns:a16="http://schemas.microsoft.com/office/drawing/2014/main" id="{DF43FBF4-1FD3-4593-A891-84118147B768}"/>
              </a:ext>
            </a:extLst>
          </p:cNvPr>
          <p:cNvSpPr>
            <a:spLocks noGrp="1"/>
          </p:cNvSpPr>
          <p:nvPr/>
        </p:nvSpPr>
        <p:spPr>
          <a:xfrm>
            <a:off x="7827640" y="6857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9" name="9u7j_2_build_PredictedAtoms_5">
            <a:extLst>
              <a:ext uri="{FF2B5EF4-FFF2-40B4-BE49-F238E27FC236}">
                <a16:creationId xmlns:a16="http://schemas.microsoft.com/office/drawing/2014/main" id="{2AAA55A0-69F1-49C6-AACD-6FBF43780325}"/>
              </a:ext>
            </a:extLst>
          </p:cNvPr>
          <p:cNvSpPr>
            <a:spLocks noGrp="1"/>
          </p:cNvSpPr>
          <p:nvPr/>
        </p:nvSpPr>
        <p:spPr>
          <a:xfrm>
            <a:off x="7840341" y="66950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0" name="9u7j_2_build_PredictedAtoms_6">
            <a:extLst>
              <a:ext uri="{FF2B5EF4-FFF2-40B4-BE49-F238E27FC236}">
                <a16:creationId xmlns:a16="http://schemas.microsoft.com/office/drawing/2014/main" id="{A8870B97-6219-4984-A2DF-70FC456066FC}"/>
              </a:ext>
            </a:extLst>
          </p:cNvPr>
          <p:cNvSpPr>
            <a:spLocks noGrp="1"/>
          </p:cNvSpPr>
          <p:nvPr/>
        </p:nvSpPr>
        <p:spPr>
          <a:xfrm>
            <a:off x="7696431" y="65923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1" name="9u7j_2_build_PredictedAtoms_7">
            <a:extLst>
              <a:ext uri="{FF2B5EF4-FFF2-40B4-BE49-F238E27FC236}">
                <a16:creationId xmlns:a16="http://schemas.microsoft.com/office/drawing/2014/main" id="{A1022529-88C7-4D73-A832-873585D5C9B8}"/>
              </a:ext>
            </a:extLst>
          </p:cNvPr>
          <p:cNvSpPr>
            <a:spLocks noGrp="1"/>
          </p:cNvSpPr>
          <p:nvPr/>
        </p:nvSpPr>
        <p:spPr>
          <a:xfrm>
            <a:off x="7772548" y="64650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2" name="9u7j_2_build_PredictedAtoms_8">
            <a:extLst>
              <a:ext uri="{FF2B5EF4-FFF2-40B4-BE49-F238E27FC236}">
                <a16:creationId xmlns:a16="http://schemas.microsoft.com/office/drawing/2014/main" id="{EB7E5B68-5812-464A-8B5D-7C7FE7601192}"/>
              </a:ext>
            </a:extLst>
          </p:cNvPr>
          <p:cNvSpPr>
            <a:spLocks noGrp="1"/>
          </p:cNvSpPr>
          <p:nvPr/>
        </p:nvSpPr>
        <p:spPr>
          <a:xfrm>
            <a:off x="7642303" y="66674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3" name="9u7j_2_build_PredictedAtoms_9">
            <a:extLst>
              <a:ext uri="{FF2B5EF4-FFF2-40B4-BE49-F238E27FC236}">
                <a16:creationId xmlns:a16="http://schemas.microsoft.com/office/drawing/2014/main" id="{5E7822F9-106F-4376-8A60-514C9BBA0197}"/>
              </a:ext>
            </a:extLst>
          </p:cNvPr>
          <p:cNvSpPr>
            <a:spLocks noGrp="1"/>
          </p:cNvSpPr>
          <p:nvPr/>
        </p:nvSpPr>
        <p:spPr>
          <a:xfrm>
            <a:off x="7582961" y="65616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4" name="9u7j_2_build_PredictedAtoms_10">
            <a:extLst>
              <a:ext uri="{FF2B5EF4-FFF2-40B4-BE49-F238E27FC236}">
                <a16:creationId xmlns:a16="http://schemas.microsoft.com/office/drawing/2014/main" id="{7662DC1C-9706-4787-B17D-F950B99464C5}"/>
              </a:ext>
            </a:extLst>
          </p:cNvPr>
          <p:cNvSpPr>
            <a:spLocks noGrp="1"/>
          </p:cNvSpPr>
          <p:nvPr/>
        </p:nvSpPr>
        <p:spPr>
          <a:xfrm>
            <a:off x="7460520" y="65244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5" name="9u7j_2_build_PredictedAtoms_11">
            <a:extLst>
              <a:ext uri="{FF2B5EF4-FFF2-40B4-BE49-F238E27FC236}">
                <a16:creationId xmlns:a16="http://schemas.microsoft.com/office/drawing/2014/main" id="{4DBC1A3B-35CD-444E-AA41-E3613641C8F5}"/>
              </a:ext>
            </a:extLst>
          </p:cNvPr>
          <p:cNvSpPr>
            <a:spLocks noGrp="1"/>
          </p:cNvSpPr>
          <p:nvPr/>
        </p:nvSpPr>
        <p:spPr>
          <a:xfrm>
            <a:off x="7463916" y="66345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6" name="9u7j_2_build_PredictedAtoms_12">
            <a:extLst>
              <a:ext uri="{FF2B5EF4-FFF2-40B4-BE49-F238E27FC236}">
                <a16:creationId xmlns:a16="http://schemas.microsoft.com/office/drawing/2014/main" id="{0E0A0C32-52BE-42E4-80AB-C19F538D8967}"/>
              </a:ext>
            </a:extLst>
          </p:cNvPr>
          <p:cNvSpPr>
            <a:spLocks noGrp="1"/>
          </p:cNvSpPr>
          <p:nvPr/>
        </p:nvSpPr>
        <p:spPr>
          <a:xfrm>
            <a:off x="7471378" y="63786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7" name="9u7j_2_build_PredictedAtoms_13">
            <a:extLst>
              <a:ext uri="{FF2B5EF4-FFF2-40B4-BE49-F238E27FC236}">
                <a16:creationId xmlns:a16="http://schemas.microsoft.com/office/drawing/2014/main" id="{944A8B8E-4142-46C7-B714-D8E7BEE9FC86}"/>
              </a:ext>
            </a:extLst>
          </p:cNvPr>
          <p:cNvSpPr>
            <a:spLocks noGrp="1"/>
          </p:cNvSpPr>
          <p:nvPr/>
        </p:nvSpPr>
        <p:spPr>
          <a:xfrm>
            <a:off x="7319023" y="65282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8" name="9u7j_2_build_PredictedAtoms_14">
            <a:extLst>
              <a:ext uri="{FF2B5EF4-FFF2-40B4-BE49-F238E27FC236}">
                <a16:creationId xmlns:a16="http://schemas.microsoft.com/office/drawing/2014/main" id="{CA1B0A17-0461-4118-B043-37A3C1C6CD4D}"/>
              </a:ext>
            </a:extLst>
          </p:cNvPr>
          <p:cNvSpPr>
            <a:spLocks noGrp="1"/>
          </p:cNvSpPr>
          <p:nvPr/>
        </p:nvSpPr>
        <p:spPr>
          <a:xfrm>
            <a:off x="7211049" y="66279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9" name="9u7j_2_build_PredictedAtoms_15">
            <a:extLst>
              <a:ext uri="{FF2B5EF4-FFF2-40B4-BE49-F238E27FC236}">
                <a16:creationId xmlns:a16="http://schemas.microsoft.com/office/drawing/2014/main" id="{51E13DF5-F710-459C-AF2E-B015637AC97C}"/>
              </a:ext>
            </a:extLst>
          </p:cNvPr>
          <p:cNvSpPr>
            <a:spLocks noGrp="1"/>
          </p:cNvSpPr>
          <p:nvPr/>
        </p:nvSpPr>
        <p:spPr>
          <a:xfrm>
            <a:off x="7102014" y="66464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0" name="9u7j_2_build_PredictedAtoms_16">
            <a:extLst>
              <a:ext uri="{FF2B5EF4-FFF2-40B4-BE49-F238E27FC236}">
                <a16:creationId xmlns:a16="http://schemas.microsoft.com/office/drawing/2014/main" id="{A119851E-5905-41B2-A66A-09A58228B456}"/>
              </a:ext>
            </a:extLst>
          </p:cNvPr>
          <p:cNvSpPr>
            <a:spLocks noGrp="1"/>
          </p:cNvSpPr>
          <p:nvPr/>
        </p:nvSpPr>
        <p:spPr>
          <a:xfrm>
            <a:off x="7040677" y="67679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1" name="9u7j_2_build_PredictedAtoms_17">
            <a:extLst>
              <a:ext uri="{FF2B5EF4-FFF2-40B4-BE49-F238E27FC236}">
                <a16:creationId xmlns:a16="http://schemas.microsoft.com/office/drawing/2014/main" id="{095B1556-0A98-4018-B71E-93EF4913CC33}"/>
              </a:ext>
            </a:extLst>
          </p:cNvPr>
          <p:cNvSpPr>
            <a:spLocks noGrp="1"/>
          </p:cNvSpPr>
          <p:nvPr/>
        </p:nvSpPr>
        <p:spPr>
          <a:xfrm>
            <a:off x="6997077" y="68265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2" name="9u7j_2_build_PredictedAtoms_18">
            <a:extLst>
              <a:ext uri="{FF2B5EF4-FFF2-40B4-BE49-F238E27FC236}">
                <a16:creationId xmlns:a16="http://schemas.microsoft.com/office/drawing/2014/main" id="{90BD392B-5149-4E35-9386-F565717E0ED2}"/>
              </a:ext>
            </a:extLst>
          </p:cNvPr>
          <p:cNvSpPr>
            <a:spLocks noGrp="1"/>
          </p:cNvSpPr>
          <p:nvPr/>
        </p:nvSpPr>
        <p:spPr>
          <a:xfrm>
            <a:off x="7002034" y="69711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3" name="9u7j_2_build_PredictedAtoms_19">
            <a:extLst>
              <a:ext uri="{FF2B5EF4-FFF2-40B4-BE49-F238E27FC236}">
                <a16:creationId xmlns:a16="http://schemas.microsoft.com/office/drawing/2014/main" id="{217602E2-0123-4EC1-B081-FCF38829780C}"/>
              </a:ext>
            </a:extLst>
          </p:cNvPr>
          <p:cNvSpPr>
            <a:spLocks noGrp="1"/>
          </p:cNvSpPr>
          <p:nvPr/>
        </p:nvSpPr>
        <p:spPr>
          <a:xfrm>
            <a:off x="7145993" y="70047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4" name="9u7j_2_build_PredictedAtoms_20">
            <a:extLst>
              <a:ext uri="{FF2B5EF4-FFF2-40B4-BE49-F238E27FC236}">
                <a16:creationId xmlns:a16="http://schemas.microsoft.com/office/drawing/2014/main" id="{A855A8D5-7135-42FD-9DB0-E74036B764C9}"/>
              </a:ext>
            </a:extLst>
          </p:cNvPr>
          <p:cNvSpPr>
            <a:spLocks noGrp="1"/>
          </p:cNvSpPr>
          <p:nvPr/>
        </p:nvSpPr>
        <p:spPr>
          <a:xfrm>
            <a:off x="7163434" y="71442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5" name="9u7j_2_build_PredictedAtoms_21">
            <a:extLst>
              <a:ext uri="{FF2B5EF4-FFF2-40B4-BE49-F238E27FC236}">
                <a16:creationId xmlns:a16="http://schemas.microsoft.com/office/drawing/2014/main" id="{7D84EC1C-ECF6-465F-9DC5-70F90CFCE6CB}"/>
              </a:ext>
            </a:extLst>
          </p:cNvPr>
          <p:cNvSpPr>
            <a:spLocks noGrp="1"/>
          </p:cNvSpPr>
          <p:nvPr/>
        </p:nvSpPr>
        <p:spPr>
          <a:xfrm>
            <a:off x="7173993" y="73912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6" name="9u7j_2_build_PredictedAtoms_22">
            <a:extLst>
              <a:ext uri="{FF2B5EF4-FFF2-40B4-BE49-F238E27FC236}">
                <a16:creationId xmlns:a16="http://schemas.microsoft.com/office/drawing/2014/main" id="{1E9D96DB-D588-4030-88F2-3B90D22DACBF}"/>
              </a:ext>
            </a:extLst>
          </p:cNvPr>
          <p:cNvSpPr>
            <a:spLocks noGrp="1"/>
          </p:cNvSpPr>
          <p:nvPr/>
        </p:nvSpPr>
        <p:spPr>
          <a:xfrm>
            <a:off x="7211722" y="74042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7" name="9u7j_2_build_PredictedAtoms_23">
            <a:extLst>
              <a:ext uri="{FF2B5EF4-FFF2-40B4-BE49-F238E27FC236}">
                <a16:creationId xmlns:a16="http://schemas.microsoft.com/office/drawing/2014/main" id="{5AD4817B-194D-4B13-ABD0-762A6C7279B8}"/>
              </a:ext>
            </a:extLst>
          </p:cNvPr>
          <p:cNvSpPr>
            <a:spLocks noGrp="1"/>
          </p:cNvSpPr>
          <p:nvPr/>
        </p:nvSpPr>
        <p:spPr>
          <a:xfrm>
            <a:off x="6906625" y="71481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8" name="9u7j_2_build_PredictedAtoms_24">
            <a:extLst>
              <a:ext uri="{FF2B5EF4-FFF2-40B4-BE49-F238E27FC236}">
                <a16:creationId xmlns:a16="http://schemas.microsoft.com/office/drawing/2014/main" id="{E793F802-A86B-4A92-8E2B-2BA3E474450A}"/>
              </a:ext>
            </a:extLst>
          </p:cNvPr>
          <p:cNvSpPr>
            <a:spLocks noGrp="1"/>
          </p:cNvSpPr>
          <p:nvPr/>
        </p:nvSpPr>
        <p:spPr>
          <a:xfrm>
            <a:off x="6717666" y="68837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9" name="9u7j_2_build_PredictedAtoms_25">
            <a:extLst>
              <a:ext uri="{FF2B5EF4-FFF2-40B4-BE49-F238E27FC236}">
                <a16:creationId xmlns:a16="http://schemas.microsoft.com/office/drawing/2014/main" id="{B146464E-EFD2-4A8B-9FD6-B1210DD60485}"/>
              </a:ext>
            </a:extLst>
          </p:cNvPr>
          <p:cNvSpPr>
            <a:spLocks noGrp="1"/>
          </p:cNvSpPr>
          <p:nvPr/>
        </p:nvSpPr>
        <p:spPr>
          <a:xfrm>
            <a:off x="6732482" y="68465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0" name="9u7j_2_build_PredictedAtoms_26">
            <a:extLst>
              <a:ext uri="{FF2B5EF4-FFF2-40B4-BE49-F238E27FC236}">
                <a16:creationId xmlns:a16="http://schemas.microsoft.com/office/drawing/2014/main" id="{0073616E-3B2D-447F-9B1B-470DBD8B640F}"/>
              </a:ext>
            </a:extLst>
          </p:cNvPr>
          <p:cNvSpPr>
            <a:spLocks noGrp="1"/>
          </p:cNvSpPr>
          <p:nvPr/>
        </p:nvSpPr>
        <p:spPr>
          <a:xfrm>
            <a:off x="7081999" y="67900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1" name="9u7j_2_build_PredictedAtoms_27">
            <a:extLst>
              <a:ext uri="{FF2B5EF4-FFF2-40B4-BE49-F238E27FC236}">
                <a16:creationId xmlns:a16="http://schemas.microsoft.com/office/drawing/2014/main" id="{905E9AAB-7F98-4B5E-B2AE-7A0291F5B72B}"/>
              </a:ext>
            </a:extLst>
          </p:cNvPr>
          <p:cNvSpPr>
            <a:spLocks noGrp="1"/>
          </p:cNvSpPr>
          <p:nvPr/>
        </p:nvSpPr>
        <p:spPr>
          <a:xfrm>
            <a:off x="6999676" y="67576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2" name="9u7j_2_build_PredictedAtoms_28">
            <a:extLst>
              <a:ext uri="{FF2B5EF4-FFF2-40B4-BE49-F238E27FC236}">
                <a16:creationId xmlns:a16="http://schemas.microsoft.com/office/drawing/2014/main" id="{964C44B9-343B-4349-9577-ED2FEF13E09A}"/>
              </a:ext>
            </a:extLst>
          </p:cNvPr>
          <p:cNvSpPr>
            <a:spLocks noGrp="1"/>
          </p:cNvSpPr>
          <p:nvPr/>
        </p:nvSpPr>
        <p:spPr>
          <a:xfrm>
            <a:off x="7163887" y="66801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3" name="9u7j_2_build_PredictedAtoms_29">
            <a:extLst>
              <a:ext uri="{FF2B5EF4-FFF2-40B4-BE49-F238E27FC236}">
                <a16:creationId xmlns:a16="http://schemas.microsoft.com/office/drawing/2014/main" id="{0963BCFB-0D45-4AAA-BF70-27AC5FA0CDA8}"/>
              </a:ext>
            </a:extLst>
          </p:cNvPr>
          <p:cNvSpPr>
            <a:spLocks noGrp="1"/>
          </p:cNvSpPr>
          <p:nvPr/>
        </p:nvSpPr>
        <p:spPr>
          <a:xfrm>
            <a:off x="7164968" y="65600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4" name="9u7j_2_build_PredictedAtoms_30">
            <a:extLst>
              <a:ext uri="{FF2B5EF4-FFF2-40B4-BE49-F238E27FC236}">
                <a16:creationId xmlns:a16="http://schemas.microsoft.com/office/drawing/2014/main" id="{7ABB88CA-6197-4267-BE17-8A78FCAE43E1}"/>
              </a:ext>
            </a:extLst>
          </p:cNvPr>
          <p:cNvSpPr>
            <a:spLocks noGrp="1"/>
          </p:cNvSpPr>
          <p:nvPr/>
        </p:nvSpPr>
        <p:spPr>
          <a:xfrm>
            <a:off x="7866010" y="69428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5" name="9u7j_2_build_PredictedAtoms_31">
            <a:extLst>
              <a:ext uri="{FF2B5EF4-FFF2-40B4-BE49-F238E27FC236}">
                <a16:creationId xmlns:a16="http://schemas.microsoft.com/office/drawing/2014/main" id="{F9131DC6-21A4-4094-B625-E3564603C58C}"/>
              </a:ext>
            </a:extLst>
          </p:cNvPr>
          <p:cNvSpPr>
            <a:spLocks noGrp="1"/>
          </p:cNvSpPr>
          <p:nvPr/>
        </p:nvSpPr>
        <p:spPr>
          <a:xfrm>
            <a:off x="7875685" y="68496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6" name="9u7j_2_build_PredictedAtoms_32">
            <a:extLst>
              <a:ext uri="{FF2B5EF4-FFF2-40B4-BE49-F238E27FC236}">
                <a16:creationId xmlns:a16="http://schemas.microsoft.com/office/drawing/2014/main" id="{3060043B-D350-4E17-A300-77778484D442}"/>
              </a:ext>
            </a:extLst>
          </p:cNvPr>
          <p:cNvSpPr>
            <a:spLocks noGrp="1"/>
          </p:cNvSpPr>
          <p:nvPr/>
        </p:nvSpPr>
        <p:spPr>
          <a:xfrm>
            <a:off x="8023711" y="69860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7" name="9u7j_2_build_PredictedAtoms_33">
            <a:extLst>
              <a:ext uri="{FF2B5EF4-FFF2-40B4-BE49-F238E27FC236}">
                <a16:creationId xmlns:a16="http://schemas.microsoft.com/office/drawing/2014/main" id="{76141EBD-85CE-416E-A41E-29008722DB52}"/>
              </a:ext>
            </a:extLst>
          </p:cNvPr>
          <p:cNvSpPr>
            <a:spLocks noGrp="1"/>
          </p:cNvSpPr>
          <p:nvPr/>
        </p:nvSpPr>
        <p:spPr>
          <a:xfrm>
            <a:off x="8049016" y="709017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8" name="9u7j_2_build_PredictedAtoms_34">
            <a:extLst>
              <a:ext uri="{FF2B5EF4-FFF2-40B4-BE49-F238E27FC236}">
                <a16:creationId xmlns:a16="http://schemas.microsoft.com/office/drawing/2014/main" id="{82A5B6DD-00C3-460D-8BCB-133E8FB96554}"/>
              </a:ext>
            </a:extLst>
          </p:cNvPr>
          <p:cNvSpPr>
            <a:spLocks noGrp="1"/>
          </p:cNvSpPr>
          <p:nvPr/>
        </p:nvSpPr>
        <p:spPr>
          <a:xfrm>
            <a:off x="8111344" y="6984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9" name="9u7j_2_build_PredictedAtoms_35">
            <a:extLst>
              <a:ext uri="{FF2B5EF4-FFF2-40B4-BE49-F238E27FC236}">
                <a16:creationId xmlns:a16="http://schemas.microsoft.com/office/drawing/2014/main" id="{3A0BCC31-8578-4B50-B82D-6743395855D9}"/>
              </a:ext>
            </a:extLst>
          </p:cNvPr>
          <p:cNvSpPr>
            <a:spLocks noGrp="1"/>
          </p:cNvSpPr>
          <p:nvPr/>
        </p:nvSpPr>
        <p:spPr>
          <a:xfrm>
            <a:off x="8226933" y="70368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0" name="9u7j_2_build_Clashes_0">
            <a:extLst>
              <a:ext uri="{FF2B5EF4-FFF2-40B4-BE49-F238E27FC236}">
                <a16:creationId xmlns:a16="http://schemas.microsoft.com/office/drawing/2014/main" id="{C8B7EABD-6F93-49DA-AAC3-77CBFC7F03B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1" name="9u7j_2_build_Clashes_1">
            <a:extLst>
              <a:ext uri="{FF2B5EF4-FFF2-40B4-BE49-F238E27FC236}">
                <a16:creationId xmlns:a16="http://schemas.microsoft.com/office/drawing/2014/main" id="{B61F87B7-A0F5-456C-A1A7-01415351FFE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2" name="9u7j_2_build_Clashes_2">
            <a:extLst>
              <a:ext uri="{FF2B5EF4-FFF2-40B4-BE49-F238E27FC236}">
                <a16:creationId xmlns:a16="http://schemas.microsoft.com/office/drawing/2014/main" id="{C4804ECB-A94C-4759-B6B6-70AD4DA54A0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36122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3" name="9u7j_2_build_Clashes_3">
            <a:extLst>
              <a:ext uri="{FF2B5EF4-FFF2-40B4-BE49-F238E27FC236}">
                <a16:creationId xmlns:a16="http://schemas.microsoft.com/office/drawing/2014/main" id="{F3465DAC-BB31-4F45-B22D-E46ABFBCCC0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4" name="9u7j_2_build_Clashes_4">
            <a:extLst>
              <a:ext uri="{FF2B5EF4-FFF2-40B4-BE49-F238E27FC236}">
                <a16:creationId xmlns:a16="http://schemas.microsoft.com/office/drawing/2014/main" id="{8CAAD7A5-0317-4D92-9314-84E906A8EF5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5" name="9u7j_2_build_Clashes_5">
            <a:extLst>
              <a:ext uri="{FF2B5EF4-FFF2-40B4-BE49-F238E27FC236}">
                <a16:creationId xmlns:a16="http://schemas.microsoft.com/office/drawing/2014/main" id="{E589FFC6-EEF4-42F3-9F65-6C047E178A3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6" name="9u7j_2_build_Clashes_6">
            <a:extLst>
              <a:ext uri="{FF2B5EF4-FFF2-40B4-BE49-F238E27FC236}">
                <a16:creationId xmlns:a16="http://schemas.microsoft.com/office/drawing/2014/main" id="{894FB609-AE62-4BA6-AF09-D87FA369E84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52209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7" name="9u7j_2_build_Clashes_7">
            <a:extLst>
              <a:ext uri="{FF2B5EF4-FFF2-40B4-BE49-F238E27FC236}">
                <a16:creationId xmlns:a16="http://schemas.microsoft.com/office/drawing/2014/main" id="{8FDA1448-D36E-4503-B128-951A5A4BE21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8" name="9u7j_2_build_Clashes_8">
            <a:extLst>
              <a:ext uri="{FF2B5EF4-FFF2-40B4-BE49-F238E27FC236}">
                <a16:creationId xmlns:a16="http://schemas.microsoft.com/office/drawing/2014/main" id="{E22E9FF0-B02B-4DD5-A633-21FC9A6468D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49" name="9u7j_2_build_Clashes_9">
            <a:extLst>
              <a:ext uri="{FF2B5EF4-FFF2-40B4-BE49-F238E27FC236}">
                <a16:creationId xmlns:a16="http://schemas.microsoft.com/office/drawing/2014/main" id="{6C186A46-4178-4370-AFD3-6E9C0BE8193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0" name="9u7j_2_build_ClashingReceptorAtoms_1">
            <a:extLst>
              <a:ext uri="{FF2B5EF4-FFF2-40B4-BE49-F238E27FC236}">
                <a16:creationId xmlns:a16="http://schemas.microsoft.com/office/drawing/2014/main" id="{483E9528-BEC0-463A-99F3-BF1454934B48}"/>
              </a:ext>
            </a:extLst>
          </p:cNvPr>
          <p:cNvSpPr>
            <a:spLocks noGrp="1"/>
          </p:cNvSpPr>
          <p:nvPr/>
        </p:nvSpPr>
        <p:spPr>
          <a:xfrm>
            <a:off x="7146116" y="738509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51" name="9u7j_2_build_ClashingReceptorAtoms_2">
            <a:extLst>
              <a:ext uri="{FF2B5EF4-FFF2-40B4-BE49-F238E27FC236}">
                <a16:creationId xmlns:a16="http://schemas.microsoft.com/office/drawing/2014/main" id="{EDCFCCAD-32C7-4885-892A-42CBDCE49E70}"/>
              </a:ext>
            </a:extLst>
          </p:cNvPr>
          <p:cNvSpPr>
            <a:spLocks noGrp="1"/>
          </p:cNvSpPr>
          <p:nvPr/>
        </p:nvSpPr>
        <p:spPr>
          <a:xfrm>
            <a:off x="7015013" y="736015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52" name="9u7j_2_build_ClashingReceptorAtoms_3">
            <a:extLst>
              <a:ext uri="{FF2B5EF4-FFF2-40B4-BE49-F238E27FC236}">
                <a16:creationId xmlns:a16="http://schemas.microsoft.com/office/drawing/2014/main" id="{256B8573-7824-46EC-9DA0-EF953A255930}"/>
              </a:ext>
            </a:extLst>
          </p:cNvPr>
          <p:cNvSpPr>
            <a:spLocks noGrp="1"/>
          </p:cNvSpPr>
          <p:nvPr/>
        </p:nvSpPr>
        <p:spPr>
          <a:xfrm>
            <a:off x="7237509" y="72901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53" name="stage3-cases-main_38">
            <a:extLst>
              <a:ext uri="{FF2B5EF4-FFF2-40B4-BE49-F238E27FC236}">
                <a16:creationId xmlns:a16="http://schemas.microsoft.com/office/drawing/2014/main" id="{4016C4A4-2EE2-4F2D-8E57-7EB1DFA8B30E}"/>
              </a:ext>
            </a:extLst>
          </p:cNvPr>
          <p:cNvSpPr>
            <a:spLocks noGrp="1"/>
          </p:cNvSpPr>
          <p:nvPr/>
        </p:nvSpPr>
        <p:spPr>
          <a:xfrm>
            <a:off x="61722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8.29 Å   D 67%   Clash 10</a:t>
            </a:r>
          </a:p>
        </p:txBody>
      </p:sp>
      <p:sp>
        <p:nvSpPr>
          <p:cNvPr id="1354" name="stage3-cases-main_39">
            <a:extLst>
              <a:ext uri="{FF2B5EF4-FFF2-40B4-BE49-F238E27FC236}">
                <a16:creationId xmlns:a16="http://schemas.microsoft.com/office/drawing/2014/main" id="{80591472-A153-48DC-BB93-AE028E1C1C21}"/>
              </a:ext>
            </a:extLst>
          </p:cNvPr>
          <p:cNvSpPr>
            <a:spLocks noGrp="1"/>
          </p:cNvSpPr>
          <p:nvPr/>
        </p:nvSpPr>
        <p:spPr>
          <a:xfrm>
            <a:off x="247650" y="76771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e  9WUP · FAD (A:1103)</a:t>
            </a:r>
          </a:p>
        </p:txBody>
      </p:sp>
      <p:sp>
        <p:nvSpPr>
          <p:cNvPr id="1355" name="stage3-cases-main_40">
            <a:extLst>
              <a:ext uri="{FF2B5EF4-FFF2-40B4-BE49-F238E27FC236}">
                <a16:creationId xmlns:a16="http://schemas.microsoft.com/office/drawing/2014/main" id="{24E191F7-EEB3-4977-AC90-77D774A55D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509520" y="7820025"/>
                </a:moveTo>
                <a:lnTo>
                  <a:pt x="8953500" y="78200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1356" name="stage3-cases-main_41">
            <a:extLst>
              <a:ext uri="{FF2B5EF4-FFF2-40B4-BE49-F238E27FC236}">
                <a16:creationId xmlns:a16="http://schemas.microsoft.com/office/drawing/2014/main" id="{D5914A2D-EAF3-4DD6-931C-A3BBAC31FA02}"/>
              </a:ext>
            </a:extLst>
          </p:cNvPr>
          <p:cNvSpPr>
            <a:spLocks noGrp="1"/>
          </p:cNvSpPr>
          <p:nvPr/>
        </p:nvSpPr>
        <p:spPr>
          <a:xfrm>
            <a:off x="9001125" y="77057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1357" name="9wup_2_official_Receptor">
            <a:extLst>
              <a:ext uri="{FF2B5EF4-FFF2-40B4-BE49-F238E27FC236}">
                <a16:creationId xmlns:a16="http://schemas.microsoft.com/office/drawing/2014/main" id="{3CDD37B7-D97E-41B5-ADEC-829269E6B65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358" name="9wup_2_official_ExperimentalDensity">
            <a:extLst>
              <a:ext uri="{FF2B5EF4-FFF2-40B4-BE49-F238E27FC236}">
                <a16:creationId xmlns:a16="http://schemas.microsoft.com/office/drawing/2014/main" id="{4C59CC59-229C-4611-AA6E-75026A8634A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359" name="9wup_2_official_ReferenceLigand_0">
            <a:extLst>
              <a:ext uri="{FF2B5EF4-FFF2-40B4-BE49-F238E27FC236}">
                <a16:creationId xmlns:a16="http://schemas.microsoft.com/office/drawing/2014/main" id="{449D0316-152A-4489-AE70-644C27B4F65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0" name="9wup_2_official_ReferenceLigand_1">
            <a:extLst>
              <a:ext uri="{FF2B5EF4-FFF2-40B4-BE49-F238E27FC236}">
                <a16:creationId xmlns:a16="http://schemas.microsoft.com/office/drawing/2014/main" id="{555CCB1D-B490-4112-8AAA-0FF4DED68E7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1" name="9wup_2_official_ReferenceLigand_2">
            <a:extLst>
              <a:ext uri="{FF2B5EF4-FFF2-40B4-BE49-F238E27FC236}">
                <a16:creationId xmlns:a16="http://schemas.microsoft.com/office/drawing/2014/main" id="{AF18ECE6-CAF2-4D3B-B155-94C00B5CB3E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2" name="9wup_2_official_ReferenceLigand_3">
            <a:extLst>
              <a:ext uri="{FF2B5EF4-FFF2-40B4-BE49-F238E27FC236}">
                <a16:creationId xmlns:a16="http://schemas.microsoft.com/office/drawing/2014/main" id="{A342E770-85AB-47A1-99D0-224B87DE728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3" name="9wup_2_official_ReferenceLigand_4">
            <a:extLst>
              <a:ext uri="{FF2B5EF4-FFF2-40B4-BE49-F238E27FC236}">
                <a16:creationId xmlns:a16="http://schemas.microsoft.com/office/drawing/2014/main" id="{94E61BEC-81EE-40BD-9C13-FB591C35867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4" name="9wup_2_official_ReferenceLigand_5">
            <a:extLst>
              <a:ext uri="{FF2B5EF4-FFF2-40B4-BE49-F238E27FC236}">
                <a16:creationId xmlns:a16="http://schemas.microsoft.com/office/drawing/2014/main" id="{5494DB68-0D28-4AB0-BC80-BBAB8BA9CB9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5" name="9wup_2_official_ReferenceLigand_6">
            <a:extLst>
              <a:ext uri="{FF2B5EF4-FFF2-40B4-BE49-F238E27FC236}">
                <a16:creationId xmlns:a16="http://schemas.microsoft.com/office/drawing/2014/main" id="{49421413-219F-41CC-9BB1-F5D574370CD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6" name="9wup_2_official_ReferenceLigand_7">
            <a:extLst>
              <a:ext uri="{FF2B5EF4-FFF2-40B4-BE49-F238E27FC236}">
                <a16:creationId xmlns:a16="http://schemas.microsoft.com/office/drawing/2014/main" id="{2A88168A-294D-4144-B73A-4E82C1F254F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7" name="9wup_2_official_ReferenceLigand_8">
            <a:extLst>
              <a:ext uri="{FF2B5EF4-FFF2-40B4-BE49-F238E27FC236}">
                <a16:creationId xmlns:a16="http://schemas.microsoft.com/office/drawing/2014/main" id="{401B6C67-3EC3-47B2-A647-22DF7DD72BE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8" name="9wup_2_official_ReferenceLigand_9">
            <a:extLst>
              <a:ext uri="{FF2B5EF4-FFF2-40B4-BE49-F238E27FC236}">
                <a16:creationId xmlns:a16="http://schemas.microsoft.com/office/drawing/2014/main" id="{E0FB3DB8-981C-410A-8EBE-98AD81A0462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9" name="9wup_2_official_ReferenceLigand_10">
            <a:extLst>
              <a:ext uri="{FF2B5EF4-FFF2-40B4-BE49-F238E27FC236}">
                <a16:creationId xmlns:a16="http://schemas.microsoft.com/office/drawing/2014/main" id="{8EBA4C75-D9E9-44DB-9979-25162406647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0" name="9wup_2_official_ReferenceLigand_11">
            <a:extLst>
              <a:ext uri="{FF2B5EF4-FFF2-40B4-BE49-F238E27FC236}">
                <a16:creationId xmlns:a16="http://schemas.microsoft.com/office/drawing/2014/main" id="{557FD769-27F8-4D51-8612-96F71471F0B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1" name="9wup_2_official_ReferenceLigand_12">
            <a:extLst>
              <a:ext uri="{FF2B5EF4-FFF2-40B4-BE49-F238E27FC236}">
                <a16:creationId xmlns:a16="http://schemas.microsoft.com/office/drawing/2014/main" id="{04555B97-C436-44A0-A42E-E1E78CD5136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2" name="9wup_2_official_ReferenceLigand_13">
            <a:extLst>
              <a:ext uri="{FF2B5EF4-FFF2-40B4-BE49-F238E27FC236}">
                <a16:creationId xmlns:a16="http://schemas.microsoft.com/office/drawing/2014/main" id="{93C8D282-08F7-4F55-A902-CCAD1A4C16E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3" name="9wup_2_official_ReferenceLigand_14">
            <a:extLst>
              <a:ext uri="{FF2B5EF4-FFF2-40B4-BE49-F238E27FC236}">
                <a16:creationId xmlns:a16="http://schemas.microsoft.com/office/drawing/2014/main" id="{20B2D58A-36BE-4026-93F9-E4398B16701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4" name="9wup_2_official_ReferenceLigand_15">
            <a:extLst>
              <a:ext uri="{FF2B5EF4-FFF2-40B4-BE49-F238E27FC236}">
                <a16:creationId xmlns:a16="http://schemas.microsoft.com/office/drawing/2014/main" id="{8C76E220-0805-4993-B78B-AADCFAB7C18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5" name="9wup_2_official_ReferenceLigand_16">
            <a:extLst>
              <a:ext uri="{FF2B5EF4-FFF2-40B4-BE49-F238E27FC236}">
                <a16:creationId xmlns:a16="http://schemas.microsoft.com/office/drawing/2014/main" id="{4E90A90F-8EAD-4B2A-8A56-1FC9A443C72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6" name="9wup_2_official_ReferenceLigand_17">
            <a:extLst>
              <a:ext uri="{FF2B5EF4-FFF2-40B4-BE49-F238E27FC236}">
                <a16:creationId xmlns:a16="http://schemas.microsoft.com/office/drawing/2014/main" id="{068321F8-6199-4B72-808E-DD875F42099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7" name="9wup_2_official_ReferenceLigand_18">
            <a:extLst>
              <a:ext uri="{FF2B5EF4-FFF2-40B4-BE49-F238E27FC236}">
                <a16:creationId xmlns:a16="http://schemas.microsoft.com/office/drawing/2014/main" id="{AC4B7A83-A109-409D-BCB4-5737F707ADB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8" name="9wup_2_official_ReferenceLigand_19">
            <a:extLst>
              <a:ext uri="{FF2B5EF4-FFF2-40B4-BE49-F238E27FC236}">
                <a16:creationId xmlns:a16="http://schemas.microsoft.com/office/drawing/2014/main" id="{043B3180-7F5C-4903-9814-6A26BB8739E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9" name="9wup_2_official_ReferenceLigand_20">
            <a:extLst>
              <a:ext uri="{FF2B5EF4-FFF2-40B4-BE49-F238E27FC236}">
                <a16:creationId xmlns:a16="http://schemas.microsoft.com/office/drawing/2014/main" id="{9AB3F60E-9F7B-4A90-896E-5B800584B66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0" name="9wup_2_official_ReferenceLigand_21">
            <a:extLst>
              <a:ext uri="{FF2B5EF4-FFF2-40B4-BE49-F238E27FC236}">
                <a16:creationId xmlns:a16="http://schemas.microsoft.com/office/drawing/2014/main" id="{DA072D5A-6D1D-41AC-9C5F-05E7E07C925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1" name="9wup_2_official_ReferenceLigand_22">
            <a:extLst>
              <a:ext uri="{FF2B5EF4-FFF2-40B4-BE49-F238E27FC236}">
                <a16:creationId xmlns:a16="http://schemas.microsoft.com/office/drawing/2014/main" id="{2FDC8358-E88F-4A81-9D92-2EBB36D7CE4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2" name="9wup_2_official_ReferenceLigand_23">
            <a:extLst>
              <a:ext uri="{FF2B5EF4-FFF2-40B4-BE49-F238E27FC236}">
                <a16:creationId xmlns:a16="http://schemas.microsoft.com/office/drawing/2014/main" id="{A190B668-C449-45E9-94E7-D8848FDBA74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3" name="9wup_2_official_ReferenceLigand_24">
            <a:extLst>
              <a:ext uri="{FF2B5EF4-FFF2-40B4-BE49-F238E27FC236}">
                <a16:creationId xmlns:a16="http://schemas.microsoft.com/office/drawing/2014/main" id="{4C05694F-ABE1-4919-9E60-F14AB47E752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4" name="9wup_2_official_ReferenceLigand_25">
            <a:extLst>
              <a:ext uri="{FF2B5EF4-FFF2-40B4-BE49-F238E27FC236}">
                <a16:creationId xmlns:a16="http://schemas.microsoft.com/office/drawing/2014/main" id="{85D598E8-1986-488A-88BD-0342CC9E4FC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5" name="9wup_2_official_ReferenceLigand_26">
            <a:extLst>
              <a:ext uri="{FF2B5EF4-FFF2-40B4-BE49-F238E27FC236}">
                <a16:creationId xmlns:a16="http://schemas.microsoft.com/office/drawing/2014/main" id="{72326AE6-4076-4BC5-A169-C402E2F1F13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6" name="9wup_2_official_ReferenceLigand_27">
            <a:extLst>
              <a:ext uri="{FF2B5EF4-FFF2-40B4-BE49-F238E27FC236}">
                <a16:creationId xmlns:a16="http://schemas.microsoft.com/office/drawing/2014/main" id="{3A77D8BE-59C7-414A-9291-2E81C167756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7" name="9wup_2_official_ReferenceLigand_28">
            <a:extLst>
              <a:ext uri="{FF2B5EF4-FFF2-40B4-BE49-F238E27FC236}">
                <a16:creationId xmlns:a16="http://schemas.microsoft.com/office/drawing/2014/main" id="{97B96BB4-8746-4F59-928A-B41D7A72AF8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8" name="9wup_2_official_ReferenceLigand_29">
            <a:extLst>
              <a:ext uri="{FF2B5EF4-FFF2-40B4-BE49-F238E27FC236}">
                <a16:creationId xmlns:a16="http://schemas.microsoft.com/office/drawing/2014/main" id="{7B8FAB61-8689-4C5D-B0A4-B816B9B2C2A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9" name="9wup_2_official_ReferenceLigand_30">
            <a:extLst>
              <a:ext uri="{FF2B5EF4-FFF2-40B4-BE49-F238E27FC236}">
                <a16:creationId xmlns:a16="http://schemas.microsoft.com/office/drawing/2014/main" id="{989DF189-FEA9-4317-8C52-CA31B339DBD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0" name="9wup_2_official_ReferenceLigand_31">
            <a:extLst>
              <a:ext uri="{FF2B5EF4-FFF2-40B4-BE49-F238E27FC236}">
                <a16:creationId xmlns:a16="http://schemas.microsoft.com/office/drawing/2014/main" id="{3451965C-129E-4E32-847E-F08CD456F59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1" name="9wup_2_official_ReferenceLigand_32">
            <a:extLst>
              <a:ext uri="{FF2B5EF4-FFF2-40B4-BE49-F238E27FC236}">
                <a16:creationId xmlns:a16="http://schemas.microsoft.com/office/drawing/2014/main" id="{1903AA86-3817-4741-99CC-309FD1C0144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2" name="9wup_2_official_ReferenceLigand_33">
            <a:extLst>
              <a:ext uri="{FF2B5EF4-FFF2-40B4-BE49-F238E27FC236}">
                <a16:creationId xmlns:a16="http://schemas.microsoft.com/office/drawing/2014/main" id="{AD072E23-8DBA-43BF-A876-81B03128947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3" name="9wup_2_official_ReferenceLigand_34">
            <a:extLst>
              <a:ext uri="{FF2B5EF4-FFF2-40B4-BE49-F238E27FC236}">
                <a16:creationId xmlns:a16="http://schemas.microsoft.com/office/drawing/2014/main" id="{62FE30BB-D518-4BB3-BFC5-EBA338E5EC5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4" name="9wup_2_official_ReferenceLigand_35">
            <a:extLst>
              <a:ext uri="{FF2B5EF4-FFF2-40B4-BE49-F238E27FC236}">
                <a16:creationId xmlns:a16="http://schemas.microsoft.com/office/drawing/2014/main" id="{2CB3284D-B340-41B6-B695-A2B220A5482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5" name="9wup_2_official_ReferenceLigand_36">
            <a:extLst>
              <a:ext uri="{FF2B5EF4-FFF2-40B4-BE49-F238E27FC236}">
                <a16:creationId xmlns:a16="http://schemas.microsoft.com/office/drawing/2014/main" id="{71665572-F9AF-4B26-9B30-CBE58A7C370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6" name="9wup_2_official_ReferenceLigand_37">
            <a:extLst>
              <a:ext uri="{FF2B5EF4-FFF2-40B4-BE49-F238E27FC236}">
                <a16:creationId xmlns:a16="http://schemas.microsoft.com/office/drawing/2014/main" id="{09A362A5-037F-477F-9F9C-00B7F790276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7" name="9wup_2_official_ReferenceLigand_38">
            <a:extLst>
              <a:ext uri="{FF2B5EF4-FFF2-40B4-BE49-F238E27FC236}">
                <a16:creationId xmlns:a16="http://schemas.microsoft.com/office/drawing/2014/main" id="{24D5CF51-0400-49F9-98BE-2CC5C941D9E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8" name="9wup_2_official_ReferenceLigand_39">
            <a:extLst>
              <a:ext uri="{FF2B5EF4-FFF2-40B4-BE49-F238E27FC236}">
                <a16:creationId xmlns:a16="http://schemas.microsoft.com/office/drawing/2014/main" id="{CE538E71-E163-4524-80A5-E44078F5694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9" name="9wup_2_official_ReferenceLigand_40">
            <a:extLst>
              <a:ext uri="{FF2B5EF4-FFF2-40B4-BE49-F238E27FC236}">
                <a16:creationId xmlns:a16="http://schemas.microsoft.com/office/drawing/2014/main" id="{83867E76-3595-42DC-A552-0E7163D1B71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0" name="9wup_2_official_ReferenceLigand_41">
            <a:extLst>
              <a:ext uri="{FF2B5EF4-FFF2-40B4-BE49-F238E27FC236}">
                <a16:creationId xmlns:a16="http://schemas.microsoft.com/office/drawing/2014/main" id="{BA06E711-622A-4071-9FBD-45F2CA01117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1" name="9wup_2_official_ReferenceLigand_42">
            <a:extLst>
              <a:ext uri="{FF2B5EF4-FFF2-40B4-BE49-F238E27FC236}">
                <a16:creationId xmlns:a16="http://schemas.microsoft.com/office/drawing/2014/main" id="{F3C25987-21D1-4960-9EC2-9171F5E71D3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2" name="9wup_2_official_ReferenceLigand_43">
            <a:extLst>
              <a:ext uri="{FF2B5EF4-FFF2-40B4-BE49-F238E27FC236}">
                <a16:creationId xmlns:a16="http://schemas.microsoft.com/office/drawing/2014/main" id="{D520FBF9-70C1-4AC4-9CA5-6A8A999600A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3" name="9wup_2_official_ReferenceLigand_44">
            <a:extLst>
              <a:ext uri="{FF2B5EF4-FFF2-40B4-BE49-F238E27FC236}">
                <a16:creationId xmlns:a16="http://schemas.microsoft.com/office/drawing/2014/main" id="{C838527C-9130-44A4-9C06-26B26292AD3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4" name="9wup_2_official_ReferenceLigand_45">
            <a:extLst>
              <a:ext uri="{FF2B5EF4-FFF2-40B4-BE49-F238E27FC236}">
                <a16:creationId xmlns:a16="http://schemas.microsoft.com/office/drawing/2014/main" id="{560C89EF-5EB9-4C1D-9E7E-E6D3DB7E420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5" name="9wup_2_official_ReferenceLigand_46">
            <a:extLst>
              <a:ext uri="{FF2B5EF4-FFF2-40B4-BE49-F238E27FC236}">
                <a16:creationId xmlns:a16="http://schemas.microsoft.com/office/drawing/2014/main" id="{521FCDA1-6446-474C-BFF1-B5A821C7EE6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6" name="9wup_2_official_ReferenceLigand_47">
            <a:extLst>
              <a:ext uri="{FF2B5EF4-FFF2-40B4-BE49-F238E27FC236}">
                <a16:creationId xmlns:a16="http://schemas.microsoft.com/office/drawing/2014/main" id="{DFB4B8E9-3C5C-4F84-93B2-B8EA8492695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7" name="9wup_2_official_ReferenceLigand_48">
            <a:extLst>
              <a:ext uri="{FF2B5EF4-FFF2-40B4-BE49-F238E27FC236}">
                <a16:creationId xmlns:a16="http://schemas.microsoft.com/office/drawing/2014/main" id="{2C73DEBD-1113-44D0-9E59-AAB898EEC9D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8" name="9wup_2_official_ReferenceLigand_49">
            <a:extLst>
              <a:ext uri="{FF2B5EF4-FFF2-40B4-BE49-F238E27FC236}">
                <a16:creationId xmlns:a16="http://schemas.microsoft.com/office/drawing/2014/main" id="{B353049B-6719-4BE2-995D-4EDA2D9D9F4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9" name="9wup_2_official_ReferenceLigand_50">
            <a:extLst>
              <a:ext uri="{FF2B5EF4-FFF2-40B4-BE49-F238E27FC236}">
                <a16:creationId xmlns:a16="http://schemas.microsoft.com/office/drawing/2014/main" id="{2D05C9CB-95F8-4B0B-BAC2-AEC52B06932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0" name="9wup_2_official_ReferenceLigand_51">
            <a:extLst>
              <a:ext uri="{FF2B5EF4-FFF2-40B4-BE49-F238E27FC236}">
                <a16:creationId xmlns:a16="http://schemas.microsoft.com/office/drawing/2014/main" id="{2D880AE0-5E4E-4223-8F93-A9FA5419CE3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1" name="9wup_2_official_ReferenceLigand_52">
            <a:extLst>
              <a:ext uri="{FF2B5EF4-FFF2-40B4-BE49-F238E27FC236}">
                <a16:creationId xmlns:a16="http://schemas.microsoft.com/office/drawing/2014/main" id="{59C73C21-E034-4151-8A69-BABE8B67E62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2" name="9wup_2_official_ReferenceLigand_53">
            <a:extLst>
              <a:ext uri="{FF2B5EF4-FFF2-40B4-BE49-F238E27FC236}">
                <a16:creationId xmlns:a16="http://schemas.microsoft.com/office/drawing/2014/main" id="{79773A6B-F38F-455B-A730-FC68E3F0EFF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3" name="9wup_2_official_ReferenceLigand_54">
            <a:extLst>
              <a:ext uri="{FF2B5EF4-FFF2-40B4-BE49-F238E27FC236}">
                <a16:creationId xmlns:a16="http://schemas.microsoft.com/office/drawing/2014/main" id="{C501819B-C89D-42A8-9B38-BB122EC14C2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4" name="9wup_2_official_ReferenceLigand_55">
            <a:extLst>
              <a:ext uri="{FF2B5EF4-FFF2-40B4-BE49-F238E27FC236}">
                <a16:creationId xmlns:a16="http://schemas.microsoft.com/office/drawing/2014/main" id="{4745730E-C4BB-40E7-8931-2118B482705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5" name="9wup_2_official_ReferenceLigand_56">
            <a:extLst>
              <a:ext uri="{FF2B5EF4-FFF2-40B4-BE49-F238E27FC236}">
                <a16:creationId xmlns:a16="http://schemas.microsoft.com/office/drawing/2014/main" id="{4EE00398-435F-439A-9F5D-6B72AEC4A37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6" name="9wup_2_official_ReferenceLigand_57">
            <a:extLst>
              <a:ext uri="{FF2B5EF4-FFF2-40B4-BE49-F238E27FC236}">
                <a16:creationId xmlns:a16="http://schemas.microsoft.com/office/drawing/2014/main" id="{B85FEC8D-8637-41B5-94BA-D5CCF6785E5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7" name="9wup_2_official_PredictedLigand_0">
            <a:extLst>
              <a:ext uri="{FF2B5EF4-FFF2-40B4-BE49-F238E27FC236}">
                <a16:creationId xmlns:a16="http://schemas.microsoft.com/office/drawing/2014/main" id="{C48C9828-A666-42C9-B98C-D3537CB1CC0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73921" y="6961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18" name="9wup_2_official_PredictedLigand_1">
            <a:extLst>
              <a:ext uri="{FF2B5EF4-FFF2-40B4-BE49-F238E27FC236}">
                <a16:creationId xmlns:a16="http://schemas.microsoft.com/office/drawing/2014/main" id="{9D19762E-2236-4DDE-A969-83FEBAAEC17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80265" y="502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19" name="9wup_2_official_PredictedLigand_2">
            <a:extLst>
              <a:ext uri="{FF2B5EF4-FFF2-40B4-BE49-F238E27FC236}">
                <a16:creationId xmlns:a16="http://schemas.microsoft.com/office/drawing/2014/main" id="{A2F93EEC-DCA9-401F-A250-7414966CBCC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76476" y="789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0" name="9wup_2_official_PredictedLigand_3">
            <a:extLst>
              <a:ext uri="{FF2B5EF4-FFF2-40B4-BE49-F238E27FC236}">
                <a16:creationId xmlns:a16="http://schemas.microsoft.com/office/drawing/2014/main" id="{B425D695-9FDD-4490-B8FB-D57DB701920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509389" y="6788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1" name="9wup_2_official_PredictedLigand_4">
            <a:extLst>
              <a:ext uri="{FF2B5EF4-FFF2-40B4-BE49-F238E27FC236}">
                <a16:creationId xmlns:a16="http://schemas.microsoft.com/office/drawing/2014/main" id="{F78603A8-F2C8-4897-9FD3-5D9FE189D31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2148" y="664586"/>
                </a:moveTo>
                <a:lnTo>
                  <a:pt x="1387964" y="6333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2" name="9wup_2_official_PredictedLigand_5">
            <a:extLst>
              <a:ext uri="{FF2B5EF4-FFF2-40B4-BE49-F238E27FC236}">
                <a16:creationId xmlns:a16="http://schemas.microsoft.com/office/drawing/2014/main" id="{F2B2A298-1A86-43C6-AD2F-F24806EB747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500907" y="8999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3" name="9wup_2_official_PredictedLigand_6">
            <a:extLst>
              <a:ext uri="{FF2B5EF4-FFF2-40B4-BE49-F238E27FC236}">
                <a16:creationId xmlns:a16="http://schemas.microsoft.com/office/drawing/2014/main" id="{33B72282-F510-4A4E-882F-A02AC78D903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389" y="678806"/>
                </a:moveTo>
                <a:lnTo>
                  <a:pt x="1581581" y="8017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4" name="9wup_2_official_PredictedLigand_7">
            <a:extLst>
              <a:ext uri="{FF2B5EF4-FFF2-40B4-BE49-F238E27FC236}">
                <a16:creationId xmlns:a16="http://schemas.microsoft.com/office/drawing/2014/main" id="{F93B08E1-2A62-498F-9F79-3448DD08740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39125" y="8292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5" name="9wup_2_official_PredictedLigand_8">
            <a:extLst>
              <a:ext uri="{FF2B5EF4-FFF2-40B4-BE49-F238E27FC236}">
                <a16:creationId xmlns:a16="http://schemas.microsoft.com/office/drawing/2014/main" id="{6A7BA3B2-964E-410B-9431-59E78E5C9C8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994" y="588425"/>
                </a:moveTo>
                <a:lnTo>
                  <a:pt x="1292148" y="6645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6" name="9wup_2_official_PredictedLigand_9">
            <a:extLst>
              <a:ext uri="{FF2B5EF4-FFF2-40B4-BE49-F238E27FC236}">
                <a16:creationId xmlns:a16="http://schemas.microsoft.com/office/drawing/2014/main" id="{6B0590B4-7ED5-4892-8CA3-7453890B5EF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920" y="596151"/>
                </a:moveTo>
                <a:lnTo>
                  <a:pt x="1156667" y="6375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7" name="9wup_2_official_PredictedLigand_10">
            <a:extLst>
              <a:ext uri="{FF2B5EF4-FFF2-40B4-BE49-F238E27FC236}">
                <a16:creationId xmlns:a16="http://schemas.microsoft.com/office/drawing/2014/main" id="{48107B9C-5C7F-4671-91AD-C0784114EA3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264994" y="5884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8" name="9wup_2_official_PredictedLigand_11">
            <a:extLst>
              <a:ext uri="{FF2B5EF4-FFF2-40B4-BE49-F238E27FC236}">
                <a16:creationId xmlns:a16="http://schemas.microsoft.com/office/drawing/2014/main" id="{C3E4343F-376C-4998-ACB5-09CD62D44DE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9125" y="829241"/>
                </a:moveTo>
                <a:lnTo>
                  <a:pt x="1616378" y="9296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29" name="9wup_2_official_PredictedLigand_12">
            <a:extLst>
              <a:ext uri="{FF2B5EF4-FFF2-40B4-BE49-F238E27FC236}">
                <a16:creationId xmlns:a16="http://schemas.microsoft.com/office/drawing/2014/main" id="{7FD7B24C-6730-469B-8033-998177AA014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84161" y="9473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0" name="9wup_2_official_PredictedLigand_13">
            <a:extLst>
              <a:ext uri="{FF2B5EF4-FFF2-40B4-BE49-F238E27FC236}">
                <a16:creationId xmlns:a16="http://schemas.microsoft.com/office/drawing/2014/main" id="{B6CF4F6E-AC24-4F7E-9D83-920C6D0C9B8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176788" y="7667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1" name="9wup_2_official_PredictedLigand_14">
            <a:extLst>
              <a:ext uri="{FF2B5EF4-FFF2-40B4-BE49-F238E27FC236}">
                <a16:creationId xmlns:a16="http://schemas.microsoft.com/office/drawing/2014/main" id="{CCED4BC3-E074-43A1-B7CD-2B3382EF727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064298" y="836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2" name="9wup_2_official_PredictedLigand_15">
            <a:extLst>
              <a:ext uri="{FF2B5EF4-FFF2-40B4-BE49-F238E27FC236}">
                <a16:creationId xmlns:a16="http://schemas.microsoft.com/office/drawing/2014/main" id="{60E9B90C-B53B-4D5A-AC6C-4B664453983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258829" y="7944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3" name="9wup_2_official_PredictedLigand_16">
            <a:extLst>
              <a:ext uri="{FF2B5EF4-FFF2-40B4-BE49-F238E27FC236}">
                <a16:creationId xmlns:a16="http://schemas.microsoft.com/office/drawing/2014/main" id="{638EF19E-9E68-4023-A5D8-B658722A39F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378" y="929696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4" name="9wup_2_official_PredictedLigand_17">
            <a:extLst>
              <a:ext uri="{FF2B5EF4-FFF2-40B4-BE49-F238E27FC236}">
                <a16:creationId xmlns:a16="http://schemas.microsoft.com/office/drawing/2014/main" id="{605EAC9C-25F3-475C-B855-4D8AC0EF3BE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17990" y="8687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5" name="9wup_2_official_PredictedLigand_18">
            <a:extLst>
              <a:ext uri="{FF2B5EF4-FFF2-40B4-BE49-F238E27FC236}">
                <a16:creationId xmlns:a16="http://schemas.microsoft.com/office/drawing/2014/main" id="{854F6D79-887E-4452-8ADF-ED78CF2B03E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840705" y="12647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6" name="9wup_2_official_PredictedLigand_19">
            <a:extLst>
              <a:ext uri="{FF2B5EF4-FFF2-40B4-BE49-F238E27FC236}">
                <a16:creationId xmlns:a16="http://schemas.microsoft.com/office/drawing/2014/main" id="{4DB6B062-B134-4E09-AE76-DE59F11F568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8607" y="1068436"/>
                </a:moveTo>
                <a:lnTo>
                  <a:pt x="802867" y="11679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7" name="9wup_2_official_PredictedLigand_20">
            <a:extLst>
              <a:ext uri="{FF2B5EF4-FFF2-40B4-BE49-F238E27FC236}">
                <a16:creationId xmlns:a16="http://schemas.microsoft.com/office/drawing/2014/main" id="{AEB493D6-60E8-4D5E-8393-AA6840C671B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978" y="925516"/>
                </a:moveTo>
                <a:lnTo>
                  <a:pt x="1777550" y="867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8" name="9wup_2_official_PredictedLigand_21">
            <a:extLst>
              <a:ext uri="{FF2B5EF4-FFF2-40B4-BE49-F238E27FC236}">
                <a16:creationId xmlns:a16="http://schemas.microsoft.com/office/drawing/2014/main" id="{C5F86FFF-E73B-4340-99D8-93DEBA90988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90" y="868785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39" name="9wup_2_official_PredictedLigand_22">
            <a:extLst>
              <a:ext uri="{FF2B5EF4-FFF2-40B4-BE49-F238E27FC236}">
                <a16:creationId xmlns:a16="http://schemas.microsoft.com/office/drawing/2014/main" id="{E4F04759-7546-4875-96A7-913855D45BA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284" y="961700"/>
                </a:moveTo>
                <a:lnTo>
                  <a:pt x="868607" y="10684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0" name="9wup_2_official_PredictedLigand_23">
            <a:extLst>
              <a:ext uri="{FF2B5EF4-FFF2-40B4-BE49-F238E27FC236}">
                <a16:creationId xmlns:a16="http://schemas.microsoft.com/office/drawing/2014/main" id="{5C6E8C76-450E-4508-AF42-D8619F56289D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689719" y="1164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1" name="9wup_2_official_PredictedLigand_24">
            <a:extLst>
              <a:ext uri="{FF2B5EF4-FFF2-40B4-BE49-F238E27FC236}">
                <a16:creationId xmlns:a16="http://schemas.microsoft.com/office/drawing/2014/main" id="{02FEBA89-C125-4C09-A5E1-532C0D5357C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494" y="863720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2" name="9wup_2_official_PredictedLigand_25">
            <a:extLst>
              <a:ext uri="{FF2B5EF4-FFF2-40B4-BE49-F238E27FC236}">
                <a16:creationId xmlns:a16="http://schemas.microsoft.com/office/drawing/2014/main" id="{CFA1B413-26ED-4005-9EEA-9B6A7E1C6A0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3" name="9wup_2_official_PredictedLigand_26">
            <a:extLst>
              <a:ext uri="{FF2B5EF4-FFF2-40B4-BE49-F238E27FC236}">
                <a16:creationId xmlns:a16="http://schemas.microsoft.com/office/drawing/2014/main" id="{50092581-B6DC-4764-BBDC-274FBC96CD6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1602" y="648782"/>
                </a:moveTo>
                <a:lnTo>
                  <a:pt x="841816" y="7557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4" name="9wup_2_official_PredictedLigand_27">
            <a:extLst>
              <a:ext uri="{FF2B5EF4-FFF2-40B4-BE49-F238E27FC236}">
                <a16:creationId xmlns:a16="http://schemas.microsoft.com/office/drawing/2014/main" id="{B8B69B7A-B04E-4903-AFB4-B6FB504FF9B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13767" y="4284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5" name="9wup_2_official_PredictedLigand_28">
            <a:extLst>
              <a:ext uri="{FF2B5EF4-FFF2-40B4-BE49-F238E27FC236}">
                <a16:creationId xmlns:a16="http://schemas.microsoft.com/office/drawing/2014/main" id="{89B0C367-89A9-4A35-9627-3FA91ED46783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01602" y="6487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6" name="9wup_2_official_PredictedLigand_29">
            <a:extLst>
              <a:ext uri="{FF2B5EF4-FFF2-40B4-BE49-F238E27FC236}">
                <a16:creationId xmlns:a16="http://schemas.microsoft.com/office/drawing/2014/main" id="{3142F5DF-28E1-40E1-BCED-CB737438E71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7" name="9wup_2_official_PredictedLigand_30">
            <a:extLst>
              <a:ext uri="{FF2B5EF4-FFF2-40B4-BE49-F238E27FC236}">
                <a16:creationId xmlns:a16="http://schemas.microsoft.com/office/drawing/2014/main" id="{2A533CF9-F637-4C29-9597-F802E76A8B6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8" name="9wup_2_official_PredictedLigand_31">
            <a:extLst>
              <a:ext uri="{FF2B5EF4-FFF2-40B4-BE49-F238E27FC236}">
                <a16:creationId xmlns:a16="http://schemas.microsoft.com/office/drawing/2014/main" id="{06D6C86B-4C3E-431B-B633-45586D8E9EEA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9719" y="1164038"/>
                </a:moveTo>
                <a:lnTo>
                  <a:pt x="638197" y="1058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49" name="9wup_2_official_PredictedLigand_32">
            <a:extLst>
              <a:ext uri="{FF2B5EF4-FFF2-40B4-BE49-F238E27FC236}">
                <a16:creationId xmlns:a16="http://schemas.microsoft.com/office/drawing/2014/main" id="{97E3E8F6-8DB9-4F59-B50F-8D854422488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0" name="9wup_2_official_PredictedLigand_33">
            <a:extLst>
              <a:ext uri="{FF2B5EF4-FFF2-40B4-BE49-F238E27FC236}">
                <a16:creationId xmlns:a16="http://schemas.microsoft.com/office/drawing/2014/main" id="{6EE6440F-22EB-4815-9FD1-120F393C632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982" y="701263"/>
                </a:moveTo>
                <a:lnTo>
                  <a:pt x="2056305" y="74950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1" name="9wup_2_official_PredictedLigand_34">
            <a:extLst>
              <a:ext uri="{FF2B5EF4-FFF2-40B4-BE49-F238E27FC236}">
                <a16:creationId xmlns:a16="http://schemas.microsoft.com/office/drawing/2014/main" id="{6072CC61-B7BC-4B4C-904B-AD60C94DF91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849805" y="5387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2" name="9wup_2_official_PredictedLigand_35">
            <a:extLst>
              <a:ext uri="{FF2B5EF4-FFF2-40B4-BE49-F238E27FC236}">
                <a16:creationId xmlns:a16="http://schemas.microsoft.com/office/drawing/2014/main" id="{739062CE-1CCA-4160-9B07-B84F1163CE14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708539" y="9546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3" name="9wup_2_official_PredictedLigand_36">
            <a:extLst>
              <a:ext uri="{FF2B5EF4-FFF2-40B4-BE49-F238E27FC236}">
                <a16:creationId xmlns:a16="http://schemas.microsoft.com/office/drawing/2014/main" id="{3509FF03-319F-4D38-940D-2CE07C803B5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4579" y="592981"/>
                </a:moveTo>
                <a:lnTo>
                  <a:pt x="2159982" y="7012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4" name="9wup_2_official_PredictedLigand_37">
            <a:extLst>
              <a:ext uri="{FF2B5EF4-FFF2-40B4-BE49-F238E27FC236}">
                <a16:creationId xmlns:a16="http://schemas.microsoft.com/office/drawing/2014/main" id="{1C0FC1C7-3458-4EBF-85CB-F15803400BE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658179" y="8475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5" name="9wup_2_official_PredictedLigand_38">
            <a:extLst>
              <a:ext uri="{FF2B5EF4-FFF2-40B4-BE49-F238E27FC236}">
                <a16:creationId xmlns:a16="http://schemas.microsoft.com/office/drawing/2014/main" id="{5CCF2FAB-975D-4106-A5F9-8F1EAC1E76FB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179" y="847585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6" name="9wup_2_official_PredictedLigand_39">
            <a:extLst>
              <a:ext uri="{FF2B5EF4-FFF2-40B4-BE49-F238E27FC236}">
                <a16:creationId xmlns:a16="http://schemas.microsoft.com/office/drawing/2014/main" id="{B6503A67-AAB9-466D-A1A5-2EB175FC77A1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7550" y="867409"/>
                </a:moveTo>
                <a:lnTo>
                  <a:pt x="1793834" y="8206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7" name="9wup_2_official_PredictedLigand_40">
            <a:extLst>
              <a:ext uri="{FF2B5EF4-FFF2-40B4-BE49-F238E27FC236}">
                <a16:creationId xmlns:a16="http://schemas.microsoft.com/office/drawing/2014/main" id="{5D07C715-23AC-4161-9EC3-71BE8F19B24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661478" y="421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8" name="9wup_2_official_PredictedLigand_41">
            <a:extLst>
              <a:ext uri="{FF2B5EF4-FFF2-40B4-BE49-F238E27FC236}">
                <a16:creationId xmlns:a16="http://schemas.microsoft.com/office/drawing/2014/main" id="{C720A7F8-DCB3-405A-AD7D-8D37F42C7ED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0497" y="749725"/>
                </a:moveTo>
                <a:lnTo>
                  <a:pt x="667317" y="6407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59" name="9wup_2_official_PredictedLigand_42">
            <a:extLst>
              <a:ext uri="{FF2B5EF4-FFF2-40B4-BE49-F238E27FC236}">
                <a16:creationId xmlns:a16="http://schemas.microsoft.com/office/drawing/2014/main" id="{8B9D4D33-7B13-464D-BE00-3866EA28DE05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317" y="640753"/>
                </a:moveTo>
                <a:lnTo>
                  <a:pt x="727903" y="5348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0" name="9wup_2_official_PredictedLigand_43">
            <a:extLst>
              <a:ext uri="{FF2B5EF4-FFF2-40B4-BE49-F238E27FC236}">
                <a16:creationId xmlns:a16="http://schemas.microsoft.com/office/drawing/2014/main" id="{99CC6DB1-0AC6-4408-B302-61202807DAF8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534164" y="10575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1" name="9wup_2_official_PredictedLigand_44">
            <a:extLst>
              <a:ext uri="{FF2B5EF4-FFF2-40B4-BE49-F238E27FC236}">
                <a16:creationId xmlns:a16="http://schemas.microsoft.com/office/drawing/2014/main" id="{3F14B647-0423-4847-B432-30751CD24BD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305" y="749501"/>
                </a:moveTo>
                <a:lnTo>
                  <a:pt x="1975010" y="6862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2" name="9wup_2_official_PredictedLigand_45">
            <a:extLst>
              <a:ext uri="{FF2B5EF4-FFF2-40B4-BE49-F238E27FC236}">
                <a16:creationId xmlns:a16="http://schemas.microsoft.com/office/drawing/2014/main" id="{8BF79344-7A7F-47D5-8844-A711CAC2F1A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94579" y="5929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3" name="9wup_2_official_PredictedLigand_46">
            <a:extLst>
              <a:ext uri="{FF2B5EF4-FFF2-40B4-BE49-F238E27FC236}">
                <a16:creationId xmlns:a16="http://schemas.microsoft.com/office/drawing/2014/main" id="{0BE69D23-D6ED-4631-847C-CD984F42215E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509681" y="9686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4" name="9wup_2_official_PredictedLigand_47">
            <a:extLst>
              <a:ext uri="{FF2B5EF4-FFF2-40B4-BE49-F238E27FC236}">
                <a16:creationId xmlns:a16="http://schemas.microsoft.com/office/drawing/2014/main" id="{EF01E71E-B7C9-4CA9-B8D2-E809351231E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5" name="9wup_2_official_PredictedLigand_48">
            <a:extLst>
              <a:ext uri="{FF2B5EF4-FFF2-40B4-BE49-F238E27FC236}">
                <a16:creationId xmlns:a16="http://schemas.microsoft.com/office/drawing/2014/main" id="{244526C7-9790-43B4-B33E-EFAA950E304F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6" name="9wup_2_official_PredictedLigand_49">
            <a:extLst>
              <a:ext uri="{FF2B5EF4-FFF2-40B4-BE49-F238E27FC236}">
                <a16:creationId xmlns:a16="http://schemas.microsoft.com/office/drawing/2014/main" id="{900D0B32-848C-470F-9CC7-27A68F1D7777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592488" y="8789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7" name="9wup_2_official_PredictedLigand_50">
            <a:extLst>
              <a:ext uri="{FF2B5EF4-FFF2-40B4-BE49-F238E27FC236}">
                <a16:creationId xmlns:a16="http://schemas.microsoft.com/office/drawing/2014/main" id="{576FC722-E8AB-4AAE-9010-2E29E3FDDC4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8" name="9wup_2_official_PredictedLigand_51">
            <a:extLst>
              <a:ext uri="{FF2B5EF4-FFF2-40B4-BE49-F238E27FC236}">
                <a16:creationId xmlns:a16="http://schemas.microsoft.com/office/drawing/2014/main" id="{9A067310-3D96-4E8A-9FE4-3E4D7F6A76A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45270" y="4084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69" name="9wup_2_official_PredictedLigand_52">
            <a:extLst>
              <a:ext uri="{FF2B5EF4-FFF2-40B4-BE49-F238E27FC236}">
                <a16:creationId xmlns:a16="http://schemas.microsoft.com/office/drawing/2014/main" id="{DA198795-3E81-48F0-9C9D-207C7134FD02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825" y="573391"/>
                </a:moveTo>
                <a:lnTo>
                  <a:pt x="2112318" y="5224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0" name="9wup_2_official_PredictedLigand_53">
            <a:extLst>
              <a:ext uri="{FF2B5EF4-FFF2-40B4-BE49-F238E27FC236}">
                <a16:creationId xmlns:a16="http://schemas.microsoft.com/office/drawing/2014/main" id="{88231951-EEB6-4F66-B375-ECC43EDB43E0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676097" y="8350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1" name="9wup_2_official_PredictedLigand_54">
            <a:extLst>
              <a:ext uri="{FF2B5EF4-FFF2-40B4-BE49-F238E27FC236}">
                <a16:creationId xmlns:a16="http://schemas.microsoft.com/office/drawing/2014/main" id="{11DC46C7-3FF2-4F40-8FA6-ED742C0A2016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874" y="710907"/>
                </a:moveTo>
                <a:lnTo>
                  <a:pt x="1819830" y="617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2" name="9wup_2_official_PredictedLigand_55">
            <a:extLst>
              <a:ext uri="{FF2B5EF4-FFF2-40B4-BE49-F238E27FC236}">
                <a16:creationId xmlns:a16="http://schemas.microsoft.com/office/drawing/2014/main" id="{6D740091-3FDA-4EB4-9A49-4048BC323BB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0857" y="533076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3" name="9wup_2_official_PredictedLigand_56">
            <a:extLst>
              <a:ext uri="{FF2B5EF4-FFF2-40B4-BE49-F238E27FC236}">
                <a16:creationId xmlns:a16="http://schemas.microsoft.com/office/drawing/2014/main" id="{1CCF9791-B395-49D3-98BE-ED6344C09449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9830" y="617828"/>
                </a:moveTo>
                <a:lnTo>
                  <a:pt x="1900857" y="5330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4" name="9wup_2_official_PredictedLigand_57">
            <a:extLst>
              <a:ext uri="{FF2B5EF4-FFF2-40B4-BE49-F238E27FC236}">
                <a16:creationId xmlns:a16="http://schemas.microsoft.com/office/drawing/2014/main" id="{0F6E1F30-C29D-425A-829B-8ABC5B480D2C}"/>
              </a:ext>
            </a:extLst>
          </p:cNvPr>
          <p:cNvSpPr>
            <a:spLocks noGrp="1"/>
          </p:cNvSpPr>
          <p:nvPr/>
        </p:nvSpPr>
        <p:spPr>
          <a:xfrm>
            <a:off x="2286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680165" y="917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475" name="9wup_2_official_PredictedAtoms_0">
            <a:extLst>
              <a:ext uri="{FF2B5EF4-FFF2-40B4-BE49-F238E27FC236}">
                <a16:creationId xmlns:a16="http://schemas.microsoft.com/office/drawing/2014/main" id="{135F0E3A-92F8-4CA7-A7DE-EF63F5AD1AE9}"/>
              </a:ext>
            </a:extLst>
          </p:cNvPr>
          <p:cNvSpPr>
            <a:spLocks noGrp="1"/>
          </p:cNvSpPr>
          <p:nvPr/>
        </p:nvSpPr>
        <p:spPr>
          <a:xfrm>
            <a:off x="1267328" y="85333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6" name="9wup_2_official_PredictedAtoms_1">
            <a:extLst>
              <a:ext uri="{FF2B5EF4-FFF2-40B4-BE49-F238E27FC236}">
                <a16:creationId xmlns:a16="http://schemas.microsoft.com/office/drawing/2014/main" id="{EE6D6DCC-EC37-4C13-B1A2-99B0B147A54C}"/>
              </a:ext>
            </a:extLst>
          </p:cNvPr>
          <p:cNvSpPr>
            <a:spLocks noGrp="1"/>
          </p:cNvSpPr>
          <p:nvPr/>
        </p:nvSpPr>
        <p:spPr>
          <a:xfrm>
            <a:off x="1369074" y="85746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7" name="9wup_2_official_PredictedAtoms_2">
            <a:extLst>
              <a:ext uri="{FF2B5EF4-FFF2-40B4-BE49-F238E27FC236}">
                <a16:creationId xmlns:a16="http://schemas.microsoft.com/office/drawing/2014/main" id="{0558A315-918B-4B12-BA5D-C0382F4EAD97}"/>
              </a:ext>
            </a:extLst>
          </p:cNvPr>
          <p:cNvSpPr>
            <a:spLocks noGrp="1"/>
          </p:cNvSpPr>
          <p:nvPr/>
        </p:nvSpPr>
        <p:spPr>
          <a:xfrm>
            <a:off x="1477402" y="8525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8" name="9wup_2_official_PredictedAtoms_3">
            <a:extLst>
              <a:ext uri="{FF2B5EF4-FFF2-40B4-BE49-F238E27FC236}">
                <a16:creationId xmlns:a16="http://schemas.microsoft.com/office/drawing/2014/main" id="{94B7C72E-70D9-46C0-85F1-CE9FAEDCF51F}"/>
              </a:ext>
            </a:extLst>
          </p:cNvPr>
          <p:cNvSpPr>
            <a:spLocks noGrp="1"/>
          </p:cNvSpPr>
          <p:nvPr/>
        </p:nvSpPr>
        <p:spPr>
          <a:xfrm>
            <a:off x="1504555" y="86017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79" name="9wup_2_official_PredictedAtoms_4">
            <a:extLst>
              <a:ext uri="{FF2B5EF4-FFF2-40B4-BE49-F238E27FC236}">
                <a16:creationId xmlns:a16="http://schemas.microsoft.com/office/drawing/2014/main" id="{75409A4B-D286-430A-B301-0200E759F829}"/>
              </a:ext>
            </a:extLst>
          </p:cNvPr>
          <p:cNvSpPr>
            <a:spLocks noGrp="1"/>
          </p:cNvSpPr>
          <p:nvPr/>
        </p:nvSpPr>
        <p:spPr>
          <a:xfrm>
            <a:off x="1600372" y="85705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0" name="9wup_2_official_PredictedAtoms_5">
            <a:extLst>
              <a:ext uri="{FF2B5EF4-FFF2-40B4-BE49-F238E27FC236}">
                <a16:creationId xmlns:a16="http://schemas.microsoft.com/office/drawing/2014/main" id="{AA4727EF-F328-43A3-A1A2-41A6CCF9480F}"/>
              </a:ext>
            </a:extLst>
          </p:cNvPr>
          <p:cNvSpPr>
            <a:spLocks noGrp="1"/>
          </p:cNvSpPr>
          <p:nvPr/>
        </p:nvSpPr>
        <p:spPr>
          <a:xfrm>
            <a:off x="1586329" y="86333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1" name="9wup_2_official_PredictedAtoms_6">
            <a:extLst>
              <a:ext uri="{FF2B5EF4-FFF2-40B4-BE49-F238E27FC236}">
                <a16:creationId xmlns:a16="http://schemas.microsoft.com/office/drawing/2014/main" id="{9A274E9A-ECD9-47E0-9F87-C2CEC8DB489D}"/>
              </a:ext>
            </a:extLst>
          </p:cNvPr>
          <p:cNvSpPr>
            <a:spLocks noGrp="1"/>
          </p:cNvSpPr>
          <p:nvPr/>
        </p:nvSpPr>
        <p:spPr>
          <a:xfrm>
            <a:off x="1592672" y="84397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2" name="9wup_2_official_PredictedAtoms_7">
            <a:extLst>
              <a:ext uri="{FF2B5EF4-FFF2-40B4-BE49-F238E27FC236}">
                <a16:creationId xmlns:a16="http://schemas.microsoft.com/office/drawing/2014/main" id="{9F18CA06-2F99-49E6-AEDB-6CE734B78A19}"/>
              </a:ext>
            </a:extLst>
          </p:cNvPr>
          <p:cNvSpPr>
            <a:spLocks noGrp="1"/>
          </p:cNvSpPr>
          <p:nvPr/>
        </p:nvSpPr>
        <p:spPr>
          <a:xfrm>
            <a:off x="1721796" y="86159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3" name="9wup_2_official_PredictedAtoms_8">
            <a:extLst>
              <a:ext uri="{FF2B5EF4-FFF2-40B4-BE49-F238E27FC236}">
                <a16:creationId xmlns:a16="http://schemas.microsoft.com/office/drawing/2014/main" id="{CDDFB4BF-98B1-44D3-8817-62511809BA7A}"/>
              </a:ext>
            </a:extLst>
          </p:cNvPr>
          <p:cNvSpPr>
            <a:spLocks noGrp="1"/>
          </p:cNvSpPr>
          <p:nvPr/>
        </p:nvSpPr>
        <p:spPr>
          <a:xfrm>
            <a:off x="1793988" y="87389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4" name="9wup_2_official_PredictedAtoms_9">
            <a:extLst>
              <a:ext uri="{FF2B5EF4-FFF2-40B4-BE49-F238E27FC236}">
                <a16:creationId xmlns:a16="http://schemas.microsoft.com/office/drawing/2014/main" id="{9CA5EF47-6FF8-46A0-93B6-22B24AAD20FB}"/>
              </a:ext>
            </a:extLst>
          </p:cNvPr>
          <p:cNvSpPr>
            <a:spLocks noGrp="1"/>
          </p:cNvSpPr>
          <p:nvPr/>
        </p:nvSpPr>
        <p:spPr>
          <a:xfrm>
            <a:off x="1713315" y="88371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5" name="9wup_2_official_PredictedAtoms_10">
            <a:extLst>
              <a:ext uri="{FF2B5EF4-FFF2-40B4-BE49-F238E27FC236}">
                <a16:creationId xmlns:a16="http://schemas.microsoft.com/office/drawing/2014/main" id="{EB73DC64-C2DE-47DB-BB48-4D57D51B073B}"/>
              </a:ext>
            </a:extLst>
          </p:cNvPr>
          <p:cNvSpPr>
            <a:spLocks noGrp="1"/>
          </p:cNvSpPr>
          <p:nvPr/>
        </p:nvSpPr>
        <p:spPr>
          <a:xfrm>
            <a:off x="1888884" y="87269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6" name="9wup_2_official_PredictedAtoms_11">
            <a:extLst>
              <a:ext uri="{FF2B5EF4-FFF2-40B4-BE49-F238E27FC236}">
                <a16:creationId xmlns:a16="http://schemas.microsoft.com/office/drawing/2014/main" id="{E233A769-F97A-42EA-9E90-EEFC68CC047A}"/>
              </a:ext>
            </a:extLst>
          </p:cNvPr>
          <p:cNvSpPr>
            <a:spLocks noGrp="1"/>
          </p:cNvSpPr>
          <p:nvPr/>
        </p:nvSpPr>
        <p:spPr>
          <a:xfrm>
            <a:off x="1851532" y="87664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7" name="9wup_2_official_PredictedAtoms_12">
            <a:extLst>
              <a:ext uri="{FF2B5EF4-FFF2-40B4-BE49-F238E27FC236}">
                <a16:creationId xmlns:a16="http://schemas.microsoft.com/office/drawing/2014/main" id="{FAEC1FEB-7463-4DB6-BA7D-7947DD0993D5}"/>
              </a:ext>
            </a:extLst>
          </p:cNvPr>
          <p:cNvSpPr>
            <a:spLocks noGrp="1"/>
          </p:cNvSpPr>
          <p:nvPr/>
        </p:nvSpPr>
        <p:spPr>
          <a:xfrm>
            <a:off x="1828786" y="88668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8" name="9wup_2_official_PredictedAtoms_13">
            <a:extLst>
              <a:ext uri="{FF2B5EF4-FFF2-40B4-BE49-F238E27FC236}">
                <a16:creationId xmlns:a16="http://schemas.microsoft.com/office/drawing/2014/main" id="{7B86A68E-598B-4DDC-8A75-4CE2B57936D8}"/>
              </a:ext>
            </a:extLst>
          </p:cNvPr>
          <p:cNvSpPr>
            <a:spLocks noGrp="1"/>
          </p:cNvSpPr>
          <p:nvPr/>
        </p:nvSpPr>
        <p:spPr>
          <a:xfrm>
            <a:off x="1883385" y="88626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89" name="9wup_2_official_PredictedAtoms_14">
            <a:extLst>
              <a:ext uri="{FF2B5EF4-FFF2-40B4-BE49-F238E27FC236}">
                <a16:creationId xmlns:a16="http://schemas.microsoft.com/office/drawing/2014/main" id="{25D0DA81-E173-4810-A322-7CEF260E0EA3}"/>
              </a:ext>
            </a:extLst>
          </p:cNvPr>
          <p:cNvSpPr>
            <a:spLocks noGrp="1"/>
          </p:cNvSpPr>
          <p:nvPr/>
        </p:nvSpPr>
        <p:spPr>
          <a:xfrm>
            <a:off x="1989957" y="88045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0" name="9wup_2_official_PredictedAtoms_15">
            <a:extLst>
              <a:ext uri="{FF2B5EF4-FFF2-40B4-BE49-F238E27FC236}">
                <a16:creationId xmlns:a16="http://schemas.microsoft.com/office/drawing/2014/main" id="{0FE3605E-90A3-4F95-9FFE-6D6112F5623E}"/>
              </a:ext>
            </a:extLst>
          </p:cNvPr>
          <p:cNvSpPr>
            <a:spLocks noGrp="1"/>
          </p:cNvSpPr>
          <p:nvPr/>
        </p:nvSpPr>
        <p:spPr>
          <a:xfrm>
            <a:off x="2006242" y="875782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1" name="9wup_2_official_PredictedAtoms_16">
            <a:extLst>
              <a:ext uri="{FF2B5EF4-FFF2-40B4-BE49-F238E27FC236}">
                <a16:creationId xmlns:a16="http://schemas.microsoft.com/office/drawing/2014/main" id="{288FE18E-6CEA-4987-B473-D54EAB245536}"/>
              </a:ext>
            </a:extLst>
          </p:cNvPr>
          <p:cNvSpPr>
            <a:spLocks noGrp="1"/>
          </p:cNvSpPr>
          <p:nvPr/>
        </p:nvSpPr>
        <p:spPr>
          <a:xfrm>
            <a:off x="2073282" y="86480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2" name="9wup_2_official_PredictedAtoms_17">
            <a:extLst>
              <a:ext uri="{FF2B5EF4-FFF2-40B4-BE49-F238E27FC236}">
                <a16:creationId xmlns:a16="http://schemas.microsoft.com/office/drawing/2014/main" id="{2822A8C8-A2ED-4C52-9BEE-36D6C17334C4}"/>
              </a:ext>
            </a:extLst>
          </p:cNvPr>
          <p:cNvSpPr>
            <a:spLocks noGrp="1"/>
          </p:cNvSpPr>
          <p:nvPr/>
        </p:nvSpPr>
        <p:spPr>
          <a:xfrm>
            <a:off x="2032238" y="85550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3" name="9wup_2_official_PredictedAtoms_18">
            <a:extLst>
              <a:ext uri="{FF2B5EF4-FFF2-40B4-BE49-F238E27FC236}">
                <a16:creationId xmlns:a16="http://schemas.microsoft.com/office/drawing/2014/main" id="{F5132AA7-C748-45AF-B222-38FCFEB1594A}"/>
              </a:ext>
            </a:extLst>
          </p:cNvPr>
          <p:cNvSpPr>
            <a:spLocks noGrp="1"/>
          </p:cNvSpPr>
          <p:nvPr/>
        </p:nvSpPr>
        <p:spPr>
          <a:xfrm>
            <a:off x="2113265" y="84702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4" name="9wup_2_official_PredictedAtoms_19">
            <a:extLst>
              <a:ext uri="{FF2B5EF4-FFF2-40B4-BE49-F238E27FC236}">
                <a16:creationId xmlns:a16="http://schemas.microsoft.com/office/drawing/2014/main" id="{D915B1E8-5ABE-46DA-AD4F-5F285FE925B5}"/>
              </a:ext>
            </a:extLst>
          </p:cNvPr>
          <p:cNvSpPr>
            <a:spLocks noGrp="1"/>
          </p:cNvSpPr>
          <p:nvPr/>
        </p:nvSpPr>
        <p:spPr>
          <a:xfrm>
            <a:off x="2213232" y="8510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5" name="9wup_2_official_PredictedAtoms_20">
            <a:extLst>
              <a:ext uri="{FF2B5EF4-FFF2-40B4-BE49-F238E27FC236}">
                <a16:creationId xmlns:a16="http://schemas.microsoft.com/office/drawing/2014/main" id="{B004B095-C194-4EC3-B878-7548BB3C83A7}"/>
              </a:ext>
            </a:extLst>
          </p:cNvPr>
          <p:cNvSpPr>
            <a:spLocks noGrp="1"/>
          </p:cNvSpPr>
          <p:nvPr/>
        </p:nvSpPr>
        <p:spPr>
          <a:xfrm>
            <a:off x="2324726" y="84596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6" name="9wup_2_official_PredictedAtoms_21">
            <a:extLst>
              <a:ext uri="{FF2B5EF4-FFF2-40B4-BE49-F238E27FC236}">
                <a16:creationId xmlns:a16="http://schemas.microsoft.com/office/drawing/2014/main" id="{18E1B343-FB2F-40F3-AE6C-F8259566977F}"/>
              </a:ext>
            </a:extLst>
          </p:cNvPr>
          <p:cNvSpPr>
            <a:spLocks noGrp="1"/>
          </p:cNvSpPr>
          <p:nvPr/>
        </p:nvSpPr>
        <p:spPr>
          <a:xfrm>
            <a:off x="2357678" y="83456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7" name="9wup_2_official_PredictedAtoms_22">
            <a:extLst>
              <a:ext uri="{FF2B5EF4-FFF2-40B4-BE49-F238E27FC236}">
                <a16:creationId xmlns:a16="http://schemas.microsoft.com/office/drawing/2014/main" id="{F16DE3FA-EC10-483A-A820-8D56D3C5F159}"/>
              </a:ext>
            </a:extLst>
          </p:cNvPr>
          <p:cNvSpPr>
            <a:spLocks noGrp="1"/>
          </p:cNvSpPr>
          <p:nvPr/>
        </p:nvSpPr>
        <p:spPr>
          <a:xfrm>
            <a:off x="2406987" y="85301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8" name="9wup_2_official_PredictedAtoms_23">
            <a:extLst>
              <a:ext uri="{FF2B5EF4-FFF2-40B4-BE49-F238E27FC236}">
                <a16:creationId xmlns:a16="http://schemas.microsoft.com/office/drawing/2014/main" id="{80CBFFBA-9425-490E-AF89-7BC895405CF7}"/>
              </a:ext>
            </a:extLst>
          </p:cNvPr>
          <p:cNvSpPr>
            <a:spLocks noGrp="1"/>
          </p:cNvSpPr>
          <p:nvPr/>
        </p:nvSpPr>
        <p:spPr>
          <a:xfrm>
            <a:off x="2372389" y="86384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499" name="9wup_2_official_PredictedAtoms_24">
            <a:extLst>
              <a:ext uri="{FF2B5EF4-FFF2-40B4-BE49-F238E27FC236}">
                <a16:creationId xmlns:a16="http://schemas.microsoft.com/office/drawing/2014/main" id="{400A81B6-9CB2-44F7-9FCF-4AF479798EA1}"/>
              </a:ext>
            </a:extLst>
          </p:cNvPr>
          <p:cNvSpPr>
            <a:spLocks noGrp="1"/>
          </p:cNvSpPr>
          <p:nvPr/>
        </p:nvSpPr>
        <p:spPr>
          <a:xfrm>
            <a:off x="2268713" y="86866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0" name="9wup_2_official_PredictedAtoms_25">
            <a:extLst>
              <a:ext uri="{FF2B5EF4-FFF2-40B4-BE49-F238E27FC236}">
                <a16:creationId xmlns:a16="http://schemas.microsoft.com/office/drawing/2014/main" id="{70D74C06-336D-4268-979B-E827169828FF}"/>
              </a:ext>
            </a:extLst>
          </p:cNvPr>
          <p:cNvSpPr>
            <a:spLocks noGrp="1"/>
          </p:cNvSpPr>
          <p:nvPr/>
        </p:nvSpPr>
        <p:spPr>
          <a:xfrm>
            <a:off x="2187417" y="86233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1" name="9wup_2_official_PredictedAtoms_26">
            <a:extLst>
              <a:ext uri="{FF2B5EF4-FFF2-40B4-BE49-F238E27FC236}">
                <a16:creationId xmlns:a16="http://schemas.microsoft.com/office/drawing/2014/main" id="{057A6359-E9D6-4363-ADC4-6BEB8E920A7F}"/>
              </a:ext>
            </a:extLst>
          </p:cNvPr>
          <p:cNvSpPr>
            <a:spLocks noGrp="1"/>
          </p:cNvSpPr>
          <p:nvPr/>
        </p:nvSpPr>
        <p:spPr>
          <a:xfrm>
            <a:off x="1888505" y="87722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2" name="9wup_2_official_PredictedAtoms_27">
            <a:extLst>
              <a:ext uri="{FF2B5EF4-FFF2-40B4-BE49-F238E27FC236}">
                <a16:creationId xmlns:a16="http://schemas.microsoft.com/office/drawing/2014/main" id="{77097CAA-0636-47B9-905C-58C71B82BD43}"/>
              </a:ext>
            </a:extLst>
          </p:cNvPr>
          <p:cNvSpPr>
            <a:spLocks noGrp="1"/>
          </p:cNvSpPr>
          <p:nvPr/>
        </p:nvSpPr>
        <p:spPr>
          <a:xfrm>
            <a:off x="1892573" y="88543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3" name="9wup_2_official_PredictedAtoms_28">
            <a:extLst>
              <a:ext uri="{FF2B5EF4-FFF2-40B4-BE49-F238E27FC236}">
                <a16:creationId xmlns:a16="http://schemas.microsoft.com/office/drawing/2014/main" id="{0DAF29F8-5C39-440D-A4F3-0518010DF545}"/>
              </a:ext>
            </a:extLst>
          </p:cNvPr>
          <p:cNvSpPr>
            <a:spLocks noGrp="1"/>
          </p:cNvSpPr>
          <p:nvPr/>
        </p:nvSpPr>
        <p:spPr>
          <a:xfrm>
            <a:off x="1804896" y="881613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4" name="9wup_2_official_PredictedAtoms_29">
            <a:extLst>
              <a:ext uri="{FF2B5EF4-FFF2-40B4-BE49-F238E27FC236}">
                <a16:creationId xmlns:a16="http://schemas.microsoft.com/office/drawing/2014/main" id="{A1609424-72FD-419F-806A-A2DDD073BA43}"/>
              </a:ext>
            </a:extLst>
          </p:cNvPr>
          <p:cNvSpPr>
            <a:spLocks noGrp="1"/>
          </p:cNvSpPr>
          <p:nvPr/>
        </p:nvSpPr>
        <p:spPr>
          <a:xfrm>
            <a:off x="1722088" y="89058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5" name="9wup_2_official_PredictedAtoms_30">
            <a:extLst>
              <a:ext uri="{FF2B5EF4-FFF2-40B4-BE49-F238E27FC236}">
                <a16:creationId xmlns:a16="http://schemas.microsoft.com/office/drawing/2014/main" id="{5B620136-82DA-4872-A460-541677069B76}"/>
              </a:ext>
            </a:extLst>
          </p:cNvPr>
          <p:cNvSpPr>
            <a:spLocks noGrp="1"/>
          </p:cNvSpPr>
          <p:nvPr/>
        </p:nvSpPr>
        <p:spPr>
          <a:xfrm>
            <a:off x="1389196" y="87039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6" name="9wup_2_official_PredictedAtoms_31">
            <a:extLst>
              <a:ext uri="{FF2B5EF4-FFF2-40B4-BE49-F238E27FC236}">
                <a16:creationId xmlns:a16="http://schemas.microsoft.com/office/drawing/2014/main" id="{EA960C20-B848-442C-839C-9E9FB1F68F2E}"/>
              </a:ext>
            </a:extLst>
          </p:cNvPr>
          <p:cNvSpPr>
            <a:spLocks noGrp="1"/>
          </p:cNvSpPr>
          <p:nvPr/>
        </p:nvSpPr>
        <p:spPr>
          <a:xfrm>
            <a:off x="1471237" y="87316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7" name="9wup_2_official_PredictedAtoms_32">
            <a:extLst>
              <a:ext uri="{FF2B5EF4-FFF2-40B4-BE49-F238E27FC236}">
                <a16:creationId xmlns:a16="http://schemas.microsoft.com/office/drawing/2014/main" id="{81434295-EDE8-4F70-AA7C-8C7679E09410}"/>
              </a:ext>
            </a:extLst>
          </p:cNvPr>
          <p:cNvSpPr>
            <a:spLocks noGrp="1"/>
          </p:cNvSpPr>
          <p:nvPr/>
        </p:nvSpPr>
        <p:spPr>
          <a:xfrm>
            <a:off x="1276705" y="87739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8" name="9wup_2_official_PredictedAtoms_33">
            <a:extLst>
              <a:ext uri="{FF2B5EF4-FFF2-40B4-BE49-F238E27FC236}">
                <a16:creationId xmlns:a16="http://schemas.microsoft.com/office/drawing/2014/main" id="{644F4FC0-DA2D-40EF-B5AB-FD3F0796810F}"/>
              </a:ext>
            </a:extLst>
          </p:cNvPr>
          <p:cNvSpPr>
            <a:spLocks noGrp="1"/>
          </p:cNvSpPr>
          <p:nvPr/>
        </p:nvSpPr>
        <p:spPr>
          <a:xfrm>
            <a:off x="1296568" y="888451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09" name="9wup_2_official_PredictedAtoms_34">
            <a:extLst>
              <a:ext uri="{FF2B5EF4-FFF2-40B4-BE49-F238E27FC236}">
                <a16:creationId xmlns:a16="http://schemas.microsoft.com/office/drawing/2014/main" id="{A6CB6A98-4899-48C4-ADCF-7F1B1FBE062B}"/>
              </a:ext>
            </a:extLst>
          </p:cNvPr>
          <p:cNvSpPr>
            <a:spLocks noGrp="1"/>
          </p:cNvSpPr>
          <p:nvPr/>
        </p:nvSpPr>
        <p:spPr>
          <a:xfrm>
            <a:off x="1230398" y="88059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0" name="9wup_2_official_PredictedAtoms_35">
            <a:extLst>
              <a:ext uri="{FF2B5EF4-FFF2-40B4-BE49-F238E27FC236}">
                <a16:creationId xmlns:a16="http://schemas.microsoft.com/office/drawing/2014/main" id="{F62FB93C-CF91-45EC-A662-4A415AAB4088}"/>
              </a:ext>
            </a:extLst>
          </p:cNvPr>
          <p:cNvSpPr>
            <a:spLocks noGrp="1"/>
          </p:cNvSpPr>
          <p:nvPr/>
        </p:nvSpPr>
        <p:spPr>
          <a:xfrm>
            <a:off x="1104902" y="88009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1" name="9wup_2_official_PredictedAtoms_36">
            <a:extLst>
              <a:ext uri="{FF2B5EF4-FFF2-40B4-BE49-F238E27FC236}">
                <a16:creationId xmlns:a16="http://schemas.microsoft.com/office/drawing/2014/main" id="{9317518B-6F68-4156-9223-E431B59D0BD5}"/>
              </a:ext>
            </a:extLst>
          </p:cNvPr>
          <p:cNvSpPr>
            <a:spLocks noGrp="1"/>
          </p:cNvSpPr>
          <p:nvPr/>
        </p:nvSpPr>
        <p:spPr>
          <a:xfrm>
            <a:off x="1038692" y="88988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2" name="9wup_2_official_PredictedAtoms_37">
            <a:extLst>
              <a:ext uri="{FF2B5EF4-FFF2-40B4-BE49-F238E27FC236}">
                <a16:creationId xmlns:a16="http://schemas.microsoft.com/office/drawing/2014/main" id="{380DD4A4-902B-4F53-BB8D-8FCC491F5BCC}"/>
              </a:ext>
            </a:extLst>
          </p:cNvPr>
          <p:cNvSpPr>
            <a:spLocks noGrp="1"/>
          </p:cNvSpPr>
          <p:nvPr/>
        </p:nvSpPr>
        <p:spPr>
          <a:xfrm>
            <a:off x="1081015" y="90056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3" name="9wup_2_official_PredictedAtoms_38">
            <a:extLst>
              <a:ext uri="{FF2B5EF4-FFF2-40B4-BE49-F238E27FC236}">
                <a16:creationId xmlns:a16="http://schemas.microsoft.com/office/drawing/2014/main" id="{2855D038-BC77-446B-B570-DFD102BEF26F}"/>
              </a:ext>
            </a:extLst>
          </p:cNvPr>
          <p:cNvSpPr>
            <a:spLocks noGrp="1"/>
          </p:cNvSpPr>
          <p:nvPr/>
        </p:nvSpPr>
        <p:spPr>
          <a:xfrm>
            <a:off x="1015275" y="91051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4" name="9wup_2_official_PredictedAtoms_39">
            <a:extLst>
              <a:ext uri="{FF2B5EF4-FFF2-40B4-BE49-F238E27FC236}">
                <a16:creationId xmlns:a16="http://schemas.microsoft.com/office/drawing/2014/main" id="{4DDCCDE8-6EAE-41E5-BD85-C079880C0C99}"/>
              </a:ext>
            </a:extLst>
          </p:cNvPr>
          <p:cNvSpPr>
            <a:spLocks noGrp="1"/>
          </p:cNvSpPr>
          <p:nvPr/>
        </p:nvSpPr>
        <p:spPr>
          <a:xfrm>
            <a:off x="1053113" y="92019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5" name="9wup_2_official_PredictedAtoms_40">
            <a:extLst>
              <a:ext uri="{FF2B5EF4-FFF2-40B4-BE49-F238E27FC236}">
                <a16:creationId xmlns:a16="http://schemas.microsoft.com/office/drawing/2014/main" id="{EBA214A0-AA9A-4330-8160-913457275D89}"/>
              </a:ext>
            </a:extLst>
          </p:cNvPr>
          <p:cNvSpPr>
            <a:spLocks noGrp="1"/>
          </p:cNvSpPr>
          <p:nvPr/>
        </p:nvSpPr>
        <p:spPr>
          <a:xfrm>
            <a:off x="902127" y="91012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6" name="9wup_2_official_PredictedAtoms_41">
            <a:extLst>
              <a:ext uri="{FF2B5EF4-FFF2-40B4-BE49-F238E27FC236}">
                <a16:creationId xmlns:a16="http://schemas.microsoft.com/office/drawing/2014/main" id="{A3DF04BF-F699-4E72-8F70-95FD2C86C3C0}"/>
              </a:ext>
            </a:extLst>
          </p:cNvPr>
          <p:cNvSpPr>
            <a:spLocks noGrp="1"/>
          </p:cNvSpPr>
          <p:nvPr/>
        </p:nvSpPr>
        <p:spPr>
          <a:xfrm>
            <a:off x="850605" y="89957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7" name="9wup_2_official_PredictedAtoms_42">
            <a:extLst>
              <a:ext uri="{FF2B5EF4-FFF2-40B4-BE49-F238E27FC236}">
                <a16:creationId xmlns:a16="http://schemas.microsoft.com/office/drawing/2014/main" id="{768DC593-C0F9-4DB0-8FF2-A16B5999995C}"/>
              </a:ext>
            </a:extLst>
          </p:cNvPr>
          <p:cNvSpPr>
            <a:spLocks noGrp="1"/>
          </p:cNvSpPr>
          <p:nvPr/>
        </p:nvSpPr>
        <p:spPr>
          <a:xfrm>
            <a:off x="746572" y="89947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8" name="9wup_2_official_PredictedAtoms_43">
            <a:extLst>
              <a:ext uri="{FF2B5EF4-FFF2-40B4-BE49-F238E27FC236}">
                <a16:creationId xmlns:a16="http://schemas.microsoft.com/office/drawing/2014/main" id="{27B2B6BB-225C-48D4-A019-7C4FB62839A0}"/>
              </a:ext>
            </a:extLst>
          </p:cNvPr>
          <p:cNvSpPr>
            <a:spLocks noGrp="1"/>
          </p:cNvSpPr>
          <p:nvPr/>
        </p:nvSpPr>
        <p:spPr>
          <a:xfrm>
            <a:off x="920947" y="88918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19" name="9wup_2_official_PredictedAtoms_44">
            <a:extLst>
              <a:ext uri="{FF2B5EF4-FFF2-40B4-BE49-F238E27FC236}">
                <a16:creationId xmlns:a16="http://schemas.microsoft.com/office/drawing/2014/main" id="{7125B5B1-42F7-4AAA-B4ED-C2A289D8A2E4}"/>
              </a:ext>
            </a:extLst>
          </p:cNvPr>
          <p:cNvSpPr>
            <a:spLocks noGrp="1"/>
          </p:cNvSpPr>
          <p:nvPr/>
        </p:nvSpPr>
        <p:spPr>
          <a:xfrm>
            <a:off x="870586" y="87847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0" name="9wup_2_official_PredictedAtoms_45">
            <a:extLst>
              <a:ext uri="{FF2B5EF4-FFF2-40B4-BE49-F238E27FC236}">
                <a16:creationId xmlns:a16="http://schemas.microsoft.com/office/drawing/2014/main" id="{9DAC653F-EFEF-40AD-BA67-910F64DA2DBC}"/>
              </a:ext>
            </a:extLst>
          </p:cNvPr>
          <p:cNvSpPr>
            <a:spLocks noGrp="1"/>
          </p:cNvSpPr>
          <p:nvPr/>
        </p:nvSpPr>
        <p:spPr>
          <a:xfrm>
            <a:off x="932904" y="868690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1" name="9wup_2_official_PredictedAtoms_46">
            <a:extLst>
              <a:ext uri="{FF2B5EF4-FFF2-40B4-BE49-F238E27FC236}">
                <a16:creationId xmlns:a16="http://schemas.microsoft.com/office/drawing/2014/main" id="{2B6B927B-8440-4AC9-80FA-DF7180E4A88E}"/>
              </a:ext>
            </a:extLst>
          </p:cNvPr>
          <p:cNvSpPr>
            <a:spLocks noGrp="1"/>
          </p:cNvSpPr>
          <p:nvPr/>
        </p:nvSpPr>
        <p:spPr>
          <a:xfrm>
            <a:off x="879725" y="85779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2" name="9wup_2_official_PredictedAtoms_47">
            <a:extLst>
              <a:ext uri="{FF2B5EF4-FFF2-40B4-BE49-F238E27FC236}">
                <a16:creationId xmlns:a16="http://schemas.microsoft.com/office/drawing/2014/main" id="{F56040C2-2EF9-4562-818E-0BA38FB81025}"/>
              </a:ext>
            </a:extLst>
          </p:cNvPr>
          <p:cNvSpPr>
            <a:spLocks noGrp="1"/>
          </p:cNvSpPr>
          <p:nvPr/>
        </p:nvSpPr>
        <p:spPr>
          <a:xfrm>
            <a:off x="940311" y="84720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3" name="9wup_2_official_PredictedAtoms_48">
            <a:extLst>
              <a:ext uri="{FF2B5EF4-FFF2-40B4-BE49-F238E27FC236}">
                <a16:creationId xmlns:a16="http://schemas.microsoft.com/office/drawing/2014/main" id="{0B238BF1-AF6F-4EA9-B499-954DA95AA9F9}"/>
              </a:ext>
            </a:extLst>
          </p:cNvPr>
          <p:cNvSpPr>
            <a:spLocks noGrp="1"/>
          </p:cNvSpPr>
          <p:nvPr/>
        </p:nvSpPr>
        <p:spPr>
          <a:xfrm>
            <a:off x="873885" y="83590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4" name="9wup_2_official_PredictedAtoms_49">
            <a:extLst>
              <a:ext uri="{FF2B5EF4-FFF2-40B4-BE49-F238E27FC236}">
                <a16:creationId xmlns:a16="http://schemas.microsoft.com/office/drawing/2014/main" id="{34A98A10-1857-42F5-8AFE-311465E53D57}"/>
              </a:ext>
            </a:extLst>
          </p:cNvPr>
          <p:cNvSpPr>
            <a:spLocks noGrp="1"/>
          </p:cNvSpPr>
          <p:nvPr/>
        </p:nvSpPr>
        <p:spPr>
          <a:xfrm>
            <a:off x="1062213" y="84758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5" name="9wup_2_official_PredictedAtoms_50">
            <a:extLst>
              <a:ext uri="{FF2B5EF4-FFF2-40B4-BE49-F238E27FC236}">
                <a16:creationId xmlns:a16="http://schemas.microsoft.com/office/drawing/2014/main" id="{3B2CEA8A-E194-4122-B0C3-AE271CDC6978}"/>
              </a:ext>
            </a:extLst>
          </p:cNvPr>
          <p:cNvSpPr>
            <a:spLocks noGrp="1"/>
          </p:cNvSpPr>
          <p:nvPr/>
        </p:nvSpPr>
        <p:spPr>
          <a:xfrm>
            <a:off x="1126175" y="83656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6" name="9wup_2_official_PredictedAtoms_51">
            <a:extLst>
              <a:ext uri="{FF2B5EF4-FFF2-40B4-BE49-F238E27FC236}">
                <a16:creationId xmlns:a16="http://schemas.microsoft.com/office/drawing/2014/main" id="{A7B31BAE-32BA-4B25-B0E7-E602AE74844B}"/>
              </a:ext>
            </a:extLst>
          </p:cNvPr>
          <p:cNvSpPr>
            <a:spLocks noGrp="1"/>
          </p:cNvSpPr>
          <p:nvPr/>
        </p:nvSpPr>
        <p:spPr>
          <a:xfrm>
            <a:off x="1114009" y="85859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7" name="9wup_2_official_PredictedAtoms_52">
            <a:extLst>
              <a:ext uri="{FF2B5EF4-FFF2-40B4-BE49-F238E27FC236}">
                <a16:creationId xmlns:a16="http://schemas.microsoft.com/office/drawing/2014/main" id="{CEEC73FB-C6DC-47F0-8AE6-6232C46FBE79}"/>
              </a:ext>
            </a:extLst>
          </p:cNvPr>
          <p:cNvSpPr>
            <a:spLocks noGrp="1"/>
          </p:cNvSpPr>
          <p:nvPr/>
        </p:nvSpPr>
        <p:spPr>
          <a:xfrm>
            <a:off x="1054224" y="86929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528" name="stage3-cases-main_43">
            <a:extLst>
              <a:ext uri="{FF2B5EF4-FFF2-40B4-BE49-F238E27FC236}">
                <a16:creationId xmlns:a16="http://schemas.microsoft.com/office/drawing/2014/main" id="{CA745820-DE91-4432-A40A-3DB476623687}"/>
              </a:ext>
            </a:extLst>
          </p:cNvPr>
          <p:cNvSpPr>
            <a:spLocks noGrp="1"/>
          </p:cNvSpPr>
          <p:nvPr/>
        </p:nvSpPr>
        <p:spPr>
          <a:xfrm>
            <a:off x="2286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3.83 Å   D 66%   Clash 0</a:t>
            </a:r>
          </a:p>
        </p:txBody>
      </p:sp>
      <p:sp>
        <p:nvSpPr>
          <p:cNvPr id="1529" name="9wup_2_tuned_Receptor">
            <a:extLst>
              <a:ext uri="{FF2B5EF4-FFF2-40B4-BE49-F238E27FC236}">
                <a16:creationId xmlns:a16="http://schemas.microsoft.com/office/drawing/2014/main" id="{8A18F68F-6880-405A-94BA-2550C694F9C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530" name="9wup_2_tuned_ExperimentalDensity">
            <a:extLst>
              <a:ext uri="{FF2B5EF4-FFF2-40B4-BE49-F238E27FC236}">
                <a16:creationId xmlns:a16="http://schemas.microsoft.com/office/drawing/2014/main" id="{DB12CF76-2F1D-4F06-A498-53C75F66FE7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531" name="9wup_2_tuned_ReferenceLigand_0">
            <a:extLst>
              <a:ext uri="{FF2B5EF4-FFF2-40B4-BE49-F238E27FC236}">
                <a16:creationId xmlns:a16="http://schemas.microsoft.com/office/drawing/2014/main" id="{FFAB52DC-62D3-4F25-A81A-49A5333CA47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2" name="9wup_2_tuned_ReferenceLigand_1">
            <a:extLst>
              <a:ext uri="{FF2B5EF4-FFF2-40B4-BE49-F238E27FC236}">
                <a16:creationId xmlns:a16="http://schemas.microsoft.com/office/drawing/2014/main" id="{C5E7EEF9-F494-4EB1-BA13-C359D226287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3" name="9wup_2_tuned_ReferenceLigand_2">
            <a:extLst>
              <a:ext uri="{FF2B5EF4-FFF2-40B4-BE49-F238E27FC236}">
                <a16:creationId xmlns:a16="http://schemas.microsoft.com/office/drawing/2014/main" id="{33DB45BA-FFF2-4F08-A6EE-87ADAD45C34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4" name="9wup_2_tuned_ReferenceLigand_3">
            <a:extLst>
              <a:ext uri="{FF2B5EF4-FFF2-40B4-BE49-F238E27FC236}">
                <a16:creationId xmlns:a16="http://schemas.microsoft.com/office/drawing/2014/main" id="{798CF543-BAF2-41A7-BA29-B939BE7DD5B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5" name="9wup_2_tuned_ReferenceLigand_4">
            <a:extLst>
              <a:ext uri="{FF2B5EF4-FFF2-40B4-BE49-F238E27FC236}">
                <a16:creationId xmlns:a16="http://schemas.microsoft.com/office/drawing/2014/main" id="{CC4A57FD-C4FF-40A6-A464-32B2A512818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6" name="9wup_2_tuned_ReferenceLigand_5">
            <a:extLst>
              <a:ext uri="{FF2B5EF4-FFF2-40B4-BE49-F238E27FC236}">
                <a16:creationId xmlns:a16="http://schemas.microsoft.com/office/drawing/2014/main" id="{870DAACE-9DE7-41B3-A492-29D997142CF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7" name="9wup_2_tuned_ReferenceLigand_6">
            <a:extLst>
              <a:ext uri="{FF2B5EF4-FFF2-40B4-BE49-F238E27FC236}">
                <a16:creationId xmlns:a16="http://schemas.microsoft.com/office/drawing/2014/main" id="{C62DF9DE-A3BA-414A-B57F-607BF27B1D3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8" name="9wup_2_tuned_ReferenceLigand_7">
            <a:extLst>
              <a:ext uri="{FF2B5EF4-FFF2-40B4-BE49-F238E27FC236}">
                <a16:creationId xmlns:a16="http://schemas.microsoft.com/office/drawing/2014/main" id="{69C3EC13-BCBF-4524-80FE-5D65B00074E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9" name="9wup_2_tuned_ReferenceLigand_8">
            <a:extLst>
              <a:ext uri="{FF2B5EF4-FFF2-40B4-BE49-F238E27FC236}">
                <a16:creationId xmlns:a16="http://schemas.microsoft.com/office/drawing/2014/main" id="{6A02CC50-6FAF-4131-AF36-372B450B0D9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0" name="9wup_2_tuned_ReferenceLigand_9">
            <a:extLst>
              <a:ext uri="{FF2B5EF4-FFF2-40B4-BE49-F238E27FC236}">
                <a16:creationId xmlns:a16="http://schemas.microsoft.com/office/drawing/2014/main" id="{58203356-FE2D-4196-BF83-953A3540139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1" name="9wup_2_tuned_ReferenceLigand_10">
            <a:extLst>
              <a:ext uri="{FF2B5EF4-FFF2-40B4-BE49-F238E27FC236}">
                <a16:creationId xmlns:a16="http://schemas.microsoft.com/office/drawing/2014/main" id="{7FF7EF9E-0606-497C-B1DA-36F7A08F47F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2" name="9wup_2_tuned_ReferenceLigand_11">
            <a:extLst>
              <a:ext uri="{FF2B5EF4-FFF2-40B4-BE49-F238E27FC236}">
                <a16:creationId xmlns:a16="http://schemas.microsoft.com/office/drawing/2014/main" id="{1B06614F-6DCD-43F0-8E5F-368261A372E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3" name="9wup_2_tuned_ReferenceLigand_12">
            <a:extLst>
              <a:ext uri="{FF2B5EF4-FFF2-40B4-BE49-F238E27FC236}">
                <a16:creationId xmlns:a16="http://schemas.microsoft.com/office/drawing/2014/main" id="{82920CCC-1818-48CA-BC86-03A4972B2FF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4" name="9wup_2_tuned_ReferenceLigand_13">
            <a:extLst>
              <a:ext uri="{FF2B5EF4-FFF2-40B4-BE49-F238E27FC236}">
                <a16:creationId xmlns:a16="http://schemas.microsoft.com/office/drawing/2014/main" id="{F5230FD8-236E-47FD-8E62-5640B1FBF77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5" name="9wup_2_tuned_ReferenceLigand_14">
            <a:extLst>
              <a:ext uri="{FF2B5EF4-FFF2-40B4-BE49-F238E27FC236}">
                <a16:creationId xmlns:a16="http://schemas.microsoft.com/office/drawing/2014/main" id="{13D3EBFA-3918-4CFD-84E9-16A54EDB49E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6" name="9wup_2_tuned_ReferenceLigand_15">
            <a:extLst>
              <a:ext uri="{FF2B5EF4-FFF2-40B4-BE49-F238E27FC236}">
                <a16:creationId xmlns:a16="http://schemas.microsoft.com/office/drawing/2014/main" id="{8A016D66-5107-4FED-BA0F-122CCE77711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7" name="9wup_2_tuned_ReferenceLigand_16">
            <a:extLst>
              <a:ext uri="{FF2B5EF4-FFF2-40B4-BE49-F238E27FC236}">
                <a16:creationId xmlns:a16="http://schemas.microsoft.com/office/drawing/2014/main" id="{8A2F80D0-54A0-4130-801D-D830E4AAC8E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8" name="9wup_2_tuned_ReferenceLigand_17">
            <a:extLst>
              <a:ext uri="{FF2B5EF4-FFF2-40B4-BE49-F238E27FC236}">
                <a16:creationId xmlns:a16="http://schemas.microsoft.com/office/drawing/2014/main" id="{ADD6B92B-AC2D-450C-895F-087B9636876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9" name="9wup_2_tuned_ReferenceLigand_18">
            <a:extLst>
              <a:ext uri="{FF2B5EF4-FFF2-40B4-BE49-F238E27FC236}">
                <a16:creationId xmlns:a16="http://schemas.microsoft.com/office/drawing/2014/main" id="{858BA19D-18A5-4488-AD48-BB8361D2FD5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0" name="9wup_2_tuned_ReferenceLigand_19">
            <a:extLst>
              <a:ext uri="{FF2B5EF4-FFF2-40B4-BE49-F238E27FC236}">
                <a16:creationId xmlns:a16="http://schemas.microsoft.com/office/drawing/2014/main" id="{85F70F5F-2E6A-4299-8725-464929A6790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1" name="9wup_2_tuned_ReferenceLigand_20">
            <a:extLst>
              <a:ext uri="{FF2B5EF4-FFF2-40B4-BE49-F238E27FC236}">
                <a16:creationId xmlns:a16="http://schemas.microsoft.com/office/drawing/2014/main" id="{5034870B-D17A-43C5-AC3E-E0A668C6D84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2" name="9wup_2_tuned_ReferenceLigand_21">
            <a:extLst>
              <a:ext uri="{FF2B5EF4-FFF2-40B4-BE49-F238E27FC236}">
                <a16:creationId xmlns:a16="http://schemas.microsoft.com/office/drawing/2014/main" id="{2F3299D4-3F27-4288-8C54-7091E072679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3" name="9wup_2_tuned_ReferenceLigand_22">
            <a:extLst>
              <a:ext uri="{FF2B5EF4-FFF2-40B4-BE49-F238E27FC236}">
                <a16:creationId xmlns:a16="http://schemas.microsoft.com/office/drawing/2014/main" id="{AED05C6F-8A58-45A4-B469-F0A6140A4D9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4" name="9wup_2_tuned_ReferenceLigand_23">
            <a:extLst>
              <a:ext uri="{FF2B5EF4-FFF2-40B4-BE49-F238E27FC236}">
                <a16:creationId xmlns:a16="http://schemas.microsoft.com/office/drawing/2014/main" id="{EC002C8E-7322-419C-8B11-6B1BD4CBCCA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5" name="9wup_2_tuned_ReferenceLigand_24">
            <a:extLst>
              <a:ext uri="{FF2B5EF4-FFF2-40B4-BE49-F238E27FC236}">
                <a16:creationId xmlns:a16="http://schemas.microsoft.com/office/drawing/2014/main" id="{BC9F8C18-F0E9-45F9-8AB5-1BBB2214AE3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6" name="9wup_2_tuned_ReferenceLigand_25">
            <a:extLst>
              <a:ext uri="{FF2B5EF4-FFF2-40B4-BE49-F238E27FC236}">
                <a16:creationId xmlns:a16="http://schemas.microsoft.com/office/drawing/2014/main" id="{57DA81A3-D1ED-4DE8-90DF-E812B3D6988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7" name="9wup_2_tuned_ReferenceLigand_26">
            <a:extLst>
              <a:ext uri="{FF2B5EF4-FFF2-40B4-BE49-F238E27FC236}">
                <a16:creationId xmlns:a16="http://schemas.microsoft.com/office/drawing/2014/main" id="{996BD6E9-2371-482C-B0D4-085A76790E7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8" name="9wup_2_tuned_ReferenceLigand_27">
            <a:extLst>
              <a:ext uri="{FF2B5EF4-FFF2-40B4-BE49-F238E27FC236}">
                <a16:creationId xmlns:a16="http://schemas.microsoft.com/office/drawing/2014/main" id="{A2F3C916-BC2C-4859-87CA-6A37AB0A7BC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9" name="9wup_2_tuned_ReferenceLigand_28">
            <a:extLst>
              <a:ext uri="{FF2B5EF4-FFF2-40B4-BE49-F238E27FC236}">
                <a16:creationId xmlns:a16="http://schemas.microsoft.com/office/drawing/2014/main" id="{F5B98759-2768-49C9-843C-C0ECC81DFFF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0" name="9wup_2_tuned_ReferenceLigand_29">
            <a:extLst>
              <a:ext uri="{FF2B5EF4-FFF2-40B4-BE49-F238E27FC236}">
                <a16:creationId xmlns:a16="http://schemas.microsoft.com/office/drawing/2014/main" id="{1B5B75B3-FFDA-4B8B-A21D-DB66A004D97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1" name="9wup_2_tuned_ReferenceLigand_30">
            <a:extLst>
              <a:ext uri="{FF2B5EF4-FFF2-40B4-BE49-F238E27FC236}">
                <a16:creationId xmlns:a16="http://schemas.microsoft.com/office/drawing/2014/main" id="{3CEFA2B1-0E98-4839-BC3E-D5ECC010D05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2" name="9wup_2_tuned_ReferenceLigand_31">
            <a:extLst>
              <a:ext uri="{FF2B5EF4-FFF2-40B4-BE49-F238E27FC236}">
                <a16:creationId xmlns:a16="http://schemas.microsoft.com/office/drawing/2014/main" id="{4B9E6B2B-25C0-4E21-B973-EFA7F5BD91E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3" name="9wup_2_tuned_ReferenceLigand_32">
            <a:extLst>
              <a:ext uri="{FF2B5EF4-FFF2-40B4-BE49-F238E27FC236}">
                <a16:creationId xmlns:a16="http://schemas.microsoft.com/office/drawing/2014/main" id="{0CA54015-3670-4021-8A00-7BB90A35BCA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4" name="9wup_2_tuned_ReferenceLigand_33">
            <a:extLst>
              <a:ext uri="{FF2B5EF4-FFF2-40B4-BE49-F238E27FC236}">
                <a16:creationId xmlns:a16="http://schemas.microsoft.com/office/drawing/2014/main" id="{1DB676DB-7A15-4E49-BFD5-B04B08EF974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5" name="9wup_2_tuned_ReferenceLigand_34">
            <a:extLst>
              <a:ext uri="{FF2B5EF4-FFF2-40B4-BE49-F238E27FC236}">
                <a16:creationId xmlns:a16="http://schemas.microsoft.com/office/drawing/2014/main" id="{D43A242B-13C7-4DD7-A873-58ED64DC3DA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6" name="9wup_2_tuned_ReferenceLigand_35">
            <a:extLst>
              <a:ext uri="{FF2B5EF4-FFF2-40B4-BE49-F238E27FC236}">
                <a16:creationId xmlns:a16="http://schemas.microsoft.com/office/drawing/2014/main" id="{FAEDA8FC-6520-4512-B8FB-BBEAA8AD2B2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7" name="9wup_2_tuned_ReferenceLigand_36">
            <a:extLst>
              <a:ext uri="{FF2B5EF4-FFF2-40B4-BE49-F238E27FC236}">
                <a16:creationId xmlns:a16="http://schemas.microsoft.com/office/drawing/2014/main" id="{CF115EBE-B3A5-4810-AB77-C0C54160853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8" name="9wup_2_tuned_ReferenceLigand_37">
            <a:extLst>
              <a:ext uri="{FF2B5EF4-FFF2-40B4-BE49-F238E27FC236}">
                <a16:creationId xmlns:a16="http://schemas.microsoft.com/office/drawing/2014/main" id="{19E36DD3-1E32-400B-94AF-7452437DDF3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9" name="9wup_2_tuned_ReferenceLigand_38">
            <a:extLst>
              <a:ext uri="{FF2B5EF4-FFF2-40B4-BE49-F238E27FC236}">
                <a16:creationId xmlns:a16="http://schemas.microsoft.com/office/drawing/2014/main" id="{E3A89DFE-B441-4AD6-AE41-A1F54B3B0EA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0" name="9wup_2_tuned_ReferenceLigand_39">
            <a:extLst>
              <a:ext uri="{FF2B5EF4-FFF2-40B4-BE49-F238E27FC236}">
                <a16:creationId xmlns:a16="http://schemas.microsoft.com/office/drawing/2014/main" id="{24C7C821-497B-4EBF-8438-5B1BA5083CA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1" name="9wup_2_tuned_ReferenceLigand_40">
            <a:extLst>
              <a:ext uri="{FF2B5EF4-FFF2-40B4-BE49-F238E27FC236}">
                <a16:creationId xmlns:a16="http://schemas.microsoft.com/office/drawing/2014/main" id="{FC65F98D-BA2E-4DBB-8022-7681D696576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2" name="9wup_2_tuned_ReferenceLigand_41">
            <a:extLst>
              <a:ext uri="{FF2B5EF4-FFF2-40B4-BE49-F238E27FC236}">
                <a16:creationId xmlns:a16="http://schemas.microsoft.com/office/drawing/2014/main" id="{1877FA7F-83C0-4C58-AD57-58928D7A10D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3" name="9wup_2_tuned_ReferenceLigand_42">
            <a:extLst>
              <a:ext uri="{FF2B5EF4-FFF2-40B4-BE49-F238E27FC236}">
                <a16:creationId xmlns:a16="http://schemas.microsoft.com/office/drawing/2014/main" id="{D429A784-AF22-41CD-A798-BFFC34060E8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4" name="9wup_2_tuned_ReferenceLigand_43">
            <a:extLst>
              <a:ext uri="{FF2B5EF4-FFF2-40B4-BE49-F238E27FC236}">
                <a16:creationId xmlns:a16="http://schemas.microsoft.com/office/drawing/2014/main" id="{DE1E39B9-9D4E-450D-B0DA-A3F827583C8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5" name="9wup_2_tuned_ReferenceLigand_44">
            <a:extLst>
              <a:ext uri="{FF2B5EF4-FFF2-40B4-BE49-F238E27FC236}">
                <a16:creationId xmlns:a16="http://schemas.microsoft.com/office/drawing/2014/main" id="{7345E335-B59D-4416-91C2-9993C3A9089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6" name="9wup_2_tuned_ReferenceLigand_45">
            <a:extLst>
              <a:ext uri="{FF2B5EF4-FFF2-40B4-BE49-F238E27FC236}">
                <a16:creationId xmlns:a16="http://schemas.microsoft.com/office/drawing/2014/main" id="{69DEAADB-5115-4896-AB04-A2CFF3CE94B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7" name="9wup_2_tuned_ReferenceLigand_46">
            <a:extLst>
              <a:ext uri="{FF2B5EF4-FFF2-40B4-BE49-F238E27FC236}">
                <a16:creationId xmlns:a16="http://schemas.microsoft.com/office/drawing/2014/main" id="{9D25F654-E66B-41DD-AD21-40539F4DF59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8" name="9wup_2_tuned_ReferenceLigand_47">
            <a:extLst>
              <a:ext uri="{FF2B5EF4-FFF2-40B4-BE49-F238E27FC236}">
                <a16:creationId xmlns:a16="http://schemas.microsoft.com/office/drawing/2014/main" id="{302025E6-08CE-459F-88DC-DDD519BEAC5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9" name="9wup_2_tuned_ReferenceLigand_48">
            <a:extLst>
              <a:ext uri="{FF2B5EF4-FFF2-40B4-BE49-F238E27FC236}">
                <a16:creationId xmlns:a16="http://schemas.microsoft.com/office/drawing/2014/main" id="{71B53BBA-BB99-401F-BB92-92889503FA0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0" name="9wup_2_tuned_ReferenceLigand_49">
            <a:extLst>
              <a:ext uri="{FF2B5EF4-FFF2-40B4-BE49-F238E27FC236}">
                <a16:creationId xmlns:a16="http://schemas.microsoft.com/office/drawing/2014/main" id="{7F86F41D-851B-4320-95E0-9DC0B6C5E71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1" name="9wup_2_tuned_ReferenceLigand_50">
            <a:extLst>
              <a:ext uri="{FF2B5EF4-FFF2-40B4-BE49-F238E27FC236}">
                <a16:creationId xmlns:a16="http://schemas.microsoft.com/office/drawing/2014/main" id="{D6A8F7A1-FEEB-4886-9BEC-83A96E89330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2" name="9wup_2_tuned_ReferenceLigand_51">
            <a:extLst>
              <a:ext uri="{FF2B5EF4-FFF2-40B4-BE49-F238E27FC236}">
                <a16:creationId xmlns:a16="http://schemas.microsoft.com/office/drawing/2014/main" id="{E440168D-0004-44E8-8CCA-0A729EE22B1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3" name="9wup_2_tuned_ReferenceLigand_52">
            <a:extLst>
              <a:ext uri="{FF2B5EF4-FFF2-40B4-BE49-F238E27FC236}">
                <a16:creationId xmlns:a16="http://schemas.microsoft.com/office/drawing/2014/main" id="{0AC1EC03-59BA-4F95-9D87-538FE55DF4F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4" name="9wup_2_tuned_ReferenceLigand_53">
            <a:extLst>
              <a:ext uri="{FF2B5EF4-FFF2-40B4-BE49-F238E27FC236}">
                <a16:creationId xmlns:a16="http://schemas.microsoft.com/office/drawing/2014/main" id="{19F161C8-F01C-4054-A675-42F41A05715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5" name="9wup_2_tuned_ReferenceLigand_54">
            <a:extLst>
              <a:ext uri="{FF2B5EF4-FFF2-40B4-BE49-F238E27FC236}">
                <a16:creationId xmlns:a16="http://schemas.microsoft.com/office/drawing/2014/main" id="{255D36CD-F5BF-460E-AF9F-BDAA34CBADA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6" name="9wup_2_tuned_ReferenceLigand_55">
            <a:extLst>
              <a:ext uri="{FF2B5EF4-FFF2-40B4-BE49-F238E27FC236}">
                <a16:creationId xmlns:a16="http://schemas.microsoft.com/office/drawing/2014/main" id="{0854F403-5562-480A-A5A4-914FD3F5207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7" name="9wup_2_tuned_ReferenceLigand_56">
            <a:extLst>
              <a:ext uri="{FF2B5EF4-FFF2-40B4-BE49-F238E27FC236}">
                <a16:creationId xmlns:a16="http://schemas.microsoft.com/office/drawing/2014/main" id="{DC26E3B5-EAAB-4977-B90F-225F733BDB3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8" name="9wup_2_tuned_ReferenceLigand_57">
            <a:extLst>
              <a:ext uri="{FF2B5EF4-FFF2-40B4-BE49-F238E27FC236}">
                <a16:creationId xmlns:a16="http://schemas.microsoft.com/office/drawing/2014/main" id="{4D2590C0-3E94-4E03-93E7-D9CB2C083BD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9" name="9wup_2_tuned_PredictedLigand_0">
            <a:extLst>
              <a:ext uri="{FF2B5EF4-FFF2-40B4-BE49-F238E27FC236}">
                <a16:creationId xmlns:a16="http://schemas.microsoft.com/office/drawing/2014/main" id="{E3B1C1DC-76F9-4563-BDAE-4E3A6B789F5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43037" y="695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0" name="9wup_2_tuned_PredictedLigand_1">
            <a:extLst>
              <a:ext uri="{FF2B5EF4-FFF2-40B4-BE49-F238E27FC236}">
                <a16:creationId xmlns:a16="http://schemas.microsoft.com/office/drawing/2014/main" id="{49B8EEA1-8B9C-4ED8-AAB3-80748D3A57D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65014" y="497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1" name="9wup_2_tuned_PredictedLigand_2">
            <a:extLst>
              <a:ext uri="{FF2B5EF4-FFF2-40B4-BE49-F238E27FC236}">
                <a16:creationId xmlns:a16="http://schemas.microsoft.com/office/drawing/2014/main" id="{3EECDC2B-09CA-4507-8882-C5101EF781B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0787" y="736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2" name="9wup_2_tuned_PredictedLigand_3">
            <a:extLst>
              <a:ext uri="{FF2B5EF4-FFF2-40B4-BE49-F238E27FC236}">
                <a16:creationId xmlns:a16="http://schemas.microsoft.com/office/drawing/2014/main" id="{776D0DA8-633B-415A-9543-9F4E775C81D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686" y="629793"/>
                </a:moveTo>
                <a:lnTo>
                  <a:pt x="1345209" y="6210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3" name="9wup_2_tuned_PredictedLigand_4">
            <a:extLst>
              <a:ext uri="{FF2B5EF4-FFF2-40B4-BE49-F238E27FC236}">
                <a16:creationId xmlns:a16="http://schemas.microsoft.com/office/drawing/2014/main" id="{58D7715D-FFDD-4122-9073-3B96F9A8001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481332" y="8890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4" name="9wup_2_tuned_PredictedLigand_5">
            <a:extLst>
              <a:ext uri="{FF2B5EF4-FFF2-40B4-BE49-F238E27FC236}">
                <a16:creationId xmlns:a16="http://schemas.microsoft.com/office/drawing/2014/main" id="{80D4104E-F155-40F5-B8F5-04C5DBFB40C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452212" y="6725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5" name="9wup_2_tuned_PredictedLigand_6">
            <a:extLst>
              <a:ext uri="{FF2B5EF4-FFF2-40B4-BE49-F238E27FC236}">
                <a16:creationId xmlns:a16="http://schemas.microsoft.com/office/drawing/2014/main" id="{F4F36C61-6A2E-455E-8A18-5C0DFF42B4B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2212" y="672518"/>
                </a:moveTo>
                <a:lnTo>
                  <a:pt x="1547195" y="7752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6" name="9wup_2_tuned_PredictedLigand_7">
            <a:extLst>
              <a:ext uri="{FF2B5EF4-FFF2-40B4-BE49-F238E27FC236}">
                <a16:creationId xmlns:a16="http://schemas.microsoft.com/office/drawing/2014/main" id="{DEF755BB-A9AF-4733-9777-06724F84A87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3625" y="7908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7" name="9wup_2_tuned_PredictedLigand_8">
            <a:extLst>
              <a:ext uri="{FF2B5EF4-FFF2-40B4-BE49-F238E27FC236}">
                <a16:creationId xmlns:a16="http://schemas.microsoft.com/office/drawing/2014/main" id="{0347D3A0-F6A2-4C5A-BAD4-406233B756D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1476" y="535403"/>
                </a:moveTo>
                <a:lnTo>
                  <a:pt x="1230686" y="6297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8" name="9wup_2_tuned_PredictedLigand_9">
            <a:extLst>
              <a:ext uri="{FF2B5EF4-FFF2-40B4-BE49-F238E27FC236}">
                <a16:creationId xmlns:a16="http://schemas.microsoft.com/office/drawing/2014/main" id="{09EF0009-5D41-483B-9C39-2AB86A5C60A7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625" y="790874"/>
                </a:moveTo>
                <a:lnTo>
                  <a:pt x="1615770" y="9068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9" name="9wup_2_tuned_PredictedLigand_10">
            <a:extLst>
              <a:ext uri="{FF2B5EF4-FFF2-40B4-BE49-F238E27FC236}">
                <a16:creationId xmlns:a16="http://schemas.microsoft.com/office/drawing/2014/main" id="{DDF6C8FE-32AE-4B84-8CBB-F2A5D013E84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57531" y="7541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0" name="9wup_2_tuned_PredictedLigand_11">
            <a:extLst>
              <a:ext uri="{FF2B5EF4-FFF2-40B4-BE49-F238E27FC236}">
                <a16:creationId xmlns:a16="http://schemas.microsoft.com/office/drawing/2014/main" id="{73A4012C-7CA4-43FA-ACE4-6CB2AF7E2E4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211476" y="5354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1" name="9wup_2_tuned_PredictedLigand_12">
            <a:extLst>
              <a:ext uri="{FF2B5EF4-FFF2-40B4-BE49-F238E27FC236}">
                <a16:creationId xmlns:a16="http://schemas.microsoft.com/office/drawing/2014/main" id="{2F811C8A-52E9-43C7-9DA3-3FBB783FA7D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916765" y="671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2" name="9wup_2_tuned_PredictedLigand_13">
            <a:extLst>
              <a:ext uri="{FF2B5EF4-FFF2-40B4-BE49-F238E27FC236}">
                <a16:creationId xmlns:a16="http://schemas.microsoft.com/office/drawing/2014/main" id="{1B06327C-4F21-48BF-8967-D01F115B9AE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053557" y="6694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3" name="9wup_2_tuned_PredictedLigand_14">
            <a:extLst>
              <a:ext uri="{FF2B5EF4-FFF2-40B4-BE49-F238E27FC236}">
                <a16:creationId xmlns:a16="http://schemas.microsoft.com/office/drawing/2014/main" id="{D5A41DDC-CAF3-4A08-A2CF-FC9A0BA1D1F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1108586" y="7695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4" name="9wup_2_tuned_PredictedLigand_15">
            <a:extLst>
              <a:ext uri="{FF2B5EF4-FFF2-40B4-BE49-F238E27FC236}">
                <a16:creationId xmlns:a16="http://schemas.microsoft.com/office/drawing/2014/main" id="{CF7862C1-94BE-465A-A609-6D39E4B3FD4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239" y="461541"/>
                </a:moveTo>
                <a:lnTo>
                  <a:pt x="1115491" y="5571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5" name="9wup_2_tuned_PredictedLigand_16">
            <a:extLst>
              <a:ext uri="{FF2B5EF4-FFF2-40B4-BE49-F238E27FC236}">
                <a16:creationId xmlns:a16="http://schemas.microsoft.com/office/drawing/2014/main" id="{1B009E8C-B356-400F-A965-FB86B3F33D1E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5770" y="90680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6" name="9wup_2_tuned_PredictedLigand_17">
            <a:extLst>
              <a:ext uri="{FF2B5EF4-FFF2-40B4-BE49-F238E27FC236}">
                <a16:creationId xmlns:a16="http://schemas.microsoft.com/office/drawing/2014/main" id="{BE077FE6-AF7B-47E2-8549-E5C2B482EA7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78210" y="6992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7" name="9wup_2_tuned_PredictedLigand_18">
            <a:extLst>
              <a:ext uri="{FF2B5EF4-FFF2-40B4-BE49-F238E27FC236}">
                <a16:creationId xmlns:a16="http://schemas.microsoft.com/office/drawing/2014/main" id="{5B55BC8B-722A-45CC-8C07-D752509262E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840" y="914904"/>
                </a:moveTo>
                <a:lnTo>
                  <a:pt x="1815776" y="858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8" name="9wup_2_tuned_PredictedLigand_19">
            <a:extLst>
              <a:ext uri="{FF2B5EF4-FFF2-40B4-BE49-F238E27FC236}">
                <a16:creationId xmlns:a16="http://schemas.microsoft.com/office/drawing/2014/main" id="{F648C62C-1187-460E-8A2A-C4838D17E42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7104" y="697967"/>
                </a:moveTo>
                <a:lnTo>
                  <a:pt x="2105863" y="7450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9" name="9wup_2_tuned_PredictedLigand_20">
            <a:extLst>
              <a:ext uri="{FF2B5EF4-FFF2-40B4-BE49-F238E27FC236}">
                <a16:creationId xmlns:a16="http://schemas.microsoft.com/office/drawing/2014/main" id="{6D73E4E3-A9B4-496A-B613-9B3BEF6F31B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8210" y="699220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0" name="9wup_2_tuned_PredictedLigand_21">
            <a:extLst>
              <a:ext uri="{FF2B5EF4-FFF2-40B4-BE49-F238E27FC236}">
                <a16:creationId xmlns:a16="http://schemas.microsoft.com/office/drawing/2014/main" id="{8AF2D7B4-149F-403C-B9FE-66B32F46704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1" name="9wup_2_tuned_PredictedLigand_22">
            <a:extLst>
              <a:ext uri="{FF2B5EF4-FFF2-40B4-BE49-F238E27FC236}">
                <a16:creationId xmlns:a16="http://schemas.microsoft.com/office/drawing/2014/main" id="{B6809938-1F7F-4AA9-AC96-1CB89E14EE4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4447" y="589353"/>
                </a:moveTo>
                <a:lnTo>
                  <a:pt x="2217104" y="6979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2" name="9wup_2_tuned_PredictedLigand_23">
            <a:extLst>
              <a:ext uri="{FF2B5EF4-FFF2-40B4-BE49-F238E27FC236}">
                <a16:creationId xmlns:a16="http://schemas.microsoft.com/office/drawing/2014/main" id="{E2154628-380E-402F-9B1C-475B51F4D75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776" y="858970"/>
                </a:moveTo>
                <a:lnTo>
                  <a:pt x="1845344" y="8349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3" name="9wup_2_tuned_PredictedLigand_24">
            <a:extLst>
              <a:ext uri="{FF2B5EF4-FFF2-40B4-BE49-F238E27FC236}">
                <a16:creationId xmlns:a16="http://schemas.microsoft.com/office/drawing/2014/main" id="{DEADE78C-F6AB-48F4-81AE-00B55B044E9C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282" y="677282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4" name="9wup_2_tuned_PredictedLigand_25">
            <a:extLst>
              <a:ext uri="{FF2B5EF4-FFF2-40B4-BE49-F238E27FC236}">
                <a16:creationId xmlns:a16="http://schemas.microsoft.com/office/drawing/2014/main" id="{7E27029E-1A0C-46A8-88A0-B4E1A22CA74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5" name="9wup_2_tuned_PredictedLigand_26">
            <a:extLst>
              <a:ext uri="{FF2B5EF4-FFF2-40B4-BE49-F238E27FC236}">
                <a16:creationId xmlns:a16="http://schemas.microsoft.com/office/drawing/2014/main" id="{C596FE87-C685-4265-AD20-E512FA481932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1670" y="560501"/>
                </a:moveTo>
                <a:lnTo>
                  <a:pt x="801997" y="4701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6" name="9wup_2_tuned_PredictedLigand_27">
            <a:extLst>
              <a:ext uri="{FF2B5EF4-FFF2-40B4-BE49-F238E27FC236}">
                <a16:creationId xmlns:a16="http://schemas.microsoft.com/office/drawing/2014/main" id="{46B718C4-A775-4F37-801E-A98E5BE76EB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1997" y="470165"/>
                </a:moveTo>
                <a:lnTo>
                  <a:pt x="784435" y="3525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7" name="9wup_2_tuned_PredictedLigand_28">
            <a:extLst>
              <a:ext uri="{FF2B5EF4-FFF2-40B4-BE49-F238E27FC236}">
                <a16:creationId xmlns:a16="http://schemas.microsoft.com/office/drawing/2014/main" id="{B52E4390-487B-4832-961E-924BFBE62A7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866890" y="271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8" name="9wup_2_tuned_PredictedLigand_29">
            <a:extLst>
              <a:ext uri="{FF2B5EF4-FFF2-40B4-BE49-F238E27FC236}">
                <a16:creationId xmlns:a16="http://schemas.microsoft.com/office/drawing/2014/main" id="{5C5E7FA6-4159-4372-9C3E-B7DE25D6563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6896" y="891615"/>
                </a:moveTo>
                <a:lnTo>
                  <a:pt x="665227" y="7654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9" name="9wup_2_tuned_PredictedLigand_30">
            <a:extLst>
              <a:ext uri="{FF2B5EF4-FFF2-40B4-BE49-F238E27FC236}">
                <a16:creationId xmlns:a16="http://schemas.microsoft.com/office/drawing/2014/main" id="{90374918-51D6-4534-AD82-8AF5037A889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0" name="9wup_2_tuned_PredictedLigand_31">
            <a:extLst>
              <a:ext uri="{FF2B5EF4-FFF2-40B4-BE49-F238E27FC236}">
                <a16:creationId xmlns:a16="http://schemas.microsoft.com/office/drawing/2014/main" id="{AE7B850E-8308-402C-9532-3DAE7C0A51B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63" y="745071"/>
                </a:moveTo>
                <a:lnTo>
                  <a:pt x="2022214" y="6859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1" name="9wup_2_tuned_PredictedLigand_32">
            <a:extLst>
              <a:ext uri="{FF2B5EF4-FFF2-40B4-BE49-F238E27FC236}">
                <a16:creationId xmlns:a16="http://schemas.microsoft.com/office/drawing/2014/main" id="{64E88692-C6DB-4EB2-8CE6-8EC6F5892C9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666876" y="31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2" name="9wup_2_tuned_PredictedLigand_33">
            <a:extLst>
              <a:ext uri="{FF2B5EF4-FFF2-40B4-BE49-F238E27FC236}">
                <a16:creationId xmlns:a16="http://schemas.microsoft.com/office/drawing/2014/main" id="{4A7868AD-E70A-4880-93B0-C51FA6B705A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3" name="9wup_2_tuned_PredictedLigand_34">
            <a:extLst>
              <a:ext uri="{FF2B5EF4-FFF2-40B4-BE49-F238E27FC236}">
                <a16:creationId xmlns:a16="http://schemas.microsoft.com/office/drawing/2014/main" id="{0CBA104E-C91F-418E-8182-A7AE5B3124A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86896" y="8916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4" name="9wup_2_tuned_PredictedLigand_35">
            <a:extLst>
              <a:ext uri="{FF2B5EF4-FFF2-40B4-BE49-F238E27FC236}">
                <a16:creationId xmlns:a16="http://schemas.microsoft.com/office/drawing/2014/main" id="{1B67567C-4C39-4D80-916B-D55287BF036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520834" y="6139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5" name="9wup_2_tuned_PredictedLigand_36">
            <a:extLst>
              <a:ext uri="{FF2B5EF4-FFF2-40B4-BE49-F238E27FC236}">
                <a16:creationId xmlns:a16="http://schemas.microsoft.com/office/drawing/2014/main" id="{1440FD33-9D06-435D-8CC0-74607135202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604588" y="524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6" name="9wup_2_tuned_PredictedLigand_37">
            <a:extLst>
              <a:ext uri="{FF2B5EF4-FFF2-40B4-BE49-F238E27FC236}">
                <a16:creationId xmlns:a16="http://schemas.microsoft.com/office/drawing/2014/main" id="{2610EB5E-1894-43C1-840D-3E7EDBB457A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876" y="319235"/>
                </a:moveTo>
                <a:lnTo>
                  <a:pt x="573603" y="3986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7" name="9wup_2_tuned_PredictedLigand_38">
            <a:extLst>
              <a:ext uri="{FF2B5EF4-FFF2-40B4-BE49-F238E27FC236}">
                <a16:creationId xmlns:a16="http://schemas.microsoft.com/office/drawing/2014/main" id="{CBDD3B73-D1F9-4896-9841-CBA7B247E9F1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20834" y="613936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8" name="9wup_2_tuned_PredictedLigand_39">
            <a:extLst>
              <a:ext uri="{FF2B5EF4-FFF2-40B4-BE49-F238E27FC236}">
                <a16:creationId xmlns:a16="http://schemas.microsoft.com/office/drawing/2014/main" id="{160A5693-7B02-44B0-9EF4-61AB99ED7CA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472331" y="3589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9" name="9wup_2_tuned_PredictedLigand_40">
            <a:extLst>
              <a:ext uri="{FF2B5EF4-FFF2-40B4-BE49-F238E27FC236}">
                <a16:creationId xmlns:a16="http://schemas.microsoft.com/office/drawing/2014/main" id="{8A5ED7ED-C7FF-44E4-ACED-C20A1193260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144" y="729450"/>
                </a:moveTo>
                <a:lnTo>
                  <a:pt x="458635" y="8175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0" name="9wup_2_tuned_PredictedLigand_41">
            <a:extLst>
              <a:ext uri="{FF2B5EF4-FFF2-40B4-BE49-F238E27FC236}">
                <a16:creationId xmlns:a16="http://schemas.microsoft.com/office/drawing/2014/main" id="{E9D92051-F4BF-4008-9586-529C9604877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597523" y="9804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1" name="9wup_2_tuned_PredictedLigand_42">
            <a:extLst>
              <a:ext uri="{FF2B5EF4-FFF2-40B4-BE49-F238E27FC236}">
                <a16:creationId xmlns:a16="http://schemas.microsoft.com/office/drawing/2014/main" id="{424A1D2F-9E1C-4B45-AF9F-E33597C120F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31211" y="11083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2" name="9wup_2_tuned_PredictedLigand_43">
            <a:extLst>
              <a:ext uri="{FF2B5EF4-FFF2-40B4-BE49-F238E27FC236}">
                <a16:creationId xmlns:a16="http://schemas.microsoft.com/office/drawing/2014/main" id="{54890772-0351-4EC2-850E-5466FB413F8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8635" y="817559"/>
                </a:moveTo>
                <a:lnTo>
                  <a:pt x="481052" y="9386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3" name="9wup_2_tuned_PredictedLigand_44">
            <a:extLst>
              <a:ext uri="{FF2B5EF4-FFF2-40B4-BE49-F238E27FC236}">
                <a16:creationId xmlns:a16="http://schemas.microsoft.com/office/drawing/2014/main" id="{7C131F00-1AB3-4A5F-B009-8C5E336A832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244447" y="5893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4" name="9wup_2_tuned_PredictedLigand_45">
            <a:extLst>
              <a:ext uri="{FF2B5EF4-FFF2-40B4-BE49-F238E27FC236}">
                <a16:creationId xmlns:a16="http://schemas.microsoft.com/office/drawing/2014/main" id="{11B1B820-9528-436F-9F65-5B7C48146B46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382290" y="1027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5" name="9wup_2_tuned_PredictedLigand_46">
            <a:extLst>
              <a:ext uri="{FF2B5EF4-FFF2-40B4-BE49-F238E27FC236}">
                <a16:creationId xmlns:a16="http://schemas.microsoft.com/office/drawing/2014/main" id="{5F3CF0CD-6B78-4FCF-97C9-B7A333C3318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6" name="9wup_2_tuned_PredictedLigand_47">
            <a:extLst>
              <a:ext uri="{FF2B5EF4-FFF2-40B4-BE49-F238E27FC236}">
                <a16:creationId xmlns:a16="http://schemas.microsoft.com/office/drawing/2014/main" id="{7AE6D5D7-73EC-4B75-BA88-44FC29070F9A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7" name="9wup_2_tuned_PredictedLigand_48">
            <a:extLst>
              <a:ext uri="{FF2B5EF4-FFF2-40B4-BE49-F238E27FC236}">
                <a16:creationId xmlns:a16="http://schemas.microsoft.com/office/drawing/2014/main" id="{1A60839D-D886-4E54-B972-3AF5FA62AFA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576996" y="9932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8" name="9wup_2_tuned_PredictedLigand_49">
            <a:extLst>
              <a:ext uri="{FF2B5EF4-FFF2-40B4-BE49-F238E27FC236}">
                <a16:creationId xmlns:a16="http://schemas.microsoft.com/office/drawing/2014/main" id="{8965E5C3-D9A2-4192-9619-106C2FC50ED5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9" name="9wup_2_tuned_PredictedLigand_50">
            <a:extLst>
              <a:ext uri="{FF2B5EF4-FFF2-40B4-BE49-F238E27FC236}">
                <a16:creationId xmlns:a16="http://schemas.microsoft.com/office/drawing/2014/main" id="{F515CC51-26D7-4961-A054-C309F443AA64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211" y="571457"/>
                </a:moveTo>
                <a:lnTo>
                  <a:pt x="2161517" y="5231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0" name="9wup_2_tuned_PredictedLigand_51">
            <a:extLst>
              <a:ext uri="{FF2B5EF4-FFF2-40B4-BE49-F238E27FC236}">
                <a16:creationId xmlns:a16="http://schemas.microsoft.com/office/drawing/2014/main" id="{A02FBF4D-31CD-44BD-8139-CA0799E117E0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640476" y="8926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1" name="9wup_2_tuned_PredictedLigand_52">
            <a:extLst>
              <a:ext uri="{FF2B5EF4-FFF2-40B4-BE49-F238E27FC236}">
                <a16:creationId xmlns:a16="http://schemas.microsoft.com/office/drawing/2014/main" id="{EB18F226-7C79-4028-B462-2FFDA94EFADF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732639" y="8564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2" name="9wup_2_tuned_PredictedLigand_53">
            <a:extLst>
              <a:ext uri="{FF2B5EF4-FFF2-40B4-BE49-F238E27FC236}">
                <a16:creationId xmlns:a16="http://schemas.microsoft.com/office/drawing/2014/main" id="{AE6D3B4D-11D6-4117-B182-5DC3CE2B0E09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192391" y="41684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3" name="9wup_2_tuned_PredictedLigand_54">
            <a:extLst>
              <a:ext uri="{FF2B5EF4-FFF2-40B4-BE49-F238E27FC236}">
                <a16:creationId xmlns:a16="http://schemas.microsoft.com/office/drawing/2014/main" id="{3121C0E0-91A3-4ADB-9C09-0AC33825F018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531" y="717531"/>
                </a:moveTo>
                <a:lnTo>
                  <a:pt x="1858668" y="6223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4" name="9wup_2_tuned_PredictedLigand_55">
            <a:extLst>
              <a:ext uri="{FF2B5EF4-FFF2-40B4-BE49-F238E27FC236}">
                <a16:creationId xmlns:a16="http://schemas.microsoft.com/office/drawing/2014/main" id="{2109E601-67B9-4061-881C-F2D43039E01D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9914" y="533417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5" name="9wup_2_tuned_PredictedLigand_56">
            <a:extLst>
              <a:ext uri="{FF2B5EF4-FFF2-40B4-BE49-F238E27FC236}">
                <a16:creationId xmlns:a16="http://schemas.microsoft.com/office/drawing/2014/main" id="{BF8AD017-42E7-442B-AD19-A4C466E93B83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668" y="622346"/>
                </a:moveTo>
                <a:lnTo>
                  <a:pt x="1939914" y="5334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6" name="9wup_2_tuned_PredictedLigand_57">
            <a:extLst>
              <a:ext uri="{FF2B5EF4-FFF2-40B4-BE49-F238E27FC236}">
                <a16:creationId xmlns:a16="http://schemas.microsoft.com/office/drawing/2014/main" id="{0F4BCD13-310C-4D22-83A0-9EADCCF8848B}"/>
              </a:ext>
            </a:extLst>
          </p:cNvPr>
          <p:cNvSpPr>
            <a:spLocks noGrp="1"/>
          </p:cNvSpPr>
          <p:nvPr/>
        </p:nvSpPr>
        <p:spPr>
          <a:xfrm>
            <a:off x="32004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740614" y="9428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7" name="9wup_2_tuned_PredictedAtoms_0">
            <a:extLst>
              <a:ext uri="{FF2B5EF4-FFF2-40B4-BE49-F238E27FC236}">
                <a16:creationId xmlns:a16="http://schemas.microsoft.com/office/drawing/2014/main" id="{8A99AC1D-71A3-41A4-90DD-058ECDD3ED6E}"/>
              </a:ext>
            </a:extLst>
          </p:cNvPr>
          <p:cNvSpPr>
            <a:spLocks noGrp="1"/>
          </p:cNvSpPr>
          <p:nvPr/>
        </p:nvSpPr>
        <p:spPr>
          <a:xfrm>
            <a:off x="4234447" y="83987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48" name="9wup_2_tuned_PredictedAtoms_1">
            <a:extLst>
              <a:ext uri="{FF2B5EF4-FFF2-40B4-BE49-F238E27FC236}">
                <a16:creationId xmlns:a16="http://schemas.microsoft.com/office/drawing/2014/main" id="{11DB14C0-6078-4FDE-99A5-7E477D8C604D}"/>
              </a:ext>
            </a:extLst>
          </p:cNvPr>
          <p:cNvSpPr>
            <a:spLocks noGrp="1"/>
          </p:cNvSpPr>
          <p:nvPr/>
        </p:nvSpPr>
        <p:spPr>
          <a:xfrm>
            <a:off x="4299699" y="84943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49" name="9wup_2_tuned_PredictedAtoms_2">
            <a:extLst>
              <a:ext uri="{FF2B5EF4-FFF2-40B4-BE49-F238E27FC236}">
                <a16:creationId xmlns:a16="http://schemas.microsoft.com/office/drawing/2014/main" id="{12385156-A774-4D2C-B014-114458BAA670}"/>
              </a:ext>
            </a:extLst>
          </p:cNvPr>
          <p:cNvSpPr>
            <a:spLocks noGrp="1"/>
          </p:cNvSpPr>
          <p:nvPr/>
        </p:nvSpPr>
        <p:spPr>
          <a:xfrm>
            <a:off x="4395684" y="84725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0" name="9wup_2_tuned_PredictedAtoms_3">
            <a:extLst>
              <a:ext uri="{FF2B5EF4-FFF2-40B4-BE49-F238E27FC236}">
                <a16:creationId xmlns:a16="http://schemas.microsoft.com/office/drawing/2014/main" id="{2BC7CC2A-040B-49B0-AF04-151400315F91}"/>
              </a:ext>
            </a:extLst>
          </p:cNvPr>
          <p:cNvSpPr>
            <a:spLocks noGrp="1"/>
          </p:cNvSpPr>
          <p:nvPr/>
        </p:nvSpPr>
        <p:spPr>
          <a:xfrm>
            <a:off x="4414894" y="85669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1" name="9wup_2_tuned_PredictedAtoms_4">
            <a:extLst>
              <a:ext uri="{FF2B5EF4-FFF2-40B4-BE49-F238E27FC236}">
                <a16:creationId xmlns:a16="http://schemas.microsoft.com/office/drawing/2014/main" id="{60DFFAE5-F840-4920-93B1-35E2E6A44B0E}"/>
              </a:ext>
            </a:extLst>
          </p:cNvPr>
          <p:cNvSpPr>
            <a:spLocks noGrp="1"/>
          </p:cNvSpPr>
          <p:nvPr/>
        </p:nvSpPr>
        <p:spPr>
          <a:xfrm>
            <a:off x="4529416" y="85582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2" name="9wup_2_tuned_PredictedAtoms_5">
            <a:extLst>
              <a:ext uri="{FF2B5EF4-FFF2-40B4-BE49-F238E27FC236}">
                <a16:creationId xmlns:a16="http://schemas.microsoft.com/office/drawing/2014/main" id="{5B1627AF-D162-4CA9-ACCF-27E556C086EE}"/>
              </a:ext>
            </a:extLst>
          </p:cNvPr>
          <p:cNvSpPr>
            <a:spLocks noGrp="1"/>
          </p:cNvSpPr>
          <p:nvPr/>
        </p:nvSpPr>
        <p:spPr>
          <a:xfrm>
            <a:off x="4549221" y="84350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3" name="9wup_2_tuned_PredictedAtoms_6">
            <a:extLst>
              <a:ext uri="{FF2B5EF4-FFF2-40B4-BE49-F238E27FC236}">
                <a16:creationId xmlns:a16="http://schemas.microsoft.com/office/drawing/2014/main" id="{CA299420-4858-4D27-9D1A-7CF44D9B4398}"/>
              </a:ext>
            </a:extLst>
          </p:cNvPr>
          <p:cNvSpPr>
            <a:spLocks noGrp="1"/>
          </p:cNvSpPr>
          <p:nvPr/>
        </p:nvSpPr>
        <p:spPr>
          <a:xfrm>
            <a:off x="4527245" y="86330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4" name="9wup_2_tuned_PredictedAtoms_7">
            <a:extLst>
              <a:ext uri="{FF2B5EF4-FFF2-40B4-BE49-F238E27FC236}">
                <a16:creationId xmlns:a16="http://schemas.microsoft.com/office/drawing/2014/main" id="{26E3F509-D8FD-4E58-B28B-0D291D2DF3F4}"/>
              </a:ext>
            </a:extLst>
          </p:cNvPr>
          <p:cNvSpPr>
            <a:spLocks noGrp="1"/>
          </p:cNvSpPr>
          <p:nvPr/>
        </p:nvSpPr>
        <p:spPr>
          <a:xfrm>
            <a:off x="4636419" y="8609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5" name="9wup_2_tuned_PredictedAtoms_8">
            <a:extLst>
              <a:ext uri="{FF2B5EF4-FFF2-40B4-BE49-F238E27FC236}">
                <a16:creationId xmlns:a16="http://schemas.microsoft.com/office/drawing/2014/main" id="{22E89990-C038-4A62-89F4-FBB4A2033FF3}"/>
              </a:ext>
            </a:extLst>
          </p:cNvPr>
          <p:cNvSpPr>
            <a:spLocks noGrp="1"/>
          </p:cNvSpPr>
          <p:nvPr/>
        </p:nvSpPr>
        <p:spPr>
          <a:xfrm>
            <a:off x="4731402" y="87124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6" name="9wup_2_tuned_PredictedAtoms_9">
            <a:extLst>
              <a:ext uri="{FF2B5EF4-FFF2-40B4-BE49-F238E27FC236}">
                <a16:creationId xmlns:a16="http://schemas.microsoft.com/office/drawing/2014/main" id="{D6B87298-B7BA-460B-8AB6-46C2D4F75B86}"/>
              </a:ext>
            </a:extLst>
          </p:cNvPr>
          <p:cNvSpPr>
            <a:spLocks noGrp="1"/>
          </p:cNvSpPr>
          <p:nvPr/>
        </p:nvSpPr>
        <p:spPr>
          <a:xfrm>
            <a:off x="4804994" y="86737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7" name="9wup_2_tuned_PredictedAtoms_10">
            <a:extLst>
              <a:ext uri="{FF2B5EF4-FFF2-40B4-BE49-F238E27FC236}">
                <a16:creationId xmlns:a16="http://schemas.microsoft.com/office/drawing/2014/main" id="{6CC7B1FD-39A6-4D91-BF7A-772E979E3BC9}"/>
              </a:ext>
            </a:extLst>
          </p:cNvPr>
          <p:cNvSpPr>
            <a:spLocks noGrp="1"/>
          </p:cNvSpPr>
          <p:nvPr/>
        </p:nvSpPr>
        <p:spPr>
          <a:xfrm>
            <a:off x="4665539" y="88261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8" name="9wup_2_tuned_PredictedAtoms_11">
            <a:extLst>
              <a:ext uri="{FF2B5EF4-FFF2-40B4-BE49-F238E27FC236}">
                <a16:creationId xmlns:a16="http://schemas.microsoft.com/office/drawing/2014/main" id="{B959FE42-C88B-49E1-80F0-F436D040BDF0}"/>
              </a:ext>
            </a:extLst>
          </p:cNvPr>
          <p:cNvSpPr>
            <a:spLocks noGrp="1"/>
          </p:cNvSpPr>
          <p:nvPr/>
        </p:nvSpPr>
        <p:spPr>
          <a:xfrm>
            <a:off x="4807833" y="87280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9" name="9wup_2_tuned_PredictedAtoms_12">
            <a:extLst>
              <a:ext uri="{FF2B5EF4-FFF2-40B4-BE49-F238E27FC236}">
                <a16:creationId xmlns:a16="http://schemas.microsoft.com/office/drawing/2014/main" id="{196CFE1F-901B-4F3B-B25A-20A23043A874}"/>
              </a:ext>
            </a:extLst>
          </p:cNvPr>
          <p:cNvSpPr>
            <a:spLocks noGrp="1"/>
          </p:cNvSpPr>
          <p:nvPr/>
        </p:nvSpPr>
        <p:spPr>
          <a:xfrm>
            <a:off x="4799977" y="88439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0" name="9wup_2_tuned_PredictedAtoms_13">
            <a:extLst>
              <a:ext uri="{FF2B5EF4-FFF2-40B4-BE49-F238E27FC236}">
                <a16:creationId xmlns:a16="http://schemas.microsoft.com/office/drawing/2014/main" id="{AA09193F-4304-4547-8D3E-4FAB59D6404C}"/>
              </a:ext>
            </a:extLst>
          </p:cNvPr>
          <p:cNvSpPr>
            <a:spLocks noGrp="1"/>
          </p:cNvSpPr>
          <p:nvPr/>
        </p:nvSpPr>
        <p:spPr>
          <a:xfrm>
            <a:off x="4886047" y="88520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1" name="9wup_2_tuned_PredictedAtoms_14">
            <a:extLst>
              <a:ext uri="{FF2B5EF4-FFF2-40B4-BE49-F238E27FC236}">
                <a16:creationId xmlns:a16="http://schemas.microsoft.com/office/drawing/2014/main" id="{6B08168D-25B5-478D-AED7-DD5AFB5289B6}"/>
              </a:ext>
            </a:extLst>
          </p:cNvPr>
          <p:cNvSpPr>
            <a:spLocks noGrp="1"/>
          </p:cNvSpPr>
          <p:nvPr/>
        </p:nvSpPr>
        <p:spPr>
          <a:xfrm>
            <a:off x="4999984" y="87961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2" name="9wup_2_tuned_PredictedAtoms_15">
            <a:extLst>
              <a:ext uri="{FF2B5EF4-FFF2-40B4-BE49-F238E27FC236}">
                <a16:creationId xmlns:a16="http://schemas.microsoft.com/office/drawing/2014/main" id="{145A170F-2E53-4AD8-B3EB-1C928F841869}"/>
              </a:ext>
            </a:extLst>
          </p:cNvPr>
          <p:cNvSpPr>
            <a:spLocks noGrp="1"/>
          </p:cNvSpPr>
          <p:nvPr/>
        </p:nvSpPr>
        <p:spPr>
          <a:xfrm>
            <a:off x="5029551" y="87721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3" name="9wup_2_tuned_PredictedAtoms_16">
            <a:extLst>
              <a:ext uri="{FF2B5EF4-FFF2-40B4-BE49-F238E27FC236}">
                <a16:creationId xmlns:a16="http://schemas.microsoft.com/office/drawing/2014/main" id="{1896DCC2-7720-4F98-9E6E-9E4267325E93}"/>
              </a:ext>
            </a:extLst>
          </p:cNvPr>
          <p:cNvSpPr>
            <a:spLocks noGrp="1"/>
          </p:cNvSpPr>
          <p:nvPr/>
        </p:nvSpPr>
        <p:spPr>
          <a:xfrm>
            <a:off x="5091739" y="86547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4" name="9wup_2_tuned_PredictedAtoms_17">
            <a:extLst>
              <a:ext uri="{FF2B5EF4-FFF2-40B4-BE49-F238E27FC236}">
                <a16:creationId xmlns:a16="http://schemas.microsoft.com/office/drawing/2014/main" id="{434C26C2-35A4-441F-A4C6-539B4AFD2192}"/>
              </a:ext>
            </a:extLst>
          </p:cNvPr>
          <p:cNvSpPr>
            <a:spLocks noGrp="1"/>
          </p:cNvSpPr>
          <p:nvPr/>
        </p:nvSpPr>
        <p:spPr>
          <a:xfrm>
            <a:off x="5042875" y="85595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5" name="9wup_2_tuned_PredictedAtoms_18">
            <a:extLst>
              <a:ext uri="{FF2B5EF4-FFF2-40B4-BE49-F238E27FC236}">
                <a16:creationId xmlns:a16="http://schemas.microsoft.com/office/drawing/2014/main" id="{CC1DE2E3-C812-490C-8179-90F4F474BB4D}"/>
              </a:ext>
            </a:extLst>
          </p:cNvPr>
          <p:cNvSpPr>
            <a:spLocks noGrp="1"/>
          </p:cNvSpPr>
          <p:nvPr/>
        </p:nvSpPr>
        <p:spPr>
          <a:xfrm>
            <a:off x="5124121" y="84705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6" name="9wup_2_tuned_PredictedAtoms_19">
            <a:extLst>
              <a:ext uri="{FF2B5EF4-FFF2-40B4-BE49-F238E27FC236}">
                <a16:creationId xmlns:a16="http://schemas.microsoft.com/office/drawing/2014/main" id="{71030F3B-2D4E-4E14-9399-7A076851F25B}"/>
              </a:ext>
            </a:extLst>
          </p:cNvPr>
          <p:cNvSpPr>
            <a:spLocks noGrp="1"/>
          </p:cNvSpPr>
          <p:nvPr/>
        </p:nvSpPr>
        <p:spPr>
          <a:xfrm>
            <a:off x="5229418" y="85086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7" name="9wup_2_tuned_PredictedAtoms_20">
            <a:extLst>
              <a:ext uri="{FF2B5EF4-FFF2-40B4-BE49-F238E27FC236}">
                <a16:creationId xmlns:a16="http://schemas.microsoft.com/office/drawing/2014/main" id="{B09E2BDA-F16F-4F18-AD25-0D46839DEE72}"/>
              </a:ext>
            </a:extLst>
          </p:cNvPr>
          <p:cNvSpPr>
            <a:spLocks noGrp="1"/>
          </p:cNvSpPr>
          <p:nvPr/>
        </p:nvSpPr>
        <p:spPr>
          <a:xfrm>
            <a:off x="5345725" y="84603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8" name="9wup_2_tuned_PredictedAtoms_21">
            <a:extLst>
              <a:ext uri="{FF2B5EF4-FFF2-40B4-BE49-F238E27FC236}">
                <a16:creationId xmlns:a16="http://schemas.microsoft.com/office/drawing/2014/main" id="{240BF7AF-A8A3-4576-9836-38C09C030BFF}"/>
              </a:ext>
            </a:extLst>
          </p:cNvPr>
          <p:cNvSpPr>
            <a:spLocks noGrp="1"/>
          </p:cNvSpPr>
          <p:nvPr/>
        </p:nvSpPr>
        <p:spPr>
          <a:xfrm>
            <a:off x="5376598" y="83540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9" name="9wup_2_tuned_PredictedAtoms_22">
            <a:extLst>
              <a:ext uri="{FF2B5EF4-FFF2-40B4-BE49-F238E27FC236}">
                <a16:creationId xmlns:a16="http://schemas.microsoft.com/office/drawing/2014/main" id="{BDB9780A-EE62-4F88-A982-EBF43D0B516C}"/>
              </a:ext>
            </a:extLst>
          </p:cNvPr>
          <p:cNvSpPr>
            <a:spLocks noGrp="1"/>
          </p:cNvSpPr>
          <p:nvPr/>
        </p:nvSpPr>
        <p:spPr>
          <a:xfrm>
            <a:off x="5428655" y="85265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0" name="9wup_2_tuned_PredictedAtoms_23">
            <a:extLst>
              <a:ext uri="{FF2B5EF4-FFF2-40B4-BE49-F238E27FC236}">
                <a16:creationId xmlns:a16="http://schemas.microsoft.com/office/drawing/2014/main" id="{1EDF1753-987C-421C-8117-533F5B3E98B1}"/>
              </a:ext>
            </a:extLst>
          </p:cNvPr>
          <p:cNvSpPr>
            <a:spLocks noGrp="1"/>
          </p:cNvSpPr>
          <p:nvPr/>
        </p:nvSpPr>
        <p:spPr>
          <a:xfrm>
            <a:off x="5401312" y="86351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1" name="9wup_2_tuned_PredictedAtoms_24">
            <a:extLst>
              <a:ext uri="{FF2B5EF4-FFF2-40B4-BE49-F238E27FC236}">
                <a16:creationId xmlns:a16="http://schemas.microsoft.com/office/drawing/2014/main" id="{428BEF34-7C66-45BC-A9A0-766A1ADF0864}"/>
              </a:ext>
            </a:extLst>
          </p:cNvPr>
          <p:cNvSpPr>
            <a:spLocks noGrp="1"/>
          </p:cNvSpPr>
          <p:nvPr/>
        </p:nvSpPr>
        <p:spPr>
          <a:xfrm>
            <a:off x="5290070" y="86822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2" name="9wup_2_tuned_PredictedAtoms_25">
            <a:extLst>
              <a:ext uri="{FF2B5EF4-FFF2-40B4-BE49-F238E27FC236}">
                <a16:creationId xmlns:a16="http://schemas.microsoft.com/office/drawing/2014/main" id="{FB6FE474-EE04-46C1-8739-3B45903EA8C6}"/>
              </a:ext>
            </a:extLst>
          </p:cNvPr>
          <p:cNvSpPr>
            <a:spLocks noGrp="1"/>
          </p:cNvSpPr>
          <p:nvPr/>
        </p:nvSpPr>
        <p:spPr>
          <a:xfrm>
            <a:off x="5206421" y="86231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3" name="9wup_2_tuned_PredictedAtoms_26">
            <a:extLst>
              <a:ext uri="{FF2B5EF4-FFF2-40B4-BE49-F238E27FC236}">
                <a16:creationId xmlns:a16="http://schemas.microsoft.com/office/drawing/2014/main" id="{C51A6AE0-7DE3-481D-AB13-3DE82DD2E723}"/>
              </a:ext>
            </a:extLst>
          </p:cNvPr>
          <p:cNvSpPr>
            <a:spLocks noGrp="1"/>
          </p:cNvSpPr>
          <p:nvPr/>
        </p:nvSpPr>
        <p:spPr>
          <a:xfrm>
            <a:off x="4916846" y="87936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4" name="9wup_2_tuned_PredictedAtoms_27">
            <a:extLst>
              <a:ext uri="{FF2B5EF4-FFF2-40B4-BE49-F238E27FC236}">
                <a16:creationId xmlns:a16="http://schemas.microsoft.com/office/drawing/2014/main" id="{A2114F04-EF1A-4B88-9F2A-CE1BEBA8814D}"/>
              </a:ext>
            </a:extLst>
          </p:cNvPr>
          <p:cNvSpPr>
            <a:spLocks noGrp="1"/>
          </p:cNvSpPr>
          <p:nvPr/>
        </p:nvSpPr>
        <p:spPr>
          <a:xfrm>
            <a:off x="4924821" y="88800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5" name="9wup_2_tuned_PredictedAtoms_28">
            <a:extLst>
              <a:ext uri="{FF2B5EF4-FFF2-40B4-BE49-F238E27FC236}">
                <a16:creationId xmlns:a16="http://schemas.microsoft.com/office/drawing/2014/main" id="{EC35891F-1252-4460-96C5-C3373054A627}"/>
              </a:ext>
            </a:extLst>
          </p:cNvPr>
          <p:cNvSpPr>
            <a:spLocks noGrp="1"/>
          </p:cNvSpPr>
          <p:nvPr/>
        </p:nvSpPr>
        <p:spPr>
          <a:xfrm>
            <a:off x="4824684" y="88298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6" name="9wup_2_tuned_PredictedAtoms_29">
            <a:extLst>
              <a:ext uri="{FF2B5EF4-FFF2-40B4-BE49-F238E27FC236}">
                <a16:creationId xmlns:a16="http://schemas.microsoft.com/office/drawing/2014/main" id="{9067FDA3-8CCC-4D78-A71A-538076992C8B}"/>
              </a:ext>
            </a:extLst>
          </p:cNvPr>
          <p:cNvSpPr>
            <a:spLocks noGrp="1"/>
          </p:cNvSpPr>
          <p:nvPr/>
        </p:nvSpPr>
        <p:spPr>
          <a:xfrm>
            <a:off x="4761204" y="89304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7" name="9wup_2_tuned_PredictedAtoms_30">
            <a:extLst>
              <a:ext uri="{FF2B5EF4-FFF2-40B4-BE49-F238E27FC236}">
                <a16:creationId xmlns:a16="http://schemas.microsoft.com/office/drawing/2014/main" id="{C082DE87-6473-4786-B387-52C7C983076D}"/>
              </a:ext>
            </a:extLst>
          </p:cNvPr>
          <p:cNvSpPr>
            <a:spLocks noGrp="1"/>
          </p:cNvSpPr>
          <p:nvPr/>
        </p:nvSpPr>
        <p:spPr>
          <a:xfrm>
            <a:off x="4237764" y="86065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8" name="9wup_2_tuned_PredictedAtoms_31">
            <a:extLst>
              <a:ext uri="{FF2B5EF4-FFF2-40B4-BE49-F238E27FC236}">
                <a16:creationId xmlns:a16="http://schemas.microsoft.com/office/drawing/2014/main" id="{97B8A61C-FF1B-46F9-A617-9B6E04A72C1A}"/>
              </a:ext>
            </a:extLst>
          </p:cNvPr>
          <p:cNvSpPr>
            <a:spLocks noGrp="1"/>
          </p:cNvSpPr>
          <p:nvPr/>
        </p:nvSpPr>
        <p:spPr>
          <a:xfrm>
            <a:off x="4292793" y="87067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9" name="9wup_2_tuned_PredictedAtoms_32">
            <a:extLst>
              <a:ext uri="{FF2B5EF4-FFF2-40B4-BE49-F238E27FC236}">
                <a16:creationId xmlns:a16="http://schemas.microsoft.com/office/drawing/2014/main" id="{79004508-F83A-4FD3-8D20-CFB0E24BF574}"/>
              </a:ext>
            </a:extLst>
          </p:cNvPr>
          <p:cNvSpPr>
            <a:spLocks noGrp="1"/>
          </p:cNvSpPr>
          <p:nvPr/>
        </p:nvSpPr>
        <p:spPr>
          <a:xfrm>
            <a:off x="4100972" y="86087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0" name="9wup_2_tuned_PredictedAtoms_33">
            <a:extLst>
              <a:ext uri="{FF2B5EF4-FFF2-40B4-BE49-F238E27FC236}">
                <a16:creationId xmlns:a16="http://schemas.microsoft.com/office/drawing/2014/main" id="{1CC93B52-C6AB-4F2B-8D94-7A23337CC691}"/>
              </a:ext>
            </a:extLst>
          </p:cNvPr>
          <p:cNvSpPr>
            <a:spLocks noGrp="1"/>
          </p:cNvSpPr>
          <p:nvPr/>
        </p:nvSpPr>
        <p:spPr>
          <a:xfrm>
            <a:off x="4041739" y="86912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1" name="9wup_2_tuned_PredictedAtoms_34">
            <a:extLst>
              <a:ext uri="{FF2B5EF4-FFF2-40B4-BE49-F238E27FC236}">
                <a16:creationId xmlns:a16="http://schemas.microsoft.com/office/drawing/2014/main" id="{CCF2206A-632B-410F-8684-173F2F6AD33B}"/>
              </a:ext>
            </a:extLst>
          </p:cNvPr>
          <p:cNvSpPr>
            <a:spLocks noGrp="1"/>
          </p:cNvSpPr>
          <p:nvPr/>
        </p:nvSpPr>
        <p:spPr>
          <a:xfrm>
            <a:off x="4062418" y="86364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2" name="9wup_2_tuned_PredictedAtoms_35">
            <a:extLst>
              <a:ext uri="{FF2B5EF4-FFF2-40B4-BE49-F238E27FC236}">
                <a16:creationId xmlns:a16="http://schemas.microsoft.com/office/drawing/2014/main" id="{61C34637-6156-40C6-A576-4ED428120655}"/>
              </a:ext>
            </a:extLst>
          </p:cNvPr>
          <p:cNvSpPr>
            <a:spLocks noGrp="1"/>
          </p:cNvSpPr>
          <p:nvPr/>
        </p:nvSpPr>
        <p:spPr>
          <a:xfrm>
            <a:off x="3934490" y="86144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3" name="9wup_2_tuned_PredictedAtoms_36">
            <a:extLst>
              <a:ext uri="{FF2B5EF4-FFF2-40B4-BE49-F238E27FC236}">
                <a16:creationId xmlns:a16="http://schemas.microsoft.com/office/drawing/2014/main" id="{B237C9F2-FE99-41BE-89EC-378AA2B76BE2}"/>
              </a:ext>
            </a:extLst>
          </p:cNvPr>
          <p:cNvSpPr>
            <a:spLocks noGrp="1"/>
          </p:cNvSpPr>
          <p:nvPr/>
        </p:nvSpPr>
        <p:spPr>
          <a:xfrm>
            <a:off x="3905877" y="84976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4" name="9wup_2_tuned_PredictedAtoms_37">
            <a:extLst>
              <a:ext uri="{FF2B5EF4-FFF2-40B4-BE49-F238E27FC236}">
                <a16:creationId xmlns:a16="http://schemas.microsoft.com/office/drawing/2014/main" id="{70029C5B-E126-44ED-B745-AC45EA0FA023}"/>
              </a:ext>
            </a:extLst>
          </p:cNvPr>
          <p:cNvSpPr>
            <a:spLocks noGrp="1"/>
          </p:cNvSpPr>
          <p:nvPr/>
        </p:nvSpPr>
        <p:spPr>
          <a:xfrm>
            <a:off x="3986204" y="84073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5" name="9wup_2_tuned_PredictedAtoms_38">
            <a:extLst>
              <a:ext uri="{FF2B5EF4-FFF2-40B4-BE49-F238E27FC236}">
                <a16:creationId xmlns:a16="http://schemas.microsoft.com/office/drawing/2014/main" id="{1FA12183-B3C7-49C8-981B-49C35D487A81}"/>
              </a:ext>
            </a:extLst>
          </p:cNvPr>
          <p:cNvSpPr>
            <a:spLocks noGrp="1"/>
          </p:cNvSpPr>
          <p:nvPr/>
        </p:nvSpPr>
        <p:spPr>
          <a:xfrm>
            <a:off x="3968643" y="82897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6" name="9wup_2_tuned_PredictedAtoms_39">
            <a:extLst>
              <a:ext uri="{FF2B5EF4-FFF2-40B4-BE49-F238E27FC236}">
                <a16:creationId xmlns:a16="http://schemas.microsoft.com/office/drawing/2014/main" id="{03F367EE-889C-4324-A238-8A8198C82343}"/>
              </a:ext>
            </a:extLst>
          </p:cNvPr>
          <p:cNvSpPr>
            <a:spLocks noGrp="1"/>
          </p:cNvSpPr>
          <p:nvPr/>
        </p:nvSpPr>
        <p:spPr>
          <a:xfrm>
            <a:off x="4051098" y="8208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7" name="9wup_2_tuned_PredictedAtoms_40">
            <a:extLst>
              <a:ext uri="{FF2B5EF4-FFF2-40B4-BE49-F238E27FC236}">
                <a16:creationId xmlns:a16="http://schemas.microsoft.com/office/drawing/2014/main" id="{DE6FB63B-7D61-4778-A427-44C427D0D1E3}"/>
              </a:ext>
            </a:extLst>
          </p:cNvPr>
          <p:cNvSpPr>
            <a:spLocks noGrp="1"/>
          </p:cNvSpPr>
          <p:nvPr/>
        </p:nvSpPr>
        <p:spPr>
          <a:xfrm>
            <a:off x="3851083" y="82564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8" name="9wup_2_tuned_PredictedAtoms_41">
            <a:extLst>
              <a:ext uri="{FF2B5EF4-FFF2-40B4-BE49-F238E27FC236}">
                <a16:creationId xmlns:a16="http://schemas.microsoft.com/office/drawing/2014/main" id="{E378D9D2-E4BA-460A-AB70-7279386501BE}"/>
              </a:ext>
            </a:extLst>
          </p:cNvPr>
          <p:cNvSpPr>
            <a:spLocks noGrp="1"/>
          </p:cNvSpPr>
          <p:nvPr/>
        </p:nvSpPr>
        <p:spPr>
          <a:xfrm>
            <a:off x="3757810" y="8335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9" name="9wup_2_tuned_PredictedAtoms_42">
            <a:extLst>
              <a:ext uri="{FF2B5EF4-FFF2-40B4-BE49-F238E27FC236}">
                <a16:creationId xmlns:a16="http://schemas.microsoft.com/office/drawing/2014/main" id="{E2303A59-D3C9-490D-8BB8-2225B70A5D25}"/>
              </a:ext>
            </a:extLst>
          </p:cNvPr>
          <p:cNvSpPr>
            <a:spLocks noGrp="1"/>
          </p:cNvSpPr>
          <p:nvPr/>
        </p:nvSpPr>
        <p:spPr>
          <a:xfrm>
            <a:off x="3656538" y="82961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0" name="9wup_2_tuned_PredictedAtoms_43">
            <a:extLst>
              <a:ext uri="{FF2B5EF4-FFF2-40B4-BE49-F238E27FC236}">
                <a16:creationId xmlns:a16="http://schemas.microsoft.com/office/drawing/2014/main" id="{A627A151-F9C0-43FE-A0CC-307F25B36467}"/>
              </a:ext>
            </a:extLst>
          </p:cNvPr>
          <p:cNvSpPr>
            <a:spLocks noGrp="1"/>
          </p:cNvSpPr>
          <p:nvPr/>
        </p:nvSpPr>
        <p:spPr>
          <a:xfrm>
            <a:off x="3788795" y="84617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1" name="9wup_2_tuned_PredictedAtoms_44">
            <a:extLst>
              <a:ext uri="{FF2B5EF4-FFF2-40B4-BE49-F238E27FC236}">
                <a16:creationId xmlns:a16="http://schemas.microsoft.com/office/drawing/2014/main" id="{5AD199F9-7333-4A56-86D1-DF1D7BA8EFB2}"/>
              </a:ext>
            </a:extLst>
          </p:cNvPr>
          <p:cNvSpPr>
            <a:spLocks noGrp="1"/>
          </p:cNvSpPr>
          <p:nvPr/>
        </p:nvSpPr>
        <p:spPr>
          <a:xfrm>
            <a:off x="3705042" y="85511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2" name="9wup_2_tuned_PredictedAtoms_45">
            <a:extLst>
              <a:ext uri="{FF2B5EF4-FFF2-40B4-BE49-F238E27FC236}">
                <a16:creationId xmlns:a16="http://schemas.microsoft.com/office/drawing/2014/main" id="{53A41D22-8B26-482D-90D6-161F6F286534}"/>
              </a:ext>
            </a:extLst>
          </p:cNvPr>
          <p:cNvSpPr>
            <a:spLocks noGrp="1"/>
          </p:cNvSpPr>
          <p:nvPr/>
        </p:nvSpPr>
        <p:spPr>
          <a:xfrm>
            <a:off x="3733352" y="86666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3" name="9wup_2_tuned_PredictedAtoms_46">
            <a:extLst>
              <a:ext uri="{FF2B5EF4-FFF2-40B4-BE49-F238E27FC236}">
                <a16:creationId xmlns:a16="http://schemas.microsoft.com/office/drawing/2014/main" id="{9FFFFB00-E0D2-4D02-B19D-C4DAD11F0F2E}"/>
              </a:ext>
            </a:extLst>
          </p:cNvPr>
          <p:cNvSpPr>
            <a:spLocks noGrp="1"/>
          </p:cNvSpPr>
          <p:nvPr/>
        </p:nvSpPr>
        <p:spPr>
          <a:xfrm>
            <a:off x="3642843" y="87547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4" name="9wup_2_tuned_PredictedAtoms_47">
            <a:extLst>
              <a:ext uri="{FF2B5EF4-FFF2-40B4-BE49-F238E27FC236}">
                <a16:creationId xmlns:a16="http://schemas.microsoft.com/office/drawing/2014/main" id="{F41D1BAD-EE6F-4537-A09F-AD6B0CE8B500}"/>
              </a:ext>
            </a:extLst>
          </p:cNvPr>
          <p:cNvSpPr>
            <a:spLocks noGrp="1"/>
          </p:cNvSpPr>
          <p:nvPr/>
        </p:nvSpPr>
        <p:spPr>
          <a:xfrm>
            <a:off x="3665260" y="88757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5" name="9wup_2_tuned_PredictedAtoms_48">
            <a:extLst>
              <a:ext uri="{FF2B5EF4-FFF2-40B4-BE49-F238E27FC236}">
                <a16:creationId xmlns:a16="http://schemas.microsoft.com/office/drawing/2014/main" id="{E156E89A-6E8F-465D-B5D5-002E2343A2FE}"/>
              </a:ext>
            </a:extLst>
          </p:cNvPr>
          <p:cNvSpPr>
            <a:spLocks noGrp="1"/>
          </p:cNvSpPr>
          <p:nvPr/>
        </p:nvSpPr>
        <p:spPr>
          <a:xfrm>
            <a:off x="3566497" y="89643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6" name="9wup_2_tuned_PredictedAtoms_49">
            <a:extLst>
              <a:ext uri="{FF2B5EF4-FFF2-40B4-BE49-F238E27FC236}">
                <a16:creationId xmlns:a16="http://schemas.microsoft.com/office/drawing/2014/main" id="{CAF8798D-A5B0-426A-99D7-148363E595CB}"/>
              </a:ext>
            </a:extLst>
          </p:cNvPr>
          <p:cNvSpPr>
            <a:spLocks noGrp="1"/>
          </p:cNvSpPr>
          <p:nvPr/>
        </p:nvSpPr>
        <p:spPr>
          <a:xfrm>
            <a:off x="3781730" y="89176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7" name="9wup_2_tuned_PredictedAtoms_50">
            <a:extLst>
              <a:ext uri="{FF2B5EF4-FFF2-40B4-BE49-F238E27FC236}">
                <a16:creationId xmlns:a16="http://schemas.microsoft.com/office/drawing/2014/main" id="{EDC838F1-5F42-4D96-A9C5-908BA9E02458}"/>
              </a:ext>
            </a:extLst>
          </p:cNvPr>
          <p:cNvSpPr>
            <a:spLocks noGrp="1"/>
          </p:cNvSpPr>
          <p:nvPr/>
        </p:nvSpPr>
        <p:spPr>
          <a:xfrm>
            <a:off x="3815418" y="90455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8" name="9wup_2_tuned_PredictedAtoms_51">
            <a:extLst>
              <a:ext uri="{FF2B5EF4-FFF2-40B4-BE49-F238E27FC236}">
                <a16:creationId xmlns:a16="http://schemas.microsoft.com/office/drawing/2014/main" id="{6D67C976-C181-43D4-B465-EA8DE8122F38}"/>
              </a:ext>
            </a:extLst>
          </p:cNvPr>
          <p:cNvSpPr>
            <a:spLocks noGrp="1"/>
          </p:cNvSpPr>
          <p:nvPr/>
        </p:nvSpPr>
        <p:spPr>
          <a:xfrm>
            <a:off x="3871103" y="88287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9" name="9wup_2_tuned_PredictedAtoms_52">
            <a:extLst>
              <a:ext uri="{FF2B5EF4-FFF2-40B4-BE49-F238E27FC236}">
                <a16:creationId xmlns:a16="http://schemas.microsoft.com/office/drawing/2014/main" id="{96F438A6-92A5-48D7-8704-55FACB8089CD}"/>
              </a:ext>
            </a:extLst>
          </p:cNvPr>
          <p:cNvSpPr>
            <a:spLocks noGrp="1"/>
          </p:cNvSpPr>
          <p:nvPr/>
        </p:nvSpPr>
        <p:spPr>
          <a:xfrm>
            <a:off x="3849434" y="87026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00" name="stage3-cases-main_45">
            <a:extLst>
              <a:ext uri="{FF2B5EF4-FFF2-40B4-BE49-F238E27FC236}">
                <a16:creationId xmlns:a16="http://schemas.microsoft.com/office/drawing/2014/main" id="{3F6CE290-361F-46F5-9CE9-EC8565341AF4}"/>
              </a:ext>
            </a:extLst>
          </p:cNvPr>
          <p:cNvSpPr>
            <a:spLocks noGrp="1"/>
          </p:cNvSpPr>
          <p:nvPr/>
        </p:nvSpPr>
        <p:spPr>
          <a:xfrm>
            <a:off x="32004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0.52 Å   D 87%   Clash 0</a:t>
            </a:r>
          </a:p>
        </p:txBody>
      </p:sp>
      <p:sp>
        <p:nvSpPr>
          <p:cNvPr id="1701" name="9wup_2_build_Receptor">
            <a:extLst>
              <a:ext uri="{FF2B5EF4-FFF2-40B4-BE49-F238E27FC236}">
                <a16:creationId xmlns:a16="http://schemas.microsoft.com/office/drawing/2014/main" id="{0967B803-A843-499E-89A4-37491A736C6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702" name="9wup_2_build_ExperimentalDensity">
            <a:extLst>
              <a:ext uri="{FF2B5EF4-FFF2-40B4-BE49-F238E27FC236}">
                <a16:creationId xmlns:a16="http://schemas.microsoft.com/office/drawing/2014/main" id="{FCE5DC15-A776-45BB-8ACE-140EC373572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703" name="9wup_2_build_ReferenceLigand_0">
            <a:extLst>
              <a:ext uri="{FF2B5EF4-FFF2-40B4-BE49-F238E27FC236}">
                <a16:creationId xmlns:a16="http://schemas.microsoft.com/office/drawing/2014/main" id="{97CCCC92-C82C-412D-A9A3-5FAE8E82BE2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4" name="9wup_2_build_ReferenceLigand_1">
            <a:extLst>
              <a:ext uri="{FF2B5EF4-FFF2-40B4-BE49-F238E27FC236}">
                <a16:creationId xmlns:a16="http://schemas.microsoft.com/office/drawing/2014/main" id="{C7FA57F6-A5E7-4BE9-BD08-ABA1258C369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5" name="9wup_2_build_ReferenceLigand_2">
            <a:extLst>
              <a:ext uri="{FF2B5EF4-FFF2-40B4-BE49-F238E27FC236}">
                <a16:creationId xmlns:a16="http://schemas.microsoft.com/office/drawing/2014/main" id="{71E9B4E0-3C17-4739-ACED-E5467F4E5DA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6" name="9wup_2_build_ReferenceLigand_3">
            <a:extLst>
              <a:ext uri="{FF2B5EF4-FFF2-40B4-BE49-F238E27FC236}">
                <a16:creationId xmlns:a16="http://schemas.microsoft.com/office/drawing/2014/main" id="{04943456-9782-4AF5-AC4F-33FA7EB8BE0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7" name="9wup_2_build_ReferenceLigand_4">
            <a:extLst>
              <a:ext uri="{FF2B5EF4-FFF2-40B4-BE49-F238E27FC236}">
                <a16:creationId xmlns:a16="http://schemas.microsoft.com/office/drawing/2014/main" id="{AF9F3CD1-A22C-4E45-83E1-6FE2443C44A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8" name="9wup_2_build_ReferenceLigand_5">
            <a:extLst>
              <a:ext uri="{FF2B5EF4-FFF2-40B4-BE49-F238E27FC236}">
                <a16:creationId xmlns:a16="http://schemas.microsoft.com/office/drawing/2014/main" id="{0E6133FD-7911-44A8-BE62-CCF2D833462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09" name="9wup_2_build_ReferenceLigand_6">
            <a:extLst>
              <a:ext uri="{FF2B5EF4-FFF2-40B4-BE49-F238E27FC236}">
                <a16:creationId xmlns:a16="http://schemas.microsoft.com/office/drawing/2014/main" id="{1AC08FA9-D3C3-40BA-9014-B67516CCF57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0" name="9wup_2_build_ReferenceLigand_7">
            <a:extLst>
              <a:ext uri="{FF2B5EF4-FFF2-40B4-BE49-F238E27FC236}">
                <a16:creationId xmlns:a16="http://schemas.microsoft.com/office/drawing/2014/main" id="{84F52100-D496-4456-AE2C-D360BBCACC1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1" name="9wup_2_build_ReferenceLigand_8">
            <a:extLst>
              <a:ext uri="{FF2B5EF4-FFF2-40B4-BE49-F238E27FC236}">
                <a16:creationId xmlns:a16="http://schemas.microsoft.com/office/drawing/2014/main" id="{A6AE0A80-5339-4961-9D1C-657D6FF3AAD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2" name="9wup_2_build_ReferenceLigand_9">
            <a:extLst>
              <a:ext uri="{FF2B5EF4-FFF2-40B4-BE49-F238E27FC236}">
                <a16:creationId xmlns:a16="http://schemas.microsoft.com/office/drawing/2014/main" id="{E8F3D1BD-6BD9-45DD-9CE6-E42B43A9248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3" name="9wup_2_build_ReferenceLigand_10">
            <a:extLst>
              <a:ext uri="{FF2B5EF4-FFF2-40B4-BE49-F238E27FC236}">
                <a16:creationId xmlns:a16="http://schemas.microsoft.com/office/drawing/2014/main" id="{770ED52A-CD81-4E40-870D-3C7BE1EB18C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4" name="9wup_2_build_ReferenceLigand_11">
            <a:extLst>
              <a:ext uri="{FF2B5EF4-FFF2-40B4-BE49-F238E27FC236}">
                <a16:creationId xmlns:a16="http://schemas.microsoft.com/office/drawing/2014/main" id="{C182B131-BD38-4C31-9A5D-DB7CB5D13F4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5" name="9wup_2_build_ReferenceLigand_12">
            <a:extLst>
              <a:ext uri="{FF2B5EF4-FFF2-40B4-BE49-F238E27FC236}">
                <a16:creationId xmlns:a16="http://schemas.microsoft.com/office/drawing/2014/main" id="{DCB70E83-46B1-4057-997A-96872BB5891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6" name="9wup_2_build_ReferenceLigand_13">
            <a:extLst>
              <a:ext uri="{FF2B5EF4-FFF2-40B4-BE49-F238E27FC236}">
                <a16:creationId xmlns:a16="http://schemas.microsoft.com/office/drawing/2014/main" id="{3BA81603-AF8B-4557-994A-8DBCB497285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7" name="9wup_2_build_ReferenceLigand_14">
            <a:extLst>
              <a:ext uri="{FF2B5EF4-FFF2-40B4-BE49-F238E27FC236}">
                <a16:creationId xmlns:a16="http://schemas.microsoft.com/office/drawing/2014/main" id="{4898893C-EEF0-4142-87C6-1F88F379DA6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8" name="9wup_2_build_ReferenceLigand_15">
            <a:extLst>
              <a:ext uri="{FF2B5EF4-FFF2-40B4-BE49-F238E27FC236}">
                <a16:creationId xmlns:a16="http://schemas.microsoft.com/office/drawing/2014/main" id="{FAF3AA4C-4A38-4F38-9D05-5416E242CBE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19" name="9wup_2_build_ReferenceLigand_16">
            <a:extLst>
              <a:ext uri="{FF2B5EF4-FFF2-40B4-BE49-F238E27FC236}">
                <a16:creationId xmlns:a16="http://schemas.microsoft.com/office/drawing/2014/main" id="{85C24D34-A3B2-4594-AFDE-98976DDE796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0" name="9wup_2_build_ReferenceLigand_17">
            <a:extLst>
              <a:ext uri="{FF2B5EF4-FFF2-40B4-BE49-F238E27FC236}">
                <a16:creationId xmlns:a16="http://schemas.microsoft.com/office/drawing/2014/main" id="{DFB4FDF1-24F0-4F86-A150-EEBF3D9D22E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1" name="9wup_2_build_ReferenceLigand_18">
            <a:extLst>
              <a:ext uri="{FF2B5EF4-FFF2-40B4-BE49-F238E27FC236}">
                <a16:creationId xmlns:a16="http://schemas.microsoft.com/office/drawing/2014/main" id="{F295618C-9C3C-4F08-B718-F52E4E123E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2" name="9wup_2_build_ReferenceLigand_19">
            <a:extLst>
              <a:ext uri="{FF2B5EF4-FFF2-40B4-BE49-F238E27FC236}">
                <a16:creationId xmlns:a16="http://schemas.microsoft.com/office/drawing/2014/main" id="{BEF62366-6D8C-4844-B1B3-962F0B75E42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3" name="9wup_2_build_ReferenceLigand_20">
            <a:extLst>
              <a:ext uri="{FF2B5EF4-FFF2-40B4-BE49-F238E27FC236}">
                <a16:creationId xmlns:a16="http://schemas.microsoft.com/office/drawing/2014/main" id="{07FB21B1-B884-421D-A3E1-A46EB0C756F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4" name="9wup_2_build_ReferenceLigand_21">
            <a:extLst>
              <a:ext uri="{FF2B5EF4-FFF2-40B4-BE49-F238E27FC236}">
                <a16:creationId xmlns:a16="http://schemas.microsoft.com/office/drawing/2014/main" id="{65D405E1-05EE-4CEA-B9DD-17E8A2F8D6C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5" name="9wup_2_build_ReferenceLigand_22">
            <a:extLst>
              <a:ext uri="{FF2B5EF4-FFF2-40B4-BE49-F238E27FC236}">
                <a16:creationId xmlns:a16="http://schemas.microsoft.com/office/drawing/2014/main" id="{604647D6-BD86-45AC-9FA5-41427AB212F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6" name="9wup_2_build_ReferenceLigand_23">
            <a:extLst>
              <a:ext uri="{FF2B5EF4-FFF2-40B4-BE49-F238E27FC236}">
                <a16:creationId xmlns:a16="http://schemas.microsoft.com/office/drawing/2014/main" id="{3AA55EC2-B68F-47DA-A8C9-E357FC8FF96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7" name="9wup_2_build_ReferenceLigand_24">
            <a:extLst>
              <a:ext uri="{FF2B5EF4-FFF2-40B4-BE49-F238E27FC236}">
                <a16:creationId xmlns:a16="http://schemas.microsoft.com/office/drawing/2014/main" id="{C01AF005-9F79-4F79-8727-7A47B6DFC65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8" name="9wup_2_build_ReferenceLigand_25">
            <a:extLst>
              <a:ext uri="{FF2B5EF4-FFF2-40B4-BE49-F238E27FC236}">
                <a16:creationId xmlns:a16="http://schemas.microsoft.com/office/drawing/2014/main" id="{6EA1A1AB-C286-4777-9C8F-632426B5C26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29" name="9wup_2_build_ReferenceLigand_26">
            <a:extLst>
              <a:ext uri="{FF2B5EF4-FFF2-40B4-BE49-F238E27FC236}">
                <a16:creationId xmlns:a16="http://schemas.microsoft.com/office/drawing/2014/main" id="{B5A1C3CB-7F35-4858-AC63-F81376CBE7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0" name="9wup_2_build_ReferenceLigand_27">
            <a:extLst>
              <a:ext uri="{FF2B5EF4-FFF2-40B4-BE49-F238E27FC236}">
                <a16:creationId xmlns:a16="http://schemas.microsoft.com/office/drawing/2014/main" id="{228E1627-A619-4046-A77B-769F80C6710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1" name="9wup_2_build_ReferenceLigand_28">
            <a:extLst>
              <a:ext uri="{FF2B5EF4-FFF2-40B4-BE49-F238E27FC236}">
                <a16:creationId xmlns:a16="http://schemas.microsoft.com/office/drawing/2014/main" id="{AD0C0CEB-F7F9-4B29-903D-215AF4C7A8E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2" name="9wup_2_build_ReferenceLigand_29">
            <a:extLst>
              <a:ext uri="{FF2B5EF4-FFF2-40B4-BE49-F238E27FC236}">
                <a16:creationId xmlns:a16="http://schemas.microsoft.com/office/drawing/2014/main" id="{14DBDBBE-D2DC-4173-9278-CD67656CDEB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3" name="9wup_2_build_ReferenceLigand_30">
            <a:extLst>
              <a:ext uri="{FF2B5EF4-FFF2-40B4-BE49-F238E27FC236}">
                <a16:creationId xmlns:a16="http://schemas.microsoft.com/office/drawing/2014/main" id="{37744BFC-14AA-4266-BFBE-3AC120F9349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4" name="9wup_2_build_ReferenceLigand_31">
            <a:extLst>
              <a:ext uri="{FF2B5EF4-FFF2-40B4-BE49-F238E27FC236}">
                <a16:creationId xmlns:a16="http://schemas.microsoft.com/office/drawing/2014/main" id="{5DCAE6C5-FF7F-445C-9579-DDC6C954351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5" name="9wup_2_build_ReferenceLigand_32">
            <a:extLst>
              <a:ext uri="{FF2B5EF4-FFF2-40B4-BE49-F238E27FC236}">
                <a16:creationId xmlns:a16="http://schemas.microsoft.com/office/drawing/2014/main" id="{8AABC842-21AB-4C0A-B914-8C03A95378C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6" name="9wup_2_build_ReferenceLigand_33">
            <a:extLst>
              <a:ext uri="{FF2B5EF4-FFF2-40B4-BE49-F238E27FC236}">
                <a16:creationId xmlns:a16="http://schemas.microsoft.com/office/drawing/2014/main" id="{090996B2-9287-4D85-8059-3AB4E228E25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7" name="9wup_2_build_ReferenceLigand_34">
            <a:extLst>
              <a:ext uri="{FF2B5EF4-FFF2-40B4-BE49-F238E27FC236}">
                <a16:creationId xmlns:a16="http://schemas.microsoft.com/office/drawing/2014/main" id="{73D7D715-4698-46B6-BD13-90DD66E456A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8" name="9wup_2_build_ReferenceLigand_35">
            <a:extLst>
              <a:ext uri="{FF2B5EF4-FFF2-40B4-BE49-F238E27FC236}">
                <a16:creationId xmlns:a16="http://schemas.microsoft.com/office/drawing/2014/main" id="{67E30DE9-330F-4B8F-A432-5960D61CC02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39" name="9wup_2_build_ReferenceLigand_36">
            <a:extLst>
              <a:ext uri="{FF2B5EF4-FFF2-40B4-BE49-F238E27FC236}">
                <a16:creationId xmlns:a16="http://schemas.microsoft.com/office/drawing/2014/main" id="{EE239C62-8F09-4B10-BB09-D79F45DD6A4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0" name="9wup_2_build_ReferenceLigand_37">
            <a:extLst>
              <a:ext uri="{FF2B5EF4-FFF2-40B4-BE49-F238E27FC236}">
                <a16:creationId xmlns:a16="http://schemas.microsoft.com/office/drawing/2014/main" id="{5200812F-8EBA-4AE5-A748-948AB1BE29B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1" name="9wup_2_build_ReferenceLigand_38">
            <a:extLst>
              <a:ext uri="{FF2B5EF4-FFF2-40B4-BE49-F238E27FC236}">
                <a16:creationId xmlns:a16="http://schemas.microsoft.com/office/drawing/2014/main" id="{F7F93C77-27AE-4092-8590-5CD6BFAEBEF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2" name="9wup_2_build_ReferenceLigand_39">
            <a:extLst>
              <a:ext uri="{FF2B5EF4-FFF2-40B4-BE49-F238E27FC236}">
                <a16:creationId xmlns:a16="http://schemas.microsoft.com/office/drawing/2014/main" id="{36184708-931F-4D51-A9CC-9777B0DF5F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3" name="9wup_2_build_ReferenceLigand_40">
            <a:extLst>
              <a:ext uri="{FF2B5EF4-FFF2-40B4-BE49-F238E27FC236}">
                <a16:creationId xmlns:a16="http://schemas.microsoft.com/office/drawing/2014/main" id="{D7397088-BC45-4EAA-9917-CB67EF77ADB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4" name="9wup_2_build_ReferenceLigand_41">
            <a:extLst>
              <a:ext uri="{FF2B5EF4-FFF2-40B4-BE49-F238E27FC236}">
                <a16:creationId xmlns:a16="http://schemas.microsoft.com/office/drawing/2014/main" id="{F14C9EB0-C376-4DCE-9395-AAF43E442E5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5" name="9wup_2_build_ReferenceLigand_42">
            <a:extLst>
              <a:ext uri="{FF2B5EF4-FFF2-40B4-BE49-F238E27FC236}">
                <a16:creationId xmlns:a16="http://schemas.microsoft.com/office/drawing/2014/main" id="{E3FFB54B-AA02-42EE-B021-DF32022B19E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6" name="9wup_2_build_ReferenceLigand_43">
            <a:extLst>
              <a:ext uri="{FF2B5EF4-FFF2-40B4-BE49-F238E27FC236}">
                <a16:creationId xmlns:a16="http://schemas.microsoft.com/office/drawing/2014/main" id="{7A332346-555D-45FC-92DE-C9D647D4EEB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7" name="9wup_2_build_ReferenceLigand_44">
            <a:extLst>
              <a:ext uri="{FF2B5EF4-FFF2-40B4-BE49-F238E27FC236}">
                <a16:creationId xmlns:a16="http://schemas.microsoft.com/office/drawing/2014/main" id="{B9CD220E-1E25-48ED-883D-A4B88FF79B4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8" name="9wup_2_build_ReferenceLigand_45">
            <a:extLst>
              <a:ext uri="{FF2B5EF4-FFF2-40B4-BE49-F238E27FC236}">
                <a16:creationId xmlns:a16="http://schemas.microsoft.com/office/drawing/2014/main" id="{F13F4C56-2418-4143-A6F1-7497F276489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49" name="9wup_2_build_ReferenceLigand_46">
            <a:extLst>
              <a:ext uri="{FF2B5EF4-FFF2-40B4-BE49-F238E27FC236}">
                <a16:creationId xmlns:a16="http://schemas.microsoft.com/office/drawing/2014/main" id="{7E085D23-FC06-4450-97A9-489EE79AABB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0" name="9wup_2_build_ReferenceLigand_47">
            <a:extLst>
              <a:ext uri="{FF2B5EF4-FFF2-40B4-BE49-F238E27FC236}">
                <a16:creationId xmlns:a16="http://schemas.microsoft.com/office/drawing/2014/main" id="{1C2B1EC4-BE50-4E4F-8D13-30AC2DAB302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1" name="9wup_2_build_ReferenceLigand_48">
            <a:extLst>
              <a:ext uri="{FF2B5EF4-FFF2-40B4-BE49-F238E27FC236}">
                <a16:creationId xmlns:a16="http://schemas.microsoft.com/office/drawing/2014/main" id="{848B48D5-B9F1-4CA7-A4BE-C336F636359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2" name="9wup_2_build_ReferenceLigand_49">
            <a:extLst>
              <a:ext uri="{FF2B5EF4-FFF2-40B4-BE49-F238E27FC236}">
                <a16:creationId xmlns:a16="http://schemas.microsoft.com/office/drawing/2014/main" id="{E48ACE5D-3422-4A01-BE59-AD8C8687AE4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3" name="9wup_2_build_ReferenceLigand_50">
            <a:extLst>
              <a:ext uri="{FF2B5EF4-FFF2-40B4-BE49-F238E27FC236}">
                <a16:creationId xmlns:a16="http://schemas.microsoft.com/office/drawing/2014/main" id="{CD49130C-2D6F-4694-9D4C-99B990657BB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4" name="9wup_2_build_ReferenceLigand_51">
            <a:extLst>
              <a:ext uri="{FF2B5EF4-FFF2-40B4-BE49-F238E27FC236}">
                <a16:creationId xmlns:a16="http://schemas.microsoft.com/office/drawing/2014/main" id="{5AFFF977-81CA-4316-8F73-74EE90E1460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5" name="9wup_2_build_ReferenceLigand_52">
            <a:extLst>
              <a:ext uri="{FF2B5EF4-FFF2-40B4-BE49-F238E27FC236}">
                <a16:creationId xmlns:a16="http://schemas.microsoft.com/office/drawing/2014/main" id="{1693E816-09CC-41F4-A9B5-1DB3EA0B739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6" name="9wup_2_build_ReferenceLigand_53">
            <a:extLst>
              <a:ext uri="{FF2B5EF4-FFF2-40B4-BE49-F238E27FC236}">
                <a16:creationId xmlns:a16="http://schemas.microsoft.com/office/drawing/2014/main" id="{85A06805-1D12-4C72-AAF8-D069BFE0B81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7" name="9wup_2_build_ReferenceLigand_54">
            <a:extLst>
              <a:ext uri="{FF2B5EF4-FFF2-40B4-BE49-F238E27FC236}">
                <a16:creationId xmlns:a16="http://schemas.microsoft.com/office/drawing/2014/main" id="{3D974A64-5E3D-4539-A34E-7924E9583ED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8" name="9wup_2_build_ReferenceLigand_55">
            <a:extLst>
              <a:ext uri="{FF2B5EF4-FFF2-40B4-BE49-F238E27FC236}">
                <a16:creationId xmlns:a16="http://schemas.microsoft.com/office/drawing/2014/main" id="{606CDF2D-1782-4911-B7CD-D2C0873EA08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59" name="9wup_2_build_ReferenceLigand_56">
            <a:extLst>
              <a:ext uri="{FF2B5EF4-FFF2-40B4-BE49-F238E27FC236}">
                <a16:creationId xmlns:a16="http://schemas.microsoft.com/office/drawing/2014/main" id="{685A9F2A-DEC6-479B-9541-AB61C05F7F4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0" name="9wup_2_build_ReferenceLigand_57">
            <a:extLst>
              <a:ext uri="{FF2B5EF4-FFF2-40B4-BE49-F238E27FC236}">
                <a16:creationId xmlns:a16="http://schemas.microsoft.com/office/drawing/2014/main" id="{4C70BEB0-93DD-469C-A666-1432934ADCD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61" name="9wup_2_build_PredictedLigand_0">
            <a:extLst>
              <a:ext uri="{FF2B5EF4-FFF2-40B4-BE49-F238E27FC236}">
                <a16:creationId xmlns:a16="http://schemas.microsoft.com/office/drawing/2014/main" id="{42D2DDD8-0090-41B6-B070-27B99F46D02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01675" y="6705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2" name="9wup_2_build_PredictedLigand_1">
            <a:extLst>
              <a:ext uri="{FF2B5EF4-FFF2-40B4-BE49-F238E27FC236}">
                <a16:creationId xmlns:a16="http://schemas.microsoft.com/office/drawing/2014/main" id="{8104824E-A677-4049-A027-E3660579A3E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61275" y="4883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3" name="9wup_2_build_PredictedLigand_2">
            <a:extLst>
              <a:ext uri="{FF2B5EF4-FFF2-40B4-BE49-F238E27FC236}">
                <a16:creationId xmlns:a16="http://schemas.microsoft.com/office/drawing/2014/main" id="{E6E253E0-7443-4C71-8CE0-8C66C0E1564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91486" y="7458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4" name="9wup_2_build_PredictedLigand_3">
            <a:extLst>
              <a:ext uri="{FF2B5EF4-FFF2-40B4-BE49-F238E27FC236}">
                <a16:creationId xmlns:a16="http://schemas.microsoft.com/office/drawing/2014/main" id="{4B4A1E5E-BE1E-441B-82FF-F5184A4F908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546" y="615488"/>
                </a:moveTo>
                <a:lnTo>
                  <a:pt x="1317137" y="616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5" name="9wup_2_build_PredictedLigand_4">
            <a:extLst>
              <a:ext uri="{FF2B5EF4-FFF2-40B4-BE49-F238E27FC236}">
                <a16:creationId xmlns:a16="http://schemas.microsoft.com/office/drawing/2014/main" id="{9DD7DC77-361E-458F-A845-5E73EBDA637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405676" y="666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6" name="9wup_2_build_PredictedLigand_5">
            <a:extLst>
              <a:ext uri="{FF2B5EF4-FFF2-40B4-BE49-F238E27FC236}">
                <a16:creationId xmlns:a16="http://schemas.microsoft.com/office/drawing/2014/main" id="{AB709526-2338-4008-974F-2FC1DC41BB9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441219" y="879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7" name="9wup_2_build_PredictedLigand_6">
            <a:extLst>
              <a:ext uri="{FF2B5EF4-FFF2-40B4-BE49-F238E27FC236}">
                <a16:creationId xmlns:a16="http://schemas.microsoft.com/office/drawing/2014/main" id="{D9B25B73-341E-420C-AD36-DBEA2645954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5676" y="666169"/>
                </a:moveTo>
                <a:lnTo>
                  <a:pt x="1496174" y="7684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8" name="9wup_2_build_PredictedLigand_7">
            <a:extLst>
              <a:ext uri="{FF2B5EF4-FFF2-40B4-BE49-F238E27FC236}">
                <a16:creationId xmlns:a16="http://schemas.microsoft.com/office/drawing/2014/main" id="{BC9F0407-491A-4610-A881-C2B638E699E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28158" y="7637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69" name="9wup_2_build_PredictedLigand_8">
            <a:extLst>
              <a:ext uri="{FF2B5EF4-FFF2-40B4-BE49-F238E27FC236}">
                <a16:creationId xmlns:a16="http://schemas.microsoft.com/office/drawing/2014/main" id="{16D35727-1546-498F-9EE4-3C36F23B603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3474" y="630957"/>
                </a:moveTo>
                <a:lnTo>
                  <a:pt x="1194546" y="615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0" name="9wup_2_build_PredictedLigand_9">
            <a:extLst>
              <a:ext uri="{FF2B5EF4-FFF2-40B4-BE49-F238E27FC236}">
                <a16:creationId xmlns:a16="http://schemas.microsoft.com/office/drawing/2014/main" id="{FBD74153-F597-4813-8C8C-CE2480AE3B8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97" y="635348"/>
                </a:moveTo>
                <a:lnTo>
                  <a:pt x="1091461" y="6775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1" name="9wup_2_build_PredictedLigand_10">
            <a:extLst>
              <a:ext uri="{FF2B5EF4-FFF2-40B4-BE49-F238E27FC236}">
                <a16:creationId xmlns:a16="http://schemas.microsoft.com/office/drawing/2014/main" id="{AF424482-CEFD-4240-AAAF-170397E53AE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213474" y="630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2" name="9wup_2_build_PredictedLigand_11">
            <a:extLst>
              <a:ext uri="{FF2B5EF4-FFF2-40B4-BE49-F238E27FC236}">
                <a16:creationId xmlns:a16="http://schemas.microsoft.com/office/drawing/2014/main" id="{CE02FFEA-ED6C-4D56-98C4-677A60B0432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58" y="763777"/>
                </a:moveTo>
                <a:lnTo>
                  <a:pt x="1646919" y="7554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3" name="9wup_2_build_PredictedLigand_12">
            <a:extLst>
              <a:ext uri="{FF2B5EF4-FFF2-40B4-BE49-F238E27FC236}">
                <a16:creationId xmlns:a16="http://schemas.microsoft.com/office/drawing/2014/main" id="{9FEAE9B9-DD3C-4BDE-89DB-E7D64AC4D119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088299" y="7148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4" name="9wup_2_build_PredictedLigand_13">
            <a:extLst>
              <a:ext uri="{FF2B5EF4-FFF2-40B4-BE49-F238E27FC236}">
                <a16:creationId xmlns:a16="http://schemas.microsoft.com/office/drawing/2014/main" id="{D67053B0-BAC8-476A-8740-88B980FDC2E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6919" y="755400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5" name="9wup_2_build_PredictedLigand_14">
            <a:extLst>
              <a:ext uri="{FF2B5EF4-FFF2-40B4-BE49-F238E27FC236}">
                <a16:creationId xmlns:a16="http://schemas.microsoft.com/office/drawing/2014/main" id="{A84AA61A-2143-4504-A74D-FD032A6680B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1096015" y="8263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6" name="9wup_2_build_PredictedLigand_15">
            <a:extLst>
              <a:ext uri="{FF2B5EF4-FFF2-40B4-BE49-F238E27FC236}">
                <a16:creationId xmlns:a16="http://schemas.microsoft.com/office/drawing/2014/main" id="{6C69FFCD-934D-45B1-B13A-749D50476CB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974785" y="654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7" name="9wup_2_build_PredictedLigand_16">
            <a:extLst>
              <a:ext uri="{FF2B5EF4-FFF2-40B4-BE49-F238E27FC236}">
                <a16:creationId xmlns:a16="http://schemas.microsoft.com/office/drawing/2014/main" id="{1823D505-36CF-4FD5-B0CA-72E07E48FE9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3587" y="658635"/>
                </a:moveTo>
                <a:lnTo>
                  <a:pt x="2250847" y="6851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8" name="9wup_2_build_PredictedLigand_17">
            <a:extLst>
              <a:ext uri="{FF2B5EF4-FFF2-40B4-BE49-F238E27FC236}">
                <a16:creationId xmlns:a16="http://schemas.microsoft.com/office/drawing/2014/main" id="{ACDAF8E4-2202-4431-9D09-57B8F34E22E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79" name="9wup_2_build_PredictedLigand_18">
            <a:extLst>
              <a:ext uri="{FF2B5EF4-FFF2-40B4-BE49-F238E27FC236}">
                <a16:creationId xmlns:a16="http://schemas.microsoft.com/office/drawing/2014/main" id="{30813CC1-8740-460A-BA90-8674BDE9816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0847" y="685190"/>
                </a:moveTo>
                <a:lnTo>
                  <a:pt x="2151382" y="74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0" name="9wup_2_build_PredictedLigand_19">
            <a:extLst>
              <a:ext uri="{FF2B5EF4-FFF2-40B4-BE49-F238E27FC236}">
                <a16:creationId xmlns:a16="http://schemas.microsoft.com/office/drawing/2014/main" id="{2B73AC36-091D-495C-B19C-6C08D83FA6F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1382" y="745226"/>
                </a:moveTo>
                <a:lnTo>
                  <a:pt x="2101811" y="636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1" name="9wup_2_build_PredictedLigand_20">
            <a:extLst>
              <a:ext uri="{FF2B5EF4-FFF2-40B4-BE49-F238E27FC236}">
                <a16:creationId xmlns:a16="http://schemas.microsoft.com/office/drawing/2014/main" id="{58F1D094-A946-44A3-BF9F-5C17FCA8365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52168" y="824812"/>
                </a:moveTo>
                <a:lnTo>
                  <a:pt x="725770" y="8546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2" name="9wup_2_build_PredictedLigand_21">
            <a:extLst>
              <a:ext uri="{FF2B5EF4-FFF2-40B4-BE49-F238E27FC236}">
                <a16:creationId xmlns:a16="http://schemas.microsoft.com/office/drawing/2014/main" id="{B998AB0E-80BA-4B50-BB0F-3D0EEE2A92A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0276" y="785226"/>
                </a:moveTo>
                <a:lnTo>
                  <a:pt x="1738432" y="7000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3" name="9wup_2_build_PredictedLigand_22">
            <a:extLst>
              <a:ext uri="{FF2B5EF4-FFF2-40B4-BE49-F238E27FC236}">
                <a16:creationId xmlns:a16="http://schemas.microsoft.com/office/drawing/2014/main" id="{E6871178-D1A5-4F54-A880-30F3D1F266E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449065" y="8632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4" name="9wup_2_build_PredictedLigand_23">
            <a:extLst>
              <a:ext uri="{FF2B5EF4-FFF2-40B4-BE49-F238E27FC236}">
                <a16:creationId xmlns:a16="http://schemas.microsoft.com/office/drawing/2014/main" id="{38E35D0C-58BD-4E9E-ACE0-B68F414505E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5" name="9wup_2_build_PredictedLigand_24">
            <a:extLst>
              <a:ext uri="{FF2B5EF4-FFF2-40B4-BE49-F238E27FC236}">
                <a16:creationId xmlns:a16="http://schemas.microsoft.com/office/drawing/2014/main" id="{9BD9147F-8594-4220-B64E-D7685F7C6D6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1026793" y="562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6" name="9wup_2_build_PredictedLigand_25">
            <a:extLst>
              <a:ext uri="{FF2B5EF4-FFF2-40B4-BE49-F238E27FC236}">
                <a16:creationId xmlns:a16="http://schemas.microsoft.com/office/drawing/2014/main" id="{4AB2B4C5-FB58-4909-8166-4B9F38F8C17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6058" y="688747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7" name="9wup_2_build_PredictedLigand_26">
            <a:extLst>
              <a:ext uri="{FF2B5EF4-FFF2-40B4-BE49-F238E27FC236}">
                <a16:creationId xmlns:a16="http://schemas.microsoft.com/office/drawing/2014/main" id="{1AE3FE36-DBFD-46D5-A098-B5831F2CB1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561762" y="8259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8" name="9wup_2_build_PredictedLigand_27">
            <a:extLst>
              <a:ext uri="{FF2B5EF4-FFF2-40B4-BE49-F238E27FC236}">
                <a16:creationId xmlns:a16="http://schemas.microsoft.com/office/drawing/2014/main" id="{515D1F31-5B88-46E9-A3A1-3965CBAB698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40676" y="1782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89" name="9wup_2_build_PredictedLigand_28">
            <a:extLst>
              <a:ext uri="{FF2B5EF4-FFF2-40B4-BE49-F238E27FC236}">
                <a16:creationId xmlns:a16="http://schemas.microsoft.com/office/drawing/2014/main" id="{F4C660B6-FE83-4541-A016-19BCB676B26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0" name="9wup_2_build_PredictedLigand_29">
            <a:extLst>
              <a:ext uri="{FF2B5EF4-FFF2-40B4-BE49-F238E27FC236}">
                <a16:creationId xmlns:a16="http://schemas.microsoft.com/office/drawing/2014/main" id="{DCF10F50-E600-45F3-8630-85FAFFDCBDA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710170" y="90864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1" name="9wup_2_build_PredictedLigand_30">
            <a:extLst>
              <a:ext uri="{FF2B5EF4-FFF2-40B4-BE49-F238E27FC236}">
                <a16:creationId xmlns:a16="http://schemas.microsoft.com/office/drawing/2014/main" id="{BAE8CF3E-C1E0-448E-AD0C-9CEFBB96692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892851" y="709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2" name="9wup_2_build_PredictedLigand_31">
            <a:extLst>
              <a:ext uri="{FF2B5EF4-FFF2-40B4-BE49-F238E27FC236}">
                <a16:creationId xmlns:a16="http://schemas.microsoft.com/office/drawing/2014/main" id="{628E043C-27AC-4A5D-9C65-711717F4D5B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299" y="1086618"/>
                </a:moveTo>
                <a:lnTo>
                  <a:pt x="532470" y="8599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3" name="9wup_2_build_PredictedLigand_32">
            <a:extLst>
              <a:ext uri="{FF2B5EF4-FFF2-40B4-BE49-F238E27FC236}">
                <a16:creationId xmlns:a16="http://schemas.microsoft.com/office/drawing/2014/main" id="{FB4FEF41-D24E-488C-ACB8-D78A975BC7C3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46970" y="9710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4" name="9wup_2_build_PredictedLigand_33">
            <a:extLst>
              <a:ext uri="{FF2B5EF4-FFF2-40B4-BE49-F238E27FC236}">
                <a16:creationId xmlns:a16="http://schemas.microsoft.com/office/drawing/2014/main" id="{EC638779-4067-448E-AACB-7153AF0437B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16" y="452665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5" name="9wup_2_build_PredictedLigand_34">
            <a:extLst>
              <a:ext uri="{FF2B5EF4-FFF2-40B4-BE49-F238E27FC236}">
                <a16:creationId xmlns:a16="http://schemas.microsoft.com/office/drawing/2014/main" id="{6F7CD4EE-A39F-4AE1-ACDF-18EA3EE15BA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921858" y="1848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6" name="9wup_2_build_PredictedLigand_35">
            <a:extLst>
              <a:ext uri="{FF2B5EF4-FFF2-40B4-BE49-F238E27FC236}">
                <a16:creationId xmlns:a16="http://schemas.microsoft.com/office/drawing/2014/main" id="{7CFA9588-19E2-4985-B60C-65151A26B7F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49081" y="57065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7" name="9wup_2_build_PredictedLigand_36">
            <a:extLst>
              <a:ext uri="{FF2B5EF4-FFF2-40B4-BE49-F238E27FC236}">
                <a16:creationId xmlns:a16="http://schemas.microsoft.com/office/drawing/2014/main" id="{4F226C2F-2E28-487B-A236-D66CBC792E8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293587" y="658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8" name="9wup_2_build_PredictedLigand_37">
            <a:extLst>
              <a:ext uri="{FF2B5EF4-FFF2-40B4-BE49-F238E27FC236}">
                <a16:creationId xmlns:a16="http://schemas.microsoft.com/office/drawing/2014/main" id="{9A89B2AB-05B9-452D-BA61-EC76EBB0878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799" name="9wup_2_build_PredictedLigand_38">
            <a:extLst>
              <a:ext uri="{FF2B5EF4-FFF2-40B4-BE49-F238E27FC236}">
                <a16:creationId xmlns:a16="http://schemas.microsoft.com/office/drawing/2014/main" id="{0E99253F-AC07-428D-8606-A045B0CE0D7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851" y="709862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0" name="9wup_2_build_PredictedLigand_39">
            <a:extLst>
              <a:ext uri="{FF2B5EF4-FFF2-40B4-BE49-F238E27FC236}">
                <a16:creationId xmlns:a16="http://schemas.microsoft.com/office/drawing/2014/main" id="{C798E3FB-1A3B-4929-91A0-F88CA01415E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3405" y="543295"/>
                </a:moveTo>
                <a:lnTo>
                  <a:pt x="1992216" y="4526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1" name="9wup_2_build_PredictedLigand_40">
            <a:extLst>
              <a:ext uri="{FF2B5EF4-FFF2-40B4-BE49-F238E27FC236}">
                <a16:creationId xmlns:a16="http://schemas.microsoft.com/office/drawing/2014/main" id="{218CB934-D608-4F39-90E1-6C3EEA5A656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081" y="570654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2" name="9wup_2_build_PredictedLigand_41">
            <a:extLst>
              <a:ext uri="{FF2B5EF4-FFF2-40B4-BE49-F238E27FC236}">
                <a16:creationId xmlns:a16="http://schemas.microsoft.com/office/drawing/2014/main" id="{529FA321-79AE-4FE4-97E3-A7D1AC2A9010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8432" y="700001"/>
                </a:moveTo>
                <a:lnTo>
                  <a:pt x="1838587" y="7587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3" name="9wup_2_build_PredictedLigand_42">
            <a:extLst>
              <a:ext uri="{FF2B5EF4-FFF2-40B4-BE49-F238E27FC236}">
                <a16:creationId xmlns:a16="http://schemas.microsoft.com/office/drawing/2014/main" id="{307AB3A0-03C0-4B9C-BE10-833FA521DF4A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591908" y="1408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4" name="9wup_2_build_PredictedLigand_43">
            <a:extLst>
              <a:ext uri="{FF2B5EF4-FFF2-40B4-BE49-F238E27FC236}">
                <a16:creationId xmlns:a16="http://schemas.microsoft.com/office/drawing/2014/main" id="{426B9F73-20FB-441F-963A-0A8E14377E9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8089" y="392496"/>
                </a:moveTo>
                <a:lnTo>
                  <a:pt x="755100" y="5038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5" name="9wup_2_build_PredictedLigand_44">
            <a:extLst>
              <a:ext uri="{FF2B5EF4-FFF2-40B4-BE49-F238E27FC236}">
                <a16:creationId xmlns:a16="http://schemas.microsoft.com/office/drawing/2014/main" id="{1EA63C80-5357-41DF-A483-CFF6DBDFE45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40699" y="8802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6" name="9wup_2_build_PredictedLigand_45">
            <a:extLst>
              <a:ext uri="{FF2B5EF4-FFF2-40B4-BE49-F238E27FC236}">
                <a16:creationId xmlns:a16="http://schemas.microsoft.com/office/drawing/2014/main" id="{616D52F4-AE00-4A2E-93D3-4E4A1B23C65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7" name="9wup_2_build_PredictedLigand_46">
            <a:extLst>
              <a:ext uri="{FF2B5EF4-FFF2-40B4-BE49-F238E27FC236}">
                <a16:creationId xmlns:a16="http://schemas.microsoft.com/office/drawing/2014/main" id="{9F936996-0B90-4BFE-B901-8B3C686D583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5372" y="200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8" name="9wup_2_build_PredictedLigand_47">
            <a:extLst>
              <a:ext uri="{FF2B5EF4-FFF2-40B4-BE49-F238E27FC236}">
                <a16:creationId xmlns:a16="http://schemas.microsoft.com/office/drawing/2014/main" id="{C121A12D-3892-4B27-8DCF-D14F444E677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828089" y="39249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09" name="9wup_2_build_PredictedLigand_48">
            <a:extLst>
              <a:ext uri="{FF2B5EF4-FFF2-40B4-BE49-F238E27FC236}">
                <a16:creationId xmlns:a16="http://schemas.microsoft.com/office/drawing/2014/main" id="{3478421A-A6C3-48BB-B07A-A937AC2F397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835" y="543934"/>
                </a:moveTo>
                <a:lnTo>
                  <a:pt x="2201515" y="5077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0" name="9wup_2_build_PredictedLigand_49">
            <a:extLst>
              <a:ext uri="{FF2B5EF4-FFF2-40B4-BE49-F238E27FC236}">
                <a16:creationId xmlns:a16="http://schemas.microsoft.com/office/drawing/2014/main" id="{D517F2BA-4A5E-4BD6-BEB4-76F1BC3B6FB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5770" y="854648"/>
                </a:moveTo>
                <a:lnTo>
                  <a:pt x="1018319" y="1115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1" name="9wup_2_build_PredictedLigand_50">
            <a:extLst>
              <a:ext uri="{FF2B5EF4-FFF2-40B4-BE49-F238E27FC236}">
                <a16:creationId xmlns:a16="http://schemas.microsoft.com/office/drawing/2014/main" id="{33B09B43-FB41-4CD2-AC91-5338983346F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871237" y="9582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2" name="9wup_2_build_PredictedLigand_51">
            <a:extLst>
              <a:ext uri="{FF2B5EF4-FFF2-40B4-BE49-F238E27FC236}">
                <a16:creationId xmlns:a16="http://schemas.microsoft.com/office/drawing/2014/main" id="{7B74FF70-8600-4DE0-AE37-AB95A0A0E981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3" name="9wup_2_build_PredictedLigand_52">
            <a:extLst>
              <a:ext uri="{FF2B5EF4-FFF2-40B4-BE49-F238E27FC236}">
                <a16:creationId xmlns:a16="http://schemas.microsoft.com/office/drawing/2014/main" id="{9E0216F7-DAF1-4105-A0A4-B46D6D9DD63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4929" y="484477"/>
                </a:moveTo>
                <a:lnTo>
                  <a:pt x="577054" y="3830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4" name="9wup_2_build_PredictedLigand_53">
            <a:extLst>
              <a:ext uri="{FF2B5EF4-FFF2-40B4-BE49-F238E27FC236}">
                <a16:creationId xmlns:a16="http://schemas.microsoft.com/office/drawing/2014/main" id="{E1C4A224-B376-4D43-AD1B-814F4D686BA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928" y="728440"/>
                </a:moveTo>
                <a:lnTo>
                  <a:pt x="1893405" y="5432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5" name="9wup_2_build_PredictedLigand_54">
            <a:extLst>
              <a:ext uri="{FF2B5EF4-FFF2-40B4-BE49-F238E27FC236}">
                <a16:creationId xmlns:a16="http://schemas.microsoft.com/office/drawing/2014/main" id="{62EE8C32-C991-4F3B-8AF7-3BCDB205998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712299" y="10866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6" name="9wup_2_build_PredictedLigand_55">
            <a:extLst>
              <a:ext uri="{FF2B5EF4-FFF2-40B4-BE49-F238E27FC236}">
                <a16:creationId xmlns:a16="http://schemas.microsoft.com/office/drawing/2014/main" id="{50B537FC-F626-42CB-97F6-59F210C81EE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38956" y="10927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7" name="9wup_2_build_PredictedLigand_56">
            <a:extLst>
              <a:ext uri="{FF2B5EF4-FFF2-40B4-BE49-F238E27FC236}">
                <a16:creationId xmlns:a16="http://schemas.microsoft.com/office/drawing/2014/main" id="{47CFA757-3100-4BA4-B277-23BD2EBF4C1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190909" y="3867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8" name="9wup_2_build_PredictedLigand_57">
            <a:extLst>
              <a:ext uri="{FF2B5EF4-FFF2-40B4-BE49-F238E27FC236}">
                <a16:creationId xmlns:a16="http://schemas.microsoft.com/office/drawing/2014/main" id="{AC6EC53B-E151-43B1-8B71-FAE7708E421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819" name="9wup_2_build_PredictedAtoms_0">
            <a:extLst>
              <a:ext uri="{FF2B5EF4-FFF2-40B4-BE49-F238E27FC236}">
                <a16:creationId xmlns:a16="http://schemas.microsoft.com/office/drawing/2014/main" id="{8E37FE16-7C6A-49F9-A70E-EDC5F1ECD94A}"/>
              </a:ext>
            </a:extLst>
          </p:cNvPr>
          <p:cNvSpPr>
            <a:spLocks noGrp="1"/>
          </p:cNvSpPr>
          <p:nvPr/>
        </p:nvSpPr>
        <p:spPr>
          <a:xfrm>
            <a:off x="7167704" y="85725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0" name="9wup_2_build_PredictedAtoms_1">
            <a:extLst>
              <a:ext uri="{FF2B5EF4-FFF2-40B4-BE49-F238E27FC236}">
                <a16:creationId xmlns:a16="http://schemas.microsoft.com/office/drawing/2014/main" id="{00D8DCC3-5FFA-4EFF-962E-A6F4AB626ED4}"/>
              </a:ext>
            </a:extLst>
          </p:cNvPr>
          <p:cNvSpPr>
            <a:spLocks noGrp="1"/>
          </p:cNvSpPr>
          <p:nvPr/>
        </p:nvSpPr>
        <p:spPr>
          <a:xfrm>
            <a:off x="7247469" y="86147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1" name="9wup_2_build_PredictedAtoms_2">
            <a:extLst>
              <a:ext uri="{FF2B5EF4-FFF2-40B4-BE49-F238E27FC236}">
                <a16:creationId xmlns:a16="http://schemas.microsoft.com/office/drawing/2014/main" id="{190BE1D4-8523-4FBC-B128-F6A036D9B113}"/>
              </a:ext>
            </a:extLst>
          </p:cNvPr>
          <p:cNvSpPr>
            <a:spLocks noGrp="1"/>
          </p:cNvSpPr>
          <p:nvPr/>
        </p:nvSpPr>
        <p:spPr>
          <a:xfrm>
            <a:off x="7369481" y="85681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2" name="9wup_2_build_PredictedAtoms_3">
            <a:extLst>
              <a:ext uri="{FF2B5EF4-FFF2-40B4-BE49-F238E27FC236}">
                <a16:creationId xmlns:a16="http://schemas.microsoft.com/office/drawing/2014/main" id="{51C03358-0620-4B35-BC83-97F4B51189AE}"/>
              </a:ext>
            </a:extLst>
          </p:cNvPr>
          <p:cNvSpPr>
            <a:spLocks noGrp="1"/>
          </p:cNvSpPr>
          <p:nvPr/>
        </p:nvSpPr>
        <p:spPr>
          <a:xfrm>
            <a:off x="7350554" y="85526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3" name="9wup_2_build_PredictedAtoms_4">
            <a:extLst>
              <a:ext uri="{FF2B5EF4-FFF2-40B4-BE49-F238E27FC236}">
                <a16:creationId xmlns:a16="http://schemas.microsoft.com/office/drawing/2014/main" id="{390BA90D-9530-409A-A093-4586EBDF44A8}"/>
              </a:ext>
            </a:extLst>
          </p:cNvPr>
          <p:cNvSpPr>
            <a:spLocks noGrp="1"/>
          </p:cNvSpPr>
          <p:nvPr/>
        </p:nvSpPr>
        <p:spPr>
          <a:xfrm>
            <a:off x="7473144" y="85539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4" name="9wup_2_build_PredictedAtoms_5">
            <a:extLst>
              <a:ext uri="{FF2B5EF4-FFF2-40B4-BE49-F238E27FC236}">
                <a16:creationId xmlns:a16="http://schemas.microsoft.com/office/drawing/2014/main" id="{C1D67F0F-1874-4714-804A-03F2A22627F1}"/>
              </a:ext>
            </a:extLst>
          </p:cNvPr>
          <p:cNvSpPr>
            <a:spLocks noGrp="1"/>
          </p:cNvSpPr>
          <p:nvPr/>
        </p:nvSpPr>
        <p:spPr>
          <a:xfrm>
            <a:off x="7457682" y="86077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5" name="9wup_2_build_PredictedAtoms_6">
            <a:extLst>
              <a:ext uri="{FF2B5EF4-FFF2-40B4-BE49-F238E27FC236}">
                <a16:creationId xmlns:a16="http://schemas.microsoft.com/office/drawing/2014/main" id="{91C313E2-AB72-4399-B76D-A041EC3F53E9}"/>
              </a:ext>
            </a:extLst>
          </p:cNvPr>
          <p:cNvSpPr>
            <a:spLocks noGrp="1"/>
          </p:cNvSpPr>
          <p:nvPr/>
        </p:nvSpPr>
        <p:spPr>
          <a:xfrm>
            <a:off x="7517282" y="842549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6" name="9wup_2_build_PredictedAtoms_7">
            <a:extLst>
              <a:ext uri="{FF2B5EF4-FFF2-40B4-BE49-F238E27FC236}">
                <a16:creationId xmlns:a16="http://schemas.microsoft.com/office/drawing/2014/main" id="{96E842C8-E2A1-4005-B48D-D9171D8F6DF7}"/>
              </a:ext>
            </a:extLst>
          </p:cNvPr>
          <p:cNvSpPr>
            <a:spLocks noGrp="1"/>
          </p:cNvSpPr>
          <p:nvPr/>
        </p:nvSpPr>
        <p:spPr>
          <a:xfrm>
            <a:off x="7561684" y="86033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7" name="9wup_2_build_PredictedAtoms_8">
            <a:extLst>
              <a:ext uri="{FF2B5EF4-FFF2-40B4-BE49-F238E27FC236}">
                <a16:creationId xmlns:a16="http://schemas.microsoft.com/office/drawing/2014/main" id="{3D1192D6-5F99-4561-BA73-BD1AA7743E3A}"/>
              </a:ext>
            </a:extLst>
          </p:cNvPr>
          <p:cNvSpPr>
            <a:spLocks noGrp="1"/>
          </p:cNvSpPr>
          <p:nvPr/>
        </p:nvSpPr>
        <p:spPr>
          <a:xfrm>
            <a:off x="7652182" y="87056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8" name="9wup_2_build_PredictedAtoms_9">
            <a:extLst>
              <a:ext uri="{FF2B5EF4-FFF2-40B4-BE49-F238E27FC236}">
                <a16:creationId xmlns:a16="http://schemas.microsoft.com/office/drawing/2014/main" id="{48D5259E-A5DA-40CC-A329-50949DB8D2F7}"/>
              </a:ext>
            </a:extLst>
          </p:cNvPr>
          <p:cNvSpPr>
            <a:spLocks noGrp="1"/>
          </p:cNvSpPr>
          <p:nvPr/>
        </p:nvSpPr>
        <p:spPr>
          <a:xfrm>
            <a:off x="7597227" y="88165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29" name="9wup_2_build_PredictedAtoms_10">
            <a:extLst>
              <a:ext uri="{FF2B5EF4-FFF2-40B4-BE49-F238E27FC236}">
                <a16:creationId xmlns:a16="http://schemas.microsoft.com/office/drawing/2014/main" id="{601A00AB-3F59-4F13-8883-1129B5783E67}"/>
              </a:ext>
            </a:extLst>
          </p:cNvPr>
          <p:cNvSpPr>
            <a:spLocks noGrp="1"/>
          </p:cNvSpPr>
          <p:nvPr/>
        </p:nvSpPr>
        <p:spPr>
          <a:xfrm>
            <a:off x="7747493" y="86829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0" name="9wup_2_build_PredictedAtoms_11">
            <a:extLst>
              <a:ext uri="{FF2B5EF4-FFF2-40B4-BE49-F238E27FC236}">
                <a16:creationId xmlns:a16="http://schemas.microsoft.com/office/drawing/2014/main" id="{7D443C99-8E5D-4D2A-BB3E-7D8F15B9B520}"/>
              </a:ext>
            </a:extLst>
          </p:cNvPr>
          <p:cNvSpPr>
            <a:spLocks noGrp="1"/>
          </p:cNvSpPr>
          <p:nvPr/>
        </p:nvSpPr>
        <p:spPr>
          <a:xfrm>
            <a:off x="7684165" y="87009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1" name="9wup_2_build_PredictedAtoms_12">
            <a:extLst>
              <a:ext uri="{FF2B5EF4-FFF2-40B4-BE49-F238E27FC236}">
                <a16:creationId xmlns:a16="http://schemas.microsoft.com/office/drawing/2014/main" id="{CAF0DE0E-CA53-4DCF-A58C-6B1BBD872641}"/>
              </a:ext>
            </a:extLst>
          </p:cNvPr>
          <p:cNvSpPr>
            <a:spLocks noGrp="1"/>
          </p:cNvSpPr>
          <p:nvPr/>
        </p:nvSpPr>
        <p:spPr>
          <a:xfrm>
            <a:off x="7802927" y="86925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2" name="9wup_2_build_PredictedAtoms_13">
            <a:extLst>
              <a:ext uri="{FF2B5EF4-FFF2-40B4-BE49-F238E27FC236}">
                <a16:creationId xmlns:a16="http://schemas.microsoft.com/office/drawing/2014/main" id="{4BB50156-33F5-47E0-A23F-40D2348944A0}"/>
              </a:ext>
            </a:extLst>
          </p:cNvPr>
          <p:cNvSpPr>
            <a:spLocks noGrp="1"/>
          </p:cNvSpPr>
          <p:nvPr/>
        </p:nvSpPr>
        <p:spPr>
          <a:xfrm>
            <a:off x="7816284" y="87224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3" name="9wup_2_build_PredictedAtoms_14">
            <a:extLst>
              <a:ext uri="{FF2B5EF4-FFF2-40B4-BE49-F238E27FC236}">
                <a16:creationId xmlns:a16="http://schemas.microsoft.com/office/drawing/2014/main" id="{6501C1BA-DC61-4AD4-970E-8AB572A9566C}"/>
              </a:ext>
            </a:extLst>
          </p:cNvPr>
          <p:cNvSpPr>
            <a:spLocks noGrp="1"/>
          </p:cNvSpPr>
          <p:nvPr/>
        </p:nvSpPr>
        <p:spPr>
          <a:xfrm>
            <a:off x="7894439" y="86371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4" name="9wup_2_build_PredictedAtoms_15">
            <a:extLst>
              <a:ext uri="{FF2B5EF4-FFF2-40B4-BE49-F238E27FC236}">
                <a16:creationId xmlns:a16="http://schemas.microsoft.com/office/drawing/2014/main" id="{69840F22-3F4C-477B-B62C-5B3C22CA39E7}"/>
              </a:ext>
            </a:extLst>
          </p:cNvPr>
          <p:cNvSpPr>
            <a:spLocks noGrp="1"/>
          </p:cNvSpPr>
          <p:nvPr/>
        </p:nvSpPr>
        <p:spPr>
          <a:xfrm>
            <a:off x="7994594" y="86959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5" name="9wup_2_build_PredictedAtoms_16">
            <a:extLst>
              <a:ext uri="{FF2B5EF4-FFF2-40B4-BE49-F238E27FC236}">
                <a16:creationId xmlns:a16="http://schemas.microsoft.com/office/drawing/2014/main" id="{68610842-5C49-4711-B7C1-D852B2CB216C}"/>
              </a:ext>
            </a:extLst>
          </p:cNvPr>
          <p:cNvSpPr>
            <a:spLocks noGrp="1"/>
          </p:cNvSpPr>
          <p:nvPr/>
        </p:nvSpPr>
        <p:spPr>
          <a:xfrm>
            <a:off x="8011935" y="86656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6" name="9wup_2_build_PredictedAtoms_17">
            <a:extLst>
              <a:ext uri="{FF2B5EF4-FFF2-40B4-BE49-F238E27FC236}">
                <a16:creationId xmlns:a16="http://schemas.microsoft.com/office/drawing/2014/main" id="{75CB1241-8D66-4D08-8725-ED74C1604D44}"/>
              </a:ext>
            </a:extLst>
          </p:cNvPr>
          <p:cNvSpPr>
            <a:spLocks noGrp="1"/>
          </p:cNvSpPr>
          <p:nvPr/>
        </p:nvSpPr>
        <p:spPr>
          <a:xfrm>
            <a:off x="8049412" y="84804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7" name="9wup_2_build_PredictedAtoms_18">
            <a:extLst>
              <a:ext uri="{FF2B5EF4-FFF2-40B4-BE49-F238E27FC236}">
                <a16:creationId xmlns:a16="http://schemas.microsoft.com/office/drawing/2014/main" id="{5C57C340-1F79-4A73-864E-136EA02E527F}"/>
              </a:ext>
            </a:extLst>
          </p:cNvPr>
          <p:cNvSpPr>
            <a:spLocks noGrp="1"/>
          </p:cNvSpPr>
          <p:nvPr/>
        </p:nvSpPr>
        <p:spPr>
          <a:xfrm>
            <a:off x="8148224" y="83898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8" name="9wup_2_build_PredictedAtoms_19">
            <a:extLst>
              <a:ext uri="{FF2B5EF4-FFF2-40B4-BE49-F238E27FC236}">
                <a16:creationId xmlns:a16="http://schemas.microsoft.com/office/drawing/2014/main" id="{BC4F07CA-4245-4545-BAF0-F812EF8F3F92}"/>
              </a:ext>
            </a:extLst>
          </p:cNvPr>
          <p:cNvSpPr>
            <a:spLocks noGrp="1"/>
          </p:cNvSpPr>
          <p:nvPr/>
        </p:nvSpPr>
        <p:spPr>
          <a:xfrm>
            <a:off x="8293842" y="84811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39" name="9wup_2_build_PredictedAtoms_20">
            <a:extLst>
              <a:ext uri="{FF2B5EF4-FFF2-40B4-BE49-F238E27FC236}">
                <a16:creationId xmlns:a16="http://schemas.microsoft.com/office/drawing/2014/main" id="{8BE22BA1-57A6-4090-AB52-F4F24B7D9835}"/>
              </a:ext>
            </a:extLst>
          </p:cNvPr>
          <p:cNvSpPr>
            <a:spLocks noGrp="1"/>
          </p:cNvSpPr>
          <p:nvPr/>
        </p:nvSpPr>
        <p:spPr>
          <a:xfrm>
            <a:off x="8357523" y="84449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0" name="9wup_2_build_PredictedAtoms_21">
            <a:extLst>
              <a:ext uri="{FF2B5EF4-FFF2-40B4-BE49-F238E27FC236}">
                <a16:creationId xmlns:a16="http://schemas.microsoft.com/office/drawing/2014/main" id="{726B54AF-C5C7-4887-B533-41EA3B613DB1}"/>
              </a:ext>
            </a:extLst>
          </p:cNvPr>
          <p:cNvSpPr>
            <a:spLocks noGrp="1"/>
          </p:cNvSpPr>
          <p:nvPr/>
        </p:nvSpPr>
        <p:spPr>
          <a:xfrm>
            <a:off x="8346916" y="83239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1" name="9wup_2_build_PredictedAtoms_22">
            <a:extLst>
              <a:ext uri="{FF2B5EF4-FFF2-40B4-BE49-F238E27FC236}">
                <a16:creationId xmlns:a16="http://schemas.microsoft.com/office/drawing/2014/main" id="{BE859AE2-C39B-46EA-9C71-E1046931CBE0}"/>
              </a:ext>
            </a:extLst>
          </p:cNvPr>
          <p:cNvSpPr>
            <a:spLocks noGrp="1"/>
          </p:cNvSpPr>
          <p:nvPr/>
        </p:nvSpPr>
        <p:spPr>
          <a:xfrm>
            <a:off x="8449594" y="85958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2" name="9wup_2_build_PredictedAtoms_23">
            <a:extLst>
              <a:ext uri="{FF2B5EF4-FFF2-40B4-BE49-F238E27FC236}">
                <a16:creationId xmlns:a16="http://schemas.microsoft.com/office/drawing/2014/main" id="{07C3E706-D44A-4265-8F98-8EABF274B4CA}"/>
              </a:ext>
            </a:extLst>
          </p:cNvPr>
          <p:cNvSpPr>
            <a:spLocks noGrp="1"/>
          </p:cNvSpPr>
          <p:nvPr/>
        </p:nvSpPr>
        <p:spPr>
          <a:xfrm>
            <a:off x="8406855" y="86223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3" name="9wup_2_build_PredictedAtoms_24">
            <a:extLst>
              <a:ext uri="{FF2B5EF4-FFF2-40B4-BE49-F238E27FC236}">
                <a16:creationId xmlns:a16="http://schemas.microsoft.com/office/drawing/2014/main" id="{2031BD68-9C70-4A21-898E-A89AE61E217C}"/>
              </a:ext>
            </a:extLst>
          </p:cNvPr>
          <p:cNvSpPr>
            <a:spLocks noGrp="1"/>
          </p:cNvSpPr>
          <p:nvPr/>
        </p:nvSpPr>
        <p:spPr>
          <a:xfrm>
            <a:off x="8307389" y="8682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4" name="9wup_2_build_PredictedAtoms_25">
            <a:extLst>
              <a:ext uri="{FF2B5EF4-FFF2-40B4-BE49-F238E27FC236}">
                <a16:creationId xmlns:a16="http://schemas.microsoft.com/office/drawing/2014/main" id="{12082E9D-6A04-431E-AA93-2ECDF85CF828}"/>
              </a:ext>
            </a:extLst>
          </p:cNvPr>
          <p:cNvSpPr>
            <a:spLocks noGrp="1"/>
          </p:cNvSpPr>
          <p:nvPr/>
        </p:nvSpPr>
        <p:spPr>
          <a:xfrm>
            <a:off x="8257819" y="85732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5" name="9wup_2_build_PredictedAtoms_26">
            <a:extLst>
              <a:ext uri="{FF2B5EF4-FFF2-40B4-BE49-F238E27FC236}">
                <a16:creationId xmlns:a16="http://schemas.microsoft.com/office/drawing/2014/main" id="{75059EDF-B380-477D-A0FD-A32198B59CAC}"/>
              </a:ext>
            </a:extLst>
          </p:cNvPr>
          <p:cNvSpPr>
            <a:spLocks noGrp="1"/>
          </p:cNvSpPr>
          <p:nvPr/>
        </p:nvSpPr>
        <p:spPr>
          <a:xfrm>
            <a:off x="7996707" y="88174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6" name="9wup_2_build_PredictedAtoms_27">
            <a:extLst>
              <a:ext uri="{FF2B5EF4-FFF2-40B4-BE49-F238E27FC236}">
                <a16:creationId xmlns:a16="http://schemas.microsoft.com/office/drawing/2014/main" id="{BB34E637-5F93-4B12-AD9F-941EF5244416}"/>
              </a:ext>
            </a:extLst>
          </p:cNvPr>
          <p:cNvSpPr>
            <a:spLocks noGrp="1"/>
          </p:cNvSpPr>
          <p:nvPr/>
        </p:nvSpPr>
        <p:spPr>
          <a:xfrm>
            <a:off x="8027245" y="88954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7" name="9wup_2_build_PredictedAtoms_28">
            <a:extLst>
              <a:ext uri="{FF2B5EF4-FFF2-40B4-BE49-F238E27FC236}">
                <a16:creationId xmlns:a16="http://schemas.microsoft.com/office/drawing/2014/main" id="{80CF4C3A-F709-4C3A-9F6D-E8B8FEB2DF72}"/>
              </a:ext>
            </a:extLst>
          </p:cNvPr>
          <p:cNvSpPr>
            <a:spLocks noGrp="1"/>
          </p:cNvSpPr>
          <p:nvPr/>
        </p:nvSpPr>
        <p:spPr>
          <a:xfrm>
            <a:off x="7866178" y="88458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8" name="9wup_2_build_PredictedAtoms_29">
            <a:extLst>
              <a:ext uri="{FF2B5EF4-FFF2-40B4-BE49-F238E27FC236}">
                <a16:creationId xmlns:a16="http://schemas.microsoft.com/office/drawing/2014/main" id="{7EE7B4D1-B95E-48EE-B1F7-39CA04D0CDCC}"/>
              </a:ext>
            </a:extLst>
          </p:cNvPr>
          <p:cNvSpPr>
            <a:spLocks noGrp="1"/>
          </p:cNvSpPr>
          <p:nvPr/>
        </p:nvSpPr>
        <p:spPr>
          <a:xfrm>
            <a:off x="7802977" y="89081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49" name="9wup_2_build_PredictedAtoms_30">
            <a:extLst>
              <a:ext uri="{FF2B5EF4-FFF2-40B4-BE49-F238E27FC236}">
                <a16:creationId xmlns:a16="http://schemas.microsoft.com/office/drawing/2014/main" id="{4A45F224-5113-467E-B798-A3B98B7B141D}"/>
              </a:ext>
            </a:extLst>
          </p:cNvPr>
          <p:cNvSpPr>
            <a:spLocks noGrp="1"/>
          </p:cNvSpPr>
          <p:nvPr/>
        </p:nvSpPr>
        <p:spPr>
          <a:xfrm>
            <a:off x="7244307" y="86520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0" name="9wup_2_build_PredictedAtoms_31">
            <a:extLst>
              <a:ext uri="{FF2B5EF4-FFF2-40B4-BE49-F238E27FC236}">
                <a16:creationId xmlns:a16="http://schemas.microsoft.com/office/drawing/2014/main" id="{6EC26426-8B8E-4D80-AB8C-DA8AD5DB1FE8}"/>
              </a:ext>
            </a:extLst>
          </p:cNvPr>
          <p:cNvSpPr>
            <a:spLocks noGrp="1"/>
          </p:cNvSpPr>
          <p:nvPr/>
        </p:nvSpPr>
        <p:spPr>
          <a:xfrm>
            <a:off x="7252022" y="87635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1" name="9wup_2_build_PredictedAtoms_32">
            <a:extLst>
              <a:ext uri="{FF2B5EF4-FFF2-40B4-BE49-F238E27FC236}">
                <a16:creationId xmlns:a16="http://schemas.microsoft.com/office/drawing/2014/main" id="{F5EC725E-E8B3-44EC-9046-A88E503F6A54}"/>
              </a:ext>
            </a:extLst>
          </p:cNvPr>
          <p:cNvSpPr>
            <a:spLocks noGrp="1"/>
          </p:cNvSpPr>
          <p:nvPr/>
        </p:nvSpPr>
        <p:spPr>
          <a:xfrm>
            <a:off x="7130792" y="85913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2" name="9wup_2_build_PredictedAtoms_33">
            <a:extLst>
              <a:ext uri="{FF2B5EF4-FFF2-40B4-BE49-F238E27FC236}">
                <a16:creationId xmlns:a16="http://schemas.microsoft.com/office/drawing/2014/main" id="{B7D65334-B6D3-4CD2-AEC0-ACEE59938518}"/>
              </a:ext>
            </a:extLst>
          </p:cNvPr>
          <p:cNvSpPr>
            <a:spLocks noGrp="1"/>
          </p:cNvSpPr>
          <p:nvPr/>
        </p:nvSpPr>
        <p:spPr>
          <a:xfrm>
            <a:off x="7182800" y="84992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3" name="9wup_2_build_PredictedAtoms_34">
            <a:extLst>
              <a:ext uri="{FF2B5EF4-FFF2-40B4-BE49-F238E27FC236}">
                <a16:creationId xmlns:a16="http://schemas.microsoft.com/office/drawing/2014/main" id="{0C95E597-2EC4-45D4-9B95-76F961B84028}"/>
              </a:ext>
            </a:extLst>
          </p:cNvPr>
          <p:cNvSpPr>
            <a:spLocks noGrp="1"/>
          </p:cNvSpPr>
          <p:nvPr/>
        </p:nvSpPr>
        <p:spPr>
          <a:xfrm>
            <a:off x="7048859" y="86470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4" name="9wup_2_build_PredictedAtoms_35">
            <a:extLst>
              <a:ext uri="{FF2B5EF4-FFF2-40B4-BE49-F238E27FC236}">
                <a16:creationId xmlns:a16="http://schemas.microsoft.com/office/drawing/2014/main" id="{8CA111D4-1EE2-427D-B009-9D68B152BFA9}"/>
              </a:ext>
            </a:extLst>
          </p:cNvPr>
          <p:cNvSpPr>
            <a:spLocks noGrp="1"/>
          </p:cNvSpPr>
          <p:nvPr/>
        </p:nvSpPr>
        <p:spPr>
          <a:xfrm>
            <a:off x="6922065" y="86259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5" name="9wup_2_build_PredictedAtoms_36">
            <a:extLst>
              <a:ext uri="{FF2B5EF4-FFF2-40B4-BE49-F238E27FC236}">
                <a16:creationId xmlns:a16="http://schemas.microsoft.com/office/drawing/2014/main" id="{818687DD-C6DC-4F7D-91C3-08780EC3035A}"/>
              </a:ext>
            </a:extLst>
          </p:cNvPr>
          <p:cNvSpPr>
            <a:spLocks noGrp="1"/>
          </p:cNvSpPr>
          <p:nvPr/>
        </p:nvSpPr>
        <p:spPr>
          <a:xfrm>
            <a:off x="6708176" y="87619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6" name="9wup_2_build_PredictedAtoms_37">
            <a:extLst>
              <a:ext uri="{FF2B5EF4-FFF2-40B4-BE49-F238E27FC236}">
                <a16:creationId xmlns:a16="http://schemas.microsoft.com/office/drawing/2014/main" id="{2B8BE6B8-32C1-4AAB-A449-A676DEF722F1}"/>
              </a:ext>
            </a:extLst>
          </p:cNvPr>
          <p:cNvSpPr>
            <a:spLocks noGrp="1"/>
          </p:cNvSpPr>
          <p:nvPr/>
        </p:nvSpPr>
        <p:spPr>
          <a:xfrm>
            <a:off x="6881778" y="87918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7" name="9wup_2_build_PredictedAtoms_38">
            <a:extLst>
              <a:ext uri="{FF2B5EF4-FFF2-40B4-BE49-F238E27FC236}">
                <a16:creationId xmlns:a16="http://schemas.microsoft.com/office/drawing/2014/main" id="{659B7DEC-E4FC-4082-A78E-DCB9AA4C9DC4}"/>
              </a:ext>
            </a:extLst>
          </p:cNvPr>
          <p:cNvSpPr>
            <a:spLocks noGrp="1"/>
          </p:cNvSpPr>
          <p:nvPr/>
        </p:nvSpPr>
        <p:spPr>
          <a:xfrm>
            <a:off x="7174326" y="90527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8" name="9wup_2_build_PredictedAtoms_39">
            <a:extLst>
              <a:ext uri="{FF2B5EF4-FFF2-40B4-BE49-F238E27FC236}">
                <a16:creationId xmlns:a16="http://schemas.microsoft.com/office/drawing/2014/main" id="{56FB01C6-FEF4-412D-B918-53A8BC64AD2C}"/>
              </a:ext>
            </a:extLst>
          </p:cNvPr>
          <p:cNvSpPr>
            <a:spLocks noGrp="1"/>
          </p:cNvSpPr>
          <p:nvPr/>
        </p:nvSpPr>
        <p:spPr>
          <a:xfrm>
            <a:off x="7094964" y="90299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59" name="9wup_2_build_PredictedAtoms_40">
            <a:extLst>
              <a:ext uri="{FF2B5EF4-FFF2-40B4-BE49-F238E27FC236}">
                <a16:creationId xmlns:a16="http://schemas.microsoft.com/office/drawing/2014/main" id="{C6B19295-F8DE-48BD-87F1-DAA578BCB25E}"/>
              </a:ext>
            </a:extLst>
          </p:cNvPr>
          <p:cNvSpPr>
            <a:spLocks noGrp="1"/>
          </p:cNvSpPr>
          <p:nvPr/>
        </p:nvSpPr>
        <p:spPr>
          <a:xfrm>
            <a:off x="6868306" y="90238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0" name="9wup_2_build_PredictedAtoms_41">
            <a:extLst>
              <a:ext uri="{FF2B5EF4-FFF2-40B4-BE49-F238E27FC236}">
                <a16:creationId xmlns:a16="http://schemas.microsoft.com/office/drawing/2014/main" id="{8CE98561-0653-4C9C-9B7A-AF18FA33DC73}"/>
              </a:ext>
            </a:extLst>
          </p:cNvPr>
          <p:cNvSpPr>
            <a:spLocks noGrp="1"/>
          </p:cNvSpPr>
          <p:nvPr/>
        </p:nvSpPr>
        <p:spPr>
          <a:xfrm>
            <a:off x="6688478" y="87971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1" name="9wup_2_build_PredictedAtoms_42">
            <a:extLst>
              <a:ext uri="{FF2B5EF4-FFF2-40B4-BE49-F238E27FC236}">
                <a16:creationId xmlns:a16="http://schemas.microsoft.com/office/drawing/2014/main" id="{98A1EB7D-FC06-4DCD-B3FB-596FB8269F65}"/>
              </a:ext>
            </a:extLst>
          </p:cNvPr>
          <p:cNvSpPr>
            <a:spLocks noGrp="1"/>
          </p:cNvSpPr>
          <p:nvPr/>
        </p:nvSpPr>
        <p:spPr>
          <a:xfrm>
            <a:off x="6605073" y="88004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2" name="9wup_2_build_PredictedAtoms_43">
            <a:extLst>
              <a:ext uri="{FF2B5EF4-FFF2-40B4-BE49-F238E27FC236}">
                <a16:creationId xmlns:a16="http://schemas.microsoft.com/office/drawing/2014/main" id="{1313EC2A-5CB0-4576-AB88-18E720CC3E26}"/>
              </a:ext>
            </a:extLst>
          </p:cNvPr>
          <p:cNvSpPr>
            <a:spLocks noGrp="1"/>
          </p:cNvSpPr>
          <p:nvPr/>
        </p:nvSpPr>
        <p:spPr>
          <a:xfrm>
            <a:off x="6717769" y="87631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3" name="9wup_2_build_PredictedAtoms_44">
            <a:extLst>
              <a:ext uri="{FF2B5EF4-FFF2-40B4-BE49-F238E27FC236}">
                <a16:creationId xmlns:a16="http://schemas.microsoft.com/office/drawing/2014/main" id="{9F40DC81-5F98-4296-8FA6-C5C5C7BA833C}"/>
              </a:ext>
            </a:extLst>
          </p:cNvPr>
          <p:cNvSpPr>
            <a:spLocks noGrp="1"/>
          </p:cNvSpPr>
          <p:nvPr/>
        </p:nvSpPr>
        <p:spPr>
          <a:xfrm>
            <a:off x="6705089" y="850783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4" name="9wup_2_build_PredictedAtoms_45">
            <a:extLst>
              <a:ext uri="{FF2B5EF4-FFF2-40B4-BE49-F238E27FC236}">
                <a16:creationId xmlns:a16="http://schemas.microsoft.com/office/drawing/2014/main" id="{22E60D45-77E2-4CC7-B31B-A1B8CE6EC858}"/>
              </a:ext>
            </a:extLst>
          </p:cNvPr>
          <p:cNvSpPr>
            <a:spLocks noGrp="1"/>
          </p:cNvSpPr>
          <p:nvPr/>
        </p:nvSpPr>
        <p:spPr>
          <a:xfrm>
            <a:off x="6770936" y="842165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5" name="9wup_2_build_PredictedAtoms_46">
            <a:extLst>
              <a:ext uri="{FF2B5EF4-FFF2-40B4-BE49-F238E27FC236}">
                <a16:creationId xmlns:a16="http://schemas.microsoft.com/office/drawing/2014/main" id="{BE7189BA-9AE4-481A-A67A-690652942320}"/>
              </a:ext>
            </a:extLst>
          </p:cNvPr>
          <p:cNvSpPr>
            <a:spLocks noGrp="1"/>
          </p:cNvSpPr>
          <p:nvPr/>
        </p:nvSpPr>
        <p:spPr>
          <a:xfrm>
            <a:off x="6733061" y="83202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6" name="9wup_2_build_PredictedAtoms_47">
            <a:extLst>
              <a:ext uri="{FF2B5EF4-FFF2-40B4-BE49-F238E27FC236}">
                <a16:creationId xmlns:a16="http://schemas.microsoft.com/office/drawing/2014/main" id="{68E39489-7865-4489-A1A5-B1A33BC3488D}"/>
              </a:ext>
            </a:extLst>
          </p:cNvPr>
          <p:cNvSpPr>
            <a:spLocks noGrp="1"/>
          </p:cNvSpPr>
          <p:nvPr/>
        </p:nvSpPr>
        <p:spPr>
          <a:xfrm>
            <a:off x="6751380" y="81380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7" name="9wup_2_build_PredictedAtoms_48">
            <a:extLst>
              <a:ext uri="{FF2B5EF4-FFF2-40B4-BE49-F238E27FC236}">
                <a16:creationId xmlns:a16="http://schemas.microsoft.com/office/drawing/2014/main" id="{F53881CA-8966-4E9E-9CAA-EFEF5FD088A9}"/>
              </a:ext>
            </a:extLst>
          </p:cNvPr>
          <p:cNvSpPr>
            <a:spLocks noGrp="1"/>
          </p:cNvSpPr>
          <p:nvPr/>
        </p:nvSpPr>
        <p:spPr>
          <a:xfrm>
            <a:off x="6747916" y="80780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8" name="9wup_2_build_PredictedAtoms_49">
            <a:extLst>
              <a:ext uri="{FF2B5EF4-FFF2-40B4-BE49-F238E27FC236}">
                <a16:creationId xmlns:a16="http://schemas.microsoft.com/office/drawing/2014/main" id="{4C0A7745-BA79-43EC-B8E5-DA24AD9FBA95}"/>
              </a:ext>
            </a:extLst>
          </p:cNvPr>
          <p:cNvSpPr>
            <a:spLocks noGrp="1"/>
          </p:cNvSpPr>
          <p:nvPr/>
        </p:nvSpPr>
        <p:spPr>
          <a:xfrm>
            <a:off x="7077865" y="81220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69" name="9wup_2_build_PredictedAtoms_50">
            <a:extLst>
              <a:ext uri="{FF2B5EF4-FFF2-40B4-BE49-F238E27FC236}">
                <a16:creationId xmlns:a16="http://schemas.microsoft.com/office/drawing/2014/main" id="{502A45B8-7B06-4A01-B98A-95EBFD69CBE7}"/>
              </a:ext>
            </a:extLst>
          </p:cNvPr>
          <p:cNvSpPr>
            <a:spLocks noGrp="1"/>
          </p:cNvSpPr>
          <p:nvPr/>
        </p:nvSpPr>
        <p:spPr>
          <a:xfrm>
            <a:off x="7096683" y="81154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70" name="9wup_2_build_PredictedAtoms_51">
            <a:extLst>
              <a:ext uri="{FF2B5EF4-FFF2-40B4-BE49-F238E27FC236}">
                <a16:creationId xmlns:a16="http://schemas.microsoft.com/office/drawing/2014/main" id="{3BA4BD3D-FB13-41BF-98D7-5C76691EA6CD}"/>
              </a:ext>
            </a:extLst>
          </p:cNvPr>
          <p:cNvSpPr>
            <a:spLocks noGrp="1"/>
          </p:cNvSpPr>
          <p:nvPr/>
        </p:nvSpPr>
        <p:spPr>
          <a:xfrm>
            <a:off x="6984097" y="83296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71" name="9wup_2_build_PredictedAtoms_52">
            <a:extLst>
              <a:ext uri="{FF2B5EF4-FFF2-40B4-BE49-F238E27FC236}">
                <a16:creationId xmlns:a16="http://schemas.microsoft.com/office/drawing/2014/main" id="{FED9378A-2CA6-4BC5-9905-1AFA86E7A178}"/>
              </a:ext>
            </a:extLst>
          </p:cNvPr>
          <p:cNvSpPr>
            <a:spLocks noGrp="1"/>
          </p:cNvSpPr>
          <p:nvPr/>
        </p:nvSpPr>
        <p:spPr>
          <a:xfrm>
            <a:off x="6911108" y="84410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872" name="9wup_2_build_Clashes_0">
            <a:extLst>
              <a:ext uri="{FF2B5EF4-FFF2-40B4-BE49-F238E27FC236}">
                <a16:creationId xmlns:a16="http://schemas.microsoft.com/office/drawing/2014/main" id="{1412EB6C-8E5D-460D-9BBD-3139CCD7242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870117" y="1093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3" name="9wup_2_build_Clashes_1">
            <a:extLst>
              <a:ext uri="{FF2B5EF4-FFF2-40B4-BE49-F238E27FC236}">
                <a16:creationId xmlns:a16="http://schemas.microsoft.com/office/drawing/2014/main" id="{22C61557-B037-47B4-99CE-13BD4BCB8C24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4" name="9wup_2_build_Clashes_2">
            <a:extLst>
              <a:ext uri="{FF2B5EF4-FFF2-40B4-BE49-F238E27FC236}">
                <a16:creationId xmlns:a16="http://schemas.microsoft.com/office/drawing/2014/main" id="{49BDA244-262C-4D98-8FD1-C73153EC96D7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5" name="9wup_2_build_Clashes_3">
            <a:extLst>
              <a:ext uri="{FF2B5EF4-FFF2-40B4-BE49-F238E27FC236}">
                <a16:creationId xmlns:a16="http://schemas.microsoft.com/office/drawing/2014/main" id="{DF11EEA6-5930-441A-B2FF-B8610686FA6B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6" name="9wup_2_build_Clashes_4">
            <a:extLst>
              <a:ext uri="{FF2B5EF4-FFF2-40B4-BE49-F238E27FC236}">
                <a16:creationId xmlns:a16="http://schemas.microsoft.com/office/drawing/2014/main" id="{1A9481A0-B416-40AC-8B22-18DEB23F8C6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59953" y="127407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7" name="9wup_2_build_Clashes_5">
            <a:extLst>
              <a:ext uri="{FF2B5EF4-FFF2-40B4-BE49-F238E27FC236}">
                <a16:creationId xmlns:a16="http://schemas.microsoft.com/office/drawing/2014/main" id="{1964F7AB-2E52-429E-93B3-CDFEA3243CD5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8" name="9wup_2_build_Clashes_6">
            <a:extLst>
              <a:ext uri="{FF2B5EF4-FFF2-40B4-BE49-F238E27FC236}">
                <a16:creationId xmlns:a16="http://schemas.microsoft.com/office/drawing/2014/main" id="{F16B60F9-6841-428E-845A-16B4CA79AB3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79" name="9wup_2_build_Clashes_7">
            <a:extLst>
              <a:ext uri="{FF2B5EF4-FFF2-40B4-BE49-F238E27FC236}">
                <a16:creationId xmlns:a16="http://schemas.microsoft.com/office/drawing/2014/main" id="{F1F89BCB-ECE1-4B7F-917C-38E18447C8E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0" name="9wup_2_build_Clashes_8">
            <a:extLst>
              <a:ext uri="{FF2B5EF4-FFF2-40B4-BE49-F238E27FC236}">
                <a16:creationId xmlns:a16="http://schemas.microsoft.com/office/drawing/2014/main" id="{22CFA506-E090-4C6D-A2E4-AC0068E93CDE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0091" y="3795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1" name="9wup_2_build_Clashes_9">
            <a:extLst>
              <a:ext uri="{FF2B5EF4-FFF2-40B4-BE49-F238E27FC236}">
                <a16:creationId xmlns:a16="http://schemas.microsoft.com/office/drawing/2014/main" id="{092295C3-DAC1-4044-8453-0E4888FFE53F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2" name="9wup_2_build_Clashes_10">
            <a:extLst>
              <a:ext uri="{FF2B5EF4-FFF2-40B4-BE49-F238E27FC236}">
                <a16:creationId xmlns:a16="http://schemas.microsoft.com/office/drawing/2014/main" id="{0E42EC9E-409B-4AA1-BB23-64EF58C0AB38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3" name="9wup_2_build_Clashes_11">
            <a:extLst>
              <a:ext uri="{FF2B5EF4-FFF2-40B4-BE49-F238E27FC236}">
                <a16:creationId xmlns:a16="http://schemas.microsoft.com/office/drawing/2014/main" id="{BC316B09-A592-44F4-87BB-E63E80E865F2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732467" y="7284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4" name="9wup_2_build_Clashes_12">
            <a:extLst>
              <a:ext uri="{FF2B5EF4-FFF2-40B4-BE49-F238E27FC236}">
                <a16:creationId xmlns:a16="http://schemas.microsoft.com/office/drawing/2014/main" id="{EBE3DAE9-7E2D-4F65-96FE-5185639B46E6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5" name="9wup_2_build_Clashes_13">
            <a:extLst>
              <a:ext uri="{FF2B5EF4-FFF2-40B4-BE49-F238E27FC236}">
                <a16:creationId xmlns:a16="http://schemas.microsoft.com/office/drawing/2014/main" id="{BEE2A8C4-61B4-4F36-AE0B-18FB8540D3AD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1076063" y="37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6" name="9wup_2_build_Clashes_14">
            <a:extLst>
              <a:ext uri="{FF2B5EF4-FFF2-40B4-BE49-F238E27FC236}">
                <a16:creationId xmlns:a16="http://schemas.microsoft.com/office/drawing/2014/main" id="{15051722-4CDF-4959-91A5-10C851283AAC}"/>
              </a:ext>
            </a:extLst>
          </p:cNvPr>
          <p:cNvSpPr>
            <a:spLocks noGrp="1"/>
          </p:cNvSpPr>
          <p:nvPr/>
        </p:nvSpPr>
        <p:spPr>
          <a:xfrm>
            <a:off x="6172200" y="79533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0676" y="178246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887" name="9wup_2_build_ClashingReceptorAtoms_0">
            <a:extLst>
              <a:ext uri="{FF2B5EF4-FFF2-40B4-BE49-F238E27FC236}">
                <a16:creationId xmlns:a16="http://schemas.microsoft.com/office/drawing/2014/main" id="{23DEF916-DEB0-4A55-AD5B-6A19F115F2E4}"/>
              </a:ext>
            </a:extLst>
          </p:cNvPr>
          <p:cNvSpPr>
            <a:spLocks noGrp="1"/>
          </p:cNvSpPr>
          <p:nvPr/>
        </p:nvSpPr>
        <p:spPr>
          <a:xfrm>
            <a:off x="6752134" y="80126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88" name="9wup_2_build_ClashingReceptorAtoms_1">
            <a:extLst>
              <a:ext uri="{FF2B5EF4-FFF2-40B4-BE49-F238E27FC236}">
                <a16:creationId xmlns:a16="http://schemas.microsoft.com/office/drawing/2014/main" id="{47470EED-FAFB-4B85-B09F-503763B91977}"/>
              </a:ext>
            </a:extLst>
          </p:cNvPr>
          <p:cNvSpPr>
            <a:spLocks noGrp="1"/>
          </p:cNvSpPr>
          <p:nvPr/>
        </p:nvSpPr>
        <p:spPr>
          <a:xfrm>
            <a:off x="7111290" y="795616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89" name="9wup_2_build_ClashingReceptorAtoms_2">
            <a:extLst>
              <a:ext uri="{FF2B5EF4-FFF2-40B4-BE49-F238E27FC236}">
                <a16:creationId xmlns:a16="http://schemas.microsoft.com/office/drawing/2014/main" id="{27D9A855-7D0D-4D90-A32C-7920CEAA91DE}"/>
              </a:ext>
            </a:extLst>
          </p:cNvPr>
          <p:cNvSpPr>
            <a:spLocks noGrp="1"/>
          </p:cNvSpPr>
          <p:nvPr/>
        </p:nvSpPr>
        <p:spPr>
          <a:xfrm>
            <a:off x="7224450" y="796714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0" name="9wup_2_build_ClashingReceptorAtoms_3">
            <a:extLst>
              <a:ext uri="{FF2B5EF4-FFF2-40B4-BE49-F238E27FC236}">
                <a16:creationId xmlns:a16="http://schemas.microsoft.com/office/drawing/2014/main" id="{BC49D319-33A6-4CBD-AF7B-F594B5464560}"/>
              </a:ext>
            </a:extLst>
          </p:cNvPr>
          <p:cNvSpPr>
            <a:spLocks noGrp="1"/>
          </p:cNvSpPr>
          <p:nvPr/>
        </p:nvSpPr>
        <p:spPr>
          <a:xfrm>
            <a:off x="6880855" y="800240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1" name="9wup_2_build_ClashingReceptorAtoms_4">
            <a:extLst>
              <a:ext uri="{FF2B5EF4-FFF2-40B4-BE49-F238E27FC236}">
                <a16:creationId xmlns:a16="http://schemas.microsoft.com/office/drawing/2014/main" id="{9732C282-95CE-4E75-BD88-995586E9C7C2}"/>
              </a:ext>
            </a:extLst>
          </p:cNvPr>
          <p:cNvSpPr>
            <a:spLocks noGrp="1"/>
          </p:cNvSpPr>
          <p:nvPr/>
        </p:nvSpPr>
        <p:spPr>
          <a:xfrm>
            <a:off x="6738479" y="83090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2" name="9wup_2_build_ClashingReceptorAtoms_5">
            <a:extLst>
              <a:ext uri="{FF2B5EF4-FFF2-40B4-BE49-F238E27FC236}">
                <a16:creationId xmlns:a16="http://schemas.microsoft.com/office/drawing/2014/main" id="{0CCE908F-607F-496E-897C-F5209079C642}"/>
              </a:ext>
            </a:extLst>
          </p:cNvPr>
          <p:cNvSpPr>
            <a:spLocks noGrp="1"/>
          </p:cNvSpPr>
          <p:nvPr/>
        </p:nvSpPr>
        <p:spPr>
          <a:xfrm>
            <a:off x="7018505" y="902314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3" name="9wup_2_build_ClashingReceptorAtoms_6">
            <a:extLst>
              <a:ext uri="{FF2B5EF4-FFF2-40B4-BE49-F238E27FC236}">
                <a16:creationId xmlns:a16="http://schemas.microsoft.com/office/drawing/2014/main" id="{F29961A3-9468-4312-A72D-760B1DDB9843}"/>
              </a:ext>
            </a:extLst>
          </p:cNvPr>
          <p:cNvSpPr>
            <a:spLocks noGrp="1"/>
          </p:cNvSpPr>
          <p:nvPr/>
        </p:nvSpPr>
        <p:spPr>
          <a:xfrm>
            <a:off x="7126958" y="909321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4" name="9wup_2_build_ClashingReceptorAtoms_7">
            <a:extLst>
              <a:ext uri="{FF2B5EF4-FFF2-40B4-BE49-F238E27FC236}">
                <a16:creationId xmlns:a16="http://schemas.microsoft.com/office/drawing/2014/main" id="{668F5F96-43D0-46D8-A9E9-3BCA99C0C514}"/>
              </a:ext>
            </a:extLst>
          </p:cNvPr>
          <p:cNvSpPr>
            <a:spLocks noGrp="1"/>
          </p:cNvSpPr>
          <p:nvPr/>
        </p:nvSpPr>
        <p:spPr>
          <a:xfrm>
            <a:off x="7226835" y="901739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5" name="9wup_2_build_ClashingReceptorAtoms_8">
            <a:extLst>
              <a:ext uri="{FF2B5EF4-FFF2-40B4-BE49-F238E27FC236}">
                <a16:creationId xmlns:a16="http://schemas.microsoft.com/office/drawing/2014/main" id="{243743A2-E376-4CBC-B11D-1DBE933E5DE4}"/>
              </a:ext>
            </a:extLst>
          </p:cNvPr>
          <p:cNvSpPr>
            <a:spLocks noGrp="1"/>
          </p:cNvSpPr>
          <p:nvPr/>
        </p:nvSpPr>
        <p:spPr>
          <a:xfrm>
            <a:off x="7213436" y="896312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6" name="9wup_2_build_ClashingReceptorAtoms_9">
            <a:extLst>
              <a:ext uri="{FF2B5EF4-FFF2-40B4-BE49-F238E27FC236}">
                <a16:creationId xmlns:a16="http://schemas.microsoft.com/office/drawing/2014/main" id="{001484A4-60A8-43BD-B3AA-425B85C8634B}"/>
              </a:ext>
            </a:extLst>
          </p:cNvPr>
          <p:cNvSpPr>
            <a:spLocks noGrp="1"/>
          </p:cNvSpPr>
          <p:nvPr/>
        </p:nvSpPr>
        <p:spPr>
          <a:xfrm>
            <a:off x="7108340" y="920363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897" name="stage3-cases-main_47">
            <a:extLst>
              <a:ext uri="{FF2B5EF4-FFF2-40B4-BE49-F238E27FC236}">
                <a16:creationId xmlns:a16="http://schemas.microsoft.com/office/drawing/2014/main" id="{9604ECC4-9118-426C-9375-B43EEE8B4056}"/>
              </a:ext>
            </a:extLst>
          </p:cNvPr>
          <p:cNvSpPr>
            <a:spLocks noGrp="1"/>
          </p:cNvSpPr>
          <p:nvPr/>
        </p:nvSpPr>
        <p:spPr>
          <a:xfrm>
            <a:off x="6172200" y="92964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4.02 Å   D 66%   Clash 15</a:t>
            </a:r>
          </a:p>
        </p:txBody>
      </p:sp>
      <p:sp>
        <p:nvSpPr>
          <p:cNvPr id="1898" name="stage3-cases-main_48">
            <a:extLst>
              <a:ext uri="{FF2B5EF4-FFF2-40B4-BE49-F238E27FC236}">
                <a16:creationId xmlns:a16="http://schemas.microsoft.com/office/drawing/2014/main" id="{67D9BB8F-7AE9-4421-A892-6A806B787232}"/>
              </a:ext>
            </a:extLst>
          </p:cNvPr>
          <p:cNvSpPr>
            <a:spLocks noGrp="1"/>
          </p:cNvSpPr>
          <p:nvPr/>
        </p:nvSpPr>
        <p:spPr>
          <a:xfrm>
            <a:off x="247650" y="94678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f  9WQ3 · 1SY (G:401)</a:t>
            </a:r>
          </a:p>
        </p:txBody>
      </p:sp>
      <p:sp>
        <p:nvSpPr>
          <p:cNvPr id="1899" name="stage3-cases-main_49">
            <a:extLst>
              <a:ext uri="{FF2B5EF4-FFF2-40B4-BE49-F238E27FC236}">
                <a16:creationId xmlns:a16="http://schemas.microsoft.com/office/drawing/2014/main" id="{C1FAE2D4-0243-477F-AD2F-B6849C58D05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37941" y="9610725"/>
                </a:moveTo>
                <a:lnTo>
                  <a:pt x="8953500" y="96107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1900" name="stage3-cases-main_50">
            <a:extLst>
              <a:ext uri="{FF2B5EF4-FFF2-40B4-BE49-F238E27FC236}">
                <a16:creationId xmlns:a16="http://schemas.microsoft.com/office/drawing/2014/main" id="{3153667B-E822-4B8B-8BB7-BEE0B1B7FFCD}"/>
              </a:ext>
            </a:extLst>
          </p:cNvPr>
          <p:cNvSpPr>
            <a:spLocks noGrp="1"/>
          </p:cNvSpPr>
          <p:nvPr/>
        </p:nvSpPr>
        <p:spPr>
          <a:xfrm>
            <a:off x="9001125" y="94964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1901" name="9wq3_5_official_Receptor">
            <a:extLst>
              <a:ext uri="{FF2B5EF4-FFF2-40B4-BE49-F238E27FC236}">
                <a16:creationId xmlns:a16="http://schemas.microsoft.com/office/drawing/2014/main" id="{6305FB89-7DCC-4B9F-BAE5-8E10C224103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902" name="9wq3_5_official_ExperimentalDensity">
            <a:extLst>
              <a:ext uri="{FF2B5EF4-FFF2-40B4-BE49-F238E27FC236}">
                <a16:creationId xmlns:a16="http://schemas.microsoft.com/office/drawing/2014/main" id="{9EE955F4-9E9E-4DC5-A53F-90E58AFEFF2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903" name="9wq3_5_official_ReferenceLigand_0">
            <a:extLst>
              <a:ext uri="{FF2B5EF4-FFF2-40B4-BE49-F238E27FC236}">
                <a16:creationId xmlns:a16="http://schemas.microsoft.com/office/drawing/2014/main" id="{F704766F-65E1-46DB-9DAF-8ED2413776A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4" name="9wq3_5_official_ReferenceLigand_1">
            <a:extLst>
              <a:ext uri="{FF2B5EF4-FFF2-40B4-BE49-F238E27FC236}">
                <a16:creationId xmlns:a16="http://schemas.microsoft.com/office/drawing/2014/main" id="{4B7F81F0-BBA1-4FCD-84D7-CD6FB6BF101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5" name="9wq3_5_official_ReferenceLigand_2">
            <a:extLst>
              <a:ext uri="{FF2B5EF4-FFF2-40B4-BE49-F238E27FC236}">
                <a16:creationId xmlns:a16="http://schemas.microsoft.com/office/drawing/2014/main" id="{565402C1-7ACC-4DA5-9F68-BC54AD57C79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6" name="9wq3_5_official_ReferenceLigand_3">
            <a:extLst>
              <a:ext uri="{FF2B5EF4-FFF2-40B4-BE49-F238E27FC236}">
                <a16:creationId xmlns:a16="http://schemas.microsoft.com/office/drawing/2014/main" id="{5EFC56D1-EC2E-4C87-8FC0-2632B2E971B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7" name="9wq3_5_official_ReferenceLigand_4">
            <a:extLst>
              <a:ext uri="{FF2B5EF4-FFF2-40B4-BE49-F238E27FC236}">
                <a16:creationId xmlns:a16="http://schemas.microsoft.com/office/drawing/2014/main" id="{4C45FDC9-F4A8-4E6C-B6DD-F76F6C6F696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8" name="9wq3_5_official_ReferenceLigand_5">
            <a:extLst>
              <a:ext uri="{FF2B5EF4-FFF2-40B4-BE49-F238E27FC236}">
                <a16:creationId xmlns:a16="http://schemas.microsoft.com/office/drawing/2014/main" id="{681161F9-09DA-4901-A3F1-29042096095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09" name="9wq3_5_official_ReferenceLigand_6">
            <a:extLst>
              <a:ext uri="{FF2B5EF4-FFF2-40B4-BE49-F238E27FC236}">
                <a16:creationId xmlns:a16="http://schemas.microsoft.com/office/drawing/2014/main" id="{160D5D20-84D9-4C0F-ADD0-5C0099E489A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0" name="9wq3_5_official_ReferenceLigand_7">
            <a:extLst>
              <a:ext uri="{FF2B5EF4-FFF2-40B4-BE49-F238E27FC236}">
                <a16:creationId xmlns:a16="http://schemas.microsoft.com/office/drawing/2014/main" id="{7D471BC5-015B-4AB2-B22D-993E0DE3831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1" name="9wq3_5_official_ReferenceLigand_8">
            <a:extLst>
              <a:ext uri="{FF2B5EF4-FFF2-40B4-BE49-F238E27FC236}">
                <a16:creationId xmlns:a16="http://schemas.microsoft.com/office/drawing/2014/main" id="{D1D345E2-F604-45D5-8FCC-2AA4274136E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2" name="9wq3_5_official_ReferenceLigand_9">
            <a:extLst>
              <a:ext uri="{FF2B5EF4-FFF2-40B4-BE49-F238E27FC236}">
                <a16:creationId xmlns:a16="http://schemas.microsoft.com/office/drawing/2014/main" id="{DF5DC120-2F4D-42F8-A471-847BA697258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3" name="9wq3_5_official_ReferenceLigand_10">
            <a:extLst>
              <a:ext uri="{FF2B5EF4-FFF2-40B4-BE49-F238E27FC236}">
                <a16:creationId xmlns:a16="http://schemas.microsoft.com/office/drawing/2014/main" id="{676F9745-2F43-4AFF-BA61-3299037A49F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4" name="9wq3_5_official_ReferenceLigand_11">
            <a:extLst>
              <a:ext uri="{FF2B5EF4-FFF2-40B4-BE49-F238E27FC236}">
                <a16:creationId xmlns:a16="http://schemas.microsoft.com/office/drawing/2014/main" id="{D220E072-A7FD-47E4-88BB-908628E9088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5" name="9wq3_5_official_ReferenceLigand_12">
            <a:extLst>
              <a:ext uri="{FF2B5EF4-FFF2-40B4-BE49-F238E27FC236}">
                <a16:creationId xmlns:a16="http://schemas.microsoft.com/office/drawing/2014/main" id="{95F91BF8-C218-4AD2-B921-04905C74B64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6" name="9wq3_5_official_ReferenceLigand_13">
            <a:extLst>
              <a:ext uri="{FF2B5EF4-FFF2-40B4-BE49-F238E27FC236}">
                <a16:creationId xmlns:a16="http://schemas.microsoft.com/office/drawing/2014/main" id="{485EDFE8-A029-48DE-8EA8-28D871B00B8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7" name="9wq3_5_official_ReferenceLigand_14">
            <a:extLst>
              <a:ext uri="{FF2B5EF4-FFF2-40B4-BE49-F238E27FC236}">
                <a16:creationId xmlns:a16="http://schemas.microsoft.com/office/drawing/2014/main" id="{8A343B4A-D6DA-4DB2-ACDB-7B9B24CD6A2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8" name="9wq3_5_official_ReferenceLigand_15">
            <a:extLst>
              <a:ext uri="{FF2B5EF4-FFF2-40B4-BE49-F238E27FC236}">
                <a16:creationId xmlns:a16="http://schemas.microsoft.com/office/drawing/2014/main" id="{3F81F378-8A7F-4DE6-B9BE-F9A0D22C57A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19" name="9wq3_5_official_ReferenceLigand_16">
            <a:extLst>
              <a:ext uri="{FF2B5EF4-FFF2-40B4-BE49-F238E27FC236}">
                <a16:creationId xmlns:a16="http://schemas.microsoft.com/office/drawing/2014/main" id="{29CF9E35-BE00-4A3F-99CF-CA965F3B1BF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0" name="9wq3_5_official_ReferenceLigand_17">
            <a:extLst>
              <a:ext uri="{FF2B5EF4-FFF2-40B4-BE49-F238E27FC236}">
                <a16:creationId xmlns:a16="http://schemas.microsoft.com/office/drawing/2014/main" id="{E230F53D-95B4-4347-A3F9-597B8A14BDD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1" name="9wq3_5_official_ReferenceLigand_18">
            <a:extLst>
              <a:ext uri="{FF2B5EF4-FFF2-40B4-BE49-F238E27FC236}">
                <a16:creationId xmlns:a16="http://schemas.microsoft.com/office/drawing/2014/main" id="{8B2819ED-1919-4AD9-B2C1-002D03CDD2E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2" name="9wq3_5_official_ReferenceLigand_19">
            <a:extLst>
              <a:ext uri="{FF2B5EF4-FFF2-40B4-BE49-F238E27FC236}">
                <a16:creationId xmlns:a16="http://schemas.microsoft.com/office/drawing/2014/main" id="{F060B928-689C-4019-8BDF-6B7366D12650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3" name="9wq3_5_official_ReferenceLigand_20">
            <a:extLst>
              <a:ext uri="{FF2B5EF4-FFF2-40B4-BE49-F238E27FC236}">
                <a16:creationId xmlns:a16="http://schemas.microsoft.com/office/drawing/2014/main" id="{3427185D-BF33-4E9D-939D-F5CE83FB31D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4" name="9wq3_5_official_ReferenceLigand_21">
            <a:extLst>
              <a:ext uri="{FF2B5EF4-FFF2-40B4-BE49-F238E27FC236}">
                <a16:creationId xmlns:a16="http://schemas.microsoft.com/office/drawing/2014/main" id="{0E196EA9-27C9-4CFF-984E-28595FF6FB6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5" name="9wq3_5_official_ReferenceLigand_22">
            <a:extLst>
              <a:ext uri="{FF2B5EF4-FFF2-40B4-BE49-F238E27FC236}">
                <a16:creationId xmlns:a16="http://schemas.microsoft.com/office/drawing/2014/main" id="{7E677A33-341F-40CB-8C61-2AA1A1E1A57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6" name="9wq3_5_official_ReferenceLigand_23">
            <a:extLst>
              <a:ext uri="{FF2B5EF4-FFF2-40B4-BE49-F238E27FC236}">
                <a16:creationId xmlns:a16="http://schemas.microsoft.com/office/drawing/2014/main" id="{95BE93D7-77EE-457D-B94C-E5BAF0A43AE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7" name="9wq3_5_official_ReferenceLigand_24">
            <a:extLst>
              <a:ext uri="{FF2B5EF4-FFF2-40B4-BE49-F238E27FC236}">
                <a16:creationId xmlns:a16="http://schemas.microsoft.com/office/drawing/2014/main" id="{5C8F9C45-D9B2-4615-AAFB-A2CE79A0D95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8" name="9wq3_5_official_ReferenceLigand_25">
            <a:extLst>
              <a:ext uri="{FF2B5EF4-FFF2-40B4-BE49-F238E27FC236}">
                <a16:creationId xmlns:a16="http://schemas.microsoft.com/office/drawing/2014/main" id="{41489193-7DEA-4EE0-92B1-4CFFFBAFABC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29" name="9wq3_5_official_ReferenceLigand_26">
            <a:extLst>
              <a:ext uri="{FF2B5EF4-FFF2-40B4-BE49-F238E27FC236}">
                <a16:creationId xmlns:a16="http://schemas.microsoft.com/office/drawing/2014/main" id="{15124494-E170-4D13-BC0F-50780CCE0F1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0" name="9wq3_5_official_ReferenceLigand_27">
            <a:extLst>
              <a:ext uri="{FF2B5EF4-FFF2-40B4-BE49-F238E27FC236}">
                <a16:creationId xmlns:a16="http://schemas.microsoft.com/office/drawing/2014/main" id="{70234741-7102-4FB4-8D61-310A83A3599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1" name="9wq3_5_official_ReferenceLigand_28">
            <a:extLst>
              <a:ext uri="{FF2B5EF4-FFF2-40B4-BE49-F238E27FC236}">
                <a16:creationId xmlns:a16="http://schemas.microsoft.com/office/drawing/2014/main" id="{370AA1D7-145F-42FC-8236-57DC2E41A2D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2" name="9wq3_5_official_ReferenceLigand_29">
            <a:extLst>
              <a:ext uri="{FF2B5EF4-FFF2-40B4-BE49-F238E27FC236}">
                <a16:creationId xmlns:a16="http://schemas.microsoft.com/office/drawing/2014/main" id="{1F3FAE82-376E-4579-9269-4B8D53A8CB1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3" name="9wq3_5_official_ReferenceLigand_30">
            <a:extLst>
              <a:ext uri="{FF2B5EF4-FFF2-40B4-BE49-F238E27FC236}">
                <a16:creationId xmlns:a16="http://schemas.microsoft.com/office/drawing/2014/main" id="{8C5FDA75-C1FD-476B-AE90-636626FAD46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4" name="9wq3_5_official_ReferenceLigand_31">
            <a:extLst>
              <a:ext uri="{FF2B5EF4-FFF2-40B4-BE49-F238E27FC236}">
                <a16:creationId xmlns:a16="http://schemas.microsoft.com/office/drawing/2014/main" id="{77EA9E93-9FF9-4F80-B69D-E55D18D22D9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5" name="9wq3_5_official_ReferenceLigand_32">
            <a:extLst>
              <a:ext uri="{FF2B5EF4-FFF2-40B4-BE49-F238E27FC236}">
                <a16:creationId xmlns:a16="http://schemas.microsoft.com/office/drawing/2014/main" id="{A093BD0A-0C91-4F04-ACED-1C5CCE8A24F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6" name="9wq3_5_official_ReferenceLigand_33">
            <a:extLst>
              <a:ext uri="{FF2B5EF4-FFF2-40B4-BE49-F238E27FC236}">
                <a16:creationId xmlns:a16="http://schemas.microsoft.com/office/drawing/2014/main" id="{14187909-AD2B-4C2A-A1D1-F309B4DE578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7" name="9wq3_5_official_ReferenceLigand_34">
            <a:extLst>
              <a:ext uri="{FF2B5EF4-FFF2-40B4-BE49-F238E27FC236}">
                <a16:creationId xmlns:a16="http://schemas.microsoft.com/office/drawing/2014/main" id="{2A8F556F-E433-4AC2-A993-49DA4D26B30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8" name="9wq3_5_official_ReferenceLigand_35">
            <a:extLst>
              <a:ext uri="{FF2B5EF4-FFF2-40B4-BE49-F238E27FC236}">
                <a16:creationId xmlns:a16="http://schemas.microsoft.com/office/drawing/2014/main" id="{4659E0C6-5EAE-4F2A-9A5C-4A1EFCC40F7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39" name="9wq3_5_official_ReferenceLigand_36">
            <a:extLst>
              <a:ext uri="{FF2B5EF4-FFF2-40B4-BE49-F238E27FC236}">
                <a16:creationId xmlns:a16="http://schemas.microsoft.com/office/drawing/2014/main" id="{5E4F90B4-BE9D-420D-B539-CF8A0833E98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0" name="9wq3_5_official_ReferenceLigand_37">
            <a:extLst>
              <a:ext uri="{FF2B5EF4-FFF2-40B4-BE49-F238E27FC236}">
                <a16:creationId xmlns:a16="http://schemas.microsoft.com/office/drawing/2014/main" id="{6942476A-78C3-4871-AFC4-3D8D93AE8BE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1" name="9wq3_5_official_ReferenceLigand_38">
            <a:extLst>
              <a:ext uri="{FF2B5EF4-FFF2-40B4-BE49-F238E27FC236}">
                <a16:creationId xmlns:a16="http://schemas.microsoft.com/office/drawing/2014/main" id="{8C290492-9CCD-44AF-96AD-50A1B32D2F9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2" name="9wq3_5_official_ReferenceLigand_39">
            <a:extLst>
              <a:ext uri="{FF2B5EF4-FFF2-40B4-BE49-F238E27FC236}">
                <a16:creationId xmlns:a16="http://schemas.microsoft.com/office/drawing/2014/main" id="{7AF6E9C9-577F-43E8-B7D8-231B37B9828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3" name="9wq3_5_official_ReferenceLigand_40">
            <a:extLst>
              <a:ext uri="{FF2B5EF4-FFF2-40B4-BE49-F238E27FC236}">
                <a16:creationId xmlns:a16="http://schemas.microsoft.com/office/drawing/2014/main" id="{E1563DFA-7EF4-4902-89C1-E42AC905954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4" name="9wq3_5_official_ReferenceLigand_41">
            <a:extLst>
              <a:ext uri="{FF2B5EF4-FFF2-40B4-BE49-F238E27FC236}">
                <a16:creationId xmlns:a16="http://schemas.microsoft.com/office/drawing/2014/main" id="{2720CE7D-B636-48A5-87A5-642A5885B2C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5" name="9wq3_5_official_ReferenceLigand_42">
            <a:extLst>
              <a:ext uri="{FF2B5EF4-FFF2-40B4-BE49-F238E27FC236}">
                <a16:creationId xmlns:a16="http://schemas.microsoft.com/office/drawing/2014/main" id="{8B051773-29D5-4A38-A568-318A67039F5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6" name="9wq3_5_official_ReferenceLigand_43">
            <a:extLst>
              <a:ext uri="{FF2B5EF4-FFF2-40B4-BE49-F238E27FC236}">
                <a16:creationId xmlns:a16="http://schemas.microsoft.com/office/drawing/2014/main" id="{0E811042-3A51-4E26-925B-F2E25D0F4D2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7" name="9wq3_5_official_ReferenceLigand_44">
            <a:extLst>
              <a:ext uri="{FF2B5EF4-FFF2-40B4-BE49-F238E27FC236}">
                <a16:creationId xmlns:a16="http://schemas.microsoft.com/office/drawing/2014/main" id="{5BCA1193-3A9A-4048-845B-6491596CF2C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8" name="9wq3_5_official_ReferenceLigand_45">
            <a:extLst>
              <a:ext uri="{FF2B5EF4-FFF2-40B4-BE49-F238E27FC236}">
                <a16:creationId xmlns:a16="http://schemas.microsoft.com/office/drawing/2014/main" id="{31EA2442-59EA-4347-B54B-CC3A7FA79270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49" name="9wq3_5_official_ReferenceLigand_46">
            <a:extLst>
              <a:ext uri="{FF2B5EF4-FFF2-40B4-BE49-F238E27FC236}">
                <a16:creationId xmlns:a16="http://schemas.microsoft.com/office/drawing/2014/main" id="{DD27F807-8BB3-428F-8032-29F5B4AD38B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0" name="9wq3_5_official_ReferenceLigand_47">
            <a:extLst>
              <a:ext uri="{FF2B5EF4-FFF2-40B4-BE49-F238E27FC236}">
                <a16:creationId xmlns:a16="http://schemas.microsoft.com/office/drawing/2014/main" id="{A134F362-B5C7-4635-9103-2467CFED93C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1" name="9wq3_5_official_ReferenceLigand_48">
            <a:extLst>
              <a:ext uri="{FF2B5EF4-FFF2-40B4-BE49-F238E27FC236}">
                <a16:creationId xmlns:a16="http://schemas.microsoft.com/office/drawing/2014/main" id="{714B345C-9313-41C0-9482-DF9FAAF61B2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2" name="9wq3_5_official_ReferenceLigand_49">
            <a:extLst>
              <a:ext uri="{FF2B5EF4-FFF2-40B4-BE49-F238E27FC236}">
                <a16:creationId xmlns:a16="http://schemas.microsoft.com/office/drawing/2014/main" id="{F3319E26-5DC9-4A14-A6CC-C0719BC0A53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3" name="9wq3_5_official_ReferenceLigand_50">
            <a:extLst>
              <a:ext uri="{FF2B5EF4-FFF2-40B4-BE49-F238E27FC236}">
                <a16:creationId xmlns:a16="http://schemas.microsoft.com/office/drawing/2014/main" id="{F5C6362E-0017-473C-AADB-D46B3698883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4" name="9wq3_5_official_PredictedLigand_0">
            <a:extLst>
              <a:ext uri="{FF2B5EF4-FFF2-40B4-BE49-F238E27FC236}">
                <a16:creationId xmlns:a16="http://schemas.microsoft.com/office/drawing/2014/main" id="{62DBA811-938B-4EE7-A093-0917881C720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565459" y="8480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5" name="9wq3_5_official_PredictedLigand_1">
            <a:extLst>
              <a:ext uri="{FF2B5EF4-FFF2-40B4-BE49-F238E27FC236}">
                <a16:creationId xmlns:a16="http://schemas.microsoft.com/office/drawing/2014/main" id="{FD287CCC-468F-4822-B5E7-CEF0FF7CF3B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797870" y="1105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6" name="9wq3_5_official_PredictedLigand_2">
            <a:extLst>
              <a:ext uri="{FF2B5EF4-FFF2-40B4-BE49-F238E27FC236}">
                <a16:creationId xmlns:a16="http://schemas.microsoft.com/office/drawing/2014/main" id="{30233676-F11B-43E1-A3CE-9EC2A00054D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303099" y="82001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7" name="9wq3_5_official_PredictedLigand_3">
            <a:extLst>
              <a:ext uri="{FF2B5EF4-FFF2-40B4-BE49-F238E27FC236}">
                <a16:creationId xmlns:a16="http://schemas.microsoft.com/office/drawing/2014/main" id="{681F14B4-4E27-4BDA-86B1-763F5F7DECF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488276" y="10464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8" name="9wq3_5_official_PredictedLigand_4">
            <a:extLst>
              <a:ext uri="{FF2B5EF4-FFF2-40B4-BE49-F238E27FC236}">
                <a16:creationId xmlns:a16="http://schemas.microsoft.com/office/drawing/2014/main" id="{82F3326E-2A7C-4E17-99A6-8F1E31F68B8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3044" y="750361"/>
                </a:moveTo>
                <a:lnTo>
                  <a:pt x="1482769" y="8638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59" name="9wq3_5_official_PredictedLigand_5">
            <a:extLst>
              <a:ext uri="{FF2B5EF4-FFF2-40B4-BE49-F238E27FC236}">
                <a16:creationId xmlns:a16="http://schemas.microsoft.com/office/drawing/2014/main" id="{F79623EA-3915-4851-A4BE-D357D1C1A0F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0" name="9wq3_5_official_PredictedLigand_6">
            <a:extLst>
              <a:ext uri="{FF2B5EF4-FFF2-40B4-BE49-F238E27FC236}">
                <a16:creationId xmlns:a16="http://schemas.microsoft.com/office/drawing/2014/main" id="{19D0A17A-B0E5-429A-88B3-EBDD4B77888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1790053" y="10657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1" name="9wq3_5_official_PredictedLigand_7">
            <a:extLst>
              <a:ext uri="{FF2B5EF4-FFF2-40B4-BE49-F238E27FC236}">
                <a16:creationId xmlns:a16="http://schemas.microsoft.com/office/drawing/2014/main" id="{79E3400E-13B4-4080-AD71-B8B067633D8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8276" y="1046403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2" name="9wq3_5_official_PredictedLigand_8">
            <a:extLst>
              <a:ext uri="{FF2B5EF4-FFF2-40B4-BE49-F238E27FC236}">
                <a16:creationId xmlns:a16="http://schemas.microsoft.com/office/drawing/2014/main" id="{2C3B7524-FB22-4F45-86A1-593E541C231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0519" y="601204"/>
                </a:moveTo>
                <a:lnTo>
                  <a:pt x="1563044" y="7503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3" name="9wq3_5_official_PredictedLigand_9">
            <a:extLst>
              <a:ext uri="{FF2B5EF4-FFF2-40B4-BE49-F238E27FC236}">
                <a16:creationId xmlns:a16="http://schemas.microsoft.com/office/drawing/2014/main" id="{81D11569-4AA3-462D-A807-DA9E5CAA4A00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1080" y="1095355"/>
                </a:moveTo>
                <a:lnTo>
                  <a:pt x="1657335" y="12398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4" name="9wq3_5_official_PredictedLigand_10">
            <a:extLst>
              <a:ext uri="{FF2B5EF4-FFF2-40B4-BE49-F238E27FC236}">
                <a16:creationId xmlns:a16="http://schemas.microsoft.com/office/drawing/2014/main" id="{8101F602-8F77-4271-9DC9-702BE6A8B39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695" y="1264160"/>
                </a:moveTo>
                <a:lnTo>
                  <a:pt x="1914102" y="11544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5" name="9wq3_5_official_PredictedLigand_11">
            <a:extLst>
              <a:ext uri="{FF2B5EF4-FFF2-40B4-BE49-F238E27FC236}">
                <a16:creationId xmlns:a16="http://schemas.microsoft.com/office/drawing/2014/main" id="{DCC64A53-051E-44FB-92DB-60AE7AF9432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2012689" y="10424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6" name="9wq3_5_official_PredictedLigand_12">
            <a:extLst>
              <a:ext uri="{FF2B5EF4-FFF2-40B4-BE49-F238E27FC236}">
                <a16:creationId xmlns:a16="http://schemas.microsoft.com/office/drawing/2014/main" id="{46DC5DB6-2106-4C19-BBE1-32A654790747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827695" y="12641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7" name="9wq3_5_official_PredictedLigand_13">
            <a:extLst>
              <a:ext uri="{FF2B5EF4-FFF2-40B4-BE49-F238E27FC236}">
                <a16:creationId xmlns:a16="http://schemas.microsoft.com/office/drawing/2014/main" id="{097717FD-DA7B-47BD-A83F-2EAEEE30E59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207" y="554469"/>
                </a:moveTo>
                <a:lnTo>
                  <a:pt x="1530519" y="6012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8" name="9wq3_5_official_PredictedLigand_14">
            <a:extLst>
              <a:ext uri="{FF2B5EF4-FFF2-40B4-BE49-F238E27FC236}">
                <a16:creationId xmlns:a16="http://schemas.microsoft.com/office/drawing/2014/main" id="{0DC18DBC-4FDC-4E17-AF4A-45C88BD5F3C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69" name="9wq3_5_official_PredictedLigand_15">
            <a:extLst>
              <a:ext uri="{FF2B5EF4-FFF2-40B4-BE49-F238E27FC236}">
                <a16:creationId xmlns:a16="http://schemas.microsoft.com/office/drawing/2014/main" id="{930D5D68-818B-4B4A-AB70-8A4AD055AF2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689" y="1042473"/>
                </a:moveTo>
                <a:lnTo>
                  <a:pt x="1932745" y="9985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0" name="9wq3_5_official_PredictedLigand_16">
            <a:extLst>
              <a:ext uri="{FF2B5EF4-FFF2-40B4-BE49-F238E27FC236}">
                <a16:creationId xmlns:a16="http://schemas.microsoft.com/office/drawing/2014/main" id="{617B6EE4-422C-464E-B893-7EE23DC82BF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028050" y="13125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1" name="9wq3_5_official_PredictedLigand_17">
            <a:extLst>
              <a:ext uri="{FF2B5EF4-FFF2-40B4-BE49-F238E27FC236}">
                <a16:creationId xmlns:a16="http://schemas.microsoft.com/office/drawing/2014/main" id="{2CA23C93-7D9C-4632-B1EE-289C252A431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302048" y="12744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2" name="9wq3_5_official_PredictedLigand_18">
            <a:extLst>
              <a:ext uri="{FF2B5EF4-FFF2-40B4-BE49-F238E27FC236}">
                <a16:creationId xmlns:a16="http://schemas.microsoft.com/office/drawing/2014/main" id="{947B9C74-4161-4804-B7FD-FEC5118FA64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803" y="831251"/>
                </a:moveTo>
                <a:lnTo>
                  <a:pt x="1111814" y="7716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3" name="9wq3_5_official_PredictedLigand_19">
            <a:extLst>
              <a:ext uri="{FF2B5EF4-FFF2-40B4-BE49-F238E27FC236}">
                <a16:creationId xmlns:a16="http://schemas.microsoft.com/office/drawing/2014/main" id="{406355F4-4AAC-49CA-B2BB-40E4BB3A6DA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5947" y="885459"/>
                </a:moveTo>
                <a:lnTo>
                  <a:pt x="975803" y="8312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4" name="9wq3_5_official_PredictedLigand_20">
            <a:extLst>
              <a:ext uri="{FF2B5EF4-FFF2-40B4-BE49-F238E27FC236}">
                <a16:creationId xmlns:a16="http://schemas.microsoft.com/office/drawing/2014/main" id="{CD6AC9C1-0766-4CCA-BB76-38B18CA1F19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2048" y="1274456"/>
                </a:moveTo>
                <a:lnTo>
                  <a:pt x="1425010" y="12696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5" name="9wq3_5_official_PredictedLigand_21">
            <a:extLst>
              <a:ext uri="{FF2B5EF4-FFF2-40B4-BE49-F238E27FC236}">
                <a16:creationId xmlns:a16="http://schemas.microsoft.com/office/drawing/2014/main" id="{FB687279-6FDD-4793-985C-10FAEFD9E111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6" name="9wq3_5_official_PredictedLigand_22">
            <a:extLst>
              <a:ext uri="{FF2B5EF4-FFF2-40B4-BE49-F238E27FC236}">
                <a16:creationId xmlns:a16="http://schemas.microsoft.com/office/drawing/2014/main" id="{FC157051-D5B1-4935-9B5B-8DDA04DBC3F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3" y="538705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7" name="9wq3_5_official_PredictedLigand_23">
            <a:extLst>
              <a:ext uri="{FF2B5EF4-FFF2-40B4-BE49-F238E27FC236}">
                <a16:creationId xmlns:a16="http://schemas.microsoft.com/office/drawing/2014/main" id="{9F2F808D-EA53-4D68-90E2-3DB27C5048A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2745" y="998532"/>
                </a:moveTo>
                <a:lnTo>
                  <a:pt x="1924237" y="8232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8" name="9wq3_5_official_PredictedLigand_24">
            <a:extLst>
              <a:ext uri="{FF2B5EF4-FFF2-40B4-BE49-F238E27FC236}">
                <a16:creationId xmlns:a16="http://schemas.microsoft.com/office/drawing/2014/main" id="{463292FD-05A1-41C9-81BA-32A778E96F7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79" name="9wq3_5_official_PredictedLigand_25">
            <a:extLst>
              <a:ext uri="{FF2B5EF4-FFF2-40B4-BE49-F238E27FC236}">
                <a16:creationId xmlns:a16="http://schemas.microsoft.com/office/drawing/2014/main" id="{4BB696B0-26E1-4D3F-8D8C-563FA41A41F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780227" y="707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0" name="9wq3_5_official_PredictedLigand_26">
            <a:extLst>
              <a:ext uri="{FF2B5EF4-FFF2-40B4-BE49-F238E27FC236}">
                <a16:creationId xmlns:a16="http://schemas.microsoft.com/office/drawing/2014/main" id="{EB6228DD-FA2E-4E64-9D8E-F9A3C0C4B58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0227" y="707166"/>
                </a:moveTo>
                <a:lnTo>
                  <a:pt x="1620517" y="6770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1" name="9wq3_5_official_PredictedLigand_27">
            <a:extLst>
              <a:ext uri="{FF2B5EF4-FFF2-40B4-BE49-F238E27FC236}">
                <a16:creationId xmlns:a16="http://schemas.microsoft.com/office/drawing/2014/main" id="{FCAB1FD8-5EF5-43DE-9FB8-CF57D35C13D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2086242" y="7411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2" name="9wq3_5_official_PredictedLigand_28">
            <a:extLst>
              <a:ext uri="{FF2B5EF4-FFF2-40B4-BE49-F238E27FC236}">
                <a16:creationId xmlns:a16="http://schemas.microsoft.com/office/drawing/2014/main" id="{B663333D-1470-4255-974F-AB3551A31585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3005" y="1333500"/>
                </a:moveTo>
                <a:lnTo>
                  <a:pt x="1153820" y="13183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3" name="9wq3_5_official_PredictedLigand_29">
            <a:extLst>
              <a:ext uri="{FF2B5EF4-FFF2-40B4-BE49-F238E27FC236}">
                <a16:creationId xmlns:a16="http://schemas.microsoft.com/office/drawing/2014/main" id="{3428D208-FBAF-4525-8C28-FC36154034B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1814" y="771698"/>
                </a:moveTo>
                <a:lnTo>
                  <a:pt x="1121346" y="771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4" name="9wq3_5_official_PredictedLigand_30">
            <a:extLst>
              <a:ext uri="{FF2B5EF4-FFF2-40B4-BE49-F238E27FC236}">
                <a16:creationId xmlns:a16="http://schemas.microsoft.com/office/drawing/2014/main" id="{6C2FDD99-17DC-44E5-9102-991EA7E6643E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5514" y="1244454"/>
                </a:moveTo>
                <a:lnTo>
                  <a:pt x="1658123" y="12312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5" name="9wq3_5_official_PredictedLigand_31">
            <a:extLst>
              <a:ext uri="{FF2B5EF4-FFF2-40B4-BE49-F238E27FC236}">
                <a16:creationId xmlns:a16="http://schemas.microsoft.com/office/drawing/2014/main" id="{256A1B11-709F-473C-A326-E18F1CA53B5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845947" y="8854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6" name="9wq3_5_official_PredictedLigand_32">
            <a:extLst>
              <a:ext uri="{FF2B5EF4-FFF2-40B4-BE49-F238E27FC236}">
                <a16:creationId xmlns:a16="http://schemas.microsoft.com/office/drawing/2014/main" id="{29CA6811-384C-4FB1-9B61-3B0EE4D02E7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7" name="9wq3_5_official_PredictedLigand_33">
            <a:extLst>
              <a:ext uri="{FF2B5EF4-FFF2-40B4-BE49-F238E27FC236}">
                <a16:creationId xmlns:a16="http://schemas.microsoft.com/office/drawing/2014/main" id="{CBED340E-14ED-42B3-B9A6-016CC6B5319D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375573" y="53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8" name="9wq3_5_official_PredictedLigand_34">
            <a:extLst>
              <a:ext uri="{FF2B5EF4-FFF2-40B4-BE49-F238E27FC236}">
                <a16:creationId xmlns:a16="http://schemas.microsoft.com/office/drawing/2014/main" id="{BA03CE89-0ABB-4C06-9E49-1A71BDFD2C3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899023" y="8379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89" name="9wq3_5_official_PredictedLigand_35">
            <a:extLst>
              <a:ext uri="{FF2B5EF4-FFF2-40B4-BE49-F238E27FC236}">
                <a16:creationId xmlns:a16="http://schemas.microsoft.com/office/drawing/2014/main" id="{DEFB6A31-939F-4C03-9346-649E2560599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0" name="9wq3_5_official_PredictedLigand_36">
            <a:extLst>
              <a:ext uri="{FF2B5EF4-FFF2-40B4-BE49-F238E27FC236}">
                <a16:creationId xmlns:a16="http://schemas.microsoft.com/office/drawing/2014/main" id="{7CC4E154-2884-4810-AF91-C75ED3A0D516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1" name="9wq3_5_official_PredictedLigand_37">
            <a:extLst>
              <a:ext uri="{FF2B5EF4-FFF2-40B4-BE49-F238E27FC236}">
                <a16:creationId xmlns:a16="http://schemas.microsoft.com/office/drawing/2014/main" id="{E53075E8-E2DC-45A9-AD7B-72509DF4443F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2" name="9wq3_5_official_PredictedLigand_38">
            <a:extLst>
              <a:ext uri="{FF2B5EF4-FFF2-40B4-BE49-F238E27FC236}">
                <a16:creationId xmlns:a16="http://schemas.microsoft.com/office/drawing/2014/main" id="{2ABDCEF8-DC64-4CA0-A3ED-4ABF9C1A6094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5078" y="837873"/>
                </a:moveTo>
                <a:lnTo>
                  <a:pt x="850778" y="8866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3" name="9wq3_5_official_PredictedLigand_39">
            <a:extLst>
              <a:ext uri="{FF2B5EF4-FFF2-40B4-BE49-F238E27FC236}">
                <a16:creationId xmlns:a16="http://schemas.microsoft.com/office/drawing/2014/main" id="{92D08DB0-B1D7-4DCB-BA71-1290C52EEE68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8123" y="1231278"/>
                </a:moveTo>
                <a:lnTo>
                  <a:pt x="1547752" y="12611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4" name="9wq3_5_official_PredictedLigand_40">
            <a:extLst>
              <a:ext uri="{FF2B5EF4-FFF2-40B4-BE49-F238E27FC236}">
                <a16:creationId xmlns:a16="http://schemas.microsoft.com/office/drawing/2014/main" id="{06549C14-F33E-4439-AA88-63C83677FDBC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715542" y="9316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5" name="9wq3_5_official_PredictedLigand_41">
            <a:extLst>
              <a:ext uri="{FF2B5EF4-FFF2-40B4-BE49-F238E27FC236}">
                <a16:creationId xmlns:a16="http://schemas.microsoft.com/office/drawing/2014/main" id="{95AA799D-A0D4-459D-A95C-EFD561D2657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158" y="1294950"/>
                </a:moveTo>
                <a:lnTo>
                  <a:pt x="1298248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6" name="9wq3_5_official_PredictedLigand_42">
            <a:extLst>
              <a:ext uri="{FF2B5EF4-FFF2-40B4-BE49-F238E27FC236}">
                <a16:creationId xmlns:a16="http://schemas.microsoft.com/office/drawing/2014/main" id="{2182F5D5-D5D9-4D36-9742-A00EBAE06E8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752" y="126111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7" name="9wq3_5_official_PredictedLigand_43">
            <a:extLst>
              <a:ext uri="{FF2B5EF4-FFF2-40B4-BE49-F238E27FC236}">
                <a16:creationId xmlns:a16="http://schemas.microsoft.com/office/drawing/2014/main" id="{70759280-71BA-46D5-936F-4642482A1079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8550" y="652191"/>
                </a:moveTo>
                <a:lnTo>
                  <a:pt x="1375575" y="599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8" name="9wq3_5_official_PredictedLigand_44">
            <a:extLst>
              <a:ext uri="{FF2B5EF4-FFF2-40B4-BE49-F238E27FC236}">
                <a16:creationId xmlns:a16="http://schemas.microsoft.com/office/drawing/2014/main" id="{BCCE58C2-6463-4244-B0FC-D92422B9C9F3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999" name="9wq3_5_official_PredictedLigand_45">
            <a:extLst>
              <a:ext uri="{FF2B5EF4-FFF2-40B4-BE49-F238E27FC236}">
                <a16:creationId xmlns:a16="http://schemas.microsoft.com/office/drawing/2014/main" id="{5CD87199-2B56-4330-8DAB-A9E0034DC52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3821" y="531387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00" name="9wq3_5_official_PredictedLigand_46">
            <a:extLst>
              <a:ext uri="{FF2B5EF4-FFF2-40B4-BE49-F238E27FC236}">
                <a16:creationId xmlns:a16="http://schemas.microsoft.com/office/drawing/2014/main" id="{C3A418F5-E504-4167-98E4-088344C11112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679" y="838493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01" name="9wq3_5_official_PredictedLigand_47">
            <a:extLst>
              <a:ext uri="{FF2B5EF4-FFF2-40B4-BE49-F238E27FC236}">
                <a16:creationId xmlns:a16="http://schemas.microsoft.com/office/drawing/2014/main" id="{171FBD1F-BD65-4B09-9C74-7BF1FC706C0B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0673" y="713410"/>
                </a:moveTo>
                <a:lnTo>
                  <a:pt x="1200686" y="7688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02" name="9wq3_5_official_PredictedLigand_48">
            <a:extLst>
              <a:ext uri="{FF2B5EF4-FFF2-40B4-BE49-F238E27FC236}">
                <a16:creationId xmlns:a16="http://schemas.microsoft.com/office/drawing/2014/main" id="{3AC4A81E-9BF8-43B6-9E6F-AD1AE2F4FC7A}"/>
              </a:ext>
            </a:extLst>
          </p:cNvPr>
          <p:cNvSpPr>
            <a:spLocks noGrp="1"/>
          </p:cNvSpPr>
          <p:nvPr/>
        </p:nvSpPr>
        <p:spPr>
          <a:xfrm>
            <a:off x="2286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0686" y="768871"/>
                </a:moveTo>
                <a:lnTo>
                  <a:pt x="1050679" y="8384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2003" name="9wq3_5_official_PredictedAtoms_0">
            <a:extLst>
              <a:ext uri="{FF2B5EF4-FFF2-40B4-BE49-F238E27FC236}">
                <a16:creationId xmlns:a16="http://schemas.microsoft.com/office/drawing/2014/main" id="{81EBE3FC-5906-4057-AC9A-92189EE1C5DF}"/>
              </a:ext>
            </a:extLst>
          </p:cNvPr>
          <p:cNvSpPr>
            <a:spLocks noGrp="1"/>
          </p:cNvSpPr>
          <p:nvPr/>
        </p:nvSpPr>
        <p:spPr>
          <a:xfrm>
            <a:off x="1866229" y="102592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4" name="9wq3_5_official_PredictedAtoms_1">
            <a:extLst>
              <a:ext uri="{FF2B5EF4-FFF2-40B4-BE49-F238E27FC236}">
                <a16:creationId xmlns:a16="http://schemas.microsoft.com/office/drawing/2014/main" id="{E86AB033-C097-49E6-9894-180DB899A79E}"/>
              </a:ext>
            </a:extLst>
          </p:cNvPr>
          <p:cNvSpPr>
            <a:spLocks noGrp="1"/>
          </p:cNvSpPr>
          <p:nvPr/>
        </p:nvSpPr>
        <p:spPr>
          <a:xfrm>
            <a:off x="1760957" y="103800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5" name="9wq3_5_official_PredictedAtoms_2">
            <a:extLst>
              <a:ext uri="{FF2B5EF4-FFF2-40B4-BE49-F238E27FC236}">
                <a16:creationId xmlns:a16="http://schemas.microsoft.com/office/drawing/2014/main" id="{816841F4-2D3D-4D51-A11C-D8FB236AF548}"/>
              </a:ext>
            </a:extLst>
          </p:cNvPr>
          <p:cNvSpPr>
            <a:spLocks noGrp="1"/>
          </p:cNvSpPr>
          <p:nvPr/>
        </p:nvSpPr>
        <p:spPr>
          <a:xfrm>
            <a:off x="1587983" y="103277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6" name="9wq3_5_official_PredictedAtoms_3">
            <a:extLst>
              <a:ext uri="{FF2B5EF4-FFF2-40B4-BE49-F238E27FC236}">
                <a16:creationId xmlns:a16="http://schemas.microsoft.com/office/drawing/2014/main" id="{A96508BA-5230-4AC4-996E-C92ED5F914A3}"/>
              </a:ext>
            </a:extLst>
          </p:cNvPr>
          <p:cNvSpPr>
            <a:spLocks noGrp="1"/>
          </p:cNvSpPr>
          <p:nvPr/>
        </p:nvSpPr>
        <p:spPr>
          <a:xfrm>
            <a:off x="1453080" y="104412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7" name="9wq3_5_official_PredictedAtoms_4">
            <a:extLst>
              <a:ext uri="{FF2B5EF4-FFF2-40B4-BE49-F238E27FC236}">
                <a16:creationId xmlns:a16="http://schemas.microsoft.com/office/drawing/2014/main" id="{8B5F7FE2-46B8-41AF-BB41-5F6F7B44C4AA}"/>
              </a:ext>
            </a:extLst>
          </p:cNvPr>
          <p:cNvSpPr>
            <a:spLocks noGrp="1"/>
          </p:cNvSpPr>
          <p:nvPr/>
        </p:nvSpPr>
        <p:spPr>
          <a:xfrm>
            <a:off x="1413093" y="10496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8" name="9wq3_5_official_PredictedAtoms_5">
            <a:extLst>
              <a:ext uri="{FF2B5EF4-FFF2-40B4-BE49-F238E27FC236}">
                <a16:creationId xmlns:a16="http://schemas.microsoft.com/office/drawing/2014/main" id="{04B700EC-8917-47DE-A47D-1F0BEED51E12}"/>
              </a:ext>
            </a:extLst>
          </p:cNvPr>
          <p:cNvSpPr>
            <a:spLocks noGrp="1"/>
          </p:cNvSpPr>
          <p:nvPr/>
        </p:nvSpPr>
        <p:spPr>
          <a:xfrm>
            <a:off x="1263087" y="105663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09" name="9wq3_5_official_PredictedAtoms_6">
            <a:extLst>
              <a:ext uri="{FF2B5EF4-FFF2-40B4-BE49-F238E27FC236}">
                <a16:creationId xmlns:a16="http://schemas.microsoft.com/office/drawing/2014/main" id="{160644A1-8D6D-4111-A8E2-B552E46CA7B4}"/>
              </a:ext>
            </a:extLst>
          </p:cNvPr>
          <p:cNvSpPr>
            <a:spLocks noGrp="1"/>
          </p:cNvSpPr>
          <p:nvPr/>
        </p:nvSpPr>
        <p:spPr>
          <a:xfrm>
            <a:off x="1207486" y="105657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0" name="9wq3_5_official_PredictedAtoms_7">
            <a:extLst>
              <a:ext uri="{FF2B5EF4-FFF2-40B4-BE49-F238E27FC236}">
                <a16:creationId xmlns:a16="http://schemas.microsoft.com/office/drawing/2014/main" id="{D5893194-5D28-483B-99AD-AF2BDA7C2C61}"/>
              </a:ext>
            </a:extLst>
          </p:cNvPr>
          <p:cNvSpPr>
            <a:spLocks noGrp="1"/>
          </p:cNvSpPr>
          <p:nvPr/>
        </p:nvSpPr>
        <p:spPr>
          <a:xfrm>
            <a:off x="1063186" y="106144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1" name="9wq3_5_official_PredictedAtoms_8">
            <a:extLst>
              <a:ext uri="{FF2B5EF4-FFF2-40B4-BE49-F238E27FC236}">
                <a16:creationId xmlns:a16="http://schemas.microsoft.com/office/drawing/2014/main" id="{DE150560-4DB1-472C-873E-E5353F744826}"/>
              </a:ext>
            </a:extLst>
          </p:cNvPr>
          <p:cNvSpPr>
            <a:spLocks noGrp="1"/>
          </p:cNvSpPr>
          <p:nvPr/>
        </p:nvSpPr>
        <p:spPr>
          <a:xfrm>
            <a:off x="927950" y="106595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2" name="9wq3_5_official_PredictedAtoms_9">
            <a:extLst>
              <a:ext uri="{FF2B5EF4-FFF2-40B4-BE49-F238E27FC236}">
                <a16:creationId xmlns:a16="http://schemas.microsoft.com/office/drawing/2014/main" id="{38C3F548-202E-4CF5-A349-527C4C4C9C4B}"/>
              </a:ext>
            </a:extLst>
          </p:cNvPr>
          <p:cNvSpPr>
            <a:spLocks noGrp="1"/>
          </p:cNvSpPr>
          <p:nvPr/>
        </p:nvSpPr>
        <p:spPr>
          <a:xfrm>
            <a:off x="1058354" y="106133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3" name="9wq3_5_official_PredictedAtoms_10">
            <a:extLst>
              <a:ext uri="{FF2B5EF4-FFF2-40B4-BE49-F238E27FC236}">
                <a16:creationId xmlns:a16="http://schemas.microsoft.com/office/drawing/2014/main" id="{35C0696A-745B-4E37-AD14-027CB38FE8F9}"/>
              </a:ext>
            </a:extLst>
          </p:cNvPr>
          <p:cNvSpPr>
            <a:spLocks noGrp="1"/>
          </p:cNvSpPr>
          <p:nvPr/>
        </p:nvSpPr>
        <p:spPr>
          <a:xfrm>
            <a:off x="1188211" y="105591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4" name="9wq3_5_official_PredictedAtoms_11">
            <a:extLst>
              <a:ext uri="{FF2B5EF4-FFF2-40B4-BE49-F238E27FC236}">
                <a16:creationId xmlns:a16="http://schemas.microsoft.com/office/drawing/2014/main" id="{EB06F909-97B3-4691-AABA-48C438ECD823}"/>
              </a:ext>
            </a:extLst>
          </p:cNvPr>
          <p:cNvSpPr>
            <a:spLocks noGrp="1"/>
          </p:cNvSpPr>
          <p:nvPr/>
        </p:nvSpPr>
        <p:spPr>
          <a:xfrm>
            <a:off x="1324221" y="104995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5" name="9wq3_5_official_PredictedAtoms_12">
            <a:extLst>
              <a:ext uri="{FF2B5EF4-FFF2-40B4-BE49-F238E27FC236}">
                <a16:creationId xmlns:a16="http://schemas.microsoft.com/office/drawing/2014/main" id="{1AA5F83C-64C4-4A6C-A9F5-534D37814965}"/>
              </a:ext>
            </a:extLst>
          </p:cNvPr>
          <p:cNvSpPr>
            <a:spLocks noGrp="1"/>
          </p:cNvSpPr>
          <p:nvPr/>
        </p:nvSpPr>
        <p:spPr>
          <a:xfrm>
            <a:off x="1333753" y="104989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6" name="9wq3_5_official_PredictedAtoms_13">
            <a:extLst>
              <a:ext uri="{FF2B5EF4-FFF2-40B4-BE49-F238E27FC236}">
                <a16:creationId xmlns:a16="http://schemas.microsoft.com/office/drawing/2014/main" id="{DCE63AEE-A1B2-4C2F-8C71-5E1DA3AA7F0E}"/>
              </a:ext>
            </a:extLst>
          </p:cNvPr>
          <p:cNvSpPr>
            <a:spLocks noGrp="1"/>
          </p:cNvSpPr>
          <p:nvPr/>
        </p:nvSpPr>
        <p:spPr>
          <a:xfrm>
            <a:off x="1587981" y="102665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7" name="9wq3_5_official_PredictedAtoms_14">
            <a:extLst>
              <a:ext uri="{FF2B5EF4-FFF2-40B4-BE49-F238E27FC236}">
                <a16:creationId xmlns:a16="http://schemas.microsoft.com/office/drawing/2014/main" id="{8C396464-6BFD-4FE1-BFA2-96B44B1CC08E}"/>
              </a:ext>
            </a:extLst>
          </p:cNvPr>
          <p:cNvSpPr>
            <a:spLocks noGrp="1"/>
          </p:cNvSpPr>
          <p:nvPr/>
        </p:nvSpPr>
        <p:spPr>
          <a:xfrm>
            <a:off x="1740614" y="102823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8" name="9wq3_5_official_PredictedAtoms_15">
            <a:extLst>
              <a:ext uri="{FF2B5EF4-FFF2-40B4-BE49-F238E27FC236}">
                <a16:creationId xmlns:a16="http://schemas.microsoft.com/office/drawing/2014/main" id="{DBB60F49-C2CC-4B42-A3D8-DE9C3C27FF92}"/>
              </a:ext>
            </a:extLst>
          </p:cNvPr>
          <p:cNvSpPr>
            <a:spLocks noGrp="1"/>
          </p:cNvSpPr>
          <p:nvPr/>
        </p:nvSpPr>
        <p:spPr>
          <a:xfrm>
            <a:off x="1742927" y="103290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19" name="9wq3_5_official_PredictedAtoms_16">
            <a:extLst>
              <a:ext uri="{FF2B5EF4-FFF2-40B4-BE49-F238E27FC236}">
                <a16:creationId xmlns:a16="http://schemas.microsoft.com/office/drawing/2014/main" id="{664062A8-6832-45A3-92FC-651329C4E292}"/>
              </a:ext>
            </a:extLst>
          </p:cNvPr>
          <p:cNvSpPr>
            <a:spLocks noGrp="1"/>
          </p:cNvSpPr>
          <p:nvPr/>
        </p:nvSpPr>
        <p:spPr>
          <a:xfrm>
            <a:off x="1775452" y="1047824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0" name="9wq3_5_official_PredictedAtoms_17">
            <a:extLst>
              <a:ext uri="{FF2B5EF4-FFF2-40B4-BE49-F238E27FC236}">
                <a16:creationId xmlns:a16="http://schemas.microsoft.com/office/drawing/2014/main" id="{1E1972F7-1A62-479B-B0E6-07CB6DDF11E2}"/>
              </a:ext>
            </a:extLst>
          </p:cNvPr>
          <p:cNvSpPr>
            <a:spLocks noGrp="1"/>
          </p:cNvSpPr>
          <p:nvPr/>
        </p:nvSpPr>
        <p:spPr>
          <a:xfrm>
            <a:off x="1695177" y="105916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1" name="9wq3_5_official_PredictedAtoms_18">
            <a:extLst>
              <a:ext uri="{FF2B5EF4-FFF2-40B4-BE49-F238E27FC236}">
                <a16:creationId xmlns:a16="http://schemas.microsoft.com/office/drawing/2014/main" id="{56778473-63EB-4F22-A7CA-066DC476B95D}"/>
              </a:ext>
            </a:extLst>
          </p:cNvPr>
          <p:cNvSpPr>
            <a:spLocks noGrp="1"/>
          </p:cNvSpPr>
          <p:nvPr/>
        </p:nvSpPr>
        <p:spPr>
          <a:xfrm>
            <a:off x="1777866" y="105758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2" name="9wq3_5_official_PredictedAtoms_19">
            <a:extLst>
              <a:ext uri="{FF2B5EF4-FFF2-40B4-BE49-F238E27FC236}">
                <a16:creationId xmlns:a16="http://schemas.microsoft.com/office/drawing/2014/main" id="{A1FFE90C-079E-4569-B7B4-2141C2138E6B}"/>
              </a:ext>
            </a:extLst>
          </p:cNvPr>
          <p:cNvSpPr>
            <a:spLocks noGrp="1"/>
          </p:cNvSpPr>
          <p:nvPr/>
        </p:nvSpPr>
        <p:spPr>
          <a:xfrm>
            <a:off x="1515507" y="1054790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3" name="9wq3_5_official_PredictedAtoms_20">
            <a:extLst>
              <a:ext uri="{FF2B5EF4-FFF2-40B4-BE49-F238E27FC236}">
                <a16:creationId xmlns:a16="http://schemas.microsoft.com/office/drawing/2014/main" id="{C2C82ABB-3760-465B-BA2C-8DB20E5767C2}"/>
              </a:ext>
            </a:extLst>
          </p:cNvPr>
          <p:cNvSpPr>
            <a:spLocks noGrp="1"/>
          </p:cNvSpPr>
          <p:nvPr/>
        </p:nvSpPr>
        <p:spPr>
          <a:xfrm>
            <a:off x="1700683" y="107742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4" name="9wq3_5_official_PredictedAtoms_21">
            <a:extLst>
              <a:ext uri="{FF2B5EF4-FFF2-40B4-BE49-F238E27FC236}">
                <a16:creationId xmlns:a16="http://schemas.microsoft.com/office/drawing/2014/main" id="{2C3C85DD-325B-4473-8D96-F2DB9D7C90FD}"/>
              </a:ext>
            </a:extLst>
          </p:cNvPr>
          <p:cNvSpPr>
            <a:spLocks noGrp="1"/>
          </p:cNvSpPr>
          <p:nvPr/>
        </p:nvSpPr>
        <p:spPr>
          <a:xfrm>
            <a:off x="1843488" y="108232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5" name="9wq3_5_official_PredictedAtoms_22">
            <a:extLst>
              <a:ext uri="{FF2B5EF4-FFF2-40B4-BE49-F238E27FC236}">
                <a16:creationId xmlns:a16="http://schemas.microsoft.com/office/drawing/2014/main" id="{32F36755-CAE5-4340-BB06-5052BCFE7E77}"/>
              </a:ext>
            </a:extLst>
          </p:cNvPr>
          <p:cNvSpPr>
            <a:spLocks noGrp="1"/>
          </p:cNvSpPr>
          <p:nvPr/>
        </p:nvSpPr>
        <p:spPr>
          <a:xfrm>
            <a:off x="1869743" y="10967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6" name="9wq3_5_official_PredictedAtoms_23">
            <a:extLst>
              <a:ext uri="{FF2B5EF4-FFF2-40B4-BE49-F238E27FC236}">
                <a16:creationId xmlns:a16="http://schemas.microsoft.com/office/drawing/2014/main" id="{6A736AE7-F884-46C5-A19D-2FB82A53A90C}"/>
              </a:ext>
            </a:extLst>
          </p:cNvPr>
          <p:cNvSpPr>
            <a:spLocks noGrp="1"/>
          </p:cNvSpPr>
          <p:nvPr/>
        </p:nvSpPr>
        <p:spPr>
          <a:xfrm>
            <a:off x="1797922" y="109723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7" name="9wq3_5_official_PredictedAtoms_24">
            <a:extLst>
              <a:ext uri="{FF2B5EF4-FFF2-40B4-BE49-F238E27FC236}">
                <a16:creationId xmlns:a16="http://schemas.microsoft.com/office/drawing/2014/main" id="{B9F1B2A2-9C13-4ECE-9677-9A52D1978D86}"/>
              </a:ext>
            </a:extLst>
          </p:cNvPr>
          <p:cNvSpPr>
            <a:spLocks noGrp="1"/>
          </p:cNvSpPr>
          <p:nvPr/>
        </p:nvSpPr>
        <p:spPr>
          <a:xfrm>
            <a:off x="1870530" y="1095916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8" name="9wq3_5_official_PredictedAtoms_25">
            <a:extLst>
              <a:ext uri="{FF2B5EF4-FFF2-40B4-BE49-F238E27FC236}">
                <a16:creationId xmlns:a16="http://schemas.microsoft.com/office/drawing/2014/main" id="{833AC016-BB86-4DB7-A5AB-4E743E9312D1}"/>
              </a:ext>
            </a:extLst>
          </p:cNvPr>
          <p:cNvSpPr>
            <a:spLocks noGrp="1"/>
          </p:cNvSpPr>
          <p:nvPr/>
        </p:nvSpPr>
        <p:spPr>
          <a:xfrm>
            <a:off x="1760159" y="109889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29" name="9wq3_5_official_PredictedAtoms_26">
            <a:extLst>
              <a:ext uri="{FF2B5EF4-FFF2-40B4-BE49-F238E27FC236}">
                <a16:creationId xmlns:a16="http://schemas.microsoft.com/office/drawing/2014/main" id="{BAD3C82C-0CC8-4B8F-B818-75E6A9529392}"/>
              </a:ext>
            </a:extLst>
          </p:cNvPr>
          <p:cNvSpPr>
            <a:spLocks noGrp="1"/>
          </p:cNvSpPr>
          <p:nvPr/>
        </p:nvSpPr>
        <p:spPr>
          <a:xfrm>
            <a:off x="1613566" y="110228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0" name="9wq3_5_official_PredictedAtoms_31">
            <a:extLst>
              <a:ext uri="{FF2B5EF4-FFF2-40B4-BE49-F238E27FC236}">
                <a16:creationId xmlns:a16="http://schemas.microsoft.com/office/drawing/2014/main" id="{BAD027A2-DCE1-4EA8-9A27-48696D029216}"/>
              </a:ext>
            </a:extLst>
          </p:cNvPr>
          <p:cNvSpPr>
            <a:spLocks noGrp="1"/>
          </p:cNvSpPr>
          <p:nvPr/>
        </p:nvSpPr>
        <p:spPr>
          <a:xfrm>
            <a:off x="1240457" y="110404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1" name="9wq3_5_official_PredictedAtoms_32">
            <a:extLst>
              <a:ext uri="{FF2B5EF4-FFF2-40B4-BE49-F238E27FC236}">
                <a16:creationId xmlns:a16="http://schemas.microsoft.com/office/drawing/2014/main" id="{17639974-17AF-473C-B880-DCE1F4B9FF71}"/>
              </a:ext>
            </a:extLst>
          </p:cNvPr>
          <p:cNvSpPr>
            <a:spLocks noGrp="1"/>
          </p:cNvSpPr>
          <p:nvPr/>
        </p:nvSpPr>
        <p:spPr>
          <a:xfrm>
            <a:off x="1514455" y="110023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2" name="9wq3_5_official_PredictedAtoms_33">
            <a:extLst>
              <a:ext uri="{FF2B5EF4-FFF2-40B4-BE49-F238E27FC236}">
                <a16:creationId xmlns:a16="http://schemas.microsoft.com/office/drawing/2014/main" id="{10B9CCB0-3ADC-42C0-B56B-D1736988C529}"/>
              </a:ext>
            </a:extLst>
          </p:cNvPr>
          <p:cNvSpPr>
            <a:spLocks noGrp="1"/>
          </p:cNvSpPr>
          <p:nvPr/>
        </p:nvSpPr>
        <p:spPr>
          <a:xfrm>
            <a:off x="1637418" y="109975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3" name="9wq3_5_official_PredictedAtoms_34">
            <a:extLst>
              <a:ext uri="{FF2B5EF4-FFF2-40B4-BE49-F238E27FC236}">
                <a16:creationId xmlns:a16="http://schemas.microsoft.com/office/drawing/2014/main" id="{46A99F6D-7505-4BC3-8FBC-300581BE2B1D}"/>
              </a:ext>
            </a:extLst>
          </p:cNvPr>
          <p:cNvSpPr>
            <a:spLocks noGrp="1"/>
          </p:cNvSpPr>
          <p:nvPr/>
        </p:nvSpPr>
        <p:spPr>
          <a:xfrm>
            <a:off x="2040103" y="109920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4" name="9wq3_5_official_PredictedAtoms_35">
            <a:extLst>
              <a:ext uri="{FF2B5EF4-FFF2-40B4-BE49-F238E27FC236}">
                <a16:creationId xmlns:a16="http://schemas.microsoft.com/office/drawing/2014/main" id="{E80A3B24-B939-4E4D-BED2-7708DE970B8F}"/>
              </a:ext>
            </a:extLst>
          </p:cNvPr>
          <p:cNvSpPr>
            <a:spLocks noGrp="1"/>
          </p:cNvSpPr>
          <p:nvPr/>
        </p:nvSpPr>
        <p:spPr>
          <a:xfrm>
            <a:off x="2126509" y="108823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5" name="9wq3_5_official_PredictedAtoms_36">
            <a:extLst>
              <a:ext uri="{FF2B5EF4-FFF2-40B4-BE49-F238E27FC236}">
                <a16:creationId xmlns:a16="http://schemas.microsoft.com/office/drawing/2014/main" id="{6483853E-765E-4D96-8A0E-30B0459753A6}"/>
              </a:ext>
            </a:extLst>
          </p:cNvPr>
          <p:cNvSpPr>
            <a:spLocks noGrp="1"/>
          </p:cNvSpPr>
          <p:nvPr/>
        </p:nvSpPr>
        <p:spPr>
          <a:xfrm>
            <a:off x="2225097" y="107703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6" name="9wq3_5_official_PredictedAtoms_37">
            <a:extLst>
              <a:ext uri="{FF2B5EF4-FFF2-40B4-BE49-F238E27FC236}">
                <a16:creationId xmlns:a16="http://schemas.microsoft.com/office/drawing/2014/main" id="{554410ED-54F0-475A-885A-9B3591E35198}"/>
              </a:ext>
            </a:extLst>
          </p:cNvPr>
          <p:cNvSpPr>
            <a:spLocks noGrp="1"/>
          </p:cNvSpPr>
          <p:nvPr/>
        </p:nvSpPr>
        <p:spPr>
          <a:xfrm>
            <a:off x="2145153" y="107264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7" name="9wq3_5_official_PredictedAtoms_38">
            <a:extLst>
              <a:ext uri="{FF2B5EF4-FFF2-40B4-BE49-F238E27FC236}">
                <a16:creationId xmlns:a16="http://schemas.microsoft.com/office/drawing/2014/main" id="{C0F0BF21-DE17-45CC-9DA0-FE3A541BD1EF}"/>
              </a:ext>
            </a:extLst>
          </p:cNvPr>
          <p:cNvSpPr>
            <a:spLocks noGrp="1"/>
          </p:cNvSpPr>
          <p:nvPr/>
        </p:nvSpPr>
        <p:spPr>
          <a:xfrm>
            <a:off x="2136644" y="105511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8" name="9wq3_5_official_PredictedAtoms_39">
            <a:extLst>
              <a:ext uri="{FF2B5EF4-FFF2-40B4-BE49-F238E27FC236}">
                <a16:creationId xmlns:a16="http://schemas.microsoft.com/office/drawing/2014/main" id="{0CC2D4BE-1095-4EBE-BBDD-EA65B027CAD8}"/>
              </a:ext>
            </a:extLst>
          </p:cNvPr>
          <p:cNvSpPr>
            <a:spLocks noGrp="1"/>
          </p:cNvSpPr>
          <p:nvPr/>
        </p:nvSpPr>
        <p:spPr>
          <a:xfrm>
            <a:off x="2111430" y="105657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39" name="9wq3_5_official_PredictedAtoms_40">
            <a:extLst>
              <a:ext uri="{FF2B5EF4-FFF2-40B4-BE49-F238E27FC236}">
                <a16:creationId xmlns:a16="http://schemas.microsoft.com/office/drawing/2014/main" id="{11857754-04DD-4A8D-A491-C747D798AF29}"/>
              </a:ext>
            </a:extLst>
          </p:cNvPr>
          <p:cNvSpPr>
            <a:spLocks noGrp="1"/>
          </p:cNvSpPr>
          <p:nvPr/>
        </p:nvSpPr>
        <p:spPr>
          <a:xfrm>
            <a:off x="2298650" y="104690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0" name="9wq3_5_official_PredictedAtoms_41">
            <a:extLst>
              <a:ext uri="{FF2B5EF4-FFF2-40B4-BE49-F238E27FC236}">
                <a16:creationId xmlns:a16="http://schemas.microsoft.com/office/drawing/2014/main" id="{BF3DE4E3-1B04-4D7D-91F2-A0095CB0F03E}"/>
              </a:ext>
            </a:extLst>
          </p:cNvPr>
          <p:cNvSpPr>
            <a:spLocks noGrp="1"/>
          </p:cNvSpPr>
          <p:nvPr/>
        </p:nvSpPr>
        <p:spPr>
          <a:xfrm>
            <a:off x="1992635" y="104350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1" name="9wq3_5_official_PredictedAtoms_42">
            <a:extLst>
              <a:ext uri="{FF2B5EF4-FFF2-40B4-BE49-F238E27FC236}">
                <a16:creationId xmlns:a16="http://schemas.microsoft.com/office/drawing/2014/main" id="{19BEC9FF-1D18-44F3-8DAC-6BDBCDACE961}"/>
              </a:ext>
            </a:extLst>
          </p:cNvPr>
          <p:cNvSpPr>
            <a:spLocks noGrp="1"/>
          </p:cNvSpPr>
          <p:nvPr/>
        </p:nvSpPr>
        <p:spPr>
          <a:xfrm>
            <a:off x="1832924" y="104049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2" name="9wq3_5_official_PredictedAtoms_43">
            <a:extLst>
              <a:ext uri="{FF2B5EF4-FFF2-40B4-BE49-F238E27FC236}">
                <a16:creationId xmlns:a16="http://schemas.microsoft.com/office/drawing/2014/main" id="{3F630BDA-1BFF-4C12-938D-130B93CB47FB}"/>
              </a:ext>
            </a:extLst>
          </p:cNvPr>
          <p:cNvSpPr>
            <a:spLocks noGrp="1"/>
          </p:cNvSpPr>
          <p:nvPr/>
        </p:nvSpPr>
        <p:spPr>
          <a:xfrm>
            <a:off x="2002461" y="107936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3" name="9wq3_5_official_PredictedAtoms_44">
            <a:extLst>
              <a:ext uri="{FF2B5EF4-FFF2-40B4-BE49-F238E27FC236}">
                <a16:creationId xmlns:a16="http://schemas.microsoft.com/office/drawing/2014/main" id="{B73725AA-BFBC-435E-A8A7-D1BDF9AE389E}"/>
              </a:ext>
            </a:extLst>
          </p:cNvPr>
          <p:cNvSpPr>
            <a:spLocks noGrp="1"/>
          </p:cNvSpPr>
          <p:nvPr/>
        </p:nvSpPr>
        <p:spPr>
          <a:xfrm>
            <a:off x="2010278" y="108336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2044" name="stage3-cases-main_52">
            <a:extLst>
              <a:ext uri="{FF2B5EF4-FFF2-40B4-BE49-F238E27FC236}">
                <a16:creationId xmlns:a16="http://schemas.microsoft.com/office/drawing/2014/main" id="{B1F4880E-6520-4302-B67C-621397D8EB48}"/>
              </a:ext>
            </a:extLst>
          </p:cNvPr>
          <p:cNvSpPr>
            <a:spLocks noGrp="1"/>
          </p:cNvSpPr>
          <p:nvPr/>
        </p:nvSpPr>
        <p:spPr>
          <a:xfrm>
            <a:off x="228600" y="110871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6.29 Å   D 58%   Clash 0</a:t>
            </a:r>
          </a:p>
        </p:txBody>
      </p:sp>
      <p:sp>
        <p:nvSpPr>
          <p:cNvPr id="2045" name="9wq3_5_tuned_Receptor">
            <a:extLst>
              <a:ext uri="{FF2B5EF4-FFF2-40B4-BE49-F238E27FC236}">
                <a16:creationId xmlns:a16="http://schemas.microsoft.com/office/drawing/2014/main" id="{26E60827-C150-42FC-86C6-0B4B8E2EBCC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046" name="9wq3_5_tuned_ExperimentalDensity">
            <a:extLst>
              <a:ext uri="{FF2B5EF4-FFF2-40B4-BE49-F238E27FC236}">
                <a16:creationId xmlns:a16="http://schemas.microsoft.com/office/drawing/2014/main" id="{AE94E8BC-0C99-42E2-A241-55077856F0F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047" name="9wq3_5_tuned_ReferenceLigand_0">
            <a:extLst>
              <a:ext uri="{FF2B5EF4-FFF2-40B4-BE49-F238E27FC236}">
                <a16:creationId xmlns:a16="http://schemas.microsoft.com/office/drawing/2014/main" id="{BC41A1BE-56F1-44C4-9D35-49929B542F9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8" name="9wq3_5_tuned_ReferenceLigand_1">
            <a:extLst>
              <a:ext uri="{FF2B5EF4-FFF2-40B4-BE49-F238E27FC236}">
                <a16:creationId xmlns:a16="http://schemas.microsoft.com/office/drawing/2014/main" id="{987BAE4D-8B7E-4DA6-9DED-7A497EF2936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9" name="9wq3_5_tuned_ReferenceLigand_2">
            <a:extLst>
              <a:ext uri="{FF2B5EF4-FFF2-40B4-BE49-F238E27FC236}">
                <a16:creationId xmlns:a16="http://schemas.microsoft.com/office/drawing/2014/main" id="{4F5F3D89-D3CD-4DA5-B92F-E285899A6A1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0" name="9wq3_5_tuned_ReferenceLigand_3">
            <a:extLst>
              <a:ext uri="{FF2B5EF4-FFF2-40B4-BE49-F238E27FC236}">
                <a16:creationId xmlns:a16="http://schemas.microsoft.com/office/drawing/2014/main" id="{6935B149-A933-42C9-AB86-50E2678B755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1" name="9wq3_5_tuned_ReferenceLigand_4">
            <a:extLst>
              <a:ext uri="{FF2B5EF4-FFF2-40B4-BE49-F238E27FC236}">
                <a16:creationId xmlns:a16="http://schemas.microsoft.com/office/drawing/2014/main" id="{0B81A99F-595B-4046-82E2-1CB55356B14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2" name="9wq3_5_tuned_ReferenceLigand_5">
            <a:extLst>
              <a:ext uri="{FF2B5EF4-FFF2-40B4-BE49-F238E27FC236}">
                <a16:creationId xmlns:a16="http://schemas.microsoft.com/office/drawing/2014/main" id="{76C48C4B-1117-4626-970F-36B79F1FFC2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3" name="9wq3_5_tuned_ReferenceLigand_6">
            <a:extLst>
              <a:ext uri="{FF2B5EF4-FFF2-40B4-BE49-F238E27FC236}">
                <a16:creationId xmlns:a16="http://schemas.microsoft.com/office/drawing/2014/main" id="{DCE3F81B-A2F9-443A-A9D5-D33FC70E0AF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4" name="9wq3_5_tuned_ReferenceLigand_7">
            <a:extLst>
              <a:ext uri="{FF2B5EF4-FFF2-40B4-BE49-F238E27FC236}">
                <a16:creationId xmlns:a16="http://schemas.microsoft.com/office/drawing/2014/main" id="{E073728C-C0FA-48DC-BCF6-C176B10414A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5" name="9wq3_5_tuned_ReferenceLigand_8">
            <a:extLst>
              <a:ext uri="{FF2B5EF4-FFF2-40B4-BE49-F238E27FC236}">
                <a16:creationId xmlns:a16="http://schemas.microsoft.com/office/drawing/2014/main" id="{331F4469-D726-4256-8E76-C4932B66B74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6" name="9wq3_5_tuned_ReferenceLigand_9">
            <a:extLst>
              <a:ext uri="{FF2B5EF4-FFF2-40B4-BE49-F238E27FC236}">
                <a16:creationId xmlns:a16="http://schemas.microsoft.com/office/drawing/2014/main" id="{D821A1AE-B01A-4EDC-9D71-4C6A3C80064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7" name="9wq3_5_tuned_ReferenceLigand_10">
            <a:extLst>
              <a:ext uri="{FF2B5EF4-FFF2-40B4-BE49-F238E27FC236}">
                <a16:creationId xmlns:a16="http://schemas.microsoft.com/office/drawing/2014/main" id="{578E7FE0-DD19-4FEF-8A36-2C297512177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8" name="9wq3_5_tuned_ReferenceLigand_11">
            <a:extLst>
              <a:ext uri="{FF2B5EF4-FFF2-40B4-BE49-F238E27FC236}">
                <a16:creationId xmlns:a16="http://schemas.microsoft.com/office/drawing/2014/main" id="{E9300573-782E-420A-AB03-F41F3753BB1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9" name="9wq3_5_tuned_ReferenceLigand_12">
            <a:extLst>
              <a:ext uri="{FF2B5EF4-FFF2-40B4-BE49-F238E27FC236}">
                <a16:creationId xmlns:a16="http://schemas.microsoft.com/office/drawing/2014/main" id="{F2B7E9C6-7252-42F2-B82E-1624D0DE881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0" name="9wq3_5_tuned_ReferenceLigand_13">
            <a:extLst>
              <a:ext uri="{FF2B5EF4-FFF2-40B4-BE49-F238E27FC236}">
                <a16:creationId xmlns:a16="http://schemas.microsoft.com/office/drawing/2014/main" id="{AC3461A1-DB09-4A33-9B9D-6C62AF8F31B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1" name="9wq3_5_tuned_ReferenceLigand_14">
            <a:extLst>
              <a:ext uri="{FF2B5EF4-FFF2-40B4-BE49-F238E27FC236}">
                <a16:creationId xmlns:a16="http://schemas.microsoft.com/office/drawing/2014/main" id="{42B2DA70-542A-4024-BAE6-B8C24041C3D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2" name="9wq3_5_tuned_ReferenceLigand_15">
            <a:extLst>
              <a:ext uri="{FF2B5EF4-FFF2-40B4-BE49-F238E27FC236}">
                <a16:creationId xmlns:a16="http://schemas.microsoft.com/office/drawing/2014/main" id="{15D2A012-AD7D-45E0-8F39-2B9EDE1508E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3" name="9wq3_5_tuned_ReferenceLigand_16">
            <a:extLst>
              <a:ext uri="{FF2B5EF4-FFF2-40B4-BE49-F238E27FC236}">
                <a16:creationId xmlns:a16="http://schemas.microsoft.com/office/drawing/2014/main" id="{D09BC31D-41BE-4717-A2E6-887F42183EF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4" name="9wq3_5_tuned_ReferenceLigand_17">
            <a:extLst>
              <a:ext uri="{FF2B5EF4-FFF2-40B4-BE49-F238E27FC236}">
                <a16:creationId xmlns:a16="http://schemas.microsoft.com/office/drawing/2014/main" id="{A3DA6B5D-C180-40F4-985E-5F132F62FBF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5" name="9wq3_5_tuned_ReferenceLigand_18">
            <a:extLst>
              <a:ext uri="{FF2B5EF4-FFF2-40B4-BE49-F238E27FC236}">
                <a16:creationId xmlns:a16="http://schemas.microsoft.com/office/drawing/2014/main" id="{6D73E1C1-4C99-48F8-AA34-A2A1D0AA7F3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6" name="9wq3_5_tuned_ReferenceLigand_19">
            <a:extLst>
              <a:ext uri="{FF2B5EF4-FFF2-40B4-BE49-F238E27FC236}">
                <a16:creationId xmlns:a16="http://schemas.microsoft.com/office/drawing/2014/main" id="{3AAC181E-5D80-4360-878E-FF59FAADE18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7" name="9wq3_5_tuned_ReferenceLigand_20">
            <a:extLst>
              <a:ext uri="{FF2B5EF4-FFF2-40B4-BE49-F238E27FC236}">
                <a16:creationId xmlns:a16="http://schemas.microsoft.com/office/drawing/2014/main" id="{8F9DFFA3-11F3-4BE1-8067-AAE38B0594E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8" name="9wq3_5_tuned_ReferenceLigand_21">
            <a:extLst>
              <a:ext uri="{FF2B5EF4-FFF2-40B4-BE49-F238E27FC236}">
                <a16:creationId xmlns:a16="http://schemas.microsoft.com/office/drawing/2014/main" id="{C90FD176-A3C3-48AF-8DC4-54A3BDC7BE9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9" name="9wq3_5_tuned_ReferenceLigand_22">
            <a:extLst>
              <a:ext uri="{FF2B5EF4-FFF2-40B4-BE49-F238E27FC236}">
                <a16:creationId xmlns:a16="http://schemas.microsoft.com/office/drawing/2014/main" id="{87EFC7B0-4CC7-49E3-8168-5082FBCCE48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0" name="9wq3_5_tuned_ReferenceLigand_23">
            <a:extLst>
              <a:ext uri="{FF2B5EF4-FFF2-40B4-BE49-F238E27FC236}">
                <a16:creationId xmlns:a16="http://schemas.microsoft.com/office/drawing/2014/main" id="{FB15D614-D7E1-47A7-A5D6-FD2C0B41CC3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1" name="9wq3_5_tuned_ReferenceLigand_24">
            <a:extLst>
              <a:ext uri="{FF2B5EF4-FFF2-40B4-BE49-F238E27FC236}">
                <a16:creationId xmlns:a16="http://schemas.microsoft.com/office/drawing/2014/main" id="{22426D9B-9815-4BE6-8111-FE4523E4DBC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2" name="9wq3_5_tuned_ReferenceLigand_25">
            <a:extLst>
              <a:ext uri="{FF2B5EF4-FFF2-40B4-BE49-F238E27FC236}">
                <a16:creationId xmlns:a16="http://schemas.microsoft.com/office/drawing/2014/main" id="{D961EAC3-6C41-4D04-B305-69C6443F961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3" name="9wq3_5_tuned_ReferenceLigand_26">
            <a:extLst>
              <a:ext uri="{FF2B5EF4-FFF2-40B4-BE49-F238E27FC236}">
                <a16:creationId xmlns:a16="http://schemas.microsoft.com/office/drawing/2014/main" id="{0C2C3BE5-CCA4-4C62-9C92-0853D1050F5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4" name="9wq3_5_tuned_ReferenceLigand_27">
            <a:extLst>
              <a:ext uri="{FF2B5EF4-FFF2-40B4-BE49-F238E27FC236}">
                <a16:creationId xmlns:a16="http://schemas.microsoft.com/office/drawing/2014/main" id="{ED06893D-C0C4-4AFB-BFFC-3D8F2799FFE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5" name="9wq3_5_tuned_ReferenceLigand_28">
            <a:extLst>
              <a:ext uri="{FF2B5EF4-FFF2-40B4-BE49-F238E27FC236}">
                <a16:creationId xmlns:a16="http://schemas.microsoft.com/office/drawing/2014/main" id="{2407D984-DE98-49BE-99C4-DFE8A2FD446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6" name="9wq3_5_tuned_ReferenceLigand_29">
            <a:extLst>
              <a:ext uri="{FF2B5EF4-FFF2-40B4-BE49-F238E27FC236}">
                <a16:creationId xmlns:a16="http://schemas.microsoft.com/office/drawing/2014/main" id="{DF689AE1-777C-471C-8C90-772768F043E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7" name="9wq3_5_tuned_ReferenceLigand_30">
            <a:extLst>
              <a:ext uri="{FF2B5EF4-FFF2-40B4-BE49-F238E27FC236}">
                <a16:creationId xmlns:a16="http://schemas.microsoft.com/office/drawing/2014/main" id="{20484F2A-3BEE-43AA-A5DB-5E19930724E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8" name="9wq3_5_tuned_ReferenceLigand_31">
            <a:extLst>
              <a:ext uri="{FF2B5EF4-FFF2-40B4-BE49-F238E27FC236}">
                <a16:creationId xmlns:a16="http://schemas.microsoft.com/office/drawing/2014/main" id="{970CC99F-483E-4281-BFE8-1F93EFDA179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9" name="9wq3_5_tuned_ReferenceLigand_32">
            <a:extLst>
              <a:ext uri="{FF2B5EF4-FFF2-40B4-BE49-F238E27FC236}">
                <a16:creationId xmlns:a16="http://schemas.microsoft.com/office/drawing/2014/main" id="{79283B67-134C-4476-B107-4AA6DA76F99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0" name="9wq3_5_tuned_ReferenceLigand_33">
            <a:extLst>
              <a:ext uri="{FF2B5EF4-FFF2-40B4-BE49-F238E27FC236}">
                <a16:creationId xmlns:a16="http://schemas.microsoft.com/office/drawing/2014/main" id="{16948D63-0CBC-4665-875D-45CDC16D533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1" name="9wq3_5_tuned_ReferenceLigand_34">
            <a:extLst>
              <a:ext uri="{FF2B5EF4-FFF2-40B4-BE49-F238E27FC236}">
                <a16:creationId xmlns:a16="http://schemas.microsoft.com/office/drawing/2014/main" id="{8DD5417C-7463-42EC-A314-6AC6DD7D358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2" name="9wq3_5_tuned_ReferenceLigand_35">
            <a:extLst>
              <a:ext uri="{FF2B5EF4-FFF2-40B4-BE49-F238E27FC236}">
                <a16:creationId xmlns:a16="http://schemas.microsoft.com/office/drawing/2014/main" id="{FCB5A905-7771-44EA-8F92-01CDB361FA8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3" name="9wq3_5_tuned_ReferenceLigand_36">
            <a:extLst>
              <a:ext uri="{FF2B5EF4-FFF2-40B4-BE49-F238E27FC236}">
                <a16:creationId xmlns:a16="http://schemas.microsoft.com/office/drawing/2014/main" id="{251B61D4-A1F2-4B27-80C3-DFA4F70666F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4" name="9wq3_5_tuned_ReferenceLigand_37">
            <a:extLst>
              <a:ext uri="{FF2B5EF4-FFF2-40B4-BE49-F238E27FC236}">
                <a16:creationId xmlns:a16="http://schemas.microsoft.com/office/drawing/2014/main" id="{69D5ED44-F173-46DE-A84E-FF99D70A829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5" name="9wq3_5_tuned_ReferenceLigand_38">
            <a:extLst>
              <a:ext uri="{FF2B5EF4-FFF2-40B4-BE49-F238E27FC236}">
                <a16:creationId xmlns:a16="http://schemas.microsoft.com/office/drawing/2014/main" id="{8E68608F-0A90-47D3-87CA-DB532747414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6" name="9wq3_5_tuned_ReferenceLigand_39">
            <a:extLst>
              <a:ext uri="{FF2B5EF4-FFF2-40B4-BE49-F238E27FC236}">
                <a16:creationId xmlns:a16="http://schemas.microsoft.com/office/drawing/2014/main" id="{CF711BE3-A16B-42F9-BA2B-D4BC0102BE2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7" name="9wq3_5_tuned_ReferenceLigand_40">
            <a:extLst>
              <a:ext uri="{FF2B5EF4-FFF2-40B4-BE49-F238E27FC236}">
                <a16:creationId xmlns:a16="http://schemas.microsoft.com/office/drawing/2014/main" id="{C0209A5A-B869-47BB-B069-899453176A7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8" name="9wq3_5_tuned_ReferenceLigand_41">
            <a:extLst>
              <a:ext uri="{FF2B5EF4-FFF2-40B4-BE49-F238E27FC236}">
                <a16:creationId xmlns:a16="http://schemas.microsoft.com/office/drawing/2014/main" id="{D8973FBA-126B-43DA-B4A7-A0FCE1CB387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9" name="9wq3_5_tuned_ReferenceLigand_42">
            <a:extLst>
              <a:ext uri="{FF2B5EF4-FFF2-40B4-BE49-F238E27FC236}">
                <a16:creationId xmlns:a16="http://schemas.microsoft.com/office/drawing/2014/main" id="{1AF56DA2-88BF-4324-9F68-5FD1FCDCB6A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0" name="9wq3_5_tuned_ReferenceLigand_43">
            <a:extLst>
              <a:ext uri="{FF2B5EF4-FFF2-40B4-BE49-F238E27FC236}">
                <a16:creationId xmlns:a16="http://schemas.microsoft.com/office/drawing/2014/main" id="{FEE3ACE3-BFAE-4ABF-91A4-C4FAA809BC0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1" name="9wq3_5_tuned_ReferenceLigand_44">
            <a:extLst>
              <a:ext uri="{FF2B5EF4-FFF2-40B4-BE49-F238E27FC236}">
                <a16:creationId xmlns:a16="http://schemas.microsoft.com/office/drawing/2014/main" id="{1F7ABCAF-9E96-4116-9289-F77C8A93C49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2" name="9wq3_5_tuned_ReferenceLigand_45">
            <a:extLst>
              <a:ext uri="{FF2B5EF4-FFF2-40B4-BE49-F238E27FC236}">
                <a16:creationId xmlns:a16="http://schemas.microsoft.com/office/drawing/2014/main" id="{79EFE63F-3504-4C84-B5CD-CB9597BBAB2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3" name="9wq3_5_tuned_ReferenceLigand_46">
            <a:extLst>
              <a:ext uri="{FF2B5EF4-FFF2-40B4-BE49-F238E27FC236}">
                <a16:creationId xmlns:a16="http://schemas.microsoft.com/office/drawing/2014/main" id="{42783EDF-074F-473B-85FA-46A51F1DC74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4" name="9wq3_5_tuned_ReferenceLigand_47">
            <a:extLst>
              <a:ext uri="{FF2B5EF4-FFF2-40B4-BE49-F238E27FC236}">
                <a16:creationId xmlns:a16="http://schemas.microsoft.com/office/drawing/2014/main" id="{C6B3C0E6-77D7-4929-8651-F3C3C951E11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5" name="9wq3_5_tuned_ReferenceLigand_48">
            <a:extLst>
              <a:ext uri="{FF2B5EF4-FFF2-40B4-BE49-F238E27FC236}">
                <a16:creationId xmlns:a16="http://schemas.microsoft.com/office/drawing/2014/main" id="{0ED6B5E2-772F-413D-8EDE-B913C4CEF54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6" name="9wq3_5_tuned_ReferenceLigand_49">
            <a:extLst>
              <a:ext uri="{FF2B5EF4-FFF2-40B4-BE49-F238E27FC236}">
                <a16:creationId xmlns:a16="http://schemas.microsoft.com/office/drawing/2014/main" id="{FD39FF3B-2F99-4DFF-8729-E05CC1A6726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7" name="9wq3_5_tuned_ReferenceLigand_50">
            <a:extLst>
              <a:ext uri="{FF2B5EF4-FFF2-40B4-BE49-F238E27FC236}">
                <a16:creationId xmlns:a16="http://schemas.microsoft.com/office/drawing/2014/main" id="{E925CCE5-BCC4-4CF5-B7B9-9E3252B21E3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8" name="9wq3_5_tuned_PredictedLigand_0">
            <a:extLst>
              <a:ext uri="{FF2B5EF4-FFF2-40B4-BE49-F238E27FC236}">
                <a16:creationId xmlns:a16="http://schemas.microsoft.com/office/drawing/2014/main" id="{0DD069CF-CAFE-4F2F-BDF5-00F2518B1C9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6136" y="699235"/>
                </a:moveTo>
                <a:lnTo>
                  <a:pt x="624670" y="6431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099" name="9wq3_5_tuned_PredictedLigand_1">
            <a:extLst>
              <a:ext uri="{FF2B5EF4-FFF2-40B4-BE49-F238E27FC236}">
                <a16:creationId xmlns:a16="http://schemas.microsoft.com/office/drawing/2014/main" id="{0AD6982C-5AC5-4623-A3E6-957D8B98100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9007" y="6836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0" name="9wq3_5_tuned_PredictedLigand_2">
            <a:extLst>
              <a:ext uri="{FF2B5EF4-FFF2-40B4-BE49-F238E27FC236}">
                <a16:creationId xmlns:a16="http://schemas.microsoft.com/office/drawing/2014/main" id="{CE0A6607-4677-428E-B154-400DDF97B77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0" y="643118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1" name="9wq3_5_tuned_PredictedLigand_3">
            <a:extLst>
              <a:ext uri="{FF2B5EF4-FFF2-40B4-BE49-F238E27FC236}">
                <a16:creationId xmlns:a16="http://schemas.microsoft.com/office/drawing/2014/main" id="{4F2AB593-C60D-4970-9475-1F172FEBCC0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034" y="995183"/>
                </a:moveTo>
                <a:lnTo>
                  <a:pt x="1974448" y="9163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2" name="9wq3_5_tuned_PredictedLigand_4">
            <a:extLst>
              <a:ext uri="{FF2B5EF4-FFF2-40B4-BE49-F238E27FC236}">
                <a16:creationId xmlns:a16="http://schemas.microsoft.com/office/drawing/2014/main" id="{E7957DA4-265B-4F85-8A3B-31F0F598C886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4448" y="916361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3" name="9wq3_5_tuned_PredictedLigand_5">
            <a:extLst>
              <a:ext uri="{FF2B5EF4-FFF2-40B4-BE49-F238E27FC236}">
                <a16:creationId xmlns:a16="http://schemas.microsoft.com/office/drawing/2014/main" id="{87490F3B-9A60-4D36-BCC8-000A709ECA8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418541" y="12011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4" name="9wq3_5_tuned_PredictedLigand_6">
            <a:extLst>
              <a:ext uri="{FF2B5EF4-FFF2-40B4-BE49-F238E27FC236}">
                <a16:creationId xmlns:a16="http://schemas.microsoft.com/office/drawing/2014/main" id="{2D92DF03-1CCA-46F1-B7E9-B121F63BFC3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52578" y="571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5" name="9wq3_5_tuned_PredictedLigand_7">
            <a:extLst>
              <a:ext uri="{FF2B5EF4-FFF2-40B4-BE49-F238E27FC236}">
                <a16:creationId xmlns:a16="http://schemas.microsoft.com/office/drawing/2014/main" id="{8AAE5A2A-633E-4ED8-A88E-07E03745335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478" y="777941"/>
                </a:moveTo>
                <a:lnTo>
                  <a:pt x="776136" y="69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6" name="9wq3_5_tuned_PredictedLigand_8">
            <a:extLst>
              <a:ext uri="{FF2B5EF4-FFF2-40B4-BE49-F238E27FC236}">
                <a16:creationId xmlns:a16="http://schemas.microsoft.com/office/drawing/2014/main" id="{AA1F6F87-FFA8-4660-93E2-408FFBCC8DF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820" y="1113866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7" name="9wq3_5_tuned_PredictedLigand_9">
            <a:extLst>
              <a:ext uri="{FF2B5EF4-FFF2-40B4-BE49-F238E27FC236}">
                <a16:creationId xmlns:a16="http://schemas.microsoft.com/office/drawing/2014/main" id="{AEEAC7E9-F845-4DC2-B036-37EC7415522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8" name="9wq3_5_tuned_PredictedLigand_10">
            <a:extLst>
              <a:ext uri="{FF2B5EF4-FFF2-40B4-BE49-F238E27FC236}">
                <a16:creationId xmlns:a16="http://schemas.microsoft.com/office/drawing/2014/main" id="{DB7141DB-C213-4103-9258-98DFC88ABF0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095" y="819619"/>
                </a:moveTo>
                <a:lnTo>
                  <a:pt x="2205826" y="71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09" name="9wq3_5_tuned_PredictedLigand_11">
            <a:extLst>
              <a:ext uri="{FF2B5EF4-FFF2-40B4-BE49-F238E27FC236}">
                <a16:creationId xmlns:a16="http://schemas.microsoft.com/office/drawing/2014/main" id="{C627487F-902C-4BAA-9861-717DEE60BBFC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6962" y="686100"/>
                </a:moveTo>
                <a:lnTo>
                  <a:pt x="344421" y="6649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0" name="9wq3_5_tuned_PredictedLigand_12">
            <a:extLst>
              <a:ext uri="{FF2B5EF4-FFF2-40B4-BE49-F238E27FC236}">
                <a16:creationId xmlns:a16="http://schemas.microsoft.com/office/drawing/2014/main" id="{83164918-1FE1-4DEF-87E7-2D0DA3E6F34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195276" y="13335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1" name="9wq3_5_tuned_PredictedLigand_13">
            <a:extLst>
              <a:ext uri="{FF2B5EF4-FFF2-40B4-BE49-F238E27FC236}">
                <a16:creationId xmlns:a16="http://schemas.microsoft.com/office/drawing/2014/main" id="{51B30A38-EB64-4276-81CE-D700209B260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928" y="956922"/>
                </a:moveTo>
                <a:lnTo>
                  <a:pt x="925605" y="8552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2" name="9wq3_5_tuned_PredictedLigand_14">
            <a:extLst>
              <a:ext uri="{FF2B5EF4-FFF2-40B4-BE49-F238E27FC236}">
                <a16:creationId xmlns:a16="http://schemas.microsoft.com/office/drawing/2014/main" id="{E358292C-D86B-4BEF-A613-A333B48037EE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3" name="9wq3_5_tuned_PredictedLigand_15">
            <a:extLst>
              <a:ext uri="{FF2B5EF4-FFF2-40B4-BE49-F238E27FC236}">
                <a16:creationId xmlns:a16="http://schemas.microsoft.com/office/drawing/2014/main" id="{6D871EC7-6E3A-4688-9926-F5BD8490FAF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4" name="9wq3_5_tuned_PredictedLigand_16">
            <a:extLst>
              <a:ext uri="{FF2B5EF4-FFF2-40B4-BE49-F238E27FC236}">
                <a16:creationId xmlns:a16="http://schemas.microsoft.com/office/drawing/2014/main" id="{061158ED-AC6D-477A-880C-86CD5942292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004" y="1050372"/>
                </a:moveTo>
                <a:lnTo>
                  <a:pt x="1185500" y="925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5" name="9wq3_5_tuned_PredictedLigand_17">
            <a:extLst>
              <a:ext uri="{FF2B5EF4-FFF2-40B4-BE49-F238E27FC236}">
                <a16:creationId xmlns:a16="http://schemas.microsoft.com/office/drawing/2014/main" id="{3E0669E6-ED7D-49BD-A336-6819CFD9F7CB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2699" y="6398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6" name="9wq3_5_tuned_PredictedLigand_18">
            <a:extLst>
              <a:ext uri="{FF2B5EF4-FFF2-40B4-BE49-F238E27FC236}">
                <a16:creationId xmlns:a16="http://schemas.microsoft.com/office/drawing/2014/main" id="{B1E7DECC-B0A3-43CF-8CE0-9984A9D96B8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6257" y="940921"/>
                </a:moveTo>
                <a:lnTo>
                  <a:pt x="1851034" y="9951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7" name="9wq3_5_tuned_PredictedLigand_19">
            <a:extLst>
              <a:ext uri="{FF2B5EF4-FFF2-40B4-BE49-F238E27FC236}">
                <a16:creationId xmlns:a16="http://schemas.microsoft.com/office/drawing/2014/main" id="{8E923A5F-C2A5-4374-97AB-781915B5680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6212" y="778768"/>
                </a:moveTo>
                <a:lnTo>
                  <a:pt x="1362090" y="6898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8" name="9wq3_5_tuned_PredictedLigand_20">
            <a:extLst>
              <a:ext uri="{FF2B5EF4-FFF2-40B4-BE49-F238E27FC236}">
                <a16:creationId xmlns:a16="http://schemas.microsoft.com/office/drawing/2014/main" id="{2ACCFB60-DFE3-4A93-8C09-874FCD384020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264004" y="1050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19" name="9wq3_5_tuned_PredictedLigand_21">
            <a:extLst>
              <a:ext uri="{FF2B5EF4-FFF2-40B4-BE49-F238E27FC236}">
                <a16:creationId xmlns:a16="http://schemas.microsoft.com/office/drawing/2014/main" id="{81BC469B-C9BB-4385-8CCE-A2D972B50B0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0" name="9wq3_5_tuned_PredictedLigand_22">
            <a:extLst>
              <a:ext uri="{FF2B5EF4-FFF2-40B4-BE49-F238E27FC236}">
                <a16:creationId xmlns:a16="http://schemas.microsoft.com/office/drawing/2014/main" id="{B92A193E-5972-4E13-BFD0-68FAECE6D2D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1" name="9wq3_5_tuned_PredictedLigand_23">
            <a:extLst>
              <a:ext uri="{FF2B5EF4-FFF2-40B4-BE49-F238E27FC236}">
                <a16:creationId xmlns:a16="http://schemas.microsoft.com/office/drawing/2014/main" id="{F2CFFF99-20FE-45B8-AA39-F044D7578E7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2" name="9wq3_5_tuned_PredictedLigand_24">
            <a:extLst>
              <a:ext uri="{FF2B5EF4-FFF2-40B4-BE49-F238E27FC236}">
                <a16:creationId xmlns:a16="http://schemas.microsoft.com/office/drawing/2014/main" id="{85730C27-E371-4626-A49D-AEFBAF55597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77093" y="7404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3" name="9wq3_5_tuned_PredictedLigand_25">
            <a:extLst>
              <a:ext uri="{FF2B5EF4-FFF2-40B4-BE49-F238E27FC236}">
                <a16:creationId xmlns:a16="http://schemas.microsoft.com/office/drawing/2014/main" id="{DCD72AFB-EF8E-4C24-B084-E46664A5389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2224" y="5158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4" name="9wq3_5_tuned_PredictedLigand_26">
            <a:extLst>
              <a:ext uri="{FF2B5EF4-FFF2-40B4-BE49-F238E27FC236}">
                <a16:creationId xmlns:a16="http://schemas.microsoft.com/office/drawing/2014/main" id="{28388E37-AD4F-41CF-9379-BC63253734F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090" y="689808"/>
                </a:moveTo>
                <a:lnTo>
                  <a:pt x="1401963" y="5613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5" name="9wq3_5_tuned_PredictedLigand_27">
            <a:extLst>
              <a:ext uri="{FF2B5EF4-FFF2-40B4-BE49-F238E27FC236}">
                <a16:creationId xmlns:a16="http://schemas.microsoft.com/office/drawing/2014/main" id="{146BAE9C-C885-4FBD-82D8-E3BBC45B3FC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0942" y="1290789"/>
                </a:moveTo>
                <a:lnTo>
                  <a:pt x="1331389" y="12213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6" name="9wq3_5_tuned_PredictedLigand_28">
            <a:extLst>
              <a:ext uri="{FF2B5EF4-FFF2-40B4-BE49-F238E27FC236}">
                <a16:creationId xmlns:a16="http://schemas.microsoft.com/office/drawing/2014/main" id="{7B7109AE-1E94-4C0C-AD94-BB8115DFCEA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1753" y="727660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7" name="9wq3_5_tuned_PredictedLigand_29">
            <a:extLst>
              <a:ext uri="{FF2B5EF4-FFF2-40B4-BE49-F238E27FC236}">
                <a16:creationId xmlns:a16="http://schemas.microsoft.com/office/drawing/2014/main" id="{82B5C924-31F6-4A10-984D-4A597E407947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1041753" y="7276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8" name="9wq3_5_tuned_PredictedLigand_30">
            <a:extLst>
              <a:ext uri="{FF2B5EF4-FFF2-40B4-BE49-F238E27FC236}">
                <a16:creationId xmlns:a16="http://schemas.microsoft.com/office/drawing/2014/main" id="{E00204F3-7B94-4948-BEEF-55EB9B3BB5F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29" name="9wq3_5_tuned_PredictedLigand_31">
            <a:extLst>
              <a:ext uri="{FF2B5EF4-FFF2-40B4-BE49-F238E27FC236}">
                <a16:creationId xmlns:a16="http://schemas.microsoft.com/office/drawing/2014/main" id="{9699B090-F1B0-48DC-AA65-911CBDFA41D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963" y="561309"/>
                </a:moveTo>
                <a:lnTo>
                  <a:pt x="1591252" y="5318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0" name="9wq3_5_tuned_PredictedLigand_32">
            <a:extLst>
              <a:ext uri="{FF2B5EF4-FFF2-40B4-BE49-F238E27FC236}">
                <a16:creationId xmlns:a16="http://schemas.microsoft.com/office/drawing/2014/main" id="{8626AAC9-6D8A-4E10-9395-9A25BB560CA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6368" y="834949"/>
                </a:moveTo>
                <a:lnTo>
                  <a:pt x="610169" y="7733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1" name="9wq3_5_tuned_PredictedLigand_33">
            <a:extLst>
              <a:ext uri="{FF2B5EF4-FFF2-40B4-BE49-F238E27FC236}">
                <a16:creationId xmlns:a16="http://schemas.microsoft.com/office/drawing/2014/main" id="{16BBD5EA-3897-4E2B-BAAE-874BD7D3347A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2699" y="639856"/>
                </a:moveTo>
                <a:lnTo>
                  <a:pt x="2201409" y="668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2" name="9wq3_5_tuned_PredictedLigand_34">
            <a:extLst>
              <a:ext uri="{FF2B5EF4-FFF2-40B4-BE49-F238E27FC236}">
                <a16:creationId xmlns:a16="http://schemas.microsoft.com/office/drawing/2014/main" id="{267C3BC6-5A42-4384-9A81-D3BBD877CA4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093" y="740473"/>
                </a:moveTo>
                <a:lnTo>
                  <a:pt x="371967" y="8188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3" name="9wq3_5_tuned_PredictedLigand_35">
            <a:extLst>
              <a:ext uri="{FF2B5EF4-FFF2-40B4-BE49-F238E27FC236}">
                <a16:creationId xmlns:a16="http://schemas.microsoft.com/office/drawing/2014/main" id="{54C632EE-ADD4-4719-A6A9-7680BE8F7C3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4" name="9wq3_5_tuned_PredictedLigand_36">
            <a:extLst>
              <a:ext uri="{FF2B5EF4-FFF2-40B4-BE49-F238E27FC236}">
                <a16:creationId xmlns:a16="http://schemas.microsoft.com/office/drawing/2014/main" id="{EA7C4996-6B9C-4B30-BB66-F242825A78F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8106" y="768194"/>
                </a:moveTo>
                <a:lnTo>
                  <a:pt x="1999829" y="841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5" name="9wq3_5_tuned_PredictedLigand_37">
            <a:extLst>
              <a:ext uri="{FF2B5EF4-FFF2-40B4-BE49-F238E27FC236}">
                <a16:creationId xmlns:a16="http://schemas.microsoft.com/office/drawing/2014/main" id="{277DEE4F-3ABF-4E28-87E3-2EFC9E06BE1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9647" y="6782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6" name="9wq3_5_tuned_PredictedLigand_38">
            <a:extLst>
              <a:ext uri="{FF2B5EF4-FFF2-40B4-BE49-F238E27FC236}">
                <a16:creationId xmlns:a16="http://schemas.microsoft.com/office/drawing/2014/main" id="{7ACB5F00-B9B3-4C37-B9A1-F9792B3EC13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27935" y="381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7" name="9wq3_5_tuned_PredictedLigand_39">
            <a:extLst>
              <a:ext uri="{FF2B5EF4-FFF2-40B4-BE49-F238E27FC236}">
                <a16:creationId xmlns:a16="http://schemas.microsoft.com/office/drawing/2014/main" id="{2C51C838-48D5-4482-9F8B-0756A1C9945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1967" y="818882"/>
                </a:moveTo>
                <a:lnTo>
                  <a:pt x="536368" y="8349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8" name="9wq3_5_tuned_PredictedLigand_40">
            <a:extLst>
              <a:ext uri="{FF2B5EF4-FFF2-40B4-BE49-F238E27FC236}">
                <a16:creationId xmlns:a16="http://schemas.microsoft.com/office/drawing/2014/main" id="{99ED0DED-D349-4BCD-9048-8A0705D2E935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2862" y="1224006"/>
                </a:moveTo>
                <a:lnTo>
                  <a:pt x="1440942" y="12907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39" name="9wq3_5_tuned_PredictedLigand_41">
            <a:extLst>
              <a:ext uri="{FF2B5EF4-FFF2-40B4-BE49-F238E27FC236}">
                <a16:creationId xmlns:a16="http://schemas.microsoft.com/office/drawing/2014/main" id="{DA20BA2A-90D1-46BC-AB71-6C90F01E2A38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068106" y="7681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0" name="9wq3_5_tuned_PredictedLigand_42">
            <a:extLst>
              <a:ext uri="{FF2B5EF4-FFF2-40B4-BE49-F238E27FC236}">
                <a16:creationId xmlns:a16="http://schemas.microsoft.com/office/drawing/2014/main" id="{6E3B54B9-86A2-4570-8C75-627F41B3864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9647" y="678237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1" name="9wq3_5_tuned_PredictedLigand_43">
            <a:extLst>
              <a:ext uri="{FF2B5EF4-FFF2-40B4-BE49-F238E27FC236}">
                <a16:creationId xmlns:a16="http://schemas.microsoft.com/office/drawing/2014/main" id="{F5705D92-5903-45D4-9F4C-0D9B46C9C23D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898" y="855035"/>
                </a:moveTo>
                <a:lnTo>
                  <a:pt x="1761441" y="9707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2" name="9wq3_5_tuned_PredictedLigand_44">
            <a:extLst>
              <a:ext uri="{FF2B5EF4-FFF2-40B4-BE49-F238E27FC236}">
                <a16:creationId xmlns:a16="http://schemas.microsoft.com/office/drawing/2014/main" id="{24DF32EA-1C5A-4360-9553-0CA64E24AA3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682180" y="11264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3" name="9wq3_5_tuned_PredictedLigand_45">
            <a:extLst>
              <a:ext uri="{FF2B5EF4-FFF2-40B4-BE49-F238E27FC236}">
                <a16:creationId xmlns:a16="http://schemas.microsoft.com/office/drawing/2014/main" id="{AC2B1205-8938-4813-AAA5-4DA0E12DDD03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2180" y="1126434"/>
                </a:moveTo>
                <a:lnTo>
                  <a:pt x="1544504" y="11190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4" name="9wq3_5_tuned_PredictedLigand_46">
            <a:extLst>
              <a:ext uri="{FF2B5EF4-FFF2-40B4-BE49-F238E27FC236}">
                <a16:creationId xmlns:a16="http://schemas.microsoft.com/office/drawing/2014/main" id="{B68FB53F-F1C2-4D8B-81D0-0816259C0024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274197" y="602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5" name="9wq3_5_tuned_PredictedLigand_47">
            <a:extLst>
              <a:ext uri="{FF2B5EF4-FFF2-40B4-BE49-F238E27FC236}">
                <a16:creationId xmlns:a16="http://schemas.microsoft.com/office/drawing/2014/main" id="{B0A30ED5-0D23-460F-AA52-4DE1BAAD7339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6" name="9wq3_5_tuned_PredictedLigand_48">
            <a:extLst>
              <a:ext uri="{FF2B5EF4-FFF2-40B4-BE49-F238E27FC236}">
                <a16:creationId xmlns:a16="http://schemas.microsoft.com/office/drawing/2014/main" id="{5BB38590-14CD-40F0-BFCF-F865DD23B261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402862" y="12240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7" name="9wq3_5_tuned_PredictedLigand_49">
            <a:extLst>
              <a:ext uri="{FF2B5EF4-FFF2-40B4-BE49-F238E27FC236}">
                <a16:creationId xmlns:a16="http://schemas.microsoft.com/office/drawing/2014/main" id="{D3B3106D-342F-4F00-A015-D8C8A987250F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501174" y="9379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8" name="9wq3_5_tuned_PredictedLigand_50">
            <a:extLst>
              <a:ext uri="{FF2B5EF4-FFF2-40B4-BE49-F238E27FC236}">
                <a16:creationId xmlns:a16="http://schemas.microsoft.com/office/drawing/2014/main" id="{3DE91C14-4F55-4820-BCCC-5F27D1C748D2}"/>
              </a:ext>
            </a:extLst>
          </p:cNvPr>
          <p:cNvSpPr>
            <a:spLocks noGrp="1"/>
          </p:cNvSpPr>
          <p:nvPr/>
        </p:nvSpPr>
        <p:spPr>
          <a:xfrm>
            <a:off x="32004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511461" y="8869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149" name="9wq3_5_tuned_PredictedAtoms_0">
            <a:extLst>
              <a:ext uri="{FF2B5EF4-FFF2-40B4-BE49-F238E27FC236}">
                <a16:creationId xmlns:a16="http://schemas.microsoft.com/office/drawing/2014/main" id="{C5E1A51C-6D33-4CFC-9654-4DD49487E698}"/>
              </a:ext>
            </a:extLst>
          </p:cNvPr>
          <p:cNvSpPr>
            <a:spLocks noGrp="1"/>
          </p:cNvSpPr>
          <p:nvPr/>
        </p:nvSpPr>
        <p:spPr>
          <a:xfrm>
            <a:off x="4126028" y="108417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0" name="9wq3_5_tuned_PredictedAtoms_1">
            <a:extLst>
              <a:ext uri="{FF2B5EF4-FFF2-40B4-BE49-F238E27FC236}">
                <a16:creationId xmlns:a16="http://schemas.microsoft.com/office/drawing/2014/main" id="{56998435-A497-4E9C-A115-E62BD492D757}"/>
              </a:ext>
            </a:extLst>
          </p:cNvPr>
          <p:cNvSpPr>
            <a:spLocks noGrp="1"/>
          </p:cNvSpPr>
          <p:nvPr/>
        </p:nvSpPr>
        <p:spPr>
          <a:xfrm>
            <a:off x="4189135" y="106848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1" name="9wq3_5_tuned_PredictedAtoms_2">
            <a:extLst>
              <a:ext uri="{FF2B5EF4-FFF2-40B4-BE49-F238E27FC236}">
                <a16:creationId xmlns:a16="http://schemas.microsoft.com/office/drawing/2014/main" id="{FA6839D0-F05B-4DFA-8635-03D0FEBA413A}"/>
              </a:ext>
            </a:extLst>
          </p:cNvPr>
          <p:cNvSpPr>
            <a:spLocks noGrp="1"/>
          </p:cNvSpPr>
          <p:nvPr/>
        </p:nvSpPr>
        <p:spPr>
          <a:xfrm>
            <a:off x="4109812" y="105831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2" name="9wq3_5_tuned_PredictedAtoms_3">
            <a:extLst>
              <a:ext uri="{FF2B5EF4-FFF2-40B4-BE49-F238E27FC236}">
                <a16:creationId xmlns:a16="http://schemas.microsoft.com/office/drawing/2014/main" id="{80F72A92-5A9C-43CD-8958-8ECCECE65269}"/>
              </a:ext>
            </a:extLst>
          </p:cNvPr>
          <p:cNvSpPr>
            <a:spLocks noGrp="1"/>
          </p:cNvSpPr>
          <p:nvPr/>
        </p:nvSpPr>
        <p:spPr>
          <a:xfrm>
            <a:off x="3954685" y="105058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3" name="9wq3_5_tuned_PredictedAtoms_4">
            <a:extLst>
              <a:ext uri="{FF2B5EF4-FFF2-40B4-BE49-F238E27FC236}">
                <a16:creationId xmlns:a16="http://schemas.microsoft.com/office/drawing/2014/main" id="{D62655B9-97CD-46C8-8CBA-9D8217564E77}"/>
              </a:ext>
            </a:extLst>
          </p:cNvPr>
          <p:cNvSpPr>
            <a:spLocks noGrp="1"/>
          </p:cNvSpPr>
          <p:nvPr/>
        </p:nvSpPr>
        <p:spPr>
          <a:xfrm>
            <a:off x="3960343" y="104271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4" name="9wq3_5_tuned_PredictedAtoms_5">
            <a:extLst>
              <a:ext uri="{FF2B5EF4-FFF2-40B4-BE49-F238E27FC236}">
                <a16:creationId xmlns:a16="http://schemas.microsoft.com/office/drawing/2014/main" id="{639271F1-CB4A-4D03-A5C3-D668CFB08EC6}"/>
              </a:ext>
            </a:extLst>
          </p:cNvPr>
          <p:cNvSpPr>
            <a:spLocks noGrp="1"/>
          </p:cNvSpPr>
          <p:nvPr/>
        </p:nvSpPr>
        <p:spPr>
          <a:xfrm>
            <a:off x="3808877" y="103710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5" name="9wq3_5_tuned_PredictedAtoms_6">
            <a:extLst>
              <a:ext uri="{FF2B5EF4-FFF2-40B4-BE49-F238E27FC236}">
                <a16:creationId xmlns:a16="http://schemas.microsoft.com/office/drawing/2014/main" id="{7CFF4232-8702-45A4-961E-F541BBA27647}"/>
              </a:ext>
            </a:extLst>
          </p:cNvPr>
          <p:cNvSpPr>
            <a:spLocks noGrp="1"/>
          </p:cNvSpPr>
          <p:nvPr/>
        </p:nvSpPr>
        <p:spPr>
          <a:xfrm>
            <a:off x="3701170" y="1041398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6" name="9wq3_5_tuned_PredictedAtoms_7">
            <a:extLst>
              <a:ext uri="{FF2B5EF4-FFF2-40B4-BE49-F238E27FC236}">
                <a16:creationId xmlns:a16="http://schemas.microsoft.com/office/drawing/2014/main" id="{C9328E72-AA2F-4568-8B41-F87BBFE41E03}"/>
              </a:ext>
            </a:extLst>
          </p:cNvPr>
          <p:cNvSpPr>
            <a:spLocks noGrp="1"/>
          </p:cNvSpPr>
          <p:nvPr/>
        </p:nvSpPr>
        <p:spPr>
          <a:xfrm>
            <a:off x="3528628" y="103928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7" name="9wq3_5_tuned_PredictedAtoms_8">
            <a:extLst>
              <a:ext uri="{FF2B5EF4-FFF2-40B4-BE49-F238E27FC236}">
                <a16:creationId xmlns:a16="http://schemas.microsoft.com/office/drawing/2014/main" id="{646A852A-328F-4C56-A7A9-221128BC07FA}"/>
              </a:ext>
            </a:extLst>
          </p:cNvPr>
          <p:cNvSpPr>
            <a:spLocks noGrp="1"/>
          </p:cNvSpPr>
          <p:nvPr/>
        </p:nvSpPr>
        <p:spPr>
          <a:xfrm>
            <a:off x="3436785" y="102991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8" name="9wq3_5_tuned_PredictedAtoms_9">
            <a:extLst>
              <a:ext uri="{FF2B5EF4-FFF2-40B4-BE49-F238E27FC236}">
                <a16:creationId xmlns:a16="http://schemas.microsoft.com/office/drawing/2014/main" id="{F743EC7B-4219-4BA5-B50C-838369276F10}"/>
              </a:ext>
            </a:extLst>
          </p:cNvPr>
          <p:cNvSpPr>
            <a:spLocks noGrp="1"/>
          </p:cNvSpPr>
          <p:nvPr/>
        </p:nvSpPr>
        <p:spPr>
          <a:xfrm>
            <a:off x="3461301" y="104683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9" name="9wq3_5_tuned_PredictedAtoms_10">
            <a:extLst>
              <a:ext uri="{FF2B5EF4-FFF2-40B4-BE49-F238E27FC236}">
                <a16:creationId xmlns:a16="http://schemas.microsoft.com/office/drawing/2014/main" id="{8B24FE8F-697E-4A22-A53B-4EC0E49F907E}"/>
              </a:ext>
            </a:extLst>
          </p:cNvPr>
          <p:cNvSpPr>
            <a:spLocks noGrp="1"/>
          </p:cNvSpPr>
          <p:nvPr/>
        </p:nvSpPr>
        <p:spPr>
          <a:xfrm>
            <a:off x="3556174" y="105467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0" name="9wq3_5_tuned_PredictedAtoms_11">
            <a:extLst>
              <a:ext uri="{FF2B5EF4-FFF2-40B4-BE49-F238E27FC236}">
                <a16:creationId xmlns:a16="http://schemas.microsoft.com/office/drawing/2014/main" id="{14F1320F-A5A9-4C30-AC0F-5C8C0B88D1C6}"/>
              </a:ext>
            </a:extLst>
          </p:cNvPr>
          <p:cNvSpPr>
            <a:spLocks noGrp="1"/>
          </p:cNvSpPr>
          <p:nvPr/>
        </p:nvSpPr>
        <p:spPr>
          <a:xfrm>
            <a:off x="3720575" y="105628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1" name="9wq3_5_tuned_PredictedAtoms_12">
            <a:extLst>
              <a:ext uri="{FF2B5EF4-FFF2-40B4-BE49-F238E27FC236}">
                <a16:creationId xmlns:a16="http://schemas.microsoft.com/office/drawing/2014/main" id="{63ADE263-C96A-475B-98BF-C4FDB201B6CB}"/>
              </a:ext>
            </a:extLst>
          </p:cNvPr>
          <p:cNvSpPr>
            <a:spLocks noGrp="1"/>
          </p:cNvSpPr>
          <p:nvPr/>
        </p:nvSpPr>
        <p:spPr>
          <a:xfrm>
            <a:off x="3794377" y="105012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2" name="9wq3_5_tuned_PredictedAtoms_13">
            <a:extLst>
              <a:ext uri="{FF2B5EF4-FFF2-40B4-BE49-F238E27FC236}">
                <a16:creationId xmlns:a16="http://schemas.microsoft.com/office/drawing/2014/main" id="{54EFF8DD-1367-45FA-A2E3-468E7684F35B}"/>
              </a:ext>
            </a:extLst>
          </p:cNvPr>
          <p:cNvSpPr>
            <a:spLocks noGrp="1"/>
          </p:cNvSpPr>
          <p:nvPr/>
        </p:nvSpPr>
        <p:spPr>
          <a:xfrm>
            <a:off x="4225961" y="104555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3" name="9wq3_5_tuned_PredictedAtoms_14">
            <a:extLst>
              <a:ext uri="{FF2B5EF4-FFF2-40B4-BE49-F238E27FC236}">
                <a16:creationId xmlns:a16="http://schemas.microsoft.com/office/drawing/2014/main" id="{EEE04E8B-7383-4628-A47B-A13BDCDC71EC}"/>
              </a:ext>
            </a:extLst>
          </p:cNvPr>
          <p:cNvSpPr>
            <a:spLocks noGrp="1"/>
          </p:cNvSpPr>
          <p:nvPr/>
        </p:nvSpPr>
        <p:spPr>
          <a:xfrm>
            <a:off x="4390419" y="105066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4" name="9wq3_5_tuned_PredictedAtoms_15">
            <a:extLst>
              <a:ext uri="{FF2B5EF4-FFF2-40B4-BE49-F238E27FC236}">
                <a16:creationId xmlns:a16="http://schemas.microsoft.com/office/drawing/2014/main" id="{BFDD3B21-8564-4A1A-9172-9E643A7FB99C}"/>
              </a:ext>
            </a:extLst>
          </p:cNvPr>
          <p:cNvSpPr>
            <a:spLocks noGrp="1"/>
          </p:cNvSpPr>
          <p:nvPr/>
        </p:nvSpPr>
        <p:spPr>
          <a:xfrm>
            <a:off x="4546298" y="104176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5" name="9wq3_5_tuned_PredictedAtoms_16">
            <a:extLst>
              <a:ext uri="{FF2B5EF4-FFF2-40B4-BE49-F238E27FC236}">
                <a16:creationId xmlns:a16="http://schemas.microsoft.com/office/drawing/2014/main" id="{7C844E58-654A-4DCE-9812-2094DD4668CC}"/>
              </a:ext>
            </a:extLst>
          </p:cNvPr>
          <p:cNvSpPr>
            <a:spLocks noGrp="1"/>
          </p:cNvSpPr>
          <p:nvPr/>
        </p:nvSpPr>
        <p:spPr>
          <a:xfrm>
            <a:off x="4586171" y="102891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6" name="9wq3_5_tuned_PredictedAtoms_17">
            <a:extLst>
              <a:ext uri="{FF2B5EF4-FFF2-40B4-BE49-F238E27FC236}">
                <a16:creationId xmlns:a16="http://schemas.microsoft.com/office/drawing/2014/main" id="{F3146BE5-89E5-42ED-9605-3D5EC875A3DF}"/>
              </a:ext>
            </a:extLst>
          </p:cNvPr>
          <p:cNvSpPr>
            <a:spLocks noGrp="1"/>
          </p:cNvSpPr>
          <p:nvPr/>
        </p:nvSpPr>
        <p:spPr>
          <a:xfrm>
            <a:off x="4775460" y="102596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7" name="9wq3_5_tuned_PredictedAtoms_18">
            <a:extLst>
              <a:ext uri="{FF2B5EF4-FFF2-40B4-BE49-F238E27FC236}">
                <a16:creationId xmlns:a16="http://schemas.microsoft.com/office/drawing/2014/main" id="{D4FE16D9-69A3-4F2A-874A-D897F802C9A2}"/>
              </a:ext>
            </a:extLst>
          </p:cNvPr>
          <p:cNvSpPr>
            <a:spLocks noGrp="1"/>
          </p:cNvSpPr>
          <p:nvPr/>
        </p:nvSpPr>
        <p:spPr>
          <a:xfrm>
            <a:off x="4836431" y="1024369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8" name="9wq3_5_tuned_PredictedAtoms_19">
            <a:extLst>
              <a:ext uri="{FF2B5EF4-FFF2-40B4-BE49-F238E27FC236}">
                <a16:creationId xmlns:a16="http://schemas.microsoft.com/office/drawing/2014/main" id="{70AC742A-54D2-4FED-A0A0-13262FC94C59}"/>
              </a:ext>
            </a:extLst>
          </p:cNvPr>
          <p:cNvSpPr>
            <a:spLocks noGrp="1"/>
          </p:cNvSpPr>
          <p:nvPr/>
        </p:nvSpPr>
        <p:spPr>
          <a:xfrm>
            <a:off x="4812143" y="101091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9" name="9wq3_5_tuned_PredictedAtoms_20">
            <a:extLst>
              <a:ext uri="{FF2B5EF4-FFF2-40B4-BE49-F238E27FC236}">
                <a16:creationId xmlns:a16="http://schemas.microsoft.com/office/drawing/2014/main" id="{A7423252-DC29-41BD-9C9E-A3080D959C00}"/>
              </a:ext>
            </a:extLst>
          </p:cNvPr>
          <p:cNvSpPr>
            <a:spLocks noGrp="1"/>
          </p:cNvSpPr>
          <p:nvPr/>
        </p:nvSpPr>
        <p:spPr>
          <a:xfrm>
            <a:off x="4843854" y="104061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0" name="9wq3_5_tuned_PredictedAtoms_21">
            <a:extLst>
              <a:ext uri="{FF2B5EF4-FFF2-40B4-BE49-F238E27FC236}">
                <a16:creationId xmlns:a16="http://schemas.microsoft.com/office/drawing/2014/main" id="{5298AA09-FFA5-459B-963B-15CE35FA144C}"/>
              </a:ext>
            </a:extLst>
          </p:cNvPr>
          <p:cNvSpPr>
            <a:spLocks noGrp="1"/>
          </p:cNvSpPr>
          <p:nvPr/>
        </p:nvSpPr>
        <p:spPr>
          <a:xfrm>
            <a:off x="4804105" y="105829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1" name="9wq3_5_tuned_PredictedAtoms_22">
            <a:extLst>
              <a:ext uri="{FF2B5EF4-FFF2-40B4-BE49-F238E27FC236}">
                <a16:creationId xmlns:a16="http://schemas.microsoft.com/office/drawing/2014/main" id="{9D88ED64-D8CD-4B48-B4C4-C0494079FE67}"/>
              </a:ext>
            </a:extLst>
          </p:cNvPr>
          <p:cNvSpPr>
            <a:spLocks noGrp="1"/>
          </p:cNvSpPr>
          <p:nvPr/>
        </p:nvSpPr>
        <p:spPr>
          <a:xfrm>
            <a:off x="4945648" y="106986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2" name="9wq3_5_tuned_PredictedAtoms_23">
            <a:extLst>
              <a:ext uri="{FF2B5EF4-FFF2-40B4-BE49-F238E27FC236}">
                <a16:creationId xmlns:a16="http://schemas.microsoft.com/office/drawing/2014/main" id="{16814731-2E48-4C4B-B8C0-8E221565DC36}"/>
              </a:ext>
            </a:extLst>
          </p:cNvPr>
          <p:cNvSpPr>
            <a:spLocks noGrp="1"/>
          </p:cNvSpPr>
          <p:nvPr/>
        </p:nvSpPr>
        <p:spPr>
          <a:xfrm>
            <a:off x="5050464" y="106688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3" name="9wq3_5_tuned_PredictedAtoms_24">
            <a:extLst>
              <a:ext uri="{FF2B5EF4-FFF2-40B4-BE49-F238E27FC236}">
                <a16:creationId xmlns:a16="http://schemas.microsoft.com/office/drawing/2014/main" id="{785DCE08-6EB9-4042-83B1-1FB949481BDE}"/>
              </a:ext>
            </a:extLst>
          </p:cNvPr>
          <p:cNvSpPr>
            <a:spLocks noGrp="1"/>
          </p:cNvSpPr>
          <p:nvPr/>
        </p:nvSpPr>
        <p:spPr>
          <a:xfrm>
            <a:off x="5035242" y="107230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4" name="9wq3_5_tuned_PredictedAtoms_25">
            <a:extLst>
              <a:ext uri="{FF2B5EF4-FFF2-40B4-BE49-F238E27FC236}">
                <a16:creationId xmlns:a16="http://schemas.microsoft.com/office/drawing/2014/main" id="{405C7E17-7D94-4411-AD5B-A0A74E63D5A4}"/>
              </a:ext>
            </a:extLst>
          </p:cNvPr>
          <p:cNvSpPr>
            <a:spLocks noGrp="1"/>
          </p:cNvSpPr>
          <p:nvPr/>
        </p:nvSpPr>
        <p:spPr>
          <a:xfrm>
            <a:off x="5158655" y="106442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5" name="9wq3_5_tuned_PredictedAtoms_26">
            <a:extLst>
              <a:ext uri="{FF2B5EF4-FFF2-40B4-BE49-F238E27FC236}">
                <a16:creationId xmlns:a16="http://schemas.microsoft.com/office/drawing/2014/main" id="{93C8E3E5-3051-45F9-84C2-AA30E79A0E00}"/>
              </a:ext>
            </a:extLst>
          </p:cNvPr>
          <p:cNvSpPr>
            <a:spLocks noGrp="1"/>
          </p:cNvSpPr>
          <p:nvPr/>
        </p:nvSpPr>
        <p:spPr>
          <a:xfrm>
            <a:off x="5250302" y="105475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6" name="9wq3_5_tuned_PredictedAtoms_27">
            <a:extLst>
              <a:ext uri="{FF2B5EF4-FFF2-40B4-BE49-F238E27FC236}">
                <a16:creationId xmlns:a16="http://schemas.microsoft.com/office/drawing/2014/main" id="{C9DE057A-C0AA-43EF-AC5D-3CC863023631}"/>
              </a:ext>
            </a:extLst>
          </p:cNvPr>
          <p:cNvSpPr>
            <a:spLocks noGrp="1"/>
          </p:cNvSpPr>
          <p:nvPr/>
        </p:nvSpPr>
        <p:spPr>
          <a:xfrm>
            <a:off x="5390033" y="104388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7" name="9wq3_5_tuned_PredictedAtoms_28">
            <a:extLst>
              <a:ext uri="{FF2B5EF4-FFF2-40B4-BE49-F238E27FC236}">
                <a16:creationId xmlns:a16="http://schemas.microsoft.com/office/drawing/2014/main" id="{E9603893-5318-43F7-B309-774EE9630B4D}"/>
              </a:ext>
            </a:extLst>
          </p:cNvPr>
          <p:cNvSpPr>
            <a:spLocks noGrp="1"/>
          </p:cNvSpPr>
          <p:nvPr/>
        </p:nvSpPr>
        <p:spPr>
          <a:xfrm>
            <a:off x="5453215" y="104115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8" name="9wq3_5_tuned_PredictedAtoms_29">
            <a:extLst>
              <a:ext uri="{FF2B5EF4-FFF2-40B4-BE49-F238E27FC236}">
                <a16:creationId xmlns:a16="http://schemas.microsoft.com/office/drawing/2014/main" id="{0303B709-485D-4B15-AE72-EA4E92DA3B4B}"/>
              </a:ext>
            </a:extLst>
          </p:cNvPr>
          <p:cNvSpPr>
            <a:spLocks noGrp="1"/>
          </p:cNvSpPr>
          <p:nvPr/>
        </p:nvSpPr>
        <p:spPr>
          <a:xfrm>
            <a:off x="5446907" y="103677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9" name="9wq3_5_tuned_PredictedAtoms_30">
            <a:extLst>
              <a:ext uri="{FF2B5EF4-FFF2-40B4-BE49-F238E27FC236}">
                <a16:creationId xmlns:a16="http://schemas.microsoft.com/office/drawing/2014/main" id="{521B4A20-461A-4A66-BF6C-314649153632}"/>
              </a:ext>
            </a:extLst>
          </p:cNvPr>
          <p:cNvSpPr>
            <a:spLocks noGrp="1"/>
          </p:cNvSpPr>
          <p:nvPr/>
        </p:nvSpPr>
        <p:spPr>
          <a:xfrm>
            <a:off x="5385617" y="103962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0" name="9wq3_5_tuned_PredictedAtoms_31">
            <a:extLst>
              <a:ext uri="{FF2B5EF4-FFF2-40B4-BE49-F238E27FC236}">
                <a16:creationId xmlns:a16="http://schemas.microsoft.com/office/drawing/2014/main" id="{825DDC56-AD7A-4AE9-86A8-68D779815F83}"/>
              </a:ext>
            </a:extLst>
          </p:cNvPr>
          <p:cNvSpPr>
            <a:spLocks noGrp="1"/>
          </p:cNvSpPr>
          <p:nvPr/>
        </p:nvSpPr>
        <p:spPr>
          <a:xfrm>
            <a:off x="5458404" y="103305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1" name="9wq3_5_tuned_PredictedAtoms_32">
            <a:extLst>
              <a:ext uri="{FF2B5EF4-FFF2-40B4-BE49-F238E27FC236}">
                <a16:creationId xmlns:a16="http://schemas.microsoft.com/office/drawing/2014/main" id="{47B96075-47D9-4DE8-95AC-A1A52B395BFF}"/>
              </a:ext>
            </a:extLst>
          </p:cNvPr>
          <p:cNvSpPr>
            <a:spLocks noGrp="1"/>
          </p:cNvSpPr>
          <p:nvPr/>
        </p:nvSpPr>
        <p:spPr>
          <a:xfrm>
            <a:off x="5252314" y="104960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2" name="9wq3_5_tuned_PredictedAtoms_33">
            <a:extLst>
              <a:ext uri="{FF2B5EF4-FFF2-40B4-BE49-F238E27FC236}">
                <a16:creationId xmlns:a16="http://schemas.microsoft.com/office/drawing/2014/main" id="{B41D561B-6357-4C14-B9C1-AE4F6E4712EF}"/>
              </a:ext>
            </a:extLst>
          </p:cNvPr>
          <p:cNvSpPr>
            <a:spLocks noGrp="1"/>
          </p:cNvSpPr>
          <p:nvPr/>
        </p:nvSpPr>
        <p:spPr>
          <a:xfrm>
            <a:off x="5184037" y="105696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3" name="9wq3_5_tuned_PredictedAtoms_34">
            <a:extLst>
              <a:ext uri="{FF2B5EF4-FFF2-40B4-BE49-F238E27FC236}">
                <a16:creationId xmlns:a16="http://schemas.microsoft.com/office/drawing/2014/main" id="{F90D5057-7BA3-485E-964B-9A511090D150}"/>
              </a:ext>
            </a:extLst>
          </p:cNvPr>
          <p:cNvSpPr>
            <a:spLocks noGrp="1"/>
          </p:cNvSpPr>
          <p:nvPr/>
        </p:nvSpPr>
        <p:spPr>
          <a:xfrm>
            <a:off x="4866387" y="108543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4" name="9wq3_5_tuned_PredictedAtoms_35">
            <a:extLst>
              <a:ext uri="{FF2B5EF4-FFF2-40B4-BE49-F238E27FC236}">
                <a16:creationId xmlns:a16="http://schemas.microsoft.com/office/drawing/2014/main" id="{300AAA8F-D3F9-4B1A-8857-6191A5E62935}"/>
              </a:ext>
            </a:extLst>
          </p:cNvPr>
          <p:cNvSpPr>
            <a:spLocks noGrp="1"/>
          </p:cNvSpPr>
          <p:nvPr/>
        </p:nvSpPr>
        <p:spPr>
          <a:xfrm>
            <a:off x="4728712" y="10846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5" name="9wq3_5_tuned_PredictedAtoms_36">
            <a:extLst>
              <a:ext uri="{FF2B5EF4-FFF2-40B4-BE49-F238E27FC236}">
                <a16:creationId xmlns:a16="http://schemas.microsoft.com/office/drawing/2014/main" id="{4599F79C-0195-4595-915B-981000F495A1}"/>
              </a:ext>
            </a:extLst>
          </p:cNvPr>
          <p:cNvSpPr>
            <a:spLocks noGrp="1"/>
          </p:cNvSpPr>
          <p:nvPr/>
        </p:nvSpPr>
        <p:spPr>
          <a:xfrm>
            <a:off x="4587070" y="109518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6" name="9wq3_5_tuned_PredictedAtoms_37">
            <a:extLst>
              <a:ext uri="{FF2B5EF4-FFF2-40B4-BE49-F238E27FC236}">
                <a16:creationId xmlns:a16="http://schemas.microsoft.com/office/drawing/2014/main" id="{EEADFDE6-7D25-485F-B31F-0D0D070B779E}"/>
              </a:ext>
            </a:extLst>
          </p:cNvPr>
          <p:cNvSpPr>
            <a:spLocks noGrp="1"/>
          </p:cNvSpPr>
          <p:nvPr/>
        </p:nvSpPr>
        <p:spPr>
          <a:xfrm>
            <a:off x="4625150" y="110186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7" name="9wq3_5_tuned_PredictedAtoms_38">
            <a:extLst>
              <a:ext uri="{FF2B5EF4-FFF2-40B4-BE49-F238E27FC236}">
                <a16:creationId xmlns:a16="http://schemas.microsoft.com/office/drawing/2014/main" id="{BC7C9FBD-27D0-41CC-99B2-97DA109EF6D0}"/>
              </a:ext>
            </a:extLst>
          </p:cNvPr>
          <p:cNvSpPr>
            <a:spLocks noGrp="1"/>
          </p:cNvSpPr>
          <p:nvPr/>
        </p:nvSpPr>
        <p:spPr>
          <a:xfrm>
            <a:off x="4515597" y="109492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8" name="9wq3_5_tuned_PredictedAtoms_39">
            <a:extLst>
              <a:ext uri="{FF2B5EF4-FFF2-40B4-BE49-F238E27FC236}">
                <a16:creationId xmlns:a16="http://schemas.microsoft.com/office/drawing/2014/main" id="{DE80E830-D8B6-4601-8FB8-F6EFC4EA9B7C}"/>
              </a:ext>
            </a:extLst>
          </p:cNvPr>
          <p:cNvSpPr>
            <a:spLocks noGrp="1"/>
          </p:cNvSpPr>
          <p:nvPr/>
        </p:nvSpPr>
        <p:spPr>
          <a:xfrm>
            <a:off x="4602748" y="109290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9" name="9wq3_5_tuned_PredictedAtoms_41">
            <a:extLst>
              <a:ext uri="{FF2B5EF4-FFF2-40B4-BE49-F238E27FC236}">
                <a16:creationId xmlns:a16="http://schemas.microsoft.com/office/drawing/2014/main" id="{96A2123E-E6F1-4533-AA8E-5692D9D6EB34}"/>
              </a:ext>
            </a:extLst>
          </p:cNvPr>
          <p:cNvSpPr>
            <a:spLocks noGrp="1"/>
          </p:cNvSpPr>
          <p:nvPr/>
        </p:nvSpPr>
        <p:spPr>
          <a:xfrm>
            <a:off x="4448212" y="107782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0" name="9wq3_5_tuned_PredictedAtoms_42">
            <a:extLst>
              <a:ext uri="{FF2B5EF4-FFF2-40B4-BE49-F238E27FC236}">
                <a16:creationId xmlns:a16="http://schemas.microsoft.com/office/drawing/2014/main" id="{19CF6259-0323-462C-A634-9DE1655F0057}"/>
              </a:ext>
            </a:extLst>
          </p:cNvPr>
          <p:cNvSpPr>
            <a:spLocks noGrp="1"/>
          </p:cNvSpPr>
          <p:nvPr/>
        </p:nvSpPr>
        <p:spPr>
          <a:xfrm>
            <a:off x="4369707" y="106536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1" name="9wq3_5_tuned_PredictedAtoms_43">
            <a:extLst>
              <a:ext uri="{FF2B5EF4-FFF2-40B4-BE49-F238E27FC236}">
                <a16:creationId xmlns:a16="http://schemas.microsoft.com/office/drawing/2014/main" id="{836B8E07-B3F2-495A-BC34-93EDFB2A9B69}"/>
              </a:ext>
            </a:extLst>
          </p:cNvPr>
          <p:cNvSpPr>
            <a:spLocks noGrp="1"/>
          </p:cNvSpPr>
          <p:nvPr/>
        </p:nvSpPr>
        <p:spPr>
          <a:xfrm>
            <a:off x="4685381" y="106658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2" name="9wq3_5_tuned_PredictedAtoms_44">
            <a:extLst>
              <a:ext uri="{FF2B5EF4-FFF2-40B4-BE49-F238E27FC236}">
                <a16:creationId xmlns:a16="http://schemas.microsoft.com/office/drawing/2014/main" id="{39E56DEC-C23B-4E25-96F7-1EC29782F32B}"/>
              </a:ext>
            </a:extLst>
          </p:cNvPr>
          <p:cNvSpPr>
            <a:spLocks noGrp="1"/>
          </p:cNvSpPr>
          <p:nvPr/>
        </p:nvSpPr>
        <p:spPr>
          <a:xfrm>
            <a:off x="4695669" y="106147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3" name="stage3-cases-main_54">
            <a:extLst>
              <a:ext uri="{FF2B5EF4-FFF2-40B4-BE49-F238E27FC236}">
                <a16:creationId xmlns:a16="http://schemas.microsoft.com/office/drawing/2014/main" id="{B69E2D8D-4638-4981-BA50-A105FA417FD9}"/>
              </a:ext>
            </a:extLst>
          </p:cNvPr>
          <p:cNvSpPr>
            <a:spLocks noGrp="1"/>
          </p:cNvSpPr>
          <p:nvPr/>
        </p:nvSpPr>
        <p:spPr>
          <a:xfrm>
            <a:off x="3200400" y="110871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1.41 Å   D 84%   Clash 0</a:t>
            </a:r>
          </a:p>
        </p:txBody>
      </p:sp>
      <p:sp>
        <p:nvSpPr>
          <p:cNvPr id="2194" name="9wq3_5_build_Receptor">
            <a:extLst>
              <a:ext uri="{FF2B5EF4-FFF2-40B4-BE49-F238E27FC236}">
                <a16:creationId xmlns:a16="http://schemas.microsoft.com/office/drawing/2014/main" id="{888C70D5-F2B1-470E-AE8A-E67945DF418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195" name="9wq3_5_build_ExperimentalDensity">
            <a:extLst>
              <a:ext uri="{FF2B5EF4-FFF2-40B4-BE49-F238E27FC236}">
                <a16:creationId xmlns:a16="http://schemas.microsoft.com/office/drawing/2014/main" id="{A36C9BCC-079B-44E9-A4B1-FA4DE01AF0D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196" name="9wq3_5_build_ReferenceLigand_0">
            <a:extLst>
              <a:ext uri="{FF2B5EF4-FFF2-40B4-BE49-F238E27FC236}">
                <a16:creationId xmlns:a16="http://schemas.microsoft.com/office/drawing/2014/main" id="{BE6F60C4-3B56-42AE-99AA-92DD58FE190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7" name="9wq3_5_build_ReferenceLigand_1">
            <a:extLst>
              <a:ext uri="{FF2B5EF4-FFF2-40B4-BE49-F238E27FC236}">
                <a16:creationId xmlns:a16="http://schemas.microsoft.com/office/drawing/2014/main" id="{1D22FBA8-F8C3-4E90-8583-9E73E89ED07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8" name="9wq3_5_build_ReferenceLigand_2">
            <a:extLst>
              <a:ext uri="{FF2B5EF4-FFF2-40B4-BE49-F238E27FC236}">
                <a16:creationId xmlns:a16="http://schemas.microsoft.com/office/drawing/2014/main" id="{2F7788EC-5817-4BBC-BA62-FAA2711CBEC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9" name="9wq3_5_build_ReferenceLigand_3">
            <a:extLst>
              <a:ext uri="{FF2B5EF4-FFF2-40B4-BE49-F238E27FC236}">
                <a16:creationId xmlns:a16="http://schemas.microsoft.com/office/drawing/2014/main" id="{025E57FB-B2F6-43A4-8F07-3E6CABF8C10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0" name="9wq3_5_build_ReferenceLigand_4">
            <a:extLst>
              <a:ext uri="{FF2B5EF4-FFF2-40B4-BE49-F238E27FC236}">
                <a16:creationId xmlns:a16="http://schemas.microsoft.com/office/drawing/2014/main" id="{82AFDE23-910F-482C-8DFF-4581F0B2368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1" name="9wq3_5_build_ReferenceLigand_5">
            <a:extLst>
              <a:ext uri="{FF2B5EF4-FFF2-40B4-BE49-F238E27FC236}">
                <a16:creationId xmlns:a16="http://schemas.microsoft.com/office/drawing/2014/main" id="{574150D7-643E-485C-A714-19121DF58CD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2" name="9wq3_5_build_ReferenceLigand_6">
            <a:extLst>
              <a:ext uri="{FF2B5EF4-FFF2-40B4-BE49-F238E27FC236}">
                <a16:creationId xmlns:a16="http://schemas.microsoft.com/office/drawing/2014/main" id="{1B506E82-2BB9-4FBE-BCFE-282E4978666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3" name="9wq3_5_build_ReferenceLigand_7">
            <a:extLst>
              <a:ext uri="{FF2B5EF4-FFF2-40B4-BE49-F238E27FC236}">
                <a16:creationId xmlns:a16="http://schemas.microsoft.com/office/drawing/2014/main" id="{2FB4189F-2128-445F-B4F1-88A86384AD0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4" name="9wq3_5_build_ReferenceLigand_8">
            <a:extLst>
              <a:ext uri="{FF2B5EF4-FFF2-40B4-BE49-F238E27FC236}">
                <a16:creationId xmlns:a16="http://schemas.microsoft.com/office/drawing/2014/main" id="{0232241B-ACB0-4B20-B528-AE464F63CBD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5" name="9wq3_5_build_ReferenceLigand_9">
            <a:extLst>
              <a:ext uri="{FF2B5EF4-FFF2-40B4-BE49-F238E27FC236}">
                <a16:creationId xmlns:a16="http://schemas.microsoft.com/office/drawing/2014/main" id="{76A3905C-9B97-4B5B-AF88-A73ABDCED9C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6" name="9wq3_5_build_ReferenceLigand_10">
            <a:extLst>
              <a:ext uri="{FF2B5EF4-FFF2-40B4-BE49-F238E27FC236}">
                <a16:creationId xmlns:a16="http://schemas.microsoft.com/office/drawing/2014/main" id="{1598DD0B-4933-4DE0-9777-83174C99008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7" name="9wq3_5_build_ReferenceLigand_11">
            <a:extLst>
              <a:ext uri="{FF2B5EF4-FFF2-40B4-BE49-F238E27FC236}">
                <a16:creationId xmlns:a16="http://schemas.microsoft.com/office/drawing/2014/main" id="{B86CE70E-E204-4E4F-AF61-61E406BB3395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8" name="9wq3_5_build_ReferenceLigand_12">
            <a:extLst>
              <a:ext uri="{FF2B5EF4-FFF2-40B4-BE49-F238E27FC236}">
                <a16:creationId xmlns:a16="http://schemas.microsoft.com/office/drawing/2014/main" id="{2A1B88C7-1AAE-4468-ACCD-F805B1077C6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9" name="9wq3_5_build_ReferenceLigand_13">
            <a:extLst>
              <a:ext uri="{FF2B5EF4-FFF2-40B4-BE49-F238E27FC236}">
                <a16:creationId xmlns:a16="http://schemas.microsoft.com/office/drawing/2014/main" id="{0A2EE547-9756-4B7C-B2D3-6E715256155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0" name="9wq3_5_build_ReferenceLigand_14">
            <a:extLst>
              <a:ext uri="{FF2B5EF4-FFF2-40B4-BE49-F238E27FC236}">
                <a16:creationId xmlns:a16="http://schemas.microsoft.com/office/drawing/2014/main" id="{FEA71441-08ED-4607-8D58-306822B552A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1" name="9wq3_5_build_ReferenceLigand_15">
            <a:extLst>
              <a:ext uri="{FF2B5EF4-FFF2-40B4-BE49-F238E27FC236}">
                <a16:creationId xmlns:a16="http://schemas.microsoft.com/office/drawing/2014/main" id="{8673D9A3-A116-40FE-B3EA-A35BB9898DA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2" name="9wq3_5_build_ReferenceLigand_16">
            <a:extLst>
              <a:ext uri="{FF2B5EF4-FFF2-40B4-BE49-F238E27FC236}">
                <a16:creationId xmlns:a16="http://schemas.microsoft.com/office/drawing/2014/main" id="{B1DF4108-0636-4AD4-8814-1B188ECC97F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3" name="9wq3_5_build_ReferenceLigand_17">
            <a:extLst>
              <a:ext uri="{FF2B5EF4-FFF2-40B4-BE49-F238E27FC236}">
                <a16:creationId xmlns:a16="http://schemas.microsoft.com/office/drawing/2014/main" id="{C6A09122-244C-42BA-856A-AF309AC36E1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4" name="9wq3_5_build_ReferenceLigand_18">
            <a:extLst>
              <a:ext uri="{FF2B5EF4-FFF2-40B4-BE49-F238E27FC236}">
                <a16:creationId xmlns:a16="http://schemas.microsoft.com/office/drawing/2014/main" id="{116E4C31-FA33-4EE1-96CD-FA0FC340E3D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5" name="9wq3_5_build_ReferenceLigand_19">
            <a:extLst>
              <a:ext uri="{FF2B5EF4-FFF2-40B4-BE49-F238E27FC236}">
                <a16:creationId xmlns:a16="http://schemas.microsoft.com/office/drawing/2014/main" id="{437FBE64-4CD0-45CB-BC27-746BDAE3CBD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6" name="9wq3_5_build_ReferenceLigand_20">
            <a:extLst>
              <a:ext uri="{FF2B5EF4-FFF2-40B4-BE49-F238E27FC236}">
                <a16:creationId xmlns:a16="http://schemas.microsoft.com/office/drawing/2014/main" id="{B5989A89-5518-4B8B-A384-708B4EEC34A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7" name="9wq3_5_build_ReferenceLigand_21">
            <a:extLst>
              <a:ext uri="{FF2B5EF4-FFF2-40B4-BE49-F238E27FC236}">
                <a16:creationId xmlns:a16="http://schemas.microsoft.com/office/drawing/2014/main" id="{1EEF1CE4-D1BB-4CE4-A847-FCA3C5E7631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8" name="9wq3_5_build_ReferenceLigand_22">
            <a:extLst>
              <a:ext uri="{FF2B5EF4-FFF2-40B4-BE49-F238E27FC236}">
                <a16:creationId xmlns:a16="http://schemas.microsoft.com/office/drawing/2014/main" id="{A8D45DEF-D737-4BF3-9F3D-8439962F0435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9" name="9wq3_5_build_ReferenceLigand_23">
            <a:extLst>
              <a:ext uri="{FF2B5EF4-FFF2-40B4-BE49-F238E27FC236}">
                <a16:creationId xmlns:a16="http://schemas.microsoft.com/office/drawing/2014/main" id="{05F53B11-83DB-4023-8C5B-F6DAC4A60D1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0" name="9wq3_5_build_ReferenceLigand_24">
            <a:extLst>
              <a:ext uri="{FF2B5EF4-FFF2-40B4-BE49-F238E27FC236}">
                <a16:creationId xmlns:a16="http://schemas.microsoft.com/office/drawing/2014/main" id="{34439B60-2F26-45CC-982B-DB69D671106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1" name="9wq3_5_build_ReferenceLigand_25">
            <a:extLst>
              <a:ext uri="{FF2B5EF4-FFF2-40B4-BE49-F238E27FC236}">
                <a16:creationId xmlns:a16="http://schemas.microsoft.com/office/drawing/2014/main" id="{21FE4724-2E51-4D58-84F4-3E3B32AB0A5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2" name="9wq3_5_build_ReferenceLigand_26">
            <a:extLst>
              <a:ext uri="{FF2B5EF4-FFF2-40B4-BE49-F238E27FC236}">
                <a16:creationId xmlns:a16="http://schemas.microsoft.com/office/drawing/2014/main" id="{99B8DA14-300C-4A31-9F36-9DCDA0B8AA6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3" name="9wq3_5_build_ReferenceLigand_27">
            <a:extLst>
              <a:ext uri="{FF2B5EF4-FFF2-40B4-BE49-F238E27FC236}">
                <a16:creationId xmlns:a16="http://schemas.microsoft.com/office/drawing/2014/main" id="{0C95BAC5-9241-419E-BD1F-1398AB54A24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4" name="9wq3_5_build_ReferenceLigand_28">
            <a:extLst>
              <a:ext uri="{FF2B5EF4-FFF2-40B4-BE49-F238E27FC236}">
                <a16:creationId xmlns:a16="http://schemas.microsoft.com/office/drawing/2014/main" id="{12910A2C-E556-49D6-9AA2-0AE0982B20D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5" name="9wq3_5_build_ReferenceLigand_29">
            <a:extLst>
              <a:ext uri="{FF2B5EF4-FFF2-40B4-BE49-F238E27FC236}">
                <a16:creationId xmlns:a16="http://schemas.microsoft.com/office/drawing/2014/main" id="{242A1FFE-5D98-4459-ACD3-AAB3140672A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6" name="9wq3_5_build_ReferenceLigand_30">
            <a:extLst>
              <a:ext uri="{FF2B5EF4-FFF2-40B4-BE49-F238E27FC236}">
                <a16:creationId xmlns:a16="http://schemas.microsoft.com/office/drawing/2014/main" id="{69D6A4B8-CD74-478E-9ABA-B60E45F66C5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7" name="9wq3_5_build_ReferenceLigand_31">
            <a:extLst>
              <a:ext uri="{FF2B5EF4-FFF2-40B4-BE49-F238E27FC236}">
                <a16:creationId xmlns:a16="http://schemas.microsoft.com/office/drawing/2014/main" id="{11F4C15F-8720-4215-AFA8-E0CBEEEFC81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8" name="9wq3_5_build_ReferenceLigand_32">
            <a:extLst>
              <a:ext uri="{FF2B5EF4-FFF2-40B4-BE49-F238E27FC236}">
                <a16:creationId xmlns:a16="http://schemas.microsoft.com/office/drawing/2014/main" id="{89C356EC-6C1A-4C9B-8B22-4B4044DE557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9" name="9wq3_5_build_ReferenceLigand_33">
            <a:extLst>
              <a:ext uri="{FF2B5EF4-FFF2-40B4-BE49-F238E27FC236}">
                <a16:creationId xmlns:a16="http://schemas.microsoft.com/office/drawing/2014/main" id="{685CB4CD-3F14-48FC-9F87-95BDE68F1E4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0" name="9wq3_5_build_ReferenceLigand_34">
            <a:extLst>
              <a:ext uri="{FF2B5EF4-FFF2-40B4-BE49-F238E27FC236}">
                <a16:creationId xmlns:a16="http://schemas.microsoft.com/office/drawing/2014/main" id="{ADBD5501-3EB9-4289-96B9-9C48D1CC285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1" name="9wq3_5_build_ReferenceLigand_35">
            <a:extLst>
              <a:ext uri="{FF2B5EF4-FFF2-40B4-BE49-F238E27FC236}">
                <a16:creationId xmlns:a16="http://schemas.microsoft.com/office/drawing/2014/main" id="{85314673-AE78-44A8-B98C-5FBABF3832A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2" name="9wq3_5_build_ReferenceLigand_36">
            <a:extLst>
              <a:ext uri="{FF2B5EF4-FFF2-40B4-BE49-F238E27FC236}">
                <a16:creationId xmlns:a16="http://schemas.microsoft.com/office/drawing/2014/main" id="{CE6B32CA-03AC-4F2D-B060-650283993D0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3" name="9wq3_5_build_ReferenceLigand_37">
            <a:extLst>
              <a:ext uri="{FF2B5EF4-FFF2-40B4-BE49-F238E27FC236}">
                <a16:creationId xmlns:a16="http://schemas.microsoft.com/office/drawing/2014/main" id="{2C2C27B3-F896-4E85-A9E3-75BA936446B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4" name="9wq3_5_build_ReferenceLigand_38">
            <a:extLst>
              <a:ext uri="{FF2B5EF4-FFF2-40B4-BE49-F238E27FC236}">
                <a16:creationId xmlns:a16="http://schemas.microsoft.com/office/drawing/2014/main" id="{D13DCBDC-B132-4132-94EE-B472E33E88B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5" name="9wq3_5_build_ReferenceLigand_39">
            <a:extLst>
              <a:ext uri="{FF2B5EF4-FFF2-40B4-BE49-F238E27FC236}">
                <a16:creationId xmlns:a16="http://schemas.microsoft.com/office/drawing/2014/main" id="{65657995-C541-4114-8C01-10AAC533ADA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6" name="9wq3_5_build_ReferenceLigand_40">
            <a:extLst>
              <a:ext uri="{FF2B5EF4-FFF2-40B4-BE49-F238E27FC236}">
                <a16:creationId xmlns:a16="http://schemas.microsoft.com/office/drawing/2014/main" id="{5A3E6249-B988-44EC-BDCA-E6FC66D4A14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7" name="9wq3_5_build_ReferenceLigand_41">
            <a:extLst>
              <a:ext uri="{FF2B5EF4-FFF2-40B4-BE49-F238E27FC236}">
                <a16:creationId xmlns:a16="http://schemas.microsoft.com/office/drawing/2014/main" id="{53F31D5F-0C42-4BB6-AA5B-6B5E74425C7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8" name="9wq3_5_build_ReferenceLigand_42">
            <a:extLst>
              <a:ext uri="{FF2B5EF4-FFF2-40B4-BE49-F238E27FC236}">
                <a16:creationId xmlns:a16="http://schemas.microsoft.com/office/drawing/2014/main" id="{5335B0E7-0AEB-4106-86C9-4AC1E8DC1C5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9" name="9wq3_5_build_ReferenceLigand_43">
            <a:extLst>
              <a:ext uri="{FF2B5EF4-FFF2-40B4-BE49-F238E27FC236}">
                <a16:creationId xmlns:a16="http://schemas.microsoft.com/office/drawing/2014/main" id="{9C7FA1B3-946A-4497-A8BA-729AC14B894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0" name="9wq3_5_build_ReferenceLigand_44">
            <a:extLst>
              <a:ext uri="{FF2B5EF4-FFF2-40B4-BE49-F238E27FC236}">
                <a16:creationId xmlns:a16="http://schemas.microsoft.com/office/drawing/2014/main" id="{3D3C3781-56EA-46D2-8267-743ABA21A76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1" name="9wq3_5_build_ReferenceLigand_45">
            <a:extLst>
              <a:ext uri="{FF2B5EF4-FFF2-40B4-BE49-F238E27FC236}">
                <a16:creationId xmlns:a16="http://schemas.microsoft.com/office/drawing/2014/main" id="{0587C0DE-41F0-4AC6-88A6-09054F8F8A6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2" name="9wq3_5_build_ReferenceLigand_46">
            <a:extLst>
              <a:ext uri="{FF2B5EF4-FFF2-40B4-BE49-F238E27FC236}">
                <a16:creationId xmlns:a16="http://schemas.microsoft.com/office/drawing/2014/main" id="{AFB27CAF-4CCB-40CD-B37B-B60600D3164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3" name="9wq3_5_build_ReferenceLigand_47">
            <a:extLst>
              <a:ext uri="{FF2B5EF4-FFF2-40B4-BE49-F238E27FC236}">
                <a16:creationId xmlns:a16="http://schemas.microsoft.com/office/drawing/2014/main" id="{8E1E4104-E885-4578-8159-C7ACC086479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4" name="9wq3_5_build_ReferenceLigand_48">
            <a:extLst>
              <a:ext uri="{FF2B5EF4-FFF2-40B4-BE49-F238E27FC236}">
                <a16:creationId xmlns:a16="http://schemas.microsoft.com/office/drawing/2014/main" id="{9EB97A77-14D6-4C14-B142-2C949B44F82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5" name="9wq3_5_build_ReferenceLigand_49">
            <a:extLst>
              <a:ext uri="{FF2B5EF4-FFF2-40B4-BE49-F238E27FC236}">
                <a16:creationId xmlns:a16="http://schemas.microsoft.com/office/drawing/2014/main" id="{B887B2E2-EBC6-427E-8B7D-4841E556E93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6" name="9wq3_5_build_ReferenceLigand_50">
            <a:extLst>
              <a:ext uri="{FF2B5EF4-FFF2-40B4-BE49-F238E27FC236}">
                <a16:creationId xmlns:a16="http://schemas.microsoft.com/office/drawing/2014/main" id="{C22F5D77-5531-4905-9536-74B44D7AF80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7" name="9wq3_5_build_PredictedLigand_0">
            <a:extLst>
              <a:ext uri="{FF2B5EF4-FFF2-40B4-BE49-F238E27FC236}">
                <a16:creationId xmlns:a16="http://schemas.microsoft.com/office/drawing/2014/main" id="{CF6CCAFA-3A0A-4EC2-B69F-D21A18F243A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72293" y="7286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48" name="9wq3_5_build_PredictedLigand_1">
            <a:extLst>
              <a:ext uri="{FF2B5EF4-FFF2-40B4-BE49-F238E27FC236}">
                <a16:creationId xmlns:a16="http://schemas.microsoft.com/office/drawing/2014/main" id="{C99A7AD4-4296-44EB-AF40-EEAFDAA0955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5363" y="5113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49" name="9wq3_5_build_PredictedLigand_2">
            <a:extLst>
              <a:ext uri="{FF2B5EF4-FFF2-40B4-BE49-F238E27FC236}">
                <a16:creationId xmlns:a16="http://schemas.microsoft.com/office/drawing/2014/main" id="{38EE12C1-764C-4D79-99A1-84687373850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2293" y="728655"/>
                </a:moveTo>
                <a:lnTo>
                  <a:pt x="2071619" y="835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0" name="9wq3_5_build_PredictedLigand_3">
            <a:extLst>
              <a:ext uri="{FF2B5EF4-FFF2-40B4-BE49-F238E27FC236}">
                <a16:creationId xmlns:a16="http://schemas.microsoft.com/office/drawing/2014/main" id="{D401D7BE-CFD9-4CB5-9FD8-B2608AF73B2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1582" y="8282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1" name="9wq3_5_build_PredictedLigand_4">
            <a:extLst>
              <a:ext uri="{FF2B5EF4-FFF2-40B4-BE49-F238E27FC236}">
                <a16:creationId xmlns:a16="http://schemas.microsoft.com/office/drawing/2014/main" id="{DD86545A-4841-44A3-A233-E5CDFC17FBB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156516" y="5724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2" name="9wq3_5_build_PredictedLigand_5">
            <a:extLst>
              <a:ext uri="{FF2B5EF4-FFF2-40B4-BE49-F238E27FC236}">
                <a16:creationId xmlns:a16="http://schemas.microsoft.com/office/drawing/2014/main" id="{CBF13D24-2990-445D-B6E5-613AFBF0054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1619" y="835169"/>
                </a:moveTo>
                <a:lnTo>
                  <a:pt x="2062197" y="6993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3" name="9wq3_5_build_PredictedLigand_6">
            <a:extLst>
              <a:ext uri="{FF2B5EF4-FFF2-40B4-BE49-F238E27FC236}">
                <a16:creationId xmlns:a16="http://schemas.microsoft.com/office/drawing/2014/main" id="{30F97795-FD74-4171-97FF-B0AD3FBABF3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1868" y="674266"/>
                </a:moveTo>
                <a:lnTo>
                  <a:pt x="452517" y="5022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4" name="9wq3_5_build_PredictedLigand_7">
            <a:extLst>
              <a:ext uri="{FF2B5EF4-FFF2-40B4-BE49-F238E27FC236}">
                <a16:creationId xmlns:a16="http://schemas.microsoft.com/office/drawing/2014/main" id="{ACAFA841-F71D-4729-8DFF-916628DC50C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51261" y="11954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5" name="9wq3_5_build_PredictedLigand_8">
            <a:extLst>
              <a:ext uri="{FF2B5EF4-FFF2-40B4-BE49-F238E27FC236}">
                <a16:creationId xmlns:a16="http://schemas.microsoft.com/office/drawing/2014/main" id="{8E5BF5EC-8793-4A86-9B63-5001D8C8E9D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054" y="1011072"/>
                </a:moveTo>
                <a:lnTo>
                  <a:pt x="1147674" y="10911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6" name="9wq3_5_build_PredictedLigand_9">
            <a:extLst>
              <a:ext uri="{FF2B5EF4-FFF2-40B4-BE49-F238E27FC236}">
                <a16:creationId xmlns:a16="http://schemas.microsoft.com/office/drawing/2014/main" id="{01C356BA-8BC3-4806-BEA8-02536B1A016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7" name="9wq3_5_build_PredictedLigand_10">
            <a:extLst>
              <a:ext uri="{FF2B5EF4-FFF2-40B4-BE49-F238E27FC236}">
                <a16:creationId xmlns:a16="http://schemas.microsoft.com/office/drawing/2014/main" id="{0E22CA89-2185-4EA8-9FF2-02307828059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01858" y="9764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8" name="9wq3_5_build_PredictedLigand_11">
            <a:extLst>
              <a:ext uri="{FF2B5EF4-FFF2-40B4-BE49-F238E27FC236}">
                <a16:creationId xmlns:a16="http://schemas.microsoft.com/office/drawing/2014/main" id="{063FAA04-72D7-4851-BF52-D8266631114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88054" y="1011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59" name="9wq3_5_build_PredictedLigand_12">
            <a:extLst>
              <a:ext uri="{FF2B5EF4-FFF2-40B4-BE49-F238E27FC236}">
                <a16:creationId xmlns:a16="http://schemas.microsoft.com/office/drawing/2014/main" id="{F69892A7-F912-460D-AC23-FF4E0E48D225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562" y="573134"/>
                </a:moveTo>
                <a:lnTo>
                  <a:pt x="2361910" y="5691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0" name="9wq3_5_build_PredictedLigand_13">
            <a:extLst>
              <a:ext uri="{FF2B5EF4-FFF2-40B4-BE49-F238E27FC236}">
                <a16:creationId xmlns:a16="http://schemas.microsoft.com/office/drawing/2014/main" id="{547AA837-EF79-45B4-A29A-DE7D3373BE4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261" y="1195414"/>
                </a:moveTo>
                <a:lnTo>
                  <a:pt x="1247180" y="1262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1" name="9wq3_5_build_PredictedLigand_14">
            <a:extLst>
              <a:ext uri="{FF2B5EF4-FFF2-40B4-BE49-F238E27FC236}">
                <a16:creationId xmlns:a16="http://schemas.microsoft.com/office/drawing/2014/main" id="{10BC0D1A-B236-4C6E-8043-AADE5AAE323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311145" y="9495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2" name="9wq3_5_build_PredictedLigand_15">
            <a:extLst>
              <a:ext uri="{FF2B5EF4-FFF2-40B4-BE49-F238E27FC236}">
                <a16:creationId xmlns:a16="http://schemas.microsoft.com/office/drawing/2014/main" id="{FB0579BF-49EA-4517-B4D5-CF6F67FF92F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3" name="9wq3_5_build_PredictedLigand_16">
            <a:extLst>
              <a:ext uri="{FF2B5EF4-FFF2-40B4-BE49-F238E27FC236}">
                <a16:creationId xmlns:a16="http://schemas.microsoft.com/office/drawing/2014/main" id="{591B8474-885E-4834-8EFA-3BA618A838D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4" name="9wq3_5_build_PredictedLigand_17">
            <a:extLst>
              <a:ext uri="{FF2B5EF4-FFF2-40B4-BE49-F238E27FC236}">
                <a16:creationId xmlns:a16="http://schemas.microsoft.com/office/drawing/2014/main" id="{D61FDA40-7DCF-46FF-BFD6-1E19A58550E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2700" y="836002"/>
                </a:moveTo>
                <a:lnTo>
                  <a:pt x="988352" y="848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5" name="9wq3_5_build_PredictedLigand_18">
            <a:extLst>
              <a:ext uri="{FF2B5EF4-FFF2-40B4-BE49-F238E27FC236}">
                <a16:creationId xmlns:a16="http://schemas.microsoft.com/office/drawing/2014/main" id="{F08269E2-146A-4E9A-B451-FD667C5BE83F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6" name="9wq3_5_build_PredictedLigand_19">
            <a:extLst>
              <a:ext uri="{FF2B5EF4-FFF2-40B4-BE49-F238E27FC236}">
                <a16:creationId xmlns:a16="http://schemas.microsoft.com/office/drawing/2014/main" id="{A72FB83F-1E8C-4DCC-A2D2-D6C6BBD5771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88393" y="842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7" name="9wq3_5_build_PredictedLigand_20">
            <a:extLst>
              <a:ext uri="{FF2B5EF4-FFF2-40B4-BE49-F238E27FC236}">
                <a16:creationId xmlns:a16="http://schemas.microsoft.com/office/drawing/2014/main" id="{26421F48-D411-4B9F-8BF1-BBFA32EC797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366123" y="4502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8" name="9wq3_5_build_PredictedLigand_21">
            <a:extLst>
              <a:ext uri="{FF2B5EF4-FFF2-40B4-BE49-F238E27FC236}">
                <a16:creationId xmlns:a16="http://schemas.microsoft.com/office/drawing/2014/main" id="{99623444-4356-493D-AB3C-B105E898AFC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81558" y="5379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9" name="9wq3_5_build_PredictedLigand_22">
            <a:extLst>
              <a:ext uri="{FF2B5EF4-FFF2-40B4-BE49-F238E27FC236}">
                <a16:creationId xmlns:a16="http://schemas.microsoft.com/office/drawing/2014/main" id="{3DC77ADB-C785-411D-B325-582104F0FCC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0" name="9wq3_5_build_PredictedLigand_23">
            <a:extLst>
              <a:ext uri="{FF2B5EF4-FFF2-40B4-BE49-F238E27FC236}">
                <a16:creationId xmlns:a16="http://schemas.microsoft.com/office/drawing/2014/main" id="{B0F91F14-9A87-4221-9EE5-8E935401DE9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456" y="886348"/>
                </a:moveTo>
                <a:lnTo>
                  <a:pt x="691407" y="8011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1" name="9wq3_5_build_PredictedLigand_24">
            <a:extLst>
              <a:ext uri="{FF2B5EF4-FFF2-40B4-BE49-F238E27FC236}">
                <a16:creationId xmlns:a16="http://schemas.microsoft.com/office/drawing/2014/main" id="{A337332C-2578-4173-B380-1A607D8B1B1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2" name="9wq3_5_build_PredictedLigand_25">
            <a:extLst>
              <a:ext uri="{FF2B5EF4-FFF2-40B4-BE49-F238E27FC236}">
                <a16:creationId xmlns:a16="http://schemas.microsoft.com/office/drawing/2014/main" id="{3E2C6BBD-EADB-4A1D-A25B-8154931F3F8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443" y="767886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3" name="9wq3_5_build_PredictedLigand_26">
            <a:extLst>
              <a:ext uri="{FF2B5EF4-FFF2-40B4-BE49-F238E27FC236}">
                <a16:creationId xmlns:a16="http://schemas.microsoft.com/office/drawing/2014/main" id="{141303E1-F6C0-47D8-8554-BDBFB4BD1F2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4699" y="590946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4" name="9wq3_5_build_PredictedLigand_27">
            <a:extLst>
              <a:ext uri="{FF2B5EF4-FFF2-40B4-BE49-F238E27FC236}">
                <a16:creationId xmlns:a16="http://schemas.microsoft.com/office/drawing/2014/main" id="{2E2951A8-FD02-47BB-877E-412ABAF1F04D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270443" y="7678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5" name="9wq3_5_build_PredictedLigand_28">
            <a:extLst>
              <a:ext uri="{FF2B5EF4-FFF2-40B4-BE49-F238E27FC236}">
                <a16:creationId xmlns:a16="http://schemas.microsoft.com/office/drawing/2014/main" id="{EEBF8CF8-D08C-436A-A238-4906A4485D6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7180" y="1262586"/>
                </a:moveTo>
                <a:lnTo>
                  <a:pt x="1389630" y="13335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6" name="9wq3_5_build_PredictedLigand_29">
            <a:extLst>
              <a:ext uri="{FF2B5EF4-FFF2-40B4-BE49-F238E27FC236}">
                <a16:creationId xmlns:a16="http://schemas.microsoft.com/office/drawing/2014/main" id="{C21ECBB7-A6F7-4187-80B5-CEE11FB6652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667456" y="886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7" name="9wq3_5_build_PredictedLigand_30">
            <a:extLst>
              <a:ext uri="{FF2B5EF4-FFF2-40B4-BE49-F238E27FC236}">
                <a16:creationId xmlns:a16="http://schemas.microsoft.com/office/drawing/2014/main" id="{FE5234C9-1CA2-4F9B-825E-F87A6282778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6229" y="726299"/>
                </a:moveTo>
                <a:lnTo>
                  <a:pt x="867039" y="9397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8" name="9wq3_5_build_PredictedLigand_31">
            <a:extLst>
              <a:ext uri="{FF2B5EF4-FFF2-40B4-BE49-F238E27FC236}">
                <a16:creationId xmlns:a16="http://schemas.microsoft.com/office/drawing/2014/main" id="{18349760-132E-4C40-B18B-3FA831ECD96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2395" y="760831"/>
                </a:moveTo>
                <a:lnTo>
                  <a:pt x="1385839" y="628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9" name="9wq3_5_build_PredictedLigand_32">
            <a:extLst>
              <a:ext uri="{FF2B5EF4-FFF2-40B4-BE49-F238E27FC236}">
                <a16:creationId xmlns:a16="http://schemas.microsoft.com/office/drawing/2014/main" id="{D9204FB3-A627-4CD9-82A3-AA33B1099D0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1413" y="1007815"/>
                </a:moveTo>
                <a:lnTo>
                  <a:pt x="1998868" y="676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0" name="9wq3_5_build_PredictedLigand_33">
            <a:extLst>
              <a:ext uri="{FF2B5EF4-FFF2-40B4-BE49-F238E27FC236}">
                <a16:creationId xmlns:a16="http://schemas.microsoft.com/office/drawing/2014/main" id="{CF3ADA21-8920-4AB8-A152-831392F8B78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1" name="9wq3_5_build_PredictedLigand_34">
            <a:extLst>
              <a:ext uri="{FF2B5EF4-FFF2-40B4-BE49-F238E27FC236}">
                <a16:creationId xmlns:a16="http://schemas.microsoft.com/office/drawing/2014/main" id="{F77A7070-C941-478F-84E8-3A9B4BE9E860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2" name="9wq3_5_build_PredictedLigand_35">
            <a:extLst>
              <a:ext uri="{FF2B5EF4-FFF2-40B4-BE49-F238E27FC236}">
                <a16:creationId xmlns:a16="http://schemas.microsoft.com/office/drawing/2014/main" id="{D1DFE0C4-A51B-4D2D-A8BA-4FF50695E09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868" y="676134"/>
                </a:moveTo>
                <a:lnTo>
                  <a:pt x="2074699" y="590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3" name="9wq3_5_build_PredictedLigand_36">
            <a:extLst>
              <a:ext uri="{FF2B5EF4-FFF2-40B4-BE49-F238E27FC236}">
                <a16:creationId xmlns:a16="http://schemas.microsoft.com/office/drawing/2014/main" id="{6BBD33E5-E423-4C0D-8615-2B4E5209ABE1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4" name="9wq3_5_build_PredictedLigand_37">
            <a:extLst>
              <a:ext uri="{FF2B5EF4-FFF2-40B4-BE49-F238E27FC236}">
                <a16:creationId xmlns:a16="http://schemas.microsoft.com/office/drawing/2014/main" id="{AC93E002-3F19-4649-A403-E8F6FFAF736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764" y="1333500"/>
                </a:moveTo>
                <a:lnTo>
                  <a:pt x="1513430" y="12203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5" name="9wq3_5_build_PredictedLigand_38">
            <a:extLst>
              <a:ext uri="{FF2B5EF4-FFF2-40B4-BE49-F238E27FC236}">
                <a16:creationId xmlns:a16="http://schemas.microsoft.com/office/drawing/2014/main" id="{1F94112F-ACB1-47DA-BF62-95E8AE6C301B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6" name="9wq3_5_build_PredictedLigand_39">
            <a:extLst>
              <a:ext uri="{FF2B5EF4-FFF2-40B4-BE49-F238E27FC236}">
                <a16:creationId xmlns:a16="http://schemas.microsoft.com/office/drawing/2014/main" id="{6CD9CFAD-24D9-4F8D-89C7-6CF1ACBB12B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58879" y="5606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7" name="9wq3_5_build_PredictedLigand_40">
            <a:extLst>
              <a:ext uri="{FF2B5EF4-FFF2-40B4-BE49-F238E27FC236}">
                <a16:creationId xmlns:a16="http://schemas.microsoft.com/office/drawing/2014/main" id="{EDD65DD6-DCFC-452B-A649-D5F16645BD9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6127" y="1170705"/>
                </a:moveTo>
                <a:lnTo>
                  <a:pt x="1926902" y="10636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8" name="9wq3_5_build_PredictedLigand_41">
            <a:extLst>
              <a:ext uri="{FF2B5EF4-FFF2-40B4-BE49-F238E27FC236}">
                <a16:creationId xmlns:a16="http://schemas.microsoft.com/office/drawing/2014/main" id="{182398C8-1C0F-4368-AA36-9E2491669197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358347" y="9288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9" name="9wq3_5_build_PredictedLigand_42">
            <a:extLst>
              <a:ext uri="{FF2B5EF4-FFF2-40B4-BE49-F238E27FC236}">
                <a16:creationId xmlns:a16="http://schemas.microsoft.com/office/drawing/2014/main" id="{86C64C13-2B98-49CF-B973-B56D961D655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3430" y="1220326"/>
                </a:moveTo>
                <a:lnTo>
                  <a:pt x="1648778" y="1107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0" name="9wq3_5_build_PredictedLigand_43">
            <a:extLst>
              <a:ext uri="{FF2B5EF4-FFF2-40B4-BE49-F238E27FC236}">
                <a16:creationId xmlns:a16="http://schemas.microsoft.com/office/drawing/2014/main" id="{355C2D99-6409-4C93-AE2F-560C6ECACE6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454" y="827535"/>
                </a:moveTo>
                <a:lnTo>
                  <a:pt x="1542395" y="760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1" name="9wq3_5_build_PredictedLigand_44">
            <a:extLst>
              <a:ext uri="{FF2B5EF4-FFF2-40B4-BE49-F238E27FC236}">
                <a16:creationId xmlns:a16="http://schemas.microsoft.com/office/drawing/2014/main" id="{8CD3EDCB-3A00-4516-A3B3-FAD64575865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039" y="939779"/>
                </a:moveTo>
                <a:lnTo>
                  <a:pt x="756810" y="7992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2" name="9wq3_5_build_PredictedLigand_45">
            <a:extLst>
              <a:ext uri="{FF2B5EF4-FFF2-40B4-BE49-F238E27FC236}">
                <a16:creationId xmlns:a16="http://schemas.microsoft.com/office/drawing/2014/main" id="{075DFC27-2088-40AB-8348-D68792F03DD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3" name="9wq3_5_build_PredictedLigand_46">
            <a:extLst>
              <a:ext uri="{FF2B5EF4-FFF2-40B4-BE49-F238E27FC236}">
                <a16:creationId xmlns:a16="http://schemas.microsoft.com/office/drawing/2014/main" id="{4E2CDAD0-41EF-4D21-AC48-A0D071AA30E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1849321" y="9409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4" name="9wq3_5_build_PredictedLigand_47">
            <a:extLst>
              <a:ext uri="{FF2B5EF4-FFF2-40B4-BE49-F238E27FC236}">
                <a16:creationId xmlns:a16="http://schemas.microsoft.com/office/drawing/2014/main" id="{C939351C-AEEC-4769-A2FF-382D103014A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536" y="982471"/>
                </a:moveTo>
                <a:lnTo>
                  <a:pt x="1556454" y="8275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5" name="9wq3_5_build_PredictedLigand_48">
            <a:extLst>
              <a:ext uri="{FF2B5EF4-FFF2-40B4-BE49-F238E27FC236}">
                <a16:creationId xmlns:a16="http://schemas.microsoft.com/office/drawing/2014/main" id="{AD03ACD1-DBAE-4CB9-BBAF-9E9BB0A0DFC6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321" y="940969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6" name="9wq3_5_build_PredictedAtoms_0">
            <a:extLst>
              <a:ext uri="{FF2B5EF4-FFF2-40B4-BE49-F238E27FC236}">
                <a16:creationId xmlns:a16="http://schemas.microsoft.com/office/drawing/2014/main" id="{442FAE7C-B315-4360-A9D8-1B49DA5F676F}"/>
              </a:ext>
            </a:extLst>
          </p:cNvPr>
          <p:cNvSpPr>
            <a:spLocks noGrp="1"/>
          </p:cNvSpPr>
          <p:nvPr/>
        </p:nvSpPr>
        <p:spPr>
          <a:xfrm>
            <a:off x="7992669" y="110392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297" name="9wq3_5_build_PredictedAtoms_1">
            <a:extLst>
              <a:ext uri="{FF2B5EF4-FFF2-40B4-BE49-F238E27FC236}">
                <a16:creationId xmlns:a16="http://schemas.microsoft.com/office/drawing/2014/main" id="{735A4A5F-3BA0-4E82-81E9-F18C3F45A0E2}"/>
              </a:ext>
            </a:extLst>
          </p:cNvPr>
          <p:cNvSpPr>
            <a:spLocks noGrp="1"/>
          </p:cNvSpPr>
          <p:nvPr/>
        </p:nvSpPr>
        <p:spPr>
          <a:xfrm>
            <a:off x="7962135" y="108985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298" name="9wq3_5_build_PredictedAtoms_2">
            <a:extLst>
              <a:ext uri="{FF2B5EF4-FFF2-40B4-BE49-F238E27FC236}">
                <a16:creationId xmlns:a16="http://schemas.microsoft.com/office/drawing/2014/main" id="{8ECB43F0-4044-40FC-8A78-B5B5980F37DD}"/>
              </a:ext>
            </a:extLst>
          </p:cNvPr>
          <p:cNvSpPr>
            <a:spLocks noGrp="1"/>
          </p:cNvSpPr>
          <p:nvPr/>
        </p:nvSpPr>
        <p:spPr>
          <a:xfrm>
            <a:off x="8082910" y="1079156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299" name="9wq3_5_build_PredictedAtoms_3">
            <a:extLst>
              <a:ext uri="{FF2B5EF4-FFF2-40B4-BE49-F238E27FC236}">
                <a16:creationId xmlns:a16="http://schemas.microsoft.com/office/drawing/2014/main" id="{AE683867-A108-4D97-9CD4-D42C478ED638}"/>
              </a:ext>
            </a:extLst>
          </p:cNvPr>
          <p:cNvSpPr>
            <a:spLocks noGrp="1"/>
          </p:cNvSpPr>
          <p:nvPr/>
        </p:nvSpPr>
        <p:spPr>
          <a:xfrm>
            <a:off x="8167420" y="107356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0" name="9wq3_5_build_PredictedAtoms_4">
            <a:extLst>
              <a:ext uri="{FF2B5EF4-FFF2-40B4-BE49-F238E27FC236}">
                <a16:creationId xmlns:a16="http://schemas.microsoft.com/office/drawing/2014/main" id="{1CD75414-7C6F-45D9-BB07-90114A49F268}"/>
              </a:ext>
            </a:extLst>
          </p:cNvPr>
          <p:cNvSpPr>
            <a:spLocks noGrp="1"/>
          </p:cNvSpPr>
          <p:nvPr/>
        </p:nvSpPr>
        <p:spPr>
          <a:xfrm>
            <a:off x="8154875" y="104040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1" name="9wq3_5_build_PredictedAtoms_5">
            <a:extLst>
              <a:ext uri="{FF2B5EF4-FFF2-40B4-BE49-F238E27FC236}">
                <a16:creationId xmlns:a16="http://schemas.microsoft.com/office/drawing/2014/main" id="{10402120-7C4B-4C2D-A9A1-884501520E11}"/>
              </a:ext>
            </a:extLst>
          </p:cNvPr>
          <p:cNvSpPr>
            <a:spLocks noGrp="1"/>
          </p:cNvSpPr>
          <p:nvPr/>
        </p:nvSpPr>
        <p:spPr>
          <a:xfrm>
            <a:off x="8230707" y="103188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2" name="9wq3_5_build_PredictedAtoms_6">
            <a:extLst>
              <a:ext uri="{FF2B5EF4-FFF2-40B4-BE49-F238E27FC236}">
                <a16:creationId xmlns:a16="http://schemas.microsoft.com/office/drawing/2014/main" id="{6E1FDAD9-D29B-4A80-BD5F-E4AC90171950}"/>
              </a:ext>
            </a:extLst>
          </p:cNvPr>
          <p:cNvSpPr>
            <a:spLocks noGrp="1"/>
          </p:cNvSpPr>
          <p:nvPr/>
        </p:nvSpPr>
        <p:spPr>
          <a:xfrm>
            <a:off x="8315570" y="103010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3" name="9wq3_5_build_PredictedAtoms_7">
            <a:extLst>
              <a:ext uri="{FF2B5EF4-FFF2-40B4-BE49-F238E27FC236}">
                <a16:creationId xmlns:a16="http://schemas.microsoft.com/office/drawing/2014/main" id="{93B4BF00-B60B-478F-87CC-ECCD818055FF}"/>
              </a:ext>
            </a:extLst>
          </p:cNvPr>
          <p:cNvSpPr>
            <a:spLocks noGrp="1"/>
          </p:cNvSpPr>
          <p:nvPr/>
        </p:nvSpPr>
        <p:spPr>
          <a:xfrm>
            <a:off x="8517918" y="102970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4" name="9wq3_5_build_PredictedAtoms_8">
            <a:extLst>
              <a:ext uri="{FF2B5EF4-FFF2-40B4-BE49-F238E27FC236}">
                <a16:creationId xmlns:a16="http://schemas.microsoft.com/office/drawing/2014/main" id="{3F96D1A7-D134-4E64-81F3-519B20BA4FA3}"/>
              </a:ext>
            </a:extLst>
          </p:cNvPr>
          <p:cNvSpPr>
            <a:spLocks noGrp="1"/>
          </p:cNvSpPr>
          <p:nvPr/>
        </p:nvSpPr>
        <p:spPr>
          <a:xfrm>
            <a:off x="8522130" y="101781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5" name="9wq3_5_build_PredictedAtoms_9">
            <a:extLst>
              <a:ext uri="{FF2B5EF4-FFF2-40B4-BE49-F238E27FC236}">
                <a16:creationId xmlns:a16="http://schemas.microsoft.com/office/drawing/2014/main" id="{09D3D954-51AE-4E28-9F6E-302A90DF7D6E}"/>
              </a:ext>
            </a:extLst>
          </p:cNvPr>
          <p:cNvSpPr>
            <a:spLocks noGrp="1"/>
          </p:cNvSpPr>
          <p:nvPr/>
        </p:nvSpPr>
        <p:spPr>
          <a:xfrm>
            <a:off x="8312524" y="103002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6" name="9wq3_5_build_PredictedAtoms_10">
            <a:extLst>
              <a:ext uri="{FF2B5EF4-FFF2-40B4-BE49-F238E27FC236}">
                <a16:creationId xmlns:a16="http://schemas.microsoft.com/office/drawing/2014/main" id="{19F08C01-61FF-4330-B547-A3E07861EA51}"/>
              </a:ext>
            </a:extLst>
          </p:cNvPr>
          <p:cNvSpPr>
            <a:spLocks noGrp="1"/>
          </p:cNvSpPr>
          <p:nvPr/>
        </p:nvSpPr>
        <p:spPr>
          <a:xfrm>
            <a:off x="8328300" y="104565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7" name="9wq3_5_build_PredictedAtoms_11">
            <a:extLst>
              <a:ext uri="{FF2B5EF4-FFF2-40B4-BE49-F238E27FC236}">
                <a16:creationId xmlns:a16="http://schemas.microsoft.com/office/drawing/2014/main" id="{A5B705B0-1C12-405C-B165-3287A316F85E}"/>
              </a:ext>
            </a:extLst>
          </p:cNvPr>
          <p:cNvSpPr>
            <a:spLocks noGrp="1"/>
          </p:cNvSpPr>
          <p:nvPr/>
        </p:nvSpPr>
        <p:spPr>
          <a:xfrm>
            <a:off x="8227626" y="105630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8" name="9wq3_5_build_PredictedAtoms_12">
            <a:extLst>
              <a:ext uri="{FF2B5EF4-FFF2-40B4-BE49-F238E27FC236}">
                <a16:creationId xmlns:a16="http://schemas.microsoft.com/office/drawing/2014/main" id="{E87CD575-D3B9-42FF-AED3-8B5D3D097A73}"/>
              </a:ext>
            </a:extLst>
          </p:cNvPr>
          <p:cNvSpPr>
            <a:spLocks noGrp="1"/>
          </p:cNvSpPr>
          <p:nvPr/>
        </p:nvSpPr>
        <p:spPr>
          <a:xfrm>
            <a:off x="8218205" y="104272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09" name="9wq3_5_build_PredictedAtoms_13">
            <a:extLst>
              <a:ext uri="{FF2B5EF4-FFF2-40B4-BE49-F238E27FC236}">
                <a16:creationId xmlns:a16="http://schemas.microsoft.com/office/drawing/2014/main" id="{E25B4A65-6A66-4511-9AA5-EAA3E4AD248B}"/>
              </a:ext>
            </a:extLst>
          </p:cNvPr>
          <p:cNvSpPr>
            <a:spLocks noGrp="1"/>
          </p:cNvSpPr>
          <p:nvPr/>
        </p:nvSpPr>
        <p:spPr>
          <a:xfrm>
            <a:off x="8005328" y="106688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0" name="9wq3_5_build_PredictedAtoms_14">
            <a:extLst>
              <a:ext uri="{FF2B5EF4-FFF2-40B4-BE49-F238E27FC236}">
                <a16:creationId xmlns:a16="http://schemas.microsoft.com/office/drawing/2014/main" id="{68037CC3-1E59-40A4-B1F1-716DB1AECC6D}"/>
              </a:ext>
            </a:extLst>
          </p:cNvPr>
          <p:cNvSpPr>
            <a:spLocks noGrp="1"/>
          </p:cNvSpPr>
          <p:nvPr/>
        </p:nvSpPr>
        <p:spPr>
          <a:xfrm>
            <a:off x="7844543" y="107103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1" name="9wq3_5_build_PredictedAtoms_15">
            <a:extLst>
              <a:ext uri="{FF2B5EF4-FFF2-40B4-BE49-F238E27FC236}">
                <a16:creationId xmlns:a16="http://schemas.microsoft.com/office/drawing/2014/main" id="{0EB591B5-C403-4C6D-A1A5-1C9593AA731C}"/>
              </a:ext>
            </a:extLst>
          </p:cNvPr>
          <p:cNvSpPr>
            <a:spLocks noGrp="1"/>
          </p:cNvSpPr>
          <p:nvPr/>
        </p:nvSpPr>
        <p:spPr>
          <a:xfrm>
            <a:off x="7712461" y="105554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2" name="9wq3_5_build_PredictedAtoms_16">
            <a:extLst>
              <a:ext uri="{FF2B5EF4-FFF2-40B4-BE49-F238E27FC236}">
                <a16:creationId xmlns:a16="http://schemas.microsoft.com/office/drawing/2014/main" id="{EB8CF7DB-F69E-4D7B-AEEE-3183A563EBEB}"/>
              </a:ext>
            </a:extLst>
          </p:cNvPr>
          <p:cNvSpPr>
            <a:spLocks noGrp="1"/>
          </p:cNvSpPr>
          <p:nvPr/>
        </p:nvSpPr>
        <p:spPr>
          <a:xfrm>
            <a:off x="7698403" y="104887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3" name="9wq3_5_build_PredictedAtoms_17">
            <a:extLst>
              <a:ext uri="{FF2B5EF4-FFF2-40B4-BE49-F238E27FC236}">
                <a16:creationId xmlns:a16="http://schemas.microsoft.com/office/drawing/2014/main" id="{0E55546C-D552-4203-BBC0-A8A8DE32B586}"/>
              </a:ext>
            </a:extLst>
          </p:cNvPr>
          <p:cNvSpPr>
            <a:spLocks noGrp="1"/>
          </p:cNvSpPr>
          <p:nvPr/>
        </p:nvSpPr>
        <p:spPr>
          <a:xfrm>
            <a:off x="7541847" y="103559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4" name="9wq3_5_build_PredictedAtoms_18">
            <a:extLst>
              <a:ext uri="{FF2B5EF4-FFF2-40B4-BE49-F238E27FC236}">
                <a16:creationId xmlns:a16="http://schemas.microsoft.com/office/drawing/2014/main" id="{874BEF3A-4830-4232-A5BB-779CB2FC3AE8}"/>
              </a:ext>
            </a:extLst>
          </p:cNvPr>
          <p:cNvSpPr>
            <a:spLocks noGrp="1"/>
          </p:cNvSpPr>
          <p:nvPr/>
        </p:nvSpPr>
        <p:spPr>
          <a:xfrm>
            <a:off x="7514887" y="102885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5" name="9wq3_5_build_PredictedAtoms_19">
            <a:extLst>
              <a:ext uri="{FF2B5EF4-FFF2-40B4-BE49-F238E27FC236}">
                <a16:creationId xmlns:a16="http://schemas.microsoft.com/office/drawing/2014/main" id="{21253A60-EB16-4905-9131-FA1F5A479827}"/>
              </a:ext>
            </a:extLst>
          </p:cNvPr>
          <p:cNvSpPr>
            <a:spLocks noGrp="1"/>
          </p:cNvSpPr>
          <p:nvPr/>
        </p:nvSpPr>
        <p:spPr>
          <a:xfrm>
            <a:off x="7537565" y="102658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6" name="9wq3_5_build_PredictedAtoms_20">
            <a:extLst>
              <a:ext uri="{FF2B5EF4-FFF2-40B4-BE49-F238E27FC236}">
                <a16:creationId xmlns:a16="http://schemas.microsoft.com/office/drawing/2014/main" id="{97E7B8FF-46DF-4D43-90DF-F7ECB0E0D797}"/>
              </a:ext>
            </a:extLst>
          </p:cNvPr>
          <p:cNvSpPr>
            <a:spLocks noGrp="1"/>
          </p:cNvSpPr>
          <p:nvPr/>
        </p:nvSpPr>
        <p:spPr>
          <a:xfrm>
            <a:off x="7426451" y="104957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7" name="9wq3_5_build_PredictedAtoms_21">
            <a:extLst>
              <a:ext uri="{FF2B5EF4-FFF2-40B4-BE49-F238E27FC236}">
                <a16:creationId xmlns:a16="http://schemas.microsoft.com/office/drawing/2014/main" id="{E1556241-555F-4A1B-A4C0-9E3DC200BEAC}"/>
              </a:ext>
            </a:extLst>
          </p:cNvPr>
          <p:cNvSpPr>
            <a:spLocks noGrp="1"/>
          </p:cNvSpPr>
          <p:nvPr/>
        </p:nvSpPr>
        <p:spPr>
          <a:xfrm>
            <a:off x="7298708" y="105638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8" name="9wq3_5_build_PredictedAtoms_22">
            <a:extLst>
              <a:ext uri="{FF2B5EF4-FFF2-40B4-BE49-F238E27FC236}">
                <a16:creationId xmlns:a16="http://schemas.microsoft.com/office/drawing/2014/main" id="{EFF9BD60-979A-4798-8F8B-CBA387F25CEA}"/>
              </a:ext>
            </a:extLst>
          </p:cNvPr>
          <p:cNvSpPr>
            <a:spLocks noGrp="1"/>
          </p:cNvSpPr>
          <p:nvPr/>
        </p:nvSpPr>
        <p:spPr>
          <a:xfrm>
            <a:off x="7144359" y="10576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19" name="9wq3_5_build_PredictedAtoms_23">
            <a:extLst>
              <a:ext uri="{FF2B5EF4-FFF2-40B4-BE49-F238E27FC236}">
                <a16:creationId xmlns:a16="http://schemas.microsoft.com/office/drawing/2014/main" id="{4CD32DC5-B90F-4C29-AA43-244C5039650C}"/>
              </a:ext>
            </a:extLst>
          </p:cNvPr>
          <p:cNvSpPr>
            <a:spLocks noGrp="1"/>
          </p:cNvSpPr>
          <p:nvPr/>
        </p:nvSpPr>
        <p:spPr>
          <a:xfrm>
            <a:off x="7092237" y="104541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0" name="9wq3_5_build_PredictedAtoms_24">
            <a:extLst>
              <a:ext uri="{FF2B5EF4-FFF2-40B4-BE49-F238E27FC236}">
                <a16:creationId xmlns:a16="http://schemas.microsoft.com/office/drawing/2014/main" id="{5199073D-17FC-4892-AA79-4786678DDC7C}"/>
              </a:ext>
            </a:extLst>
          </p:cNvPr>
          <p:cNvSpPr>
            <a:spLocks noGrp="1"/>
          </p:cNvSpPr>
          <p:nvPr/>
        </p:nvSpPr>
        <p:spPr>
          <a:xfrm>
            <a:off x="7023046" y="106676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1" name="9wq3_5_build_PredictedAtoms_25">
            <a:extLst>
              <a:ext uri="{FF2B5EF4-FFF2-40B4-BE49-F238E27FC236}">
                <a16:creationId xmlns:a16="http://schemas.microsoft.com/office/drawing/2014/main" id="{4569E0A2-3EF0-410C-ABB8-5239763DFB7E}"/>
              </a:ext>
            </a:extLst>
          </p:cNvPr>
          <p:cNvSpPr>
            <a:spLocks noGrp="1"/>
          </p:cNvSpPr>
          <p:nvPr/>
        </p:nvSpPr>
        <p:spPr>
          <a:xfrm>
            <a:off x="6912818" y="105271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2" name="9wq3_5_build_PredictedAtoms_26">
            <a:extLst>
              <a:ext uri="{FF2B5EF4-FFF2-40B4-BE49-F238E27FC236}">
                <a16:creationId xmlns:a16="http://schemas.microsoft.com/office/drawing/2014/main" id="{6A761CE9-E794-4F85-9356-F2C38C89C9B1}"/>
              </a:ext>
            </a:extLst>
          </p:cNvPr>
          <p:cNvSpPr>
            <a:spLocks noGrp="1"/>
          </p:cNvSpPr>
          <p:nvPr/>
        </p:nvSpPr>
        <p:spPr>
          <a:xfrm>
            <a:off x="6767876" y="104021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3" name="9wq3_5_build_PredictedAtoms_27">
            <a:extLst>
              <a:ext uri="{FF2B5EF4-FFF2-40B4-BE49-F238E27FC236}">
                <a16:creationId xmlns:a16="http://schemas.microsoft.com/office/drawing/2014/main" id="{69F5E7AB-341A-44B5-9E22-21ED781B0E6B}"/>
              </a:ext>
            </a:extLst>
          </p:cNvPr>
          <p:cNvSpPr>
            <a:spLocks noGrp="1"/>
          </p:cNvSpPr>
          <p:nvPr/>
        </p:nvSpPr>
        <p:spPr>
          <a:xfrm>
            <a:off x="6608525" y="102301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4" name="9wq3_5_build_PredictedAtoms_28">
            <a:extLst>
              <a:ext uri="{FF2B5EF4-FFF2-40B4-BE49-F238E27FC236}">
                <a16:creationId xmlns:a16="http://schemas.microsoft.com/office/drawing/2014/main" id="{CD9E96AB-F5D2-4702-B6D9-FD2B08310B7F}"/>
              </a:ext>
            </a:extLst>
          </p:cNvPr>
          <p:cNvSpPr>
            <a:spLocks noGrp="1"/>
          </p:cNvSpPr>
          <p:nvPr/>
        </p:nvSpPr>
        <p:spPr>
          <a:xfrm>
            <a:off x="6661370" y="102392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5" name="9wq3_5_build_PredictedAtoms_29">
            <a:extLst>
              <a:ext uri="{FF2B5EF4-FFF2-40B4-BE49-F238E27FC236}">
                <a16:creationId xmlns:a16="http://schemas.microsoft.com/office/drawing/2014/main" id="{9E1D5316-0178-4F76-AFDC-3A92F7720407}"/>
              </a:ext>
            </a:extLst>
          </p:cNvPr>
          <p:cNvSpPr>
            <a:spLocks noGrp="1"/>
          </p:cNvSpPr>
          <p:nvPr/>
        </p:nvSpPr>
        <p:spPr>
          <a:xfrm>
            <a:off x="6657589" y="105561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6" name="9wq3_5_build_PredictedAtoms_30">
            <a:extLst>
              <a:ext uri="{FF2B5EF4-FFF2-40B4-BE49-F238E27FC236}">
                <a16:creationId xmlns:a16="http://schemas.microsoft.com/office/drawing/2014/main" id="{587D035D-5E39-41BF-977E-42F589839897}"/>
              </a:ext>
            </a:extLst>
          </p:cNvPr>
          <p:cNvSpPr>
            <a:spLocks noGrp="1"/>
          </p:cNvSpPr>
          <p:nvPr/>
        </p:nvSpPr>
        <p:spPr>
          <a:xfrm>
            <a:off x="6644400" y="105702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7" name="9wq3_5_build_PredictedAtoms_31">
            <a:extLst>
              <a:ext uri="{FF2B5EF4-FFF2-40B4-BE49-F238E27FC236}">
                <a16:creationId xmlns:a16="http://schemas.microsoft.com/office/drawing/2014/main" id="{3EAA9E41-C1E9-4152-8D9D-92082B63AFA0}"/>
              </a:ext>
            </a:extLst>
          </p:cNvPr>
          <p:cNvSpPr>
            <a:spLocks noGrp="1"/>
          </p:cNvSpPr>
          <p:nvPr/>
        </p:nvSpPr>
        <p:spPr>
          <a:xfrm>
            <a:off x="6514354" y="106567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8" name="9wq3_5_build_PredictedAtoms_32">
            <a:extLst>
              <a:ext uri="{FF2B5EF4-FFF2-40B4-BE49-F238E27FC236}">
                <a16:creationId xmlns:a16="http://schemas.microsoft.com/office/drawing/2014/main" id="{71D4C81F-0F1F-408D-9E02-DC150DDF9706}"/>
              </a:ext>
            </a:extLst>
          </p:cNvPr>
          <p:cNvSpPr>
            <a:spLocks noGrp="1"/>
          </p:cNvSpPr>
          <p:nvPr/>
        </p:nvSpPr>
        <p:spPr>
          <a:xfrm>
            <a:off x="6823464" y="106142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29" name="9wq3_5_build_PredictedAtoms_33">
            <a:extLst>
              <a:ext uri="{FF2B5EF4-FFF2-40B4-BE49-F238E27FC236}">
                <a16:creationId xmlns:a16="http://schemas.microsoft.com/office/drawing/2014/main" id="{3D316C9F-D8D3-42AA-8C30-401A337F5D56}"/>
              </a:ext>
            </a:extLst>
          </p:cNvPr>
          <p:cNvSpPr>
            <a:spLocks noGrp="1"/>
          </p:cNvSpPr>
          <p:nvPr/>
        </p:nvSpPr>
        <p:spPr>
          <a:xfrm>
            <a:off x="6847414" y="105290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0" name="9wq3_5_build_PredictedAtoms_34">
            <a:extLst>
              <a:ext uri="{FF2B5EF4-FFF2-40B4-BE49-F238E27FC236}">
                <a16:creationId xmlns:a16="http://schemas.microsoft.com/office/drawing/2014/main" id="{2D4870C1-A6EB-4356-A673-FDC00D29906D}"/>
              </a:ext>
            </a:extLst>
          </p:cNvPr>
          <p:cNvSpPr>
            <a:spLocks noGrp="1"/>
          </p:cNvSpPr>
          <p:nvPr/>
        </p:nvSpPr>
        <p:spPr>
          <a:xfrm>
            <a:off x="7144061" y="107389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1" name="9wq3_5_build_PredictedAtoms_35">
            <a:extLst>
              <a:ext uri="{FF2B5EF4-FFF2-40B4-BE49-F238E27FC236}">
                <a16:creationId xmlns:a16="http://schemas.microsoft.com/office/drawing/2014/main" id="{B1D17A1E-A778-410D-A7FF-D53E3D638771}"/>
              </a:ext>
            </a:extLst>
          </p:cNvPr>
          <p:cNvSpPr>
            <a:spLocks noGrp="1"/>
          </p:cNvSpPr>
          <p:nvPr/>
        </p:nvSpPr>
        <p:spPr>
          <a:xfrm>
            <a:off x="7303681" y="108190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2" name="9wq3_5_build_PredictedAtoms_36">
            <a:extLst>
              <a:ext uri="{FF2B5EF4-FFF2-40B4-BE49-F238E27FC236}">
                <a16:creationId xmlns:a16="http://schemas.microsoft.com/office/drawing/2014/main" id="{C4025550-4560-4B9F-A870-DA10C25450F2}"/>
              </a:ext>
            </a:extLst>
          </p:cNvPr>
          <p:cNvSpPr>
            <a:spLocks noGrp="1"/>
          </p:cNvSpPr>
          <p:nvPr/>
        </p:nvSpPr>
        <p:spPr>
          <a:xfrm>
            <a:off x="7407269" y="1092329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3" name="9wq3_5_build_PredictedAtoms_37">
            <a:extLst>
              <a:ext uri="{FF2B5EF4-FFF2-40B4-BE49-F238E27FC236}">
                <a16:creationId xmlns:a16="http://schemas.microsoft.com/office/drawing/2014/main" id="{FE32C64E-0686-47E2-A6F0-F7EA0CEA43EE}"/>
              </a:ext>
            </a:extLst>
          </p:cNvPr>
          <p:cNvSpPr>
            <a:spLocks noGrp="1"/>
          </p:cNvSpPr>
          <p:nvPr/>
        </p:nvSpPr>
        <p:spPr>
          <a:xfrm>
            <a:off x="7403188" y="109904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4" name="9wq3_5_build_PredictedAtoms_41">
            <a:extLst>
              <a:ext uri="{FF2B5EF4-FFF2-40B4-BE49-F238E27FC236}">
                <a16:creationId xmlns:a16="http://schemas.microsoft.com/office/drawing/2014/main" id="{9BFA57B8-4B36-473F-8F56-04E432EEE9F4}"/>
              </a:ext>
            </a:extLst>
          </p:cNvPr>
          <p:cNvSpPr>
            <a:spLocks noGrp="1"/>
          </p:cNvSpPr>
          <p:nvPr/>
        </p:nvSpPr>
        <p:spPr>
          <a:xfrm>
            <a:off x="7669438" y="109482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5" name="9wq3_5_build_PredictedAtoms_42">
            <a:extLst>
              <a:ext uri="{FF2B5EF4-FFF2-40B4-BE49-F238E27FC236}">
                <a16:creationId xmlns:a16="http://schemas.microsoft.com/office/drawing/2014/main" id="{617BBDB3-BE0F-4307-BBE5-29DE936660BD}"/>
              </a:ext>
            </a:extLst>
          </p:cNvPr>
          <p:cNvSpPr>
            <a:spLocks noGrp="1"/>
          </p:cNvSpPr>
          <p:nvPr/>
        </p:nvSpPr>
        <p:spPr>
          <a:xfrm>
            <a:off x="7804786" y="10835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6" name="9wq3_5_build_PredictedAtoms_43">
            <a:extLst>
              <a:ext uri="{FF2B5EF4-FFF2-40B4-BE49-F238E27FC236}">
                <a16:creationId xmlns:a16="http://schemas.microsoft.com/office/drawing/2014/main" id="{0ECC068B-3D63-41AB-A9F1-6A2093F0DD2A}"/>
              </a:ext>
            </a:extLst>
          </p:cNvPr>
          <p:cNvSpPr>
            <a:spLocks noGrp="1"/>
          </p:cNvSpPr>
          <p:nvPr/>
        </p:nvSpPr>
        <p:spPr>
          <a:xfrm>
            <a:off x="7357865" y="107043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7" name="9wq3_5_build_PredictedAtoms_44">
            <a:extLst>
              <a:ext uri="{FF2B5EF4-FFF2-40B4-BE49-F238E27FC236}">
                <a16:creationId xmlns:a16="http://schemas.microsoft.com/office/drawing/2014/main" id="{3FC494D9-12D6-4378-9FA4-26B631D5C732}"/>
              </a:ext>
            </a:extLst>
          </p:cNvPr>
          <p:cNvSpPr>
            <a:spLocks noGrp="1"/>
          </p:cNvSpPr>
          <p:nvPr/>
        </p:nvSpPr>
        <p:spPr>
          <a:xfrm>
            <a:off x="7467153" y="106774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338" name="9wq3_5_build_Clashes_0">
            <a:extLst>
              <a:ext uri="{FF2B5EF4-FFF2-40B4-BE49-F238E27FC236}">
                <a16:creationId xmlns:a16="http://schemas.microsoft.com/office/drawing/2014/main" id="{E9BCB5B4-8890-45CC-B353-7C2A73AB38B8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977617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39" name="9wq3_5_build_Clashes_1">
            <a:extLst>
              <a:ext uri="{FF2B5EF4-FFF2-40B4-BE49-F238E27FC236}">
                <a16:creationId xmlns:a16="http://schemas.microsoft.com/office/drawing/2014/main" id="{57345CB4-C842-4BEC-8365-FFD5F36B250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0" name="9wq3_5_build_Clashes_2">
            <a:extLst>
              <a:ext uri="{FF2B5EF4-FFF2-40B4-BE49-F238E27FC236}">
                <a16:creationId xmlns:a16="http://schemas.microsoft.com/office/drawing/2014/main" id="{9652392D-01CD-4A09-BFC0-35BCAA961743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605067" y="35180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1" name="9wq3_5_build_Clashes_3">
            <a:extLst>
              <a:ext uri="{FF2B5EF4-FFF2-40B4-BE49-F238E27FC236}">
                <a16:creationId xmlns:a16="http://schemas.microsoft.com/office/drawing/2014/main" id="{0B65F5FB-65C1-4B54-8BE0-610EA5F5B864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2" name="9wq3_5_build_Clashes_4">
            <a:extLst>
              <a:ext uri="{FF2B5EF4-FFF2-40B4-BE49-F238E27FC236}">
                <a16:creationId xmlns:a16="http://schemas.microsoft.com/office/drawing/2014/main" id="{0019E0A5-97FD-4206-AB4E-E5CDFD8DEAC9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68043" y="38412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3" name="9wq3_5_build_Clashes_5">
            <a:extLst>
              <a:ext uri="{FF2B5EF4-FFF2-40B4-BE49-F238E27FC236}">
                <a16:creationId xmlns:a16="http://schemas.microsoft.com/office/drawing/2014/main" id="{6C820389-8E81-4EEC-854B-DC4FEC7F014E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013071" y="48774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4" name="9wq3_5_build_Clashes_6">
            <a:extLst>
              <a:ext uri="{FF2B5EF4-FFF2-40B4-BE49-F238E27FC236}">
                <a16:creationId xmlns:a16="http://schemas.microsoft.com/office/drawing/2014/main" id="{8A72893F-84DD-446C-BECE-D4D8D97F99D2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749227" y="85439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5" name="9wq3_5_build_Clashes_7">
            <a:extLst>
              <a:ext uri="{FF2B5EF4-FFF2-40B4-BE49-F238E27FC236}">
                <a16:creationId xmlns:a16="http://schemas.microsoft.com/office/drawing/2014/main" id="{B3B9A6DB-2124-4EC0-9BBC-E63BFD6737EA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819853" y="55158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6" name="9wq3_5_build_Clashes_8">
            <a:extLst>
              <a:ext uri="{FF2B5EF4-FFF2-40B4-BE49-F238E27FC236}">
                <a16:creationId xmlns:a16="http://schemas.microsoft.com/office/drawing/2014/main" id="{8B46A5A4-3B9F-4A74-A50F-A502BD82B5C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503278" y="108915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7" name="9wq3_5_build_Clashes_9">
            <a:extLst>
              <a:ext uri="{FF2B5EF4-FFF2-40B4-BE49-F238E27FC236}">
                <a16:creationId xmlns:a16="http://schemas.microsoft.com/office/drawing/2014/main" id="{C6720110-91A8-4D12-8166-A4FF2D491A9C}"/>
              </a:ext>
            </a:extLst>
          </p:cNvPr>
          <p:cNvSpPr>
            <a:spLocks noGrp="1"/>
          </p:cNvSpPr>
          <p:nvPr/>
        </p:nvSpPr>
        <p:spPr>
          <a:xfrm>
            <a:off x="6172200" y="97440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31053" y="100081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2348" name="9wq3_5_build_ClashingReceptorAtoms_2">
            <a:extLst>
              <a:ext uri="{FF2B5EF4-FFF2-40B4-BE49-F238E27FC236}">
                <a16:creationId xmlns:a16="http://schemas.microsoft.com/office/drawing/2014/main" id="{90BCB3F7-C3A5-43B5-8F48-9E12E10FA00B}"/>
              </a:ext>
            </a:extLst>
          </p:cNvPr>
          <p:cNvSpPr>
            <a:spLocks noGrp="1"/>
          </p:cNvSpPr>
          <p:nvPr/>
        </p:nvSpPr>
        <p:spPr>
          <a:xfrm>
            <a:off x="8753455" y="100720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49" name="9wq3_5_build_ClashingReceptorAtoms_3">
            <a:extLst>
              <a:ext uri="{FF2B5EF4-FFF2-40B4-BE49-F238E27FC236}">
                <a16:creationId xmlns:a16="http://schemas.microsoft.com/office/drawing/2014/main" id="{1599B7AE-5410-4EA8-96C4-A9D2FD78E916}"/>
              </a:ext>
            </a:extLst>
          </p:cNvPr>
          <p:cNvSpPr>
            <a:spLocks noGrp="1"/>
          </p:cNvSpPr>
          <p:nvPr/>
        </p:nvSpPr>
        <p:spPr>
          <a:xfrm>
            <a:off x="8602320" y="1008682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0" name="9wq3_5_build_ClashingReceptorAtoms_4">
            <a:extLst>
              <a:ext uri="{FF2B5EF4-FFF2-40B4-BE49-F238E27FC236}">
                <a16:creationId xmlns:a16="http://schemas.microsoft.com/office/drawing/2014/main" id="{D66870F4-EDD9-44E7-A207-3C3702848CBC}"/>
              </a:ext>
            </a:extLst>
          </p:cNvPr>
          <p:cNvSpPr>
            <a:spLocks noGrp="1"/>
          </p:cNvSpPr>
          <p:nvPr/>
        </p:nvSpPr>
        <p:spPr>
          <a:xfrm>
            <a:off x="8316431" y="1010438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1" name="9wq3_5_build_ClashingReceptorAtoms_5">
            <a:extLst>
              <a:ext uri="{FF2B5EF4-FFF2-40B4-BE49-F238E27FC236}">
                <a16:creationId xmlns:a16="http://schemas.microsoft.com/office/drawing/2014/main" id="{1A69E4FC-EFEE-4E2B-B8F8-2EC624ED1AE5}"/>
              </a:ext>
            </a:extLst>
          </p:cNvPr>
          <p:cNvSpPr>
            <a:spLocks noGrp="1"/>
          </p:cNvSpPr>
          <p:nvPr/>
        </p:nvSpPr>
        <p:spPr>
          <a:xfrm>
            <a:off x="8161458" y="1020800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2" name="9wq3_5_build_ClashingReceptorAtoms_6">
            <a:extLst>
              <a:ext uri="{FF2B5EF4-FFF2-40B4-BE49-F238E27FC236}">
                <a16:creationId xmlns:a16="http://schemas.microsoft.com/office/drawing/2014/main" id="{22E264F7-99D7-4061-840A-9BFDB98D306F}"/>
              </a:ext>
            </a:extLst>
          </p:cNvPr>
          <p:cNvSpPr>
            <a:spLocks noGrp="1"/>
          </p:cNvSpPr>
          <p:nvPr/>
        </p:nvSpPr>
        <p:spPr>
          <a:xfrm>
            <a:off x="6897614" y="1057465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3" name="9wq3_5_build_ClashingReceptorAtoms_7">
            <a:extLst>
              <a:ext uri="{FF2B5EF4-FFF2-40B4-BE49-F238E27FC236}">
                <a16:creationId xmlns:a16="http://schemas.microsoft.com/office/drawing/2014/main" id="{0F29BE1D-214D-4EA4-B6D8-6E495A5DC729}"/>
              </a:ext>
            </a:extLst>
          </p:cNvPr>
          <p:cNvSpPr>
            <a:spLocks noGrp="1"/>
          </p:cNvSpPr>
          <p:nvPr/>
        </p:nvSpPr>
        <p:spPr>
          <a:xfrm>
            <a:off x="6968241" y="1027184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4" name="9wq3_5_build_ClashingReceptorAtoms_8">
            <a:extLst>
              <a:ext uri="{FF2B5EF4-FFF2-40B4-BE49-F238E27FC236}">
                <a16:creationId xmlns:a16="http://schemas.microsoft.com/office/drawing/2014/main" id="{71C0E4BC-F465-41B8-8365-FC3969DA1AC2}"/>
              </a:ext>
            </a:extLst>
          </p:cNvPr>
          <p:cNvSpPr>
            <a:spLocks noGrp="1"/>
          </p:cNvSpPr>
          <p:nvPr/>
        </p:nvSpPr>
        <p:spPr>
          <a:xfrm>
            <a:off x="6651665" y="1080942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5" name="9wq3_5_build_ClashingReceptorAtoms_9">
            <a:extLst>
              <a:ext uri="{FF2B5EF4-FFF2-40B4-BE49-F238E27FC236}">
                <a16:creationId xmlns:a16="http://schemas.microsoft.com/office/drawing/2014/main" id="{83000F03-3595-4ECC-B2C6-1BC8AC65E20B}"/>
              </a:ext>
            </a:extLst>
          </p:cNvPr>
          <p:cNvSpPr>
            <a:spLocks noGrp="1"/>
          </p:cNvSpPr>
          <p:nvPr/>
        </p:nvSpPr>
        <p:spPr>
          <a:xfrm>
            <a:off x="6579440" y="1072108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2356" name="stage3-cases-main_56">
            <a:extLst>
              <a:ext uri="{FF2B5EF4-FFF2-40B4-BE49-F238E27FC236}">
                <a16:creationId xmlns:a16="http://schemas.microsoft.com/office/drawing/2014/main" id="{7B2FF8DA-E7FA-4DFB-92E2-1DB79C4A230E}"/>
              </a:ext>
            </a:extLst>
          </p:cNvPr>
          <p:cNvSpPr>
            <a:spLocks noGrp="1"/>
          </p:cNvSpPr>
          <p:nvPr/>
        </p:nvSpPr>
        <p:spPr>
          <a:xfrm>
            <a:off x="6172200" y="110871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9.30 Å   D 82%   Clash 11</a:t>
            </a:r>
          </a:p>
        </p:txBody>
      </p:sp>
      <p:sp>
        <p:nvSpPr>
          <p:cNvPr id="2357" name="stage3-cases-main_57">
            <a:extLst>
              <a:ext uri="{FF2B5EF4-FFF2-40B4-BE49-F238E27FC236}">
                <a16:creationId xmlns:a16="http://schemas.microsoft.com/office/drawing/2014/main" id="{C6D2F9C6-C663-420D-8343-3C60EB26B03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11706225"/>
                </a:moveTo>
                <a:lnTo>
                  <a:pt x="419100" y="117062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2358" name="stage3-cases-main_58">
            <a:extLst>
              <a:ext uri="{FF2B5EF4-FFF2-40B4-BE49-F238E27FC236}">
                <a16:creationId xmlns:a16="http://schemas.microsoft.com/office/drawing/2014/main" id="{E9763B98-3B34-4F80-932E-2B11448A76DC}"/>
              </a:ext>
            </a:extLst>
          </p:cNvPr>
          <p:cNvSpPr>
            <a:spLocks noGrp="1"/>
          </p:cNvSpPr>
          <p:nvPr/>
        </p:nvSpPr>
        <p:spPr>
          <a:xfrm>
            <a:off x="485775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2359" name="stage3-cases-main_59">
            <a:extLst>
              <a:ext uri="{FF2B5EF4-FFF2-40B4-BE49-F238E27FC236}">
                <a16:creationId xmlns:a16="http://schemas.microsoft.com/office/drawing/2014/main" id="{71A4627E-3B58-4677-ACCA-388A86937F3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11706225"/>
                </a:moveTo>
                <a:lnTo>
                  <a:pt x="2619375" y="117062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2360" name="stage3-cases-main_60">
            <a:extLst>
              <a:ext uri="{FF2B5EF4-FFF2-40B4-BE49-F238E27FC236}">
                <a16:creationId xmlns:a16="http://schemas.microsoft.com/office/drawing/2014/main" id="{827D38A2-FA65-4375-84CB-DF0FA2BEE1AB}"/>
              </a:ext>
            </a:extLst>
          </p:cNvPr>
          <p:cNvSpPr>
            <a:spLocks noGrp="1"/>
          </p:cNvSpPr>
          <p:nvPr/>
        </p:nvSpPr>
        <p:spPr>
          <a:xfrm>
            <a:off x="2686050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2361" name="stage3-cases-main_61">
            <a:extLst>
              <a:ext uri="{FF2B5EF4-FFF2-40B4-BE49-F238E27FC236}">
                <a16:creationId xmlns:a16="http://schemas.microsoft.com/office/drawing/2014/main" id="{6CA9A60D-2A83-4EAA-8118-18E40556544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11706225"/>
                </a:moveTo>
                <a:lnTo>
                  <a:pt x="5505450" y="117062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2362" name="stage3-cases-main_62">
            <a:extLst>
              <a:ext uri="{FF2B5EF4-FFF2-40B4-BE49-F238E27FC236}">
                <a16:creationId xmlns:a16="http://schemas.microsoft.com/office/drawing/2014/main" id="{AE3B2D56-5003-4674-884D-63C684CD3E5D}"/>
              </a:ext>
            </a:extLst>
          </p:cNvPr>
          <p:cNvSpPr>
            <a:spLocks noGrp="1"/>
          </p:cNvSpPr>
          <p:nvPr/>
        </p:nvSpPr>
        <p:spPr>
          <a:xfrm>
            <a:off x="5572125" y="115824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2363" name="stage3-cases-main_63">
            <a:extLst>
              <a:ext uri="{FF2B5EF4-FFF2-40B4-BE49-F238E27FC236}">
                <a16:creationId xmlns:a16="http://schemas.microsoft.com/office/drawing/2014/main" id="{087CA53B-6631-4C1A-8524-946685BB34B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11706225"/>
                </a:moveTo>
                <a:lnTo>
                  <a:pt x="7239000" y="117062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2364" name="stage3-cases-main_64">
            <a:extLst>
              <a:ext uri="{FF2B5EF4-FFF2-40B4-BE49-F238E27FC236}">
                <a16:creationId xmlns:a16="http://schemas.microsoft.com/office/drawing/2014/main" id="{847C8AC1-16FA-44DB-89BD-64270C23A407}"/>
              </a:ext>
            </a:extLst>
          </p:cNvPr>
          <p:cNvSpPr>
            <a:spLocks noGrp="1"/>
          </p:cNvSpPr>
          <p:nvPr/>
        </p:nvSpPr>
        <p:spPr>
          <a:xfrm>
            <a:off x="7305675" y="115824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62206930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stage3-cases-density_0">
            <a:extLst>
              <a:ext uri="{FF2B5EF4-FFF2-40B4-BE49-F238E27FC236}">
                <a16:creationId xmlns:a16="http://schemas.microsoft.com/office/drawing/2014/main" id="{306C5B38-7D36-4BA3-8673-47A387C4A80D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density_1">
            <a:extLst>
              <a:ext uri="{FF2B5EF4-FFF2-40B4-BE49-F238E27FC236}">
                <a16:creationId xmlns:a16="http://schemas.microsoft.com/office/drawing/2014/main" id="{5A214C1D-2AFD-4079-9AA8-174A3E2D546A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density_2">
            <a:extLst>
              <a:ext uri="{FF2B5EF4-FFF2-40B4-BE49-F238E27FC236}">
                <a16:creationId xmlns:a16="http://schemas.microsoft.com/office/drawing/2014/main" id="{D96708E9-8A16-4257-BA5F-50BBA1FB447A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density_3">
            <a:extLst>
              <a:ext uri="{FF2B5EF4-FFF2-40B4-BE49-F238E27FC236}">
                <a16:creationId xmlns:a16="http://schemas.microsoft.com/office/drawing/2014/main" id="{23E56B33-1A8A-4352-AE3E-6D12C66C4736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a  9Q16 · XG4 (A:1201)</a:t>
            </a:r>
          </a:p>
        </p:txBody>
      </p:sp>
      <p:sp>
        <p:nvSpPr>
          <p:cNvPr id="5" name="stage3-cases-density_4">
            <a:extLst>
              <a:ext uri="{FF2B5EF4-FFF2-40B4-BE49-F238E27FC236}">
                <a16:creationId xmlns:a16="http://schemas.microsoft.com/office/drawing/2014/main" id="{9DCE214A-EEC1-4187-89B8-139ED6605FA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50005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density_5">
            <a:extLst>
              <a:ext uri="{FF2B5EF4-FFF2-40B4-BE49-F238E27FC236}">
                <a16:creationId xmlns:a16="http://schemas.microsoft.com/office/drawing/2014/main" id="{896F3F4D-DF04-4656-8CDF-092E571856E2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q16_0_official_Receptor">
            <a:extLst>
              <a:ext uri="{FF2B5EF4-FFF2-40B4-BE49-F238E27FC236}">
                <a16:creationId xmlns:a16="http://schemas.microsoft.com/office/drawing/2014/main" id="{F407E7BB-D210-4FEA-88EC-1AC1409AE2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q16_0_official_ExperimentalDensity">
            <a:extLst>
              <a:ext uri="{FF2B5EF4-FFF2-40B4-BE49-F238E27FC236}">
                <a16:creationId xmlns:a16="http://schemas.microsoft.com/office/drawing/2014/main" id="{9BAE8A99-6317-4F08-83CD-1C2F5A2788A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q16_0_official_ReferenceLigand_0">
            <a:extLst>
              <a:ext uri="{FF2B5EF4-FFF2-40B4-BE49-F238E27FC236}">
                <a16:creationId xmlns:a16="http://schemas.microsoft.com/office/drawing/2014/main" id="{9D84589D-90BA-497A-BA76-88A7E405C3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q16_0_official_ReferenceLigand_1">
            <a:extLst>
              <a:ext uri="{FF2B5EF4-FFF2-40B4-BE49-F238E27FC236}">
                <a16:creationId xmlns:a16="http://schemas.microsoft.com/office/drawing/2014/main" id="{36581A69-F0AF-4F62-945B-F996779B88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q16_0_official_ReferenceLigand_2">
            <a:extLst>
              <a:ext uri="{FF2B5EF4-FFF2-40B4-BE49-F238E27FC236}">
                <a16:creationId xmlns:a16="http://schemas.microsoft.com/office/drawing/2014/main" id="{F582CC0C-B9EB-46E0-A0F1-5F889A95A09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q16_0_official_ReferenceLigand_3">
            <a:extLst>
              <a:ext uri="{FF2B5EF4-FFF2-40B4-BE49-F238E27FC236}">
                <a16:creationId xmlns:a16="http://schemas.microsoft.com/office/drawing/2014/main" id="{ED296773-8C13-4035-83A7-DCAC8D5EFCE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q16_0_official_ReferenceLigand_4">
            <a:extLst>
              <a:ext uri="{FF2B5EF4-FFF2-40B4-BE49-F238E27FC236}">
                <a16:creationId xmlns:a16="http://schemas.microsoft.com/office/drawing/2014/main" id="{01BB928A-D8F1-45D7-9AC6-744E2D70F2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q16_0_official_ReferenceLigand_5">
            <a:extLst>
              <a:ext uri="{FF2B5EF4-FFF2-40B4-BE49-F238E27FC236}">
                <a16:creationId xmlns:a16="http://schemas.microsoft.com/office/drawing/2014/main" id="{F567B77F-13A8-4B23-AFEE-44B063D9817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q16_0_official_ReferenceLigand_6">
            <a:extLst>
              <a:ext uri="{FF2B5EF4-FFF2-40B4-BE49-F238E27FC236}">
                <a16:creationId xmlns:a16="http://schemas.microsoft.com/office/drawing/2014/main" id="{D6982DBE-E43B-4334-9AE5-C618B7B4E5B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q16_0_official_ReferenceLigand_7">
            <a:extLst>
              <a:ext uri="{FF2B5EF4-FFF2-40B4-BE49-F238E27FC236}">
                <a16:creationId xmlns:a16="http://schemas.microsoft.com/office/drawing/2014/main" id="{431476C4-29C0-479D-B117-576BCBE694A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q16_0_official_ReferenceLigand_8">
            <a:extLst>
              <a:ext uri="{FF2B5EF4-FFF2-40B4-BE49-F238E27FC236}">
                <a16:creationId xmlns:a16="http://schemas.microsoft.com/office/drawing/2014/main" id="{01966667-14BB-4E03-AB81-8780D4B20BE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q16_0_official_ReferenceLigand_9">
            <a:extLst>
              <a:ext uri="{FF2B5EF4-FFF2-40B4-BE49-F238E27FC236}">
                <a16:creationId xmlns:a16="http://schemas.microsoft.com/office/drawing/2014/main" id="{AD1D741F-BE53-4740-B791-C03ED5A97C7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q16_0_official_ReferenceLigand_10">
            <a:extLst>
              <a:ext uri="{FF2B5EF4-FFF2-40B4-BE49-F238E27FC236}">
                <a16:creationId xmlns:a16="http://schemas.microsoft.com/office/drawing/2014/main" id="{57FA145E-84EB-4D33-9918-82EBD4E48E0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q16_0_official_ReferenceLigand_11">
            <a:extLst>
              <a:ext uri="{FF2B5EF4-FFF2-40B4-BE49-F238E27FC236}">
                <a16:creationId xmlns:a16="http://schemas.microsoft.com/office/drawing/2014/main" id="{2743DDE8-759D-4163-A13B-22CCED86310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q16_0_official_ReferenceLigand_12">
            <a:extLst>
              <a:ext uri="{FF2B5EF4-FFF2-40B4-BE49-F238E27FC236}">
                <a16:creationId xmlns:a16="http://schemas.microsoft.com/office/drawing/2014/main" id="{11B46D2D-4F0F-4FEE-A79A-C4832748C61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q16_0_official_ReferenceLigand_13">
            <a:extLst>
              <a:ext uri="{FF2B5EF4-FFF2-40B4-BE49-F238E27FC236}">
                <a16:creationId xmlns:a16="http://schemas.microsoft.com/office/drawing/2014/main" id="{09ED0F93-23C8-4C78-91A3-D435ECA82B2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q16_0_official_ReferenceLigand_14">
            <a:extLst>
              <a:ext uri="{FF2B5EF4-FFF2-40B4-BE49-F238E27FC236}">
                <a16:creationId xmlns:a16="http://schemas.microsoft.com/office/drawing/2014/main" id="{D0F1EA2E-3A9B-479A-B5AA-AEA862052A2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q16_0_official_ReferenceLigand_15">
            <a:extLst>
              <a:ext uri="{FF2B5EF4-FFF2-40B4-BE49-F238E27FC236}">
                <a16:creationId xmlns:a16="http://schemas.microsoft.com/office/drawing/2014/main" id="{4AA48599-1841-45E3-80B1-E447631DFF2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q16_0_official_ReferenceLigand_16">
            <a:extLst>
              <a:ext uri="{FF2B5EF4-FFF2-40B4-BE49-F238E27FC236}">
                <a16:creationId xmlns:a16="http://schemas.microsoft.com/office/drawing/2014/main" id="{B6E809EB-8ABF-4362-8370-F63FFA14A25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q16_0_official_ReferenceLigand_17">
            <a:extLst>
              <a:ext uri="{FF2B5EF4-FFF2-40B4-BE49-F238E27FC236}">
                <a16:creationId xmlns:a16="http://schemas.microsoft.com/office/drawing/2014/main" id="{ED29F2DE-BFC2-4FDF-9447-15448785F9B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q16_0_official_ReferenceLigand_18">
            <a:extLst>
              <a:ext uri="{FF2B5EF4-FFF2-40B4-BE49-F238E27FC236}">
                <a16:creationId xmlns:a16="http://schemas.microsoft.com/office/drawing/2014/main" id="{B09F2CAC-BF6A-4518-B942-59CC509DA33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q16_0_official_ReferenceLigand_19">
            <a:extLst>
              <a:ext uri="{FF2B5EF4-FFF2-40B4-BE49-F238E27FC236}">
                <a16:creationId xmlns:a16="http://schemas.microsoft.com/office/drawing/2014/main" id="{F6169674-9476-46B8-8AFD-C496CEFA4E2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q16_0_official_ReferenceLigand_20">
            <a:extLst>
              <a:ext uri="{FF2B5EF4-FFF2-40B4-BE49-F238E27FC236}">
                <a16:creationId xmlns:a16="http://schemas.microsoft.com/office/drawing/2014/main" id="{A53352FA-8031-41C4-8FFD-AF6E767AC1A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q16_0_official_ReferenceLigand_21">
            <a:extLst>
              <a:ext uri="{FF2B5EF4-FFF2-40B4-BE49-F238E27FC236}">
                <a16:creationId xmlns:a16="http://schemas.microsoft.com/office/drawing/2014/main" id="{A1AB1497-117F-4907-A60B-B83EF1EE831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q16_0_official_ReferenceLigand_22">
            <a:extLst>
              <a:ext uri="{FF2B5EF4-FFF2-40B4-BE49-F238E27FC236}">
                <a16:creationId xmlns:a16="http://schemas.microsoft.com/office/drawing/2014/main" id="{1DACB274-5C17-4EA4-9945-8002EBEAE6C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q16_0_official_ReferenceLigand_23">
            <a:extLst>
              <a:ext uri="{FF2B5EF4-FFF2-40B4-BE49-F238E27FC236}">
                <a16:creationId xmlns:a16="http://schemas.microsoft.com/office/drawing/2014/main" id="{C05F3039-88F6-4931-ADA1-EB8106D747C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q16_0_official_ReferenceLigand_24">
            <a:extLst>
              <a:ext uri="{FF2B5EF4-FFF2-40B4-BE49-F238E27FC236}">
                <a16:creationId xmlns:a16="http://schemas.microsoft.com/office/drawing/2014/main" id="{CA782AA5-8DA3-4C92-B294-2D2CD1E92B5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q16_0_official_ReferenceLigand_25">
            <a:extLst>
              <a:ext uri="{FF2B5EF4-FFF2-40B4-BE49-F238E27FC236}">
                <a16:creationId xmlns:a16="http://schemas.microsoft.com/office/drawing/2014/main" id="{938BE2B7-3D6E-43F0-AF5C-31D8C0FE7A3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q16_0_official_ReferenceLigand_26">
            <a:extLst>
              <a:ext uri="{FF2B5EF4-FFF2-40B4-BE49-F238E27FC236}">
                <a16:creationId xmlns:a16="http://schemas.microsoft.com/office/drawing/2014/main" id="{32DCD4D1-1F80-4772-B880-4BC4F206E52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q16_0_official_ReferenceLigand_27">
            <a:extLst>
              <a:ext uri="{FF2B5EF4-FFF2-40B4-BE49-F238E27FC236}">
                <a16:creationId xmlns:a16="http://schemas.microsoft.com/office/drawing/2014/main" id="{DBCF4D7A-300E-41CC-B653-7C9FB162189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q16_0_official_ReferenceLigand_28">
            <a:extLst>
              <a:ext uri="{FF2B5EF4-FFF2-40B4-BE49-F238E27FC236}">
                <a16:creationId xmlns:a16="http://schemas.microsoft.com/office/drawing/2014/main" id="{2AFD2962-7957-462A-A2FD-E53D9DEE5E2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q16_0_official_ReferenceLigand_29">
            <a:extLst>
              <a:ext uri="{FF2B5EF4-FFF2-40B4-BE49-F238E27FC236}">
                <a16:creationId xmlns:a16="http://schemas.microsoft.com/office/drawing/2014/main" id="{59B9E750-4C0E-4148-85FD-8EBF7E3A8FA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q16_0_official_ReferenceLigand_30">
            <a:extLst>
              <a:ext uri="{FF2B5EF4-FFF2-40B4-BE49-F238E27FC236}">
                <a16:creationId xmlns:a16="http://schemas.microsoft.com/office/drawing/2014/main" id="{A96206F4-D5B5-4B1D-A7E8-CB011D43DDF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q16_0_official_ReferenceLigand_31">
            <a:extLst>
              <a:ext uri="{FF2B5EF4-FFF2-40B4-BE49-F238E27FC236}">
                <a16:creationId xmlns:a16="http://schemas.microsoft.com/office/drawing/2014/main" id="{7E790D08-702F-4449-BAE5-F07C1D53FF9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" name="9q16_0_official_ReferenceLigand_32">
            <a:extLst>
              <a:ext uri="{FF2B5EF4-FFF2-40B4-BE49-F238E27FC236}">
                <a16:creationId xmlns:a16="http://schemas.microsoft.com/office/drawing/2014/main" id="{D72F13CE-425A-4C0A-B171-386E76486F9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" name="9q16_0_official_PredictedLigand_0">
            <a:extLst>
              <a:ext uri="{FF2B5EF4-FFF2-40B4-BE49-F238E27FC236}">
                <a16:creationId xmlns:a16="http://schemas.microsoft.com/office/drawing/2014/main" id="{7F26B7C4-4949-4FD0-946F-5A9C3402F59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0430" y="11423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q16_0_official_PredictedLigand_1">
            <a:extLst>
              <a:ext uri="{FF2B5EF4-FFF2-40B4-BE49-F238E27FC236}">
                <a16:creationId xmlns:a16="http://schemas.microsoft.com/office/drawing/2014/main" id="{F9BF2265-9270-4EEC-B1DB-CC7FE6BE5C0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0" y="275912"/>
                </a:moveTo>
                <a:lnTo>
                  <a:pt x="1336382" y="2190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q16_0_official_PredictedLigand_2">
            <a:extLst>
              <a:ext uri="{FF2B5EF4-FFF2-40B4-BE49-F238E27FC236}">
                <a16:creationId xmlns:a16="http://schemas.microsoft.com/office/drawing/2014/main" id="{B651D7A4-214D-4A9A-A653-3D50BCB4FC2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170870" y="2759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q16_0_official_PredictedLigand_3">
            <a:extLst>
              <a:ext uri="{FF2B5EF4-FFF2-40B4-BE49-F238E27FC236}">
                <a16:creationId xmlns:a16="http://schemas.microsoft.com/office/drawing/2014/main" id="{C35DC641-DCA0-41FA-BD25-3FC7FAD2EE1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3387" y="345012"/>
                </a:moveTo>
                <a:lnTo>
                  <a:pt x="1069309" y="5505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q16_0_official_PredictedLigand_4">
            <a:extLst>
              <a:ext uri="{FF2B5EF4-FFF2-40B4-BE49-F238E27FC236}">
                <a16:creationId xmlns:a16="http://schemas.microsoft.com/office/drawing/2014/main" id="{91473C4A-3ECA-4D31-8B54-53B4542A102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382" y="219004"/>
                </a:moveTo>
                <a:lnTo>
                  <a:pt x="1257412" y="1781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q16_0_official_PredictedLigand_5">
            <a:extLst>
              <a:ext uri="{FF2B5EF4-FFF2-40B4-BE49-F238E27FC236}">
                <a16:creationId xmlns:a16="http://schemas.microsoft.com/office/drawing/2014/main" id="{A9A4B5F9-3F58-43E8-A7E5-98839E4690E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3578" y="5938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q16_0_official_PredictedLigand_6">
            <a:extLst>
              <a:ext uri="{FF2B5EF4-FFF2-40B4-BE49-F238E27FC236}">
                <a16:creationId xmlns:a16="http://schemas.microsoft.com/office/drawing/2014/main" id="{860949C6-5D85-4CBA-8C06-96723A37A31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227" y="230481"/>
                </a:moveTo>
                <a:lnTo>
                  <a:pt x="1033387" y="3450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q16_0_official_PredictedLigand_7">
            <a:extLst>
              <a:ext uri="{FF2B5EF4-FFF2-40B4-BE49-F238E27FC236}">
                <a16:creationId xmlns:a16="http://schemas.microsoft.com/office/drawing/2014/main" id="{C34A03CB-DD9B-41C5-A88A-04FD910F259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364851" y="9319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q16_0_official_PredictedLigand_8">
            <a:extLst>
              <a:ext uri="{FF2B5EF4-FFF2-40B4-BE49-F238E27FC236}">
                <a16:creationId xmlns:a16="http://schemas.microsoft.com/office/drawing/2014/main" id="{7F03E142-16C2-42C6-B311-BD040CE34DF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9309" y="550549"/>
                </a:moveTo>
                <a:lnTo>
                  <a:pt x="934280" y="6302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q16_0_official_PredictedLigand_9">
            <a:extLst>
              <a:ext uri="{FF2B5EF4-FFF2-40B4-BE49-F238E27FC236}">
                <a16:creationId xmlns:a16="http://schemas.microsoft.com/office/drawing/2014/main" id="{2575874E-7787-49BD-ACD7-173053B974C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068227" y="2304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q16_0_official_PredictedLigand_10">
            <a:extLst>
              <a:ext uri="{FF2B5EF4-FFF2-40B4-BE49-F238E27FC236}">
                <a16:creationId xmlns:a16="http://schemas.microsoft.com/office/drawing/2014/main" id="{189C4974-98BA-44BC-9353-61196E21DF7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229" y="715144"/>
                </a:moveTo>
                <a:lnTo>
                  <a:pt x="375748" y="7405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q16_0_official_PredictedLigand_11">
            <a:extLst>
              <a:ext uri="{FF2B5EF4-FFF2-40B4-BE49-F238E27FC236}">
                <a16:creationId xmlns:a16="http://schemas.microsoft.com/office/drawing/2014/main" id="{CD47C55B-0303-4512-9431-C56B991025E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5748" y="740507"/>
                </a:moveTo>
                <a:lnTo>
                  <a:pt x="214942" y="7135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q16_0_official_PredictedLigand_12">
            <a:extLst>
              <a:ext uri="{FF2B5EF4-FFF2-40B4-BE49-F238E27FC236}">
                <a16:creationId xmlns:a16="http://schemas.microsoft.com/office/drawing/2014/main" id="{E51080BB-F77F-473E-819E-DA7A51A7B8B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955751" y="4631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q16_0_official_PredictedLigand_13">
            <a:extLst>
              <a:ext uri="{FF2B5EF4-FFF2-40B4-BE49-F238E27FC236}">
                <a16:creationId xmlns:a16="http://schemas.microsoft.com/office/drawing/2014/main" id="{44FAA283-98E1-4F62-A40F-998C024D14A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412" y="178115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q16_0_official_PredictedLigand_14">
            <a:extLst>
              <a:ext uri="{FF2B5EF4-FFF2-40B4-BE49-F238E27FC236}">
                <a16:creationId xmlns:a16="http://schemas.microsoft.com/office/drawing/2014/main" id="{391C0D50-0903-418D-B9E7-C0F2D46DD8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4280" y="630257"/>
                </a:moveTo>
                <a:lnTo>
                  <a:pt x="973464" y="792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q16_0_official_PredictedLigand_15">
            <a:extLst>
              <a:ext uri="{FF2B5EF4-FFF2-40B4-BE49-F238E27FC236}">
                <a16:creationId xmlns:a16="http://schemas.microsoft.com/office/drawing/2014/main" id="{B5EA362F-89EE-4C70-B0CB-A29A818A724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6196" y="412396"/>
                </a:moveTo>
                <a:lnTo>
                  <a:pt x="1652498" y="34879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q16_0_official_PredictedLigand_16">
            <a:extLst>
              <a:ext uri="{FF2B5EF4-FFF2-40B4-BE49-F238E27FC236}">
                <a16:creationId xmlns:a16="http://schemas.microsoft.com/office/drawing/2014/main" id="{E3EC46C5-0641-4EF2-8FD3-B148728356C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945332" y="983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q16_0_official_PredictedLigand_17">
            <a:extLst>
              <a:ext uri="{FF2B5EF4-FFF2-40B4-BE49-F238E27FC236}">
                <a16:creationId xmlns:a16="http://schemas.microsoft.com/office/drawing/2014/main" id="{FE0BFA8E-C453-4B30-850B-E71D7949873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498" y="348795"/>
                </a:moveTo>
                <a:lnTo>
                  <a:pt x="1520191" y="2993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q16_0_official_PredictedLigand_18">
            <a:extLst>
              <a:ext uri="{FF2B5EF4-FFF2-40B4-BE49-F238E27FC236}">
                <a16:creationId xmlns:a16="http://schemas.microsoft.com/office/drawing/2014/main" id="{21F9F019-3667-4DD7-ADA4-5588B636953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343309" y="2265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q16_0_official_PredictedLigand_19">
            <a:extLst>
              <a:ext uri="{FF2B5EF4-FFF2-40B4-BE49-F238E27FC236}">
                <a16:creationId xmlns:a16="http://schemas.microsoft.com/office/drawing/2014/main" id="{8ACAFD90-F30B-4887-B1E3-E9EBD7EDD03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65229" y="7151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q16_0_official_PredictedLigand_20">
            <a:extLst>
              <a:ext uri="{FF2B5EF4-FFF2-40B4-BE49-F238E27FC236}">
                <a16:creationId xmlns:a16="http://schemas.microsoft.com/office/drawing/2014/main" id="{E2F89C9C-EE4A-4AFB-9789-59AA8D75BF6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1165338" y="775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q16_0_official_PredictedLigand_21">
            <a:extLst>
              <a:ext uri="{FF2B5EF4-FFF2-40B4-BE49-F238E27FC236}">
                <a16:creationId xmlns:a16="http://schemas.microsoft.com/office/drawing/2014/main" id="{055DA71D-CE50-4124-9270-3A01D21CBF8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142" y="430437"/>
                </a:moveTo>
                <a:lnTo>
                  <a:pt x="1816196" y="4123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q16_0_official_PredictedLigand_22">
            <a:extLst>
              <a:ext uri="{FF2B5EF4-FFF2-40B4-BE49-F238E27FC236}">
                <a16:creationId xmlns:a16="http://schemas.microsoft.com/office/drawing/2014/main" id="{8AC86335-CB47-419C-9D8F-FA9E5260C18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464" y="792486"/>
                </a:moveTo>
                <a:lnTo>
                  <a:pt x="822929" y="7855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q16_0_official_PredictedLigand_23">
            <a:extLst>
              <a:ext uri="{FF2B5EF4-FFF2-40B4-BE49-F238E27FC236}">
                <a16:creationId xmlns:a16="http://schemas.microsoft.com/office/drawing/2014/main" id="{2F755D19-3C1C-4E06-9B73-E22183D2CD2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3309" y="226598"/>
                </a:moveTo>
                <a:lnTo>
                  <a:pt x="1269528" y="2052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q16_0_official_PredictedLigand_24">
            <a:extLst>
              <a:ext uri="{FF2B5EF4-FFF2-40B4-BE49-F238E27FC236}">
                <a16:creationId xmlns:a16="http://schemas.microsoft.com/office/drawing/2014/main" id="{58427E49-DAE2-4914-9CB8-E916745A06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0191" y="299399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q16_0_official_PredictedLigand_25">
            <a:extLst>
              <a:ext uri="{FF2B5EF4-FFF2-40B4-BE49-F238E27FC236}">
                <a16:creationId xmlns:a16="http://schemas.microsoft.com/office/drawing/2014/main" id="{820C57CD-DAF7-491D-A5BA-95EAEBD1DE0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33841" y="9903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q16_0_official_PredictedLigand_26">
            <a:extLst>
              <a:ext uri="{FF2B5EF4-FFF2-40B4-BE49-F238E27FC236}">
                <a16:creationId xmlns:a16="http://schemas.microsoft.com/office/drawing/2014/main" id="{5E4E3BC4-8453-4DCD-981C-1521CEAF6C5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929" y="785548"/>
                </a:moveTo>
                <a:lnTo>
                  <a:pt x="604786" y="793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q16_0_official_PredictedLigand_27">
            <a:extLst>
              <a:ext uri="{FF2B5EF4-FFF2-40B4-BE49-F238E27FC236}">
                <a16:creationId xmlns:a16="http://schemas.microsoft.com/office/drawing/2014/main" id="{CBB2B040-2405-4AB6-8F78-D218AA0D68C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786" y="793792"/>
                </a:moveTo>
                <a:lnTo>
                  <a:pt x="501929" y="6714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q16_0_official_PredictedLigand_28">
            <a:extLst>
              <a:ext uri="{FF2B5EF4-FFF2-40B4-BE49-F238E27FC236}">
                <a16:creationId xmlns:a16="http://schemas.microsoft.com/office/drawing/2014/main" id="{3C51BF28-91E1-49D2-A3FF-6E17981D19D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855142" y="43043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q16_0_official_PredictedLigand_29">
            <a:extLst>
              <a:ext uri="{FF2B5EF4-FFF2-40B4-BE49-F238E27FC236}">
                <a16:creationId xmlns:a16="http://schemas.microsoft.com/office/drawing/2014/main" id="{FA0F5510-49C2-470F-9901-0832724745A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528" y="205264"/>
                </a:moveTo>
                <a:lnTo>
                  <a:pt x="1391345" y="2595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" name="9q16_0_official_PredictedLigand_30">
            <a:extLst>
              <a:ext uri="{FF2B5EF4-FFF2-40B4-BE49-F238E27FC236}">
                <a16:creationId xmlns:a16="http://schemas.microsoft.com/office/drawing/2014/main" id="{1F1693FE-B79A-4593-92B4-E32FCF24630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15" y="316209"/>
                </a:moveTo>
                <a:lnTo>
                  <a:pt x="1721927" y="3804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" name="9q16_0_official_PredictedLigand_31">
            <a:extLst>
              <a:ext uri="{FF2B5EF4-FFF2-40B4-BE49-F238E27FC236}">
                <a16:creationId xmlns:a16="http://schemas.microsoft.com/office/drawing/2014/main" id="{5FE5D5DC-ACED-4D27-BA47-194E4DE1654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1345" y="259570"/>
                </a:moveTo>
                <a:lnTo>
                  <a:pt x="1550715" y="3162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4" name="9q16_0_official_PredictedLigand_32">
            <a:extLst>
              <a:ext uri="{FF2B5EF4-FFF2-40B4-BE49-F238E27FC236}">
                <a16:creationId xmlns:a16="http://schemas.microsoft.com/office/drawing/2014/main" id="{BE24C052-EB78-4E85-A2B6-5FF66F341EA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1927" y="380419"/>
                </a:moveTo>
                <a:lnTo>
                  <a:pt x="1764122" y="3941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5" name="9q16_0_official_PredictedAtoms_0">
            <a:extLst>
              <a:ext uri="{FF2B5EF4-FFF2-40B4-BE49-F238E27FC236}">
                <a16:creationId xmlns:a16="http://schemas.microsoft.com/office/drawing/2014/main" id="{329A4CB3-A3DF-457C-B543-8044CA11785E}"/>
              </a:ext>
            </a:extLst>
          </p:cNvPr>
          <p:cNvSpPr>
            <a:spLocks noGrp="1"/>
          </p:cNvSpPr>
          <p:nvPr/>
        </p:nvSpPr>
        <p:spPr>
          <a:xfrm>
            <a:off x="1312837" y="8886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" name="9q16_0_official_PredictedAtoms_1">
            <a:extLst>
              <a:ext uri="{FF2B5EF4-FFF2-40B4-BE49-F238E27FC236}">
                <a16:creationId xmlns:a16="http://schemas.microsoft.com/office/drawing/2014/main" id="{23B5CA22-1019-4B80-BBB8-C841511A4A7B}"/>
              </a:ext>
            </a:extLst>
          </p:cNvPr>
          <p:cNvSpPr>
            <a:spLocks noGrp="1"/>
          </p:cNvSpPr>
          <p:nvPr/>
        </p:nvSpPr>
        <p:spPr>
          <a:xfrm>
            <a:off x="1383277" y="1050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" name="9q16_0_official_PredictedAtoms_2">
            <a:extLst>
              <a:ext uri="{FF2B5EF4-FFF2-40B4-BE49-F238E27FC236}">
                <a16:creationId xmlns:a16="http://schemas.microsoft.com/office/drawing/2014/main" id="{24338963-9983-41C2-99E3-79D9BFA2547F}"/>
              </a:ext>
            </a:extLst>
          </p:cNvPr>
          <p:cNvSpPr>
            <a:spLocks noGrp="1"/>
          </p:cNvSpPr>
          <p:nvPr/>
        </p:nvSpPr>
        <p:spPr>
          <a:xfrm>
            <a:off x="1548790" y="9933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8" name="9q16_0_official_PredictedAtoms_3">
            <a:extLst>
              <a:ext uri="{FF2B5EF4-FFF2-40B4-BE49-F238E27FC236}">
                <a16:creationId xmlns:a16="http://schemas.microsoft.com/office/drawing/2014/main" id="{A4255340-118C-48D1-8E6F-C238290CB012}"/>
              </a:ext>
            </a:extLst>
          </p:cNvPr>
          <p:cNvSpPr>
            <a:spLocks noGrp="1"/>
          </p:cNvSpPr>
          <p:nvPr/>
        </p:nvSpPr>
        <p:spPr>
          <a:xfrm>
            <a:off x="1469820" y="9524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q16_0_official_PredictedAtoms_4">
            <a:extLst>
              <a:ext uri="{FF2B5EF4-FFF2-40B4-BE49-F238E27FC236}">
                <a16:creationId xmlns:a16="http://schemas.microsoft.com/office/drawing/2014/main" id="{D9E2F7EB-39C9-4566-AEAE-F50AF2A3BDD8}"/>
              </a:ext>
            </a:extLst>
          </p:cNvPr>
          <p:cNvSpPr>
            <a:spLocks noGrp="1"/>
          </p:cNvSpPr>
          <p:nvPr/>
        </p:nvSpPr>
        <p:spPr>
          <a:xfrm>
            <a:off x="1555717" y="100098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0" name="9q16_0_official_PredictedAtoms_5">
            <a:extLst>
              <a:ext uri="{FF2B5EF4-FFF2-40B4-BE49-F238E27FC236}">
                <a16:creationId xmlns:a16="http://schemas.microsoft.com/office/drawing/2014/main" id="{5BFB01A9-69C4-40E3-814B-DE5C4DA58CB3}"/>
              </a:ext>
            </a:extLst>
          </p:cNvPr>
          <p:cNvSpPr>
            <a:spLocks noGrp="1"/>
          </p:cNvSpPr>
          <p:nvPr/>
        </p:nvSpPr>
        <p:spPr>
          <a:xfrm>
            <a:off x="1481936" y="9796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q16_0_official_PredictedAtoms_6">
            <a:extLst>
              <a:ext uri="{FF2B5EF4-FFF2-40B4-BE49-F238E27FC236}">
                <a16:creationId xmlns:a16="http://schemas.microsoft.com/office/drawing/2014/main" id="{A2B1D98A-21C2-4B0A-B726-6FE8F154B278}"/>
              </a:ext>
            </a:extLst>
          </p:cNvPr>
          <p:cNvSpPr>
            <a:spLocks noGrp="1"/>
          </p:cNvSpPr>
          <p:nvPr/>
        </p:nvSpPr>
        <p:spPr>
          <a:xfrm>
            <a:off x="1603752" y="10339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2" name="9q16_0_official_PredictedAtoms_7">
            <a:extLst>
              <a:ext uri="{FF2B5EF4-FFF2-40B4-BE49-F238E27FC236}">
                <a16:creationId xmlns:a16="http://schemas.microsoft.com/office/drawing/2014/main" id="{18CED94C-B0AB-470C-A58C-9A9936733D41}"/>
              </a:ext>
            </a:extLst>
          </p:cNvPr>
          <p:cNvSpPr>
            <a:spLocks noGrp="1"/>
          </p:cNvSpPr>
          <p:nvPr/>
        </p:nvSpPr>
        <p:spPr>
          <a:xfrm>
            <a:off x="1763122" y="10905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q16_0_official_PredictedAtoms_8">
            <a:extLst>
              <a:ext uri="{FF2B5EF4-FFF2-40B4-BE49-F238E27FC236}">
                <a16:creationId xmlns:a16="http://schemas.microsoft.com/office/drawing/2014/main" id="{E57B8098-84D9-4EC6-9AB0-CD3C2172C3DD}"/>
              </a:ext>
            </a:extLst>
          </p:cNvPr>
          <p:cNvSpPr>
            <a:spLocks noGrp="1"/>
          </p:cNvSpPr>
          <p:nvPr/>
        </p:nvSpPr>
        <p:spPr>
          <a:xfrm>
            <a:off x="1934334" y="11548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q16_0_official_PredictedAtoms_9">
            <a:extLst>
              <a:ext uri="{FF2B5EF4-FFF2-40B4-BE49-F238E27FC236}">
                <a16:creationId xmlns:a16="http://schemas.microsoft.com/office/drawing/2014/main" id="{067030F0-46DF-4EE2-97BC-40D8A1994974}"/>
              </a:ext>
            </a:extLst>
          </p:cNvPr>
          <p:cNvSpPr>
            <a:spLocks noGrp="1"/>
          </p:cNvSpPr>
          <p:nvPr/>
        </p:nvSpPr>
        <p:spPr>
          <a:xfrm>
            <a:off x="1976529" y="11684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5" name="9q16_0_official_PredictedAtoms_10">
            <a:extLst>
              <a:ext uri="{FF2B5EF4-FFF2-40B4-BE49-F238E27FC236}">
                <a16:creationId xmlns:a16="http://schemas.microsoft.com/office/drawing/2014/main" id="{E0FEA2F5-A547-4E0D-AE3B-9AF686F53A6B}"/>
              </a:ext>
            </a:extLst>
          </p:cNvPr>
          <p:cNvSpPr>
            <a:spLocks noGrp="1"/>
          </p:cNvSpPr>
          <p:nvPr/>
        </p:nvSpPr>
        <p:spPr>
          <a:xfrm>
            <a:off x="2067549" y="12048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q16_0_official_PredictedAtoms_11">
            <a:extLst>
              <a:ext uri="{FF2B5EF4-FFF2-40B4-BE49-F238E27FC236}">
                <a16:creationId xmlns:a16="http://schemas.microsoft.com/office/drawing/2014/main" id="{F0F43D72-84E6-412E-8692-AB3914AFBED0}"/>
              </a:ext>
            </a:extLst>
          </p:cNvPr>
          <p:cNvSpPr>
            <a:spLocks noGrp="1"/>
          </p:cNvSpPr>
          <p:nvPr/>
        </p:nvSpPr>
        <p:spPr>
          <a:xfrm>
            <a:off x="2028604" y="118677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q16_0_official_PredictedAtoms_12">
            <a:extLst>
              <a:ext uri="{FF2B5EF4-FFF2-40B4-BE49-F238E27FC236}">
                <a16:creationId xmlns:a16="http://schemas.microsoft.com/office/drawing/2014/main" id="{E9157749-BE44-4573-A89E-17F6F1137F97}"/>
              </a:ext>
            </a:extLst>
          </p:cNvPr>
          <p:cNvSpPr>
            <a:spLocks noGrp="1"/>
          </p:cNvSpPr>
          <p:nvPr/>
        </p:nvSpPr>
        <p:spPr>
          <a:xfrm>
            <a:off x="2168159" y="12375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q16_0_official_PredictedAtoms_13">
            <a:extLst>
              <a:ext uri="{FF2B5EF4-FFF2-40B4-BE49-F238E27FC236}">
                <a16:creationId xmlns:a16="http://schemas.microsoft.com/office/drawing/2014/main" id="{B3753ACA-807C-4081-A242-8885A89C9EFA}"/>
              </a:ext>
            </a:extLst>
          </p:cNvPr>
          <p:cNvSpPr>
            <a:spLocks noGrp="1"/>
          </p:cNvSpPr>
          <p:nvPr/>
        </p:nvSpPr>
        <p:spPr>
          <a:xfrm>
            <a:off x="1864905" y="11231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q16_0_official_PredictedAtoms_14">
            <a:extLst>
              <a:ext uri="{FF2B5EF4-FFF2-40B4-BE49-F238E27FC236}">
                <a16:creationId xmlns:a16="http://schemas.microsoft.com/office/drawing/2014/main" id="{04654372-D061-45EE-A8BD-6139DA1F4ACC}"/>
              </a:ext>
            </a:extLst>
          </p:cNvPr>
          <p:cNvSpPr>
            <a:spLocks noGrp="1"/>
          </p:cNvSpPr>
          <p:nvPr/>
        </p:nvSpPr>
        <p:spPr>
          <a:xfrm>
            <a:off x="1732599" y="10737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q16_0_official_PredictedAtoms_15">
            <a:extLst>
              <a:ext uri="{FF2B5EF4-FFF2-40B4-BE49-F238E27FC236}">
                <a16:creationId xmlns:a16="http://schemas.microsoft.com/office/drawing/2014/main" id="{49C850DE-C10A-48CD-BA39-7DD3FFDF281E}"/>
              </a:ext>
            </a:extLst>
          </p:cNvPr>
          <p:cNvSpPr>
            <a:spLocks noGrp="1"/>
          </p:cNvSpPr>
          <p:nvPr/>
        </p:nvSpPr>
        <p:spPr>
          <a:xfrm>
            <a:off x="1280634" y="10048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q16_0_official_PredictedAtoms_16">
            <a:extLst>
              <a:ext uri="{FF2B5EF4-FFF2-40B4-BE49-F238E27FC236}">
                <a16:creationId xmlns:a16="http://schemas.microsoft.com/office/drawing/2014/main" id="{9B79FAC9-921D-44D6-8E19-76C53991B85B}"/>
              </a:ext>
            </a:extLst>
          </p:cNvPr>
          <p:cNvSpPr>
            <a:spLocks noGrp="1"/>
          </p:cNvSpPr>
          <p:nvPr/>
        </p:nvSpPr>
        <p:spPr>
          <a:xfrm>
            <a:off x="1245794" y="11193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q16_0_official_PredictedAtoms_17">
            <a:extLst>
              <a:ext uri="{FF2B5EF4-FFF2-40B4-BE49-F238E27FC236}">
                <a16:creationId xmlns:a16="http://schemas.microsoft.com/office/drawing/2014/main" id="{F535D94B-0FB3-4CCA-888F-1E9E91AA9552}"/>
              </a:ext>
            </a:extLst>
          </p:cNvPr>
          <p:cNvSpPr>
            <a:spLocks noGrp="1"/>
          </p:cNvSpPr>
          <p:nvPr/>
        </p:nvSpPr>
        <p:spPr>
          <a:xfrm>
            <a:off x="1281717" y="1324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q16_0_official_PredictedAtoms_18">
            <a:extLst>
              <a:ext uri="{FF2B5EF4-FFF2-40B4-BE49-F238E27FC236}">
                <a16:creationId xmlns:a16="http://schemas.microsoft.com/office/drawing/2014/main" id="{DC52E6E0-32F8-4B1E-B0DD-1EA59AABB5CD}"/>
              </a:ext>
            </a:extLst>
          </p:cNvPr>
          <p:cNvSpPr>
            <a:spLocks noGrp="1"/>
          </p:cNvSpPr>
          <p:nvPr/>
        </p:nvSpPr>
        <p:spPr>
          <a:xfrm>
            <a:off x="1146688" y="14046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q16_0_official_PredictedAtoms_19">
            <a:extLst>
              <a:ext uri="{FF2B5EF4-FFF2-40B4-BE49-F238E27FC236}">
                <a16:creationId xmlns:a16="http://schemas.microsoft.com/office/drawing/2014/main" id="{894278FB-CC1F-4FAD-947D-CC396C18BF45}"/>
              </a:ext>
            </a:extLst>
          </p:cNvPr>
          <p:cNvSpPr>
            <a:spLocks noGrp="1"/>
          </p:cNvSpPr>
          <p:nvPr/>
        </p:nvSpPr>
        <p:spPr>
          <a:xfrm>
            <a:off x="1185871" y="15668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q16_0_official_PredictedAtoms_20">
            <a:extLst>
              <a:ext uri="{FF2B5EF4-FFF2-40B4-BE49-F238E27FC236}">
                <a16:creationId xmlns:a16="http://schemas.microsoft.com/office/drawing/2014/main" id="{7AACE8F1-43CA-4234-87AA-B2CC592A636A}"/>
              </a:ext>
            </a:extLst>
          </p:cNvPr>
          <p:cNvSpPr>
            <a:spLocks noGrp="1"/>
          </p:cNvSpPr>
          <p:nvPr/>
        </p:nvSpPr>
        <p:spPr>
          <a:xfrm>
            <a:off x="1377746" y="1549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q16_0_official_PredictedAtoms_21">
            <a:extLst>
              <a:ext uri="{FF2B5EF4-FFF2-40B4-BE49-F238E27FC236}">
                <a16:creationId xmlns:a16="http://schemas.microsoft.com/office/drawing/2014/main" id="{9A1F5762-ED85-4017-9D9C-66F18915A741}"/>
              </a:ext>
            </a:extLst>
          </p:cNvPr>
          <p:cNvSpPr>
            <a:spLocks noGrp="1"/>
          </p:cNvSpPr>
          <p:nvPr/>
        </p:nvSpPr>
        <p:spPr>
          <a:xfrm>
            <a:off x="1157740" y="17574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q16_0_official_PredictedAtoms_22">
            <a:extLst>
              <a:ext uri="{FF2B5EF4-FFF2-40B4-BE49-F238E27FC236}">
                <a16:creationId xmlns:a16="http://schemas.microsoft.com/office/drawing/2014/main" id="{EC6C86A6-6265-457C-84E3-7E614AF689D7}"/>
              </a:ext>
            </a:extLst>
          </p:cNvPr>
          <p:cNvSpPr>
            <a:spLocks noGrp="1"/>
          </p:cNvSpPr>
          <p:nvPr/>
        </p:nvSpPr>
        <p:spPr>
          <a:xfrm>
            <a:off x="1035337" y="15599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9q16_0_official_PredictedAtoms_23">
            <a:extLst>
              <a:ext uri="{FF2B5EF4-FFF2-40B4-BE49-F238E27FC236}">
                <a16:creationId xmlns:a16="http://schemas.microsoft.com/office/drawing/2014/main" id="{C1F1B7FB-D851-46BA-9C8C-FBE106DB8C77}"/>
              </a:ext>
            </a:extLst>
          </p:cNvPr>
          <p:cNvSpPr>
            <a:spLocks noGrp="1"/>
          </p:cNvSpPr>
          <p:nvPr/>
        </p:nvSpPr>
        <p:spPr>
          <a:xfrm>
            <a:off x="817194" y="15681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9" name="9q16_0_official_PredictedAtoms_24">
            <a:extLst>
              <a:ext uri="{FF2B5EF4-FFF2-40B4-BE49-F238E27FC236}">
                <a16:creationId xmlns:a16="http://schemas.microsoft.com/office/drawing/2014/main" id="{A3E0C4EC-C919-415E-9588-DEAE9572B3A4}"/>
              </a:ext>
            </a:extLst>
          </p:cNvPr>
          <p:cNvSpPr>
            <a:spLocks noGrp="1"/>
          </p:cNvSpPr>
          <p:nvPr/>
        </p:nvSpPr>
        <p:spPr>
          <a:xfrm>
            <a:off x="746249" y="17647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0" name="9q16_0_official_PredictedAtoms_25">
            <a:extLst>
              <a:ext uri="{FF2B5EF4-FFF2-40B4-BE49-F238E27FC236}">
                <a16:creationId xmlns:a16="http://schemas.microsoft.com/office/drawing/2014/main" id="{EEE02644-C612-4C6D-9D74-CA254BEEDF98}"/>
              </a:ext>
            </a:extLst>
          </p:cNvPr>
          <p:cNvSpPr>
            <a:spLocks noGrp="1"/>
          </p:cNvSpPr>
          <p:nvPr/>
        </p:nvSpPr>
        <p:spPr>
          <a:xfrm>
            <a:off x="714336" y="14458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" name="9q16_0_official_PredictedAtoms_26">
            <a:extLst>
              <a:ext uri="{FF2B5EF4-FFF2-40B4-BE49-F238E27FC236}">
                <a16:creationId xmlns:a16="http://schemas.microsoft.com/office/drawing/2014/main" id="{6F6B7BB4-D4C7-4FBD-B980-B20F15454531}"/>
              </a:ext>
            </a:extLst>
          </p:cNvPr>
          <p:cNvSpPr>
            <a:spLocks noGrp="1"/>
          </p:cNvSpPr>
          <p:nvPr/>
        </p:nvSpPr>
        <p:spPr>
          <a:xfrm>
            <a:off x="777636" y="148952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" name="9q16_0_official_PredictedAtoms_27">
            <a:extLst>
              <a:ext uri="{FF2B5EF4-FFF2-40B4-BE49-F238E27FC236}">
                <a16:creationId xmlns:a16="http://schemas.microsoft.com/office/drawing/2014/main" id="{C7059029-32BD-4D61-BEB8-001D1A7535CA}"/>
              </a:ext>
            </a:extLst>
          </p:cNvPr>
          <p:cNvSpPr>
            <a:spLocks noGrp="1"/>
          </p:cNvSpPr>
          <p:nvPr/>
        </p:nvSpPr>
        <p:spPr>
          <a:xfrm>
            <a:off x="588156" y="15148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" name="9q16_0_official_PredictedAtoms_28">
            <a:extLst>
              <a:ext uri="{FF2B5EF4-FFF2-40B4-BE49-F238E27FC236}">
                <a16:creationId xmlns:a16="http://schemas.microsoft.com/office/drawing/2014/main" id="{5AFC7B03-BA83-4282-B988-A40B1FD270FB}"/>
              </a:ext>
            </a:extLst>
          </p:cNvPr>
          <p:cNvSpPr>
            <a:spLocks noGrp="1"/>
          </p:cNvSpPr>
          <p:nvPr/>
        </p:nvSpPr>
        <p:spPr>
          <a:xfrm>
            <a:off x="577258" y="17063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" name="9q16_0_official_PredictedAtoms_29">
            <a:extLst>
              <a:ext uri="{FF2B5EF4-FFF2-40B4-BE49-F238E27FC236}">
                <a16:creationId xmlns:a16="http://schemas.microsoft.com/office/drawing/2014/main" id="{1D0EAAB7-8198-497B-997C-652FF072C4DD}"/>
              </a:ext>
            </a:extLst>
          </p:cNvPr>
          <p:cNvSpPr>
            <a:spLocks noGrp="1"/>
          </p:cNvSpPr>
          <p:nvPr/>
        </p:nvSpPr>
        <p:spPr>
          <a:xfrm>
            <a:off x="427350" y="14879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" name="9q16_0_official_PredictedAtoms_30">
            <a:extLst>
              <a:ext uri="{FF2B5EF4-FFF2-40B4-BE49-F238E27FC236}">
                <a16:creationId xmlns:a16="http://schemas.microsoft.com/office/drawing/2014/main" id="{E0924354-709B-4907-9E50-EDCCCF145273}"/>
              </a:ext>
            </a:extLst>
          </p:cNvPr>
          <p:cNvSpPr>
            <a:spLocks noGrp="1"/>
          </p:cNvSpPr>
          <p:nvPr/>
        </p:nvSpPr>
        <p:spPr>
          <a:xfrm>
            <a:off x="575986" y="13682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" name="stage3-cases-density_7">
            <a:extLst>
              <a:ext uri="{FF2B5EF4-FFF2-40B4-BE49-F238E27FC236}">
                <a16:creationId xmlns:a16="http://schemas.microsoft.com/office/drawing/2014/main" id="{2083C1D9-AB0D-4826-B8C9-3E1CDD505CB4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3.84 Å   D 77%   Clash 0</a:t>
            </a:r>
          </a:p>
        </p:txBody>
      </p:sp>
      <p:sp>
        <p:nvSpPr>
          <p:cNvPr id="107" name="9q16_0_tuned_Receptor">
            <a:extLst>
              <a:ext uri="{FF2B5EF4-FFF2-40B4-BE49-F238E27FC236}">
                <a16:creationId xmlns:a16="http://schemas.microsoft.com/office/drawing/2014/main" id="{EABEEE83-28DD-4F2D-9B42-0C7F2721ED9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8" name="9q16_0_tuned_ExperimentalDensity">
            <a:extLst>
              <a:ext uri="{FF2B5EF4-FFF2-40B4-BE49-F238E27FC236}">
                <a16:creationId xmlns:a16="http://schemas.microsoft.com/office/drawing/2014/main" id="{0651C3FC-E2E5-438B-AE4B-FAB7F32FA06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9" name="9q16_0_tuned_ReferenceLigand_0">
            <a:extLst>
              <a:ext uri="{FF2B5EF4-FFF2-40B4-BE49-F238E27FC236}">
                <a16:creationId xmlns:a16="http://schemas.microsoft.com/office/drawing/2014/main" id="{9F37EDB1-D9C5-4516-84DF-6FE5FBC6118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q16_0_tuned_ReferenceLigand_1">
            <a:extLst>
              <a:ext uri="{FF2B5EF4-FFF2-40B4-BE49-F238E27FC236}">
                <a16:creationId xmlns:a16="http://schemas.microsoft.com/office/drawing/2014/main" id="{E03B9984-829A-4A3B-AED1-03F26760F94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q16_0_tuned_ReferenceLigand_2">
            <a:extLst>
              <a:ext uri="{FF2B5EF4-FFF2-40B4-BE49-F238E27FC236}">
                <a16:creationId xmlns:a16="http://schemas.microsoft.com/office/drawing/2014/main" id="{1E355B1A-DD41-4F5C-BDF6-75D674755A9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q16_0_tuned_ReferenceLigand_3">
            <a:extLst>
              <a:ext uri="{FF2B5EF4-FFF2-40B4-BE49-F238E27FC236}">
                <a16:creationId xmlns:a16="http://schemas.microsoft.com/office/drawing/2014/main" id="{382F7006-1A2D-47E5-B226-681341B3790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q16_0_tuned_ReferenceLigand_4">
            <a:extLst>
              <a:ext uri="{FF2B5EF4-FFF2-40B4-BE49-F238E27FC236}">
                <a16:creationId xmlns:a16="http://schemas.microsoft.com/office/drawing/2014/main" id="{A6642165-EC51-4719-8500-B48835D391C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q16_0_tuned_ReferenceLigand_5">
            <a:extLst>
              <a:ext uri="{FF2B5EF4-FFF2-40B4-BE49-F238E27FC236}">
                <a16:creationId xmlns:a16="http://schemas.microsoft.com/office/drawing/2014/main" id="{CA65C4D6-0C6F-4515-B483-871BD0F3D0B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q16_0_tuned_ReferenceLigand_6">
            <a:extLst>
              <a:ext uri="{FF2B5EF4-FFF2-40B4-BE49-F238E27FC236}">
                <a16:creationId xmlns:a16="http://schemas.microsoft.com/office/drawing/2014/main" id="{62EAB0EA-2C84-48FD-B337-546695AFFA3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q16_0_tuned_ReferenceLigand_7">
            <a:extLst>
              <a:ext uri="{FF2B5EF4-FFF2-40B4-BE49-F238E27FC236}">
                <a16:creationId xmlns:a16="http://schemas.microsoft.com/office/drawing/2014/main" id="{888009E0-9618-436A-91D8-CD1424D92BC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q16_0_tuned_ReferenceLigand_8">
            <a:extLst>
              <a:ext uri="{FF2B5EF4-FFF2-40B4-BE49-F238E27FC236}">
                <a16:creationId xmlns:a16="http://schemas.microsoft.com/office/drawing/2014/main" id="{71977D0D-D350-4CC0-A345-B5595459B65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q16_0_tuned_ReferenceLigand_9">
            <a:extLst>
              <a:ext uri="{FF2B5EF4-FFF2-40B4-BE49-F238E27FC236}">
                <a16:creationId xmlns:a16="http://schemas.microsoft.com/office/drawing/2014/main" id="{D5EF2930-F95D-4212-A015-73E4B963B1E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q16_0_tuned_ReferenceLigand_10">
            <a:extLst>
              <a:ext uri="{FF2B5EF4-FFF2-40B4-BE49-F238E27FC236}">
                <a16:creationId xmlns:a16="http://schemas.microsoft.com/office/drawing/2014/main" id="{9C7F4821-A855-4CE8-951F-A1B1E89A2E3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q16_0_tuned_ReferenceLigand_11">
            <a:extLst>
              <a:ext uri="{FF2B5EF4-FFF2-40B4-BE49-F238E27FC236}">
                <a16:creationId xmlns:a16="http://schemas.microsoft.com/office/drawing/2014/main" id="{067108E7-32D3-4A0C-B09B-84F05E70249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q16_0_tuned_ReferenceLigand_12">
            <a:extLst>
              <a:ext uri="{FF2B5EF4-FFF2-40B4-BE49-F238E27FC236}">
                <a16:creationId xmlns:a16="http://schemas.microsoft.com/office/drawing/2014/main" id="{AF70F056-DAF2-4CD6-AD59-BD27148CFA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q16_0_tuned_ReferenceLigand_13">
            <a:extLst>
              <a:ext uri="{FF2B5EF4-FFF2-40B4-BE49-F238E27FC236}">
                <a16:creationId xmlns:a16="http://schemas.microsoft.com/office/drawing/2014/main" id="{4C4EF59C-0A06-46AD-9957-39EA28974B0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q16_0_tuned_ReferenceLigand_14">
            <a:extLst>
              <a:ext uri="{FF2B5EF4-FFF2-40B4-BE49-F238E27FC236}">
                <a16:creationId xmlns:a16="http://schemas.microsoft.com/office/drawing/2014/main" id="{B537B5F0-476B-44BF-82D1-448569A6146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q16_0_tuned_ReferenceLigand_15">
            <a:extLst>
              <a:ext uri="{FF2B5EF4-FFF2-40B4-BE49-F238E27FC236}">
                <a16:creationId xmlns:a16="http://schemas.microsoft.com/office/drawing/2014/main" id="{ADD47CF4-38B8-440A-BBFF-EBA978A4D10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q16_0_tuned_ReferenceLigand_16">
            <a:extLst>
              <a:ext uri="{FF2B5EF4-FFF2-40B4-BE49-F238E27FC236}">
                <a16:creationId xmlns:a16="http://schemas.microsoft.com/office/drawing/2014/main" id="{A4838E9B-DCE2-4E0F-B8A7-94DA20A76C3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q16_0_tuned_ReferenceLigand_17">
            <a:extLst>
              <a:ext uri="{FF2B5EF4-FFF2-40B4-BE49-F238E27FC236}">
                <a16:creationId xmlns:a16="http://schemas.microsoft.com/office/drawing/2014/main" id="{5357D234-8698-46B8-80CC-C5EE144B69F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q16_0_tuned_ReferenceLigand_18">
            <a:extLst>
              <a:ext uri="{FF2B5EF4-FFF2-40B4-BE49-F238E27FC236}">
                <a16:creationId xmlns:a16="http://schemas.microsoft.com/office/drawing/2014/main" id="{010E6799-30DB-45DA-8615-0B7DB05ED8C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q16_0_tuned_ReferenceLigand_19">
            <a:extLst>
              <a:ext uri="{FF2B5EF4-FFF2-40B4-BE49-F238E27FC236}">
                <a16:creationId xmlns:a16="http://schemas.microsoft.com/office/drawing/2014/main" id="{89DE466E-63B9-487B-817F-5DE6BC90D79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q16_0_tuned_ReferenceLigand_20">
            <a:extLst>
              <a:ext uri="{FF2B5EF4-FFF2-40B4-BE49-F238E27FC236}">
                <a16:creationId xmlns:a16="http://schemas.microsoft.com/office/drawing/2014/main" id="{5031C519-5856-49F4-B629-80AD0FADB31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q16_0_tuned_ReferenceLigand_21">
            <a:extLst>
              <a:ext uri="{FF2B5EF4-FFF2-40B4-BE49-F238E27FC236}">
                <a16:creationId xmlns:a16="http://schemas.microsoft.com/office/drawing/2014/main" id="{4E0C391C-BB2A-4055-8200-3FAD260E076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q16_0_tuned_ReferenceLigand_22">
            <a:extLst>
              <a:ext uri="{FF2B5EF4-FFF2-40B4-BE49-F238E27FC236}">
                <a16:creationId xmlns:a16="http://schemas.microsoft.com/office/drawing/2014/main" id="{59494B4F-8016-4978-9C3F-18ADDD23134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q16_0_tuned_ReferenceLigand_23">
            <a:extLst>
              <a:ext uri="{FF2B5EF4-FFF2-40B4-BE49-F238E27FC236}">
                <a16:creationId xmlns:a16="http://schemas.microsoft.com/office/drawing/2014/main" id="{0FAEFC6D-C5DD-4985-B3E9-B841765CFFF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" name="9q16_0_tuned_ReferenceLigand_24">
            <a:extLst>
              <a:ext uri="{FF2B5EF4-FFF2-40B4-BE49-F238E27FC236}">
                <a16:creationId xmlns:a16="http://schemas.microsoft.com/office/drawing/2014/main" id="{E97C076B-AD4F-4538-B3C4-64A642D62AA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" name="9q16_0_tuned_ReferenceLigand_25">
            <a:extLst>
              <a:ext uri="{FF2B5EF4-FFF2-40B4-BE49-F238E27FC236}">
                <a16:creationId xmlns:a16="http://schemas.microsoft.com/office/drawing/2014/main" id="{CF3E35D4-DB81-4F75-A614-9558C5CDA72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" name="9q16_0_tuned_ReferenceLigand_26">
            <a:extLst>
              <a:ext uri="{FF2B5EF4-FFF2-40B4-BE49-F238E27FC236}">
                <a16:creationId xmlns:a16="http://schemas.microsoft.com/office/drawing/2014/main" id="{7B95DC9F-FC3B-4DD6-BF28-7D63FF9634A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" name="9q16_0_tuned_ReferenceLigand_27">
            <a:extLst>
              <a:ext uri="{FF2B5EF4-FFF2-40B4-BE49-F238E27FC236}">
                <a16:creationId xmlns:a16="http://schemas.microsoft.com/office/drawing/2014/main" id="{B9AD4B15-5F89-49BC-8232-136E84541D3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" name="9q16_0_tuned_ReferenceLigand_28">
            <a:extLst>
              <a:ext uri="{FF2B5EF4-FFF2-40B4-BE49-F238E27FC236}">
                <a16:creationId xmlns:a16="http://schemas.microsoft.com/office/drawing/2014/main" id="{8B7CA8C3-DDE9-45D3-BA85-6ACD003D639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" name="9q16_0_tuned_ReferenceLigand_29">
            <a:extLst>
              <a:ext uri="{FF2B5EF4-FFF2-40B4-BE49-F238E27FC236}">
                <a16:creationId xmlns:a16="http://schemas.microsoft.com/office/drawing/2014/main" id="{A2481D5C-2539-44A0-B451-45987AD76A1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" name="9q16_0_tuned_ReferenceLigand_30">
            <a:extLst>
              <a:ext uri="{FF2B5EF4-FFF2-40B4-BE49-F238E27FC236}">
                <a16:creationId xmlns:a16="http://schemas.microsoft.com/office/drawing/2014/main" id="{A20CEC63-FE27-4EF9-BAD8-F30562A2E58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" name="9q16_0_tuned_ReferenceLigand_31">
            <a:extLst>
              <a:ext uri="{FF2B5EF4-FFF2-40B4-BE49-F238E27FC236}">
                <a16:creationId xmlns:a16="http://schemas.microsoft.com/office/drawing/2014/main" id="{411FC778-5E60-44FB-8E9A-F32C286C57F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" name="9q16_0_tuned_ReferenceLigand_32">
            <a:extLst>
              <a:ext uri="{FF2B5EF4-FFF2-40B4-BE49-F238E27FC236}">
                <a16:creationId xmlns:a16="http://schemas.microsoft.com/office/drawing/2014/main" id="{B46688B6-4548-4186-8D11-B0B72A837D3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" name="9q16_0_tuned_PredictedLigand_0">
            <a:extLst>
              <a:ext uri="{FF2B5EF4-FFF2-40B4-BE49-F238E27FC236}">
                <a16:creationId xmlns:a16="http://schemas.microsoft.com/office/drawing/2014/main" id="{A9C58B93-F8C9-4831-BB39-DC4632F8AD5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445241" y="5525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q16_0_tuned_PredictedLigand_1">
            <a:extLst>
              <a:ext uri="{FF2B5EF4-FFF2-40B4-BE49-F238E27FC236}">
                <a16:creationId xmlns:a16="http://schemas.microsoft.com/office/drawing/2014/main" id="{26BFC39F-55BC-45EE-9BEC-9C25CE10D96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367129" y="4674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q16_0_tuned_PredictedLigand_2">
            <a:extLst>
              <a:ext uri="{FF2B5EF4-FFF2-40B4-BE49-F238E27FC236}">
                <a16:creationId xmlns:a16="http://schemas.microsoft.com/office/drawing/2014/main" id="{2CC8E0D8-232E-44D6-A6AB-CFD968FDAC3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94086" y="8995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q16_0_tuned_PredictedLigand_3">
            <a:extLst>
              <a:ext uri="{FF2B5EF4-FFF2-40B4-BE49-F238E27FC236}">
                <a16:creationId xmlns:a16="http://schemas.microsoft.com/office/drawing/2014/main" id="{930FB4F9-0FD4-4D84-8D45-34E56EFAD24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1821" y="776585"/>
                </a:moveTo>
                <a:lnTo>
                  <a:pt x="2238973" y="5866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q16_0_tuned_PredictedLigand_4">
            <a:extLst>
              <a:ext uri="{FF2B5EF4-FFF2-40B4-BE49-F238E27FC236}">
                <a16:creationId xmlns:a16="http://schemas.microsoft.com/office/drawing/2014/main" id="{FDF80C80-08B1-40C3-B419-479D54F149B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261821" y="7765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q16_0_tuned_PredictedLigand_5">
            <a:extLst>
              <a:ext uri="{FF2B5EF4-FFF2-40B4-BE49-F238E27FC236}">
                <a16:creationId xmlns:a16="http://schemas.microsoft.com/office/drawing/2014/main" id="{F7C4D90A-867D-4C52-82F0-21E934F8B94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834125" y="49946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q16_0_tuned_PredictedLigand_6">
            <a:extLst>
              <a:ext uri="{FF2B5EF4-FFF2-40B4-BE49-F238E27FC236}">
                <a16:creationId xmlns:a16="http://schemas.microsoft.com/office/drawing/2014/main" id="{1CC327DA-8409-4BA3-925C-A766D92E0EA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157" y="917482"/>
                </a:moveTo>
                <a:lnTo>
                  <a:pt x="2172619" y="10874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q16_0_tuned_PredictedLigand_7">
            <a:extLst>
              <a:ext uri="{FF2B5EF4-FFF2-40B4-BE49-F238E27FC236}">
                <a16:creationId xmlns:a16="http://schemas.microsoft.com/office/drawing/2014/main" id="{4E8261C2-771B-4FCF-89EC-893CDDDE480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973" y="586672"/>
                </a:moveTo>
                <a:lnTo>
                  <a:pt x="2093459" y="5296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q16_0_tuned_PredictedLigand_8">
            <a:extLst>
              <a:ext uri="{FF2B5EF4-FFF2-40B4-BE49-F238E27FC236}">
                <a16:creationId xmlns:a16="http://schemas.microsoft.com/office/drawing/2014/main" id="{8B895B2D-6BDF-470D-917B-9E446561B3A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67" y="743228"/>
                </a:moveTo>
                <a:lnTo>
                  <a:pt x="442018" y="7200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q16_0_tuned_PredictedLigand_9">
            <a:extLst>
              <a:ext uri="{FF2B5EF4-FFF2-40B4-BE49-F238E27FC236}">
                <a16:creationId xmlns:a16="http://schemas.microsoft.com/office/drawing/2014/main" id="{345145B5-E14B-466A-8032-96AB68A7EFC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2018" y="720077"/>
                </a:moveTo>
                <a:lnTo>
                  <a:pt x="300206" y="6961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q16_0_tuned_PredictedLigand_10">
            <a:extLst>
              <a:ext uri="{FF2B5EF4-FFF2-40B4-BE49-F238E27FC236}">
                <a16:creationId xmlns:a16="http://schemas.microsoft.com/office/drawing/2014/main" id="{E1A6F962-FAB0-4C31-B313-6E3DE827E3C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8" y="853104"/>
                </a:moveTo>
                <a:lnTo>
                  <a:pt x="2148157" y="91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q16_0_tuned_PredictedLigand_11">
            <a:extLst>
              <a:ext uri="{FF2B5EF4-FFF2-40B4-BE49-F238E27FC236}">
                <a16:creationId xmlns:a16="http://schemas.microsoft.com/office/drawing/2014/main" id="{8960F028-A54B-4CB8-BCBF-CA14FBE2736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649267" y="7432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q16_0_tuned_PredictedLigand_12">
            <a:extLst>
              <a:ext uri="{FF2B5EF4-FFF2-40B4-BE49-F238E27FC236}">
                <a16:creationId xmlns:a16="http://schemas.microsoft.com/office/drawing/2014/main" id="{BC184D7F-B252-4D21-AC76-414953AA90C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546" y="672717"/>
                </a:moveTo>
                <a:lnTo>
                  <a:pt x="807674" y="5833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q16_0_tuned_PredictedLigand_13">
            <a:extLst>
              <a:ext uri="{FF2B5EF4-FFF2-40B4-BE49-F238E27FC236}">
                <a16:creationId xmlns:a16="http://schemas.microsoft.com/office/drawing/2014/main" id="{6434EB27-ABAB-47D7-8F0A-C5BD5C22187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3459" y="529671"/>
                </a:moveTo>
                <a:lnTo>
                  <a:pt x="1972808" y="6630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q16_0_tuned_PredictedLigand_14">
            <a:extLst>
              <a:ext uri="{FF2B5EF4-FFF2-40B4-BE49-F238E27FC236}">
                <a16:creationId xmlns:a16="http://schemas.microsoft.com/office/drawing/2014/main" id="{E52DB06C-179A-4BA2-8031-420F834A7E1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q16_0_tuned_PredictedLigand_15">
            <a:extLst>
              <a:ext uri="{FF2B5EF4-FFF2-40B4-BE49-F238E27FC236}">
                <a16:creationId xmlns:a16="http://schemas.microsoft.com/office/drawing/2014/main" id="{74E0F28C-16D9-4E5D-A504-EC30F6E816C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2591" y="17334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q16_0_tuned_PredictedLigand_16">
            <a:extLst>
              <a:ext uri="{FF2B5EF4-FFF2-40B4-BE49-F238E27FC236}">
                <a16:creationId xmlns:a16="http://schemas.microsoft.com/office/drawing/2014/main" id="{81D75483-D81A-4E90-91E4-6C1407617EF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7674" y="583395"/>
                </a:moveTo>
                <a:lnTo>
                  <a:pt x="740296" y="436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q16_0_tuned_PredictedLigand_17">
            <a:extLst>
              <a:ext uri="{FF2B5EF4-FFF2-40B4-BE49-F238E27FC236}">
                <a16:creationId xmlns:a16="http://schemas.microsoft.com/office/drawing/2014/main" id="{7B3DFC1D-2D6E-419E-B201-E4DF04D5FBA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0787" y="347582"/>
                </a:moveTo>
                <a:lnTo>
                  <a:pt x="1627709" y="376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q16_0_tuned_PredictedLigand_18">
            <a:extLst>
              <a:ext uri="{FF2B5EF4-FFF2-40B4-BE49-F238E27FC236}">
                <a16:creationId xmlns:a16="http://schemas.microsoft.com/office/drawing/2014/main" id="{1EAF750A-AC86-4A58-820A-05071E0D2CC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764" y="945854"/>
                </a:moveTo>
                <a:lnTo>
                  <a:pt x="1998328" y="8531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q16_0_tuned_PredictedLigand_19">
            <a:extLst>
              <a:ext uri="{FF2B5EF4-FFF2-40B4-BE49-F238E27FC236}">
                <a16:creationId xmlns:a16="http://schemas.microsoft.com/office/drawing/2014/main" id="{62C3627C-00D2-4777-BF90-B7D5391EEDB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2808" y="663030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q16_0_tuned_PredictedLigand_20">
            <a:extLst>
              <a:ext uri="{FF2B5EF4-FFF2-40B4-BE49-F238E27FC236}">
                <a16:creationId xmlns:a16="http://schemas.microsoft.com/office/drawing/2014/main" id="{44290D0B-E6D0-4EC1-BB85-382C544DED3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709" y="376219"/>
                </a:moveTo>
                <a:lnTo>
                  <a:pt x="1706834" y="4683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q16_0_tuned_PredictedLigand_21">
            <a:extLst>
              <a:ext uri="{FF2B5EF4-FFF2-40B4-BE49-F238E27FC236}">
                <a16:creationId xmlns:a16="http://schemas.microsoft.com/office/drawing/2014/main" id="{265CBC7D-E966-4E15-A8EA-FAD3B0D1BF1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001546" y="6727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" name="9q16_0_tuned_PredictedLigand_22">
            <a:extLst>
              <a:ext uri="{FF2B5EF4-FFF2-40B4-BE49-F238E27FC236}">
                <a16:creationId xmlns:a16="http://schemas.microsoft.com/office/drawing/2014/main" id="{FB0C5EF8-89F2-43BB-8F03-A32DC96FDB6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7439" y="813773"/>
                </a:moveTo>
                <a:lnTo>
                  <a:pt x="1858764" y="9458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5" name="9q16_0_tuned_PredictedLigand_23">
            <a:extLst>
              <a:ext uri="{FF2B5EF4-FFF2-40B4-BE49-F238E27FC236}">
                <a16:creationId xmlns:a16="http://schemas.microsoft.com/office/drawing/2014/main" id="{479FBEF2-66F3-4903-89AA-3787C3A85BA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420787" y="347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6" name="9q16_0_tuned_PredictedLigand_24">
            <a:extLst>
              <a:ext uri="{FF2B5EF4-FFF2-40B4-BE49-F238E27FC236}">
                <a16:creationId xmlns:a16="http://schemas.microsoft.com/office/drawing/2014/main" id="{F816D1F9-5465-42D6-A2B3-EA8EEC82FC3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814453" y="6395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7" name="9q16_0_tuned_PredictedLigand_25">
            <a:extLst>
              <a:ext uri="{FF2B5EF4-FFF2-40B4-BE49-F238E27FC236}">
                <a16:creationId xmlns:a16="http://schemas.microsoft.com/office/drawing/2014/main" id="{C04E7B83-8B05-47FA-B602-05866804317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4453" y="639554"/>
                </a:moveTo>
                <a:lnTo>
                  <a:pt x="1747439" y="8137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8" name="9q16_0_tuned_PredictedLigand_26">
            <a:extLst>
              <a:ext uri="{FF2B5EF4-FFF2-40B4-BE49-F238E27FC236}">
                <a16:creationId xmlns:a16="http://schemas.microsoft.com/office/drawing/2014/main" id="{368F2C00-8E81-4C4F-B3D2-D2DB0E78E8E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1115755" y="9799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9" name="9q16_0_tuned_PredictedLigand_27">
            <a:extLst>
              <a:ext uri="{FF2B5EF4-FFF2-40B4-BE49-F238E27FC236}">
                <a16:creationId xmlns:a16="http://schemas.microsoft.com/office/drawing/2014/main" id="{7CF012A9-B16B-467E-9D29-DCAB0F5E170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6834" y="468337"/>
                </a:moveTo>
                <a:lnTo>
                  <a:pt x="1556878" y="4968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0" name="9q16_0_tuned_PredictedLigand_28">
            <a:extLst>
              <a:ext uri="{FF2B5EF4-FFF2-40B4-BE49-F238E27FC236}">
                <a16:creationId xmlns:a16="http://schemas.microsoft.com/office/drawing/2014/main" id="{7893855C-EA13-4BCF-9F56-ECEB53E6920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7951" y="669675"/>
                </a:moveTo>
                <a:lnTo>
                  <a:pt x="1071027" y="7845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1" name="9q16_0_tuned_PredictedLigand_29">
            <a:extLst>
              <a:ext uri="{FF2B5EF4-FFF2-40B4-BE49-F238E27FC236}">
                <a16:creationId xmlns:a16="http://schemas.microsoft.com/office/drawing/2014/main" id="{4E8385AC-5846-47B8-A6AB-C820E7C8071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8711" y="380868"/>
                </a:moveTo>
                <a:lnTo>
                  <a:pt x="1208682" y="4630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2" name="9q16_0_tuned_PredictedLigand_30">
            <a:extLst>
              <a:ext uri="{FF2B5EF4-FFF2-40B4-BE49-F238E27FC236}">
                <a16:creationId xmlns:a16="http://schemas.microsoft.com/office/drawing/2014/main" id="{9CFF27F3-1971-4EDF-8034-12A1B476893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878" y="496857"/>
                </a:moveTo>
                <a:lnTo>
                  <a:pt x="1398711" y="380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3" name="9q16_0_tuned_PredictedLigand_31">
            <a:extLst>
              <a:ext uri="{FF2B5EF4-FFF2-40B4-BE49-F238E27FC236}">
                <a16:creationId xmlns:a16="http://schemas.microsoft.com/office/drawing/2014/main" id="{277E0D31-11F3-4DF3-87D2-D1779488248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1027" y="784526"/>
                </a:moveTo>
                <a:lnTo>
                  <a:pt x="911630" y="7658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" name="9q16_0_tuned_PredictedLigand_32">
            <a:extLst>
              <a:ext uri="{FF2B5EF4-FFF2-40B4-BE49-F238E27FC236}">
                <a16:creationId xmlns:a16="http://schemas.microsoft.com/office/drawing/2014/main" id="{BE134FDE-4881-43AB-BA9D-5B29CADB6EC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8682" y="463051"/>
                </a:moveTo>
                <a:lnTo>
                  <a:pt x="1237951" y="6696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" name="9q16_0_tuned_PredictedAtoms_0">
            <a:extLst>
              <a:ext uri="{FF2B5EF4-FFF2-40B4-BE49-F238E27FC236}">
                <a16:creationId xmlns:a16="http://schemas.microsoft.com/office/drawing/2014/main" id="{47D38492-4A1B-4690-92AD-F4F5AE498D3F}"/>
              </a:ext>
            </a:extLst>
          </p:cNvPr>
          <p:cNvSpPr>
            <a:spLocks noGrp="1"/>
          </p:cNvSpPr>
          <p:nvPr/>
        </p:nvSpPr>
        <p:spPr>
          <a:xfrm>
            <a:off x="4526798" y="947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6" name="9q16_0_tuned_PredictedAtoms_1">
            <a:extLst>
              <a:ext uri="{FF2B5EF4-FFF2-40B4-BE49-F238E27FC236}">
                <a16:creationId xmlns:a16="http://schemas.microsoft.com/office/drawing/2014/main" id="{64F3E12C-F9F2-4049-9E79-A79ACA0249AB}"/>
              </a:ext>
            </a:extLst>
          </p:cNvPr>
          <p:cNvSpPr>
            <a:spLocks noGrp="1"/>
          </p:cNvSpPr>
          <p:nvPr/>
        </p:nvSpPr>
        <p:spPr>
          <a:xfrm>
            <a:off x="4604994" y="11219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q16_0_tuned_PredictedAtoms_2">
            <a:extLst>
              <a:ext uri="{FF2B5EF4-FFF2-40B4-BE49-F238E27FC236}">
                <a16:creationId xmlns:a16="http://schemas.microsoft.com/office/drawing/2014/main" id="{831958A4-A028-41EF-BE3E-7A4D72A7A37C}"/>
              </a:ext>
            </a:extLst>
          </p:cNvPr>
          <p:cNvSpPr>
            <a:spLocks noGrp="1"/>
          </p:cNvSpPr>
          <p:nvPr/>
        </p:nvSpPr>
        <p:spPr>
          <a:xfrm>
            <a:off x="4811917" y="11506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8" name="9q16_0_tuned_PredictedAtoms_3">
            <a:extLst>
              <a:ext uri="{FF2B5EF4-FFF2-40B4-BE49-F238E27FC236}">
                <a16:creationId xmlns:a16="http://schemas.microsoft.com/office/drawing/2014/main" id="{75769E4E-2D50-46D7-920B-AD0F5ABB9BA9}"/>
              </a:ext>
            </a:extLst>
          </p:cNvPr>
          <p:cNvSpPr>
            <a:spLocks noGrp="1"/>
          </p:cNvSpPr>
          <p:nvPr/>
        </p:nvSpPr>
        <p:spPr>
          <a:xfrm>
            <a:off x="4891042" y="12427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q16_0_tuned_PredictedAtoms_4">
            <a:extLst>
              <a:ext uri="{FF2B5EF4-FFF2-40B4-BE49-F238E27FC236}">
                <a16:creationId xmlns:a16="http://schemas.microsoft.com/office/drawing/2014/main" id="{3EDAE1D9-D9D8-42FA-A152-E069664D3419}"/>
              </a:ext>
            </a:extLst>
          </p:cNvPr>
          <p:cNvSpPr>
            <a:spLocks noGrp="1"/>
          </p:cNvSpPr>
          <p:nvPr/>
        </p:nvSpPr>
        <p:spPr>
          <a:xfrm>
            <a:off x="4998661" y="14139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" name="9q16_0_tuned_PredictedAtoms_5">
            <a:extLst>
              <a:ext uri="{FF2B5EF4-FFF2-40B4-BE49-F238E27FC236}">
                <a16:creationId xmlns:a16="http://schemas.microsoft.com/office/drawing/2014/main" id="{859A8B89-F170-4674-935D-C80F88D1E012}"/>
              </a:ext>
            </a:extLst>
          </p:cNvPr>
          <p:cNvSpPr>
            <a:spLocks noGrp="1"/>
          </p:cNvSpPr>
          <p:nvPr/>
        </p:nvSpPr>
        <p:spPr>
          <a:xfrm>
            <a:off x="4931647" y="15881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q16_0_tuned_PredictedAtoms_6">
            <a:extLst>
              <a:ext uri="{FF2B5EF4-FFF2-40B4-BE49-F238E27FC236}">
                <a16:creationId xmlns:a16="http://schemas.microsoft.com/office/drawing/2014/main" id="{DE1B2CD3-4735-4A0C-AF96-646BFC19CC43}"/>
              </a:ext>
            </a:extLst>
          </p:cNvPr>
          <p:cNvSpPr>
            <a:spLocks noGrp="1"/>
          </p:cNvSpPr>
          <p:nvPr/>
        </p:nvSpPr>
        <p:spPr>
          <a:xfrm>
            <a:off x="5042972" y="17202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" name="9q16_0_tuned_PredictedAtoms_7">
            <a:extLst>
              <a:ext uri="{FF2B5EF4-FFF2-40B4-BE49-F238E27FC236}">
                <a16:creationId xmlns:a16="http://schemas.microsoft.com/office/drawing/2014/main" id="{53611AE5-438A-4E38-A0B3-D3BB6AAEA23C}"/>
              </a:ext>
            </a:extLst>
          </p:cNvPr>
          <p:cNvSpPr>
            <a:spLocks noGrp="1"/>
          </p:cNvSpPr>
          <p:nvPr/>
        </p:nvSpPr>
        <p:spPr>
          <a:xfrm>
            <a:off x="5182535" y="16274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q16_0_tuned_PredictedAtoms_8">
            <a:extLst>
              <a:ext uri="{FF2B5EF4-FFF2-40B4-BE49-F238E27FC236}">
                <a16:creationId xmlns:a16="http://schemas.microsoft.com/office/drawing/2014/main" id="{D307FA4B-4436-41D1-A3DA-FBB929826884}"/>
              </a:ext>
            </a:extLst>
          </p:cNvPr>
          <p:cNvSpPr>
            <a:spLocks noGrp="1"/>
          </p:cNvSpPr>
          <p:nvPr/>
        </p:nvSpPr>
        <p:spPr>
          <a:xfrm>
            <a:off x="5332364" y="16918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q16_0_tuned_PredictedAtoms_9">
            <a:extLst>
              <a:ext uri="{FF2B5EF4-FFF2-40B4-BE49-F238E27FC236}">
                <a16:creationId xmlns:a16="http://schemas.microsoft.com/office/drawing/2014/main" id="{94AEC6B1-B110-455D-83D2-EB51590666FF}"/>
              </a:ext>
            </a:extLst>
          </p:cNvPr>
          <p:cNvSpPr>
            <a:spLocks noGrp="1"/>
          </p:cNvSpPr>
          <p:nvPr/>
        </p:nvSpPr>
        <p:spPr>
          <a:xfrm>
            <a:off x="5356826" y="18618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" name="9q16_0_tuned_PredictedAtoms_10">
            <a:extLst>
              <a:ext uri="{FF2B5EF4-FFF2-40B4-BE49-F238E27FC236}">
                <a16:creationId xmlns:a16="http://schemas.microsoft.com/office/drawing/2014/main" id="{EEA18FBA-6A84-4F04-B179-E07A34EC5804}"/>
              </a:ext>
            </a:extLst>
          </p:cNvPr>
          <p:cNvSpPr>
            <a:spLocks noGrp="1"/>
          </p:cNvSpPr>
          <p:nvPr/>
        </p:nvSpPr>
        <p:spPr>
          <a:xfrm>
            <a:off x="5446029" y="15509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" name="9q16_0_tuned_PredictedAtoms_11">
            <a:extLst>
              <a:ext uri="{FF2B5EF4-FFF2-40B4-BE49-F238E27FC236}">
                <a16:creationId xmlns:a16="http://schemas.microsoft.com/office/drawing/2014/main" id="{2AC4F6EE-D36E-4F98-A3A1-538309307895}"/>
              </a:ext>
            </a:extLst>
          </p:cNvPr>
          <p:cNvSpPr>
            <a:spLocks noGrp="1"/>
          </p:cNvSpPr>
          <p:nvPr/>
        </p:nvSpPr>
        <p:spPr>
          <a:xfrm>
            <a:off x="5423180" y="13610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q16_0_tuned_PredictedAtoms_12">
            <a:extLst>
              <a:ext uri="{FF2B5EF4-FFF2-40B4-BE49-F238E27FC236}">
                <a16:creationId xmlns:a16="http://schemas.microsoft.com/office/drawing/2014/main" id="{FA1676EA-C238-4385-BBB2-799FF2A5743E}"/>
              </a:ext>
            </a:extLst>
          </p:cNvPr>
          <p:cNvSpPr>
            <a:spLocks noGrp="1"/>
          </p:cNvSpPr>
          <p:nvPr/>
        </p:nvSpPr>
        <p:spPr>
          <a:xfrm>
            <a:off x="5551337" y="124186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" name="9q16_0_tuned_PredictedAtoms_13">
            <a:extLst>
              <a:ext uri="{FF2B5EF4-FFF2-40B4-BE49-F238E27FC236}">
                <a16:creationId xmlns:a16="http://schemas.microsoft.com/office/drawing/2014/main" id="{DD1DB501-4EC1-45E1-812F-9A669B1AFA4F}"/>
              </a:ext>
            </a:extLst>
          </p:cNvPr>
          <p:cNvSpPr>
            <a:spLocks noGrp="1"/>
          </p:cNvSpPr>
          <p:nvPr/>
        </p:nvSpPr>
        <p:spPr>
          <a:xfrm>
            <a:off x="5277667" y="1304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9" name="9q16_0_tuned_PredictedAtoms_14">
            <a:extLst>
              <a:ext uri="{FF2B5EF4-FFF2-40B4-BE49-F238E27FC236}">
                <a16:creationId xmlns:a16="http://schemas.microsoft.com/office/drawing/2014/main" id="{FE12AD1D-A97C-458F-8939-F130AAF43522}"/>
              </a:ext>
            </a:extLst>
          </p:cNvPr>
          <p:cNvSpPr>
            <a:spLocks noGrp="1"/>
          </p:cNvSpPr>
          <p:nvPr/>
        </p:nvSpPr>
        <p:spPr>
          <a:xfrm>
            <a:off x="5157016" y="14374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q16_0_tuned_PredictedAtoms_15">
            <a:extLst>
              <a:ext uri="{FF2B5EF4-FFF2-40B4-BE49-F238E27FC236}">
                <a16:creationId xmlns:a16="http://schemas.microsoft.com/office/drawing/2014/main" id="{D8086BC9-2B5A-4CF0-8628-3F0DA231D5C2}"/>
              </a:ext>
            </a:extLst>
          </p:cNvPr>
          <p:cNvSpPr>
            <a:spLocks noGrp="1"/>
          </p:cNvSpPr>
          <p:nvPr/>
        </p:nvSpPr>
        <p:spPr>
          <a:xfrm>
            <a:off x="4741085" y="12712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1" name="9q16_0_tuned_PredictedAtoms_16">
            <a:extLst>
              <a:ext uri="{FF2B5EF4-FFF2-40B4-BE49-F238E27FC236}">
                <a16:creationId xmlns:a16="http://schemas.microsoft.com/office/drawing/2014/main" id="{16C97FCA-9590-4F3B-9323-2E61264CF11F}"/>
              </a:ext>
            </a:extLst>
          </p:cNvPr>
          <p:cNvSpPr>
            <a:spLocks noGrp="1"/>
          </p:cNvSpPr>
          <p:nvPr/>
        </p:nvSpPr>
        <p:spPr>
          <a:xfrm>
            <a:off x="4582918" y="11552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2" name="9q16_0_tuned_PredictedAtoms_17">
            <a:extLst>
              <a:ext uri="{FF2B5EF4-FFF2-40B4-BE49-F238E27FC236}">
                <a16:creationId xmlns:a16="http://schemas.microsoft.com/office/drawing/2014/main" id="{0B6F0AF3-6DBF-46DE-B279-9B58633754C1}"/>
              </a:ext>
            </a:extLst>
          </p:cNvPr>
          <p:cNvSpPr>
            <a:spLocks noGrp="1"/>
          </p:cNvSpPr>
          <p:nvPr/>
        </p:nvSpPr>
        <p:spPr>
          <a:xfrm>
            <a:off x="4392890" y="12374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3" name="9q16_0_tuned_PredictedAtoms_18">
            <a:extLst>
              <a:ext uri="{FF2B5EF4-FFF2-40B4-BE49-F238E27FC236}">
                <a16:creationId xmlns:a16="http://schemas.microsoft.com/office/drawing/2014/main" id="{2DF0091B-C6CA-438C-9A57-52137122E45D}"/>
              </a:ext>
            </a:extLst>
          </p:cNvPr>
          <p:cNvSpPr>
            <a:spLocks noGrp="1"/>
          </p:cNvSpPr>
          <p:nvPr/>
        </p:nvSpPr>
        <p:spPr>
          <a:xfrm>
            <a:off x="4422158" y="14440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4" name="9q16_0_tuned_PredictedAtoms_19">
            <a:extLst>
              <a:ext uri="{FF2B5EF4-FFF2-40B4-BE49-F238E27FC236}">
                <a16:creationId xmlns:a16="http://schemas.microsoft.com/office/drawing/2014/main" id="{3A2D3B24-D4F1-41C8-AA84-87CEF309A9E4}"/>
              </a:ext>
            </a:extLst>
          </p:cNvPr>
          <p:cNvSpPr>
            <a:spLocks noGrp="1"/>
          </p:cNvSpPr>
          <p:nvPr/>
        </p:nvSpPr>
        <p:spPr>
          <a:xfrm>
            <a:off x="4255235" y="15589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5" name="9q16_0_tuned_PredictedAtoms_20">
            <a:extLst>
              <a:ext uri="{FF2B5EF4-FFF2-40B4-BE49-F238E27FC236}">
                <a16:creationId xmlns:a16="http://schemas.microsoft.com/office/drawing/2014/main" id="{D5CB6495-1D3B-4858-864A-BB7370FD458C}"/>
              </a:ext>
            </a:extLst>
          </p:cNvPr>
          <p:cNvSpPr>
            <a:spLocks noGrp="1"/>
          </p:cNvSpPr>
          <p:nvPr/>
        </p:nvSpPr>
        <p:spPr>
          <a:xfrm>
            <a:off x="4299962" y="17542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6" name="9q16_0_tuned_PredictedAtoms_21">
            <a:extLst>
              <a:ext uri="{FF2B5EF4-FFF2-40B4-BE49-F238E27FC236}">
                <a16:creationId xmlns:a16="http://schemas.microsoft.com/office/drawing/2014/main" id="{DABA7CEF-58AB-498B-BFF2-5958A331A1F9}"/>
              </a:ext>
            </a:extLst>
          </p:cNvPr>
          <p:cNvSpPr>
            <a:spLocks noGrp="1"/>
          </p:cNvSpPr>
          <p:nvPr/>
        </p:nvSpPr>
        <p:spPr>
          <a:xfrm>
            <a:off x="4095838" y="15402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7" name="9q16_0_tuned_PredictedAtoms_22">
            <a:extLst>
              <a:ext uri="{FF2B5EF4-FFF2-40B4-BE49-F238E27FC236}">
                <a16:creationId xmlns:a16="http://schemas.microsoft.com/office/drawing/2014/main" id="{F21B145F-C913-4820-96DA-7889EB5BE896}"/>
              </a:ext>
            </a:extLst>
          </p:cNvPr>
          <p:cNvSpPr>
            <a:spLocks noGrp="1"/>
          </p:cNvSpPr>
          <p:nvPr/>
        </p:nvSpPr>
        <p:spPr>
          <a:xfrm>
            <a:off x="4185754" y="14470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8" name="9q16_0_tuned_PredictedAtoms_23">
            <a:extLst>
              <a:ext uri="{FF2B5EF4-FFF2-40B4-BE49-F238E27FC236}">
                <a16:creationId xmlns:a16="http://schemas.microsoft.com/office/drawing/2014/main" id="{681E8A15-0BAF-4142-BCC6-F5CAC11BDC37}"/>
              </a:ext>
            </a:extLst>
          </p:cNvPr>
          <p:cNvSpPr>
            <a:spLocks noGrp="1"/>
          </p:cNvSpPr>
          <p:nvPr/>
        </p:nvSpPr>
        <p:spPr>
          <a:xfrm>
            <a:off x="3991882" y="13577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9" name="9q16_0_tuned_PredictedAtoms_24">
            <a:extLst>
              <a:ext uri="{FF2B5EF4-FFF2-40B4-BE49-F238E27FC236}">
                <a16:creationId xmlns:a16="http://schemas.microsoft.com/office/drawing/2014/main" id="{E8A9F5D4-5091-4AAB-ABFB-B6DE55CC4EBC}"/>
              </a:ext>
            </a:extLst>
          </p:cNvPr>
          <p:cNvSpPr>
            <a:spLocks noGrp="1"/>
          </p:cNvSpPr>
          <p:nvPr/>
        </p:nvSpPr>
        <p:spPr>
          <a:xfrm>
            <a:off x="4018333" y="12738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0" name="9q16_0_tuned_PredictedAtoms_25">
            <a:extLst>
              <a:ext uri="{FF2B5EF4-FFF2-40B4-BE49-F238E27FC236}">
                <a16:creationId xmlns:a16="http://schemas.microsoft.com/office/drawing/2014/main" id="{4EF3F5D5-B35B-4F30-9B60-D8C02286DADA}"/>
              </a:ext>
            </a:extLst>
          </p:cNvPr>
          <p:cNvSpPr>
            <a:spLocks noGrp="1"/>
          </p:cNvSpPr>
          <p:nvPr/>
        </p:nvSpPr>
        <p:spPr>
          <a:xfrm>
            <a:off x="3924504" y="12106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1" name="9q16_0_tuned_PredictedAtoms_26">
            <a:extLst>
              <a:ext uri="{FF2B5EF4-FFF2-40B4-BE49-F238E27FC236}">
                <a16:creationId xmlns:a16="http://schemas.microsoft.com/office/drawing/2014/main" id="{127A099A-EC7D-4E6D-BB95-2F7127F28078}"/>
              </a:ext>
            </a:extLst>
          </p:cNvPr>
          <p:cNvSpPr>
            <a:spLocks noGrp="1"/>
          </p:cNvSpPr>
          <p:nvPr/>
        </p:nvSpPr>
        <p:spPr>
          <a:xfrm>
            <a:off x="3833474" y="15176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2" name="9q16_0_tuned_PredictedAtoms_27">
            <a:extLst>
              <a:ext uri="{FF2B5EF4-FFF2-40B4-BE49-F238E27FC236}">
                <a16:creationId xmlns:a16="http://schemas.microsoft.com/office/drawing/2014/main" id="{26334634-6AB9-4B09-A534-4E31048D09B3}"/>
              </a:ext>
            </a:extLst>
          </p:cNvPr>
          <p:cNvSpPr>
            <a:spLocks noGrp="1"/>
          </p:cNvSpPr>
          <p:nvPr/>
        </p:nvSpPr>
        <p:spPr>
          <a:xfrm>
            <a:off x="3626225" y="14944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3" name="9q16_0_tuned_PredictedAtoms_28">
            <a:extLst>
              <a:ext uri="{FF2B5EF4-FFF2-40B4-BE49-F238E27FC236}">
                <a16:creationId xmlns:a16="http://schemas.microsoft.com/office/drawing/2014/main" id="{E5C53444-6D44-4F11-887A-ACBEBC84770A}"/>
              </a:ext>
            </a:extLst>
          </p:cNvPr>
          <p:cNvSpPr>
            <a:spLocks noGrp="1"/>
          </p:cNvSpPr>
          <p:nvPr/>
        </p:nvSpPr>
        <p:spPr>
          <a:xfrm>
            <a:off x="3629448" y="132688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4" name="9q16_0_tuned_PredictedAtoms_29">
            <a:extLst>
              <a:ext uri="{FF2B5EF4-FFF2-40B4-BE49-F238E27FC236}">
                <a16:creationId xmlns:a16="http://schemas.microsoft.com/office/drawing/2014/main" id="{5784D60B-C0EF-4770-968C-71686A84C6E5}"/>
              </a:ext>
            </a:extLst>
          </p:cNvPr>
          <p:cNvSpPr>
            <a:spLocks noGrp="1"/>
          </p:cNvSpPr>
          <p:nvPr/>
        </p:nvSpPr>
        <p:spPr>
          <a:xfrm>
            <a:off x="3484414" y="14705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5" name="9q16_0_tuned_PredictedAtoms_30">
            <a:extLst>
              <a:ext uri="{FF2B5EF4-FFF2-40B4-BE49-F238E27FC236}">
                <a16:creationId xmlns:a16="http://schemas.microsoft.com/office/drawing/2014/main" id="{C0416F36-0123-4B63-AB50-67F4566E6576}"/>
              </a:ext>
            </a:extLst>
          </p:cNvPr>
          <p:cNvSpPr>
            <a:spLocks noGrp="1"/>
          </p:cNvSpPr>
          <p:nvPr/>
        </p:nvSpPr>
        <p:spPr>
          <a:xfrm>
            <a:off x="3578294" y="16739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6" name="stage3-cases-density_9">
            <a:extLst>
              <a:ext uri="{FF2B5EF4-FFF2-40B4-BE49-F238E27FC236}">
                <a16:creationId xmlns:a16="http://schemas.microsoft.com/office/drawing/2014/main" id="{D19CF3A7-6186-4047-BF6F-FF79ADD52B22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0.76 Å   D 100%   Clash 0</a:t>
            </a:r>
          </a:p>
        </p:txBody>
      </p:sp>
      <p:sp>
        <p:nvSpPr>
          <p:cNvPr id="207" name="9q16_0_build_Receptor">
            <a:extLst>
              <a:ext uri="{FF2B5EF4-FFF2-40B4-BE49-F238E27FC236}">
                <a16:creationId xmlns:a16="http://schemas.microsoft.com/office/drawing/2014/main" id="{5CF877DD-5E97-40D0-B5C5-C0F97437824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47934" y="888382"/>
                </a:moveTo>
                <a:lnTo>
                  <a:pt x="2619181" y="718480"/>
                </a:lnTo>
                <a:moveTo>
                  <a:pt x="2647934" y="888382"/>
                </a:moveTo>
                <a:lnTo>
                  <a:pt x="2529537" y="993528"/>
                </a:lnTo>
                <a:moveTo>
                  <a:pt x="2529537" y="993528"/>
                </a:moveTo>
                <a:lnTo>
                  <a:pt x="2562046" y="1176157"/>
                </a:lnTo>
                <a:moveTo>
                  <a:pt x="2562046" y="1176157"/>
                </a:moveTo>
                <a:lnTo>
                  <a:pt x="2441515" y="1274416"/>
                </a:lnTo>
                <a:moveTo>
                  <a:pt x="443348" y="154502"/>
                </a:moveTo>
                <a:lnTo>
                  <a:pt x="554043" y="53768"/>
                </a:lnTo>
                <a:moveTo>
                  <a:pt x="287293" y="80212"/>
                </a:moveTo>
                <a:lnTo>
                  <a:pt x="443348" y="154502"/>
                </a:lnTo>
                <a:moveTo>
                  <a:pt x="175801" y="204328"/>
                </a:moveTo>
                <a:lnTo>
                  <a:pt x="287293" y="80212"/>
                </a:lnTo>
                <a:moveTo>
                  <a:pt x="136876" y="102314"/>
                </a:moveTo>
                <a:lnTo>
                  <a:pt x="175801" y="204328"/>
                </a:lnTo>
                <a:moveTo>
                  <a:pt x="2617694" y="593539"/>
                </a:moveTo>
                <a:lnTo>
                  <a:pt x="2518639" y="456215"/>
                </a:lnTo>
                <a:moveTo>
                  <a:pt x="2617694" y="593539"/>
                </a:moveTo>
                <a:lnTo>
                  <a:pt x="2565767" y="770166"/>
                </a:lnTo>
                <a:moveTo>
                  <a:pt x="247415" y="115466"/>
                </a:moveTo>
                <a:lnTo>
                  <a:pt x="136876" y="102314"/>
                </a:lnTo>
                <a:moveTo>
                  <a:pt x="247415" y="115466"/>
                </a:moveTo>
                <a:lnTo>
                  <a:pt x="390435" y="214453"/>
                </a:lnTo>
                <a:moveTo>
                  <a:pt x="189463" y="991"/>
                </a:moveTo>
                <a:lnTo>
                  <a:pt x="247415" y="115466"/>
                </a:lnTo>
                <a:moveTo>
                  <a:pt x="2125974" y="968858"/>
                </a:moveTo>
                <a:lnTo>
                  <a:pt x="2201288" y="1109301"/>
                </a:lnTo>
                <a:moveTo>
                  <a:pt x="2125974" y="968858"/>
                </a:moveTo>
                <a:lnTo>
                  <a:pt x="2196827" y="790818"/>
                </a:lnTo>
                <a:moveTo>
                  <a:pt x="2196827" y="790818"/>
                </a:moveTo>
                <a:lnTo>
                  <a:pt x="2124370" y="626064"/>
                </a:lnTo>
                <a:moveTo>
                  <a:pt x="2124370" y="626064"/>
                </a:moveTo>
                <a:lnTo>
                  <a:pt x="2211301" y="467798"/>
                </a:lnTo>
                <a:moveTo>
                  <a:pt x="1968298" y="960979"/>
                </a:moveTo>
                <a:lnTo>
                  <a:pt x="2125974" y="968858"/>
                </a:lnTo>
                <a:moveTo>
                  <a:pt x="2124370" y="626064"/>
                </a:moveTo>
                <a:lnTo>
                  <a:pt x="1976843" y="616655"/>
                </a:lnTo>
                <a:moveTo>
                  <a:pt x="197313" y="120928"/>
                </a:moveTo>
                <a:lnTo>
                  <a:pt x="189463" y="991"/>
                </a:lnTo>
                <a:moveTo>
                  <a:pt x="1968298" y="960979"/>
                </a:moveTo>
                <a:lnTo>
                  <a:pt x="1906249" y="788957"/>
                </a:lnTo>
                <a:moveTo>
                  <a:pt x="1857643" y="1104543"/>
                </a:moveTo>
                <a:lnTo>
                  <a:pt x="1968298" y="960979"/>
                </a:lnTo>
                <a:moveTo>
                  <a:pt x="1976843" y="616655"/>
                </a:moveTo>
                <a:lnTo>
                  <a:pt x="1906249" y="788957"/>
                </a:lnTo>
                <a:moveTo>
                  <a:pt x="1754327" y="826067"/>
                </a:moveTo>
                <a:lnTo>
                  <a:pt x="1906249" y="788957"/>
                </a:lnTo>
                <a:moveTo>
                  <a:pt x="1732792" y="1017785"/>
                </a:moveTo>
                <a:lnTo>
                  <a:pt x="1857643" y="1104543"/>
                </a:lnTo>
                <a:moveTo>
                  <a:pt x="1754327" y="826067"/>
                </a:moveTo>
                <a:lnTo>
                  <a:pt x="1732792" y="1017785"/>
                </a:lnTo>
                <a:moveTo>
                  <a:pt x="1304084" y="713982"/>
                </a:moveTo>
                <a:lnTo>
                  <a:pt x="1473715" y="615632"/>
                </a:lnTo>
                <a:moveTo>
                  <a:pt x="1473715" y="615632"/>
                </a:moveTo>
                <a:lnTo>
                  <a:pt x="1638018" y="688248"/>
                </a:lnTo>
                <a:moveTo>
                  <a:pt x="1638018" y="688248"/>
                </a:moveTo>
                <a:lnTo>
                  <a:pt x="1754327" y="826067"/>
                </a:lnTo>
                <a:moveTo>
                  <a:pt x="1304084" y="713982"/>
                </a:moveTo>
                <a:lnTo>
                  <a:pt x="1138857" y="603779"/>
                </a:lnTo>
                <a:moveTo>
                  <a:pt x="1362383" y="726815"/>
                </a:moveTo>
                <a:lnTo>
                  <a:pt x="1304084" y="713982"/>
                </a:lnTo>
                <a:moveTo>
                  <a:pt x="1559684" y="772262"/>
                </a:moveTo>
                <a:lnTo>
                  <a:pt x="1638018" y="688248"/>
                </a:lnTo>
                <a:moveTo>
                  <a:pt x="1362383" y="726815"/>
                </a:moveTo>
                <a:lnTo>
                  <a:pt x="1559684" y="772262"/>
                </a:lnTo>
                <a:moveTo>
                  <a:pt x="1259210" y="874288"/>
                </a:moveTo>
                <a:lnTo>
                  <a:pt x="1362383" y="726815"/>
                </a:lnTo>
                <a:moveTo>
                  <a:pt x="1264637" y="1051431"/>
                </a:moveTo>
                <a:lnTo>
                  <a:pt x="1259210" y="874288"/>
                </a:lnTo>
                <a:moveTo>
                  <a:pt x="1218815" y="1238367"/>
                </a:moveTo>
                <a:lnTo>
                  <a:pt x="1264637" y="1051431"/>
                </a:lnTo>
                <a:moveTo>
                  <a:pt x="1218815" y="1238367"/>
                </a:moveTo>
                <a:lnTo>
                  <a:pt x="1024300" y="122807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08" name="9q16_0_build_ExperimentalDensity">
            <a:extLst>
              <a:ext uri="{FF2B5EF4-FFF2-40B4-BE49-F238E27FC236}">
                <a16:creationId xmlns:a16="http://schemas.microsoft.com/office/drawing/2014/main" id="{779DFE82-A2E7-41B9-9242-47C9E41661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839" y="570085"/>
                </a:moveTo>
                <a:lnTo>
                  <a:pt x="2459388" y="700225"/>
                </a:lnTo>
                <a:moveTo>
                  <a:pt x="974349" y="490342"/>
                </a:moveTo>
                <a:lnTo>
                  <a:pt x="1020872" y="616617"/>
                </a:lnTo>
                <a:moveTo>
                  <a:pt x="915891" y="683185"/>
                </a:moveTo>
                <a:lnTo>
                  <a:pt x="1020872" y="616617"/>
                </a:lnTo>
                <a:moveTo>
                  <a:pt x="2284553" y="595779"/>
                </a:moveTo>
                <a:lnTo>
                  <a:pt x="2459388" y="700225"/>
                </a:lnTo>
                <a:moveTo>
                  <a:pt x="2284553" y="595779"/>
                </a:moveTo>
                <a:lnTo>
                  <a:pt x="2377839" y="570085"/>
                </a:lnTo>
                <a:moveTo>
                  <a:pt x="2204432" y="601800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459388" y="700225"/>
                </a:lnTo>
                <a:moveTo>
                  <a:pt x="2204432" y="601800"/>
                </a:moveTo>
                <a:lnTo>
                  <a:pt x="2249197" y="645805"/>
                </a:lnTo>
                <a:moveTo>
                  <a:pt x="2249197" y="645805"/>
                </a:moveTo>
                <a:lnTo>
                  <a:pt x="2284553" y="595779"/>
                </a:lnTo>
                <a:moveTo>
                  <a:pt x="2249197" y="645805"/>
                </a:moveTo>
                <a:lnTo>
                  <a:pt x="2322326" y="764428"/>
                </a:lnTo>
                <a:moveTo>
                  <a:pt x="2326888" y="445981"/>
                </a:moveTo>
                <a:lnTo>
                  <a:pt x="2377839" y="570085"/>
                </a:lnTo>
                <a:moveTo>
                  <a:pt x="2082423" y="659695"/>
                </a:moveTo>
                <a:lnTo>
                  <a:pt x="2204432" y="601800"/>
                </a:lnTo>
                <a:moveTo>
                  <a:pt x="915891" y="683185"/>
                </a:moveTo>
                <a:lnTo>
                  <a:pt x="974349" y="490342"/>
                </a:lnTo>
                <a:moveTo>
                  <a:pt x="848142" y="520728"/>
                </a:moveTo>
                <a:lnTo>
                  <a:pt x="974349" y="490342"/>
                </a:lnTo>
                <a:moveTo>
                  <a:pt x="2284553" y="595779"/>
                </a:moveTo>
                <a:lnTo>
                  <a:pt x="2326888" y="445981"/>
                </a:lnTo>
                <a:moveTo>
                  <a:pt x="2186884" y="815481"/>
                </a:moveTo>
                <a:lnTo>
                  <a:pt x="2322326" y="764428"/>
                </a:lnTo>
                <a:moveTo>
                  <a:pt x="2165560" y="479421"/>
                </a:moveTo>
                <a:lnTo>
                  <a:pt x="2204432" y="601800"/>
                </a:lnTo>
                <a:moveTo>
                  <a:pt x="2170927" y="432811"/>
                </a:moveTo>
                <a:lnTo>
                  <a:pt x="2165560" y="479421"/>
                </a:lnTo>
                <a:moveTo>
                  <a:pt x="848142" y="520728"/>
                </a:moveTo>
                <a:lnTo>
                  <a:pt x="915891" y="683185"/>
                </a:lnTo>
                <a:moveTo>
                  <a:pt x="811952" y="527665"/>
                </a:moveTo>
                <a:lnTo>
                  <a:pt x="848142" y="520728"/>
                </a:lnTo>
                <a:moveTo>
                  <a:pt x="830043" y="553668"/>
                </a:moveTo>
                <a:lnTo>
                  <a:pt x="915891" y="683185"/>
                </a:lnTo>
                <a:moveTo>
                  <a:pt x="830043" y="553668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30043" y="553668"/>
                </a:lnTo>
                <a:moveTo>
                  <a:pt x="2249197" y="645805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249197" y="645805"/>
                </a:lnTo>
                <a:moveTo>
                  <a:pt x="915891" y="683185"/>
                </a:moveTo>
                <a:lnTo>
                  <a:pt x="946766" y="720593"/>
                </a:lnTo>
                <a:moveTo>
                  <a:pt x="2165560" y="479421"/>
                </a:moveTo>
                <a:lnTo>
                  <a:pt x="2284553" y="595779"/>
                </a:lnTo>
                <a:moveTo>
                  <a:pt x="2155689" y="758084"/>
                </a:moveTo>
                <a:lnTo>
                  <a:pt x="2249197" y="645805"/>
                </a:lnTo>
                <a:moveTo>
                  <a:pt x="478585" y="597945"/>
                </a:moveTo>
                <a:lnTo>
                  <a:pt x="543191" y="704771"/>
                </a:lnTo>
                <a:moveTo>
                  <a:pt x="366932" y="619428"/>
                </a:moveTo>
                <a:lnTo>
                  <a:pt x="543191" y="704771"/>
                </a:lnTo>
                <a:moveTo>
                  <a:pt x="543191" y="704771"/>
                </a:moveTo>
                <a:lnTo>
                  <a:pt x="589656" y="582129"/>
                </a:lnTo>
                <a:moveTo>
                  <a:pt x="366932" y="619428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66932" y="619428"/>
                </a:lnTo>
                <a:moveTo>
                  <a:pt x="2186884" y="815481"/>
                </a:moveTo>
                <a:lnTo>
                  <a:pt x="2275934" y="944501"/>
                </a:lnTo>
                <a:moveTo>
                  <a:pt x="478585" y="597945"/>
                </a:moveTo>
                <a:lnTo>
                  <a:pt x="589656" y="582129"/>
                </a:lnTo>
                <a:moveTo>
                  <a:pt x="737794" y="672912"/>
                </a:moveTo>
                <a:lnTo>
                  <a:pt x="830043" y="553668"/>
                </a:lnTo>
                <a:moveTo>
                  <a:pt x="878910" y="373257"/>
                </a:moveTo>
                <a:lnTo>
                  <a:pt x="974349" y="490342"/>
                </a:lnTo>
                <a:moveTo>
                  <a:pt x="543191" y="704771"/>
                </a:moveTo>
                <a:lnTo>
                  <a:pt x="737794" y="672912"/>
                </a:lnTo>
                <a:moveTo>
                  <a:pt x="933767" y="367092"/>
                </a:moveTo>
                <a:lnTo>
                  <a:pt x="974349" y="490342"/>
                </a:lnTo>
                <a:moveTo>
                  <a:pt x="2155689" y="758084"/>
                </a:moveTo>
                <a:lnTo>
                  <a:pt x="2186884" y="815481"/>
                </a:lnTo>
                <a:moveTo>
                  <a:pt x="2082423" y="659695"/>
                </a:moveTo>
                <a:lnTo>
                  <a:pt x="2155689" y="758084"/>
                </a:lnTo>
                <a:moveTo>
                  <a:pt x="878910" y="373257"/>
                </a:moveTo>
                <a:lnTo>
                  <a:pt x="848142" y="520728"/>
                </a:lnTo>
                <a:moveTo>
                  <a:pt x="811952" y="527665"/>
                </a:moveTo>
                <a:lnTo>
                  <a:pt x="878910" y="373257"/>
                </a:lnTo>
                <a:moveTo>
                  <a:pt x="543191" y="704771"/>
                </a:moveTo>
                <a:lnTo>
                  <a:pt x="680038" y="760764"/>
                </a:lnTo>
                <a:moveTo>
                  <a:pt x="2275934" y="944501"/>
                </a:moveTo>
                <a:lnTo>
                  <a:pt x="2312504" y="982044"/>
                </a:lnTo>
                <a:moveTo>
                  <a:pt x="589656" y="582129"/>
                </a:moveTo>
                <a:lnTo>
                  <a:pt x="737794" y="672912"/>
                </a:lnTo>
                <a:moveTo>
                  <a:pt x="803974" y="746220"/>
                </a:moveTo>
                <a:lnTo>
                  <a:pt x="915891" y="683185"/>
                </a:lnTo>
                <a:moveTo>
                  <a:pt x="2275934" y="944501"/>
                </a:moveTo>
                <a:lnTo>
                  <a:pt x="2223505" y="1003209"/>
                </a:lnTo>
                <a:moveTo>
                  <a:pt x="830043" y="553668"/>
                </a:moveTo>
                <a:lnTo>
                  <a:pt x="803974" y="746220"/>
                </a:lnTo>
                <a:moveTo>
                  <a:pt x="2063810" y="547635"/>
                </a:moveTo>
                <a:lnTo>
                  <a:pt x="2204432" y="601800"/>
                </a:lnTo>
                <a:moveTo>
                  <a:pt x="803974" y="746220"/>
                </a:moveTo>
                <a:lnTo>
                  <a:pt x="946766" y="720593"/>
                </a:lnTo>
                <a:moveTo>
                  <a:pt x="2160471" y="1024647"/>
                </a:moveTo>
                <a:lnTo>
                  <a:pt x="2186884" y="815481"/>
                </a:lnTo>
                <a:moveTo>
                  <a:pt x="478585" y="597945"/>
                </a:moveTo>
                <a:lnTo>
                  <a:pt x="592375" y="433285"/>
                </a:lnTo>
                <a:moveTo>
                  <a:pt x="2170927" y="432811"/>
                </a:moveTo>
                <a:lnTo>
                  <a:pt x="2219646" y="482238"/>
                </a:lnTo>
                <a:moveTo>
                  <a:pt x="2160471" y="1024647"/>
                </a:moveTo>
                <a:lnTo>
                  <a:pt x="2275934" y="944501"/>
                </a:lnTo>
                <a:moveTo>
                  <a:pt x="2223505" y="1003209"/>
                </a:moveTo>
                <a:lnTo>
                  <a:pt x="2312504" y="982044"/>
                </a:lnTo>
                <a:moveTo>
                  <a:pt x="478585" y="597945"/>
                </a:moveTo>
                <a:lnTo>
                  <a:pt x="612142" y="456570"/>
                </a:lnTo>
                <a:moveTo>
                  <a:pt x="946766" y="720593"/>
                </a:moveTo>
                <a:lnTo>
                  <a:pt x="1048843" y="806451"/>
                </a:lnTo>
                <a:moveTo>
                  <a:pt x="737794" y="672912"/>
                </a:moveTo>
                <a:lnTo>
                  <a:pt x="680038" y="760764"/>
                </a:lnTo>
                <a:moveTo>
                  <a:pt x="612142" y="456570"/>
                </a:moveTo>
                <a:lnTo>
                  <a:pt x="589656" y="582129"/>
                </a:lnTo>
                <a:moveTo>
                  <a:pt x="844574" y="784804"/>
                </a:moveTo>
                <a:lnTo>
                  <a:pt x="946766" y="720593"/>
                </a:lnTo>
                <a:moveTo>
                  <a:pt x="737794" y="672912"/>
                </a:moveTo>
                <a:lnTo>
                  <a:pt x="803974" y="746220"/>
                </a:lnTo>
                <a:moveTo>
                  <a:pt x="2182830" y="1059015"/>
                </a:moveTo>
                <a:lnTo>
                  <a:pt x="2223505" y="1003209"/>
                </a:lnTo>
                <a:moveTo>
                  <a:pt x="2160471" y="1024647"/>
                </a:moveTo>
                <a:lnTo>
                  <a:pt x="2223505" y="1003209"/>
                </a:lnTo>
                <a:moveTo>
                  <a:pt x="878910" y="373257"/>
                </a:moveTo>
                <a:lnTo>
                  <a:pt x="933767" y="367092"/>
                </a:lnTo>
                <a:moveTo>
                  <a:pt x="2084645" y="883446"/>
                </a:moveTo>
                <a:lnTo>
                  <a:pt x="2186884" y="815481"/>
                </a:lnTo>
                <a:moveTo>
                  <a:pt x="680038" y="760764"/>
                </a:moveTo>
                <a:lnTo>
                  <a:pt x="803974" y="746220"/>
                </a:lnTo>
                <a:moveTo>
                  <a:pt x="2155689" y="758084"/>
                </a:moveTo>
                <a:lnTo>
                  <a:pt x="2084645" y="883446"/>
                </a:lnTo>
                <a:moveTo>
                  <a:pt x="2160471" y="1024647"/>
                </a:moveTo>
                <a:lnTo>
                  <a:pt x="2182830" y="1059015"/>
                </a:lnTo>
                <a:moveTo>
                  <a:pt x="2063810" y="547635"/>
                </a:moveTo>
                <a:lnTo>
                  <a:pt x="2082423" y="659695"/>
                </a:lnTo>
                <a:moveTo>
                  <a:pt x="292708" y="520730"/>
                </a:moveTo>
                <a:lnTo>
                  <a:pt x="305420" y="629784"/>
                </a:lnTo>
                <a:moveTo>
                  <a:pt x="592375" y="433285"/>
                </a:moveTo>
                <a:lnTo>
                  <a:pt x="612142" y="456570"/>
                </a:lnTo>
                <a:moveTo>
                  <a:pt x="332175" y="516121"/>
                </a:moveTo>
                <a:lnTo>
                  <a:pt x="478585" y="597945"/>
                </a:lnTo>
                <a:moveTo>
                  <a:pt x="305420" y="629784"/>
                </a:moveTo>
                <a:lnTo>
                  <a:pt x="332175" y="516121"/>
                </a:lnTo>
                <a:moveTo>
                  <a:pt x="332175" y="516121"/>
                </a:moveTo>
                <a:lnTo>
                  <a:pt x="366932" y="619428"/>
                </a:lnTo>
                <a:moveTo>
                  <a:pt x="473286" y="492667"/>
                </a:moveTo>
                <a:lnTo>
                  <a:pt x="478585" y="597945"/>
                </a:lnTo>
                <a:moveTo>
                  <a:pt x="2219646" y="482238"/>
                </a:moveTo>
                <a:lnTo>
                  <a:pt x="2325460" y="438078"/>
                </a:lnTo>
                <a:moveTo>
                  <a:pt x="680038" y="760764"/>
                </a:moveTo>
                <a:lnTo>
                  <a:pt x="844574" y="784804"/>
                </a:lnTo>
                <a:moveTo>
                  <a:pt x="2063810" y="547635"/>
                </a:moveTo>
                <a:lnTo>
                  <a:pt x="2165560" y="479421"/>
                </a:lnTo>
                <a:moveTo>
                  <a:pt x="2013772" y="744767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155689" y="758084"/>
                </a:lnTo>
                <a:moveTo>
                  <a:pt x="2165560" y="479421"/>
                </a:moveTo>
                <a:lnTo>
                  <a:pt x="2219646" y="482238"/>
                </a:lnTo>
                <a:moveTo>
                  <a:pt x="803974" y="746220"/>
                </a:moveTo>
                <a:lnTo>
                  <a:pt x="844574" y="784804"/>
                </a:lnTo>
                <a:moveTo>
                  <a:pt x="2084645" y="883446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155689" y="758084"/>
                </a:lnTo>
                <a:moveTo>
                  <a:pt x="2182830" y="1059015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2182830" y="1059015"/>
                </a:lnTo>
                <a:moveTo>
                  <a:pt x="2325460" y="438078"/>
                </a:moveTo>
                <a:lnTo>
                  <a:pt x="2356710" y="354164"/>
                </a:lnTo>
                <a:moveTo>
                  <a:pt x="2045086" y="1085916"/>
                </a:moveTo>
                <a:lnTo>
                  <a:pt x="2182830" y="1059015"/>
                </a:lnTo>
                <a:moveTo>
                  <a:pt x="946766" y="720593"/>
                </a:moveTo>
                <a:lnTo>
                  <a:pt x="942823" y="849476"/>
                </a:lnTo>
                <a:moveTo>
                  <a:pt x="2045086" y="1085916"/>
                </a:moveTo>
                <a:lnTo>
                  <a:pt x="2160471" y="1024647"/>
                </a:lnTo>
                <a:moveTo>
                  <a:pt x="473286" y="492667"/>
                </a:moveTo>
                <a:lnTo>
                  <a:pt x="592375" y="433285"/>
                </a:lnTo>
                <a:moveTo>
                  <a:pt x="292708" y="520730"/>
                </a:moveTo>
                <a:lnTo>
                  <a:pt x="408284" y="437198"/>
                </a:lnTo>
                <a:moveTo>
                  <a:pt x="332175" y="516121"/>
                </a:moveTo>
                <a:lnTo>
                  <a:pt x="408284" y="437198"/>
                </a:lnTo>
                <a:moveTo>
                  <a:pt x="408284" y="437198"/>
                </a:moveTo>
                <a:lnTo>
                  <a:pt x="473286" y="492667"/>
                </a:lnTo>
                <a:moveTo>
                  <a:pt x="1967280" y="618508"/>
                </a:moveTo>
                <a:lnTo>
                  <a:pt x="2082423" y="659695"/>
                </a:lnTo>
                <a:moveTo>
                  <a:pt x="2050890" y="807865"/>
                </a:moveTo>
                <a:lnTo>
                  <a:pt x="2084645" y="883446"/>
                </a:lnTo>
                <a:moveTo>
                  <a:pt x="302392" y="902479"/>
                </a:moveTo>
                <a:lnTo>
                  <a:pt x="362434" y="963972"/>
                </a:lnTo>
                <a:moveTo>
                  <a:pt x="2086296" y="1154542"/>
                </a:moveTo>
                <a:lnTo>
                  <a:pt x="2141267" y="1237484"/>
                </a:lnTo>
                <a:moveTo>
                  <a:pt x="362434" y="963972"/>
                </a:moveTo>
                <a:lnTo>
                  <a:pt x="455226" y="998437"/>
                </a:lnTo>
                <a:moveTo>
                  <a:pt x="292708" y="520730"/>
                </a:moveTo>
                <a:lnTo>
                  <a:pt x="332175" y="516121"/>
                </a:lnTo>
                <a:moveTo>
                  <a:pt x="2045086" y="1085916"/>
                </a:moveTo>
                <a:lnTo>
                  <a:pt x="2086296" y="1154542"/>
                </a:lnTo>
                <a:moveTo>
                  <a:pt x="332175" y="516121"/>
                </a:moveTo>
                <a:lnTo>
                  <a:pt x="473286" y="492667"/>
                </a:lnTo>
                <a:moveTo>
                  <a:pt x="1996049" y="958359"/>
                </a:moveTo>
                <a:lnTo>
                  <a:pt x="2160471" y="1024647"/>
                </a:lnTo>
                <a:moveTo>
                  <a:pt x="2013772" y="744767"/>
                </a:moveTo>
                <a:lnTo>
                  <a:pt x="2050890" y="807865"/>
                </a:lnTo>
                <a:moveTo>
                  <a:pt x="2111824" y="515292"/>
                </a:moveTo>
                <a:lnTo>
                  <a:pt x="2165560" y="479421"/>
                </a:lnTo>
                <a:moveTo>
                  <a:pt x="942823" y="849476"/>
                </a:moveTo>
                <a:lnTo>
                  <a:pt x="1048843" y="806451"/>
                </a:lnTo>
                <a:moveTo>
                  <a:pt x="455226" y="998437"/>
                </a:moveTo>
                <a:lnTo>
                  <a:pt x="557541" y="934906"/>
                </a:lnTo>
                <a:moveTo>
                  <a:pt x="844574" y="784804"/>
                </a:moveTo>
                <a:lnTo>
                  <a:pt x="942823" y="849476"/>
                </a:lnTo>
                <a:moveTo>
                  <a:pt x="1996049" y="958359"/>
                </a:moveTo>
                <a:lnTo>
                  <a:pt x="2084645" y="883446"/>
                </a:lnTo>
                <a:moveTo>
                  <a:pt x="2219646" y="482238"/>
                </a:moveTo>
                <a:lnTo>
                  <a:pt x="2356710" y="354164"/>
                </a:lnTo>
                <a:moveTo>
                  <a:pt x="1967280" y="618508"/>
                </a:moveTo>
                <a:lnTo>
                  <a:pt x="2063810" y="547635"/>
                </a:lnTo>
                <a:moveTo>
                  <a:pt x="2050890" y="807865"/>
                </a:moveTo>
                <a:lnTo>
                  <a:pt x="1996049" y="958359"/>
                </a:lnTo>
                <a:moveTo>
                  <a:pt x="1996049" y="958359"/>
                </a:moveTo>
                <a:lnTo>
                  <a:pt x="2045086" y="1085916"/>
                </a:lnTo>
                <a:moveTo>
                  <a:pt x="1967280" y="618508"/>
                </a:moveTo>
                <a:lnTo>
                  <a:pt x="2013772" y="744767"/>
                </a:lnTo>
                <a:moveTo>
                  <a:pt x="1335278" y="164568"/>
                </a:moveTo>
                <a:lnTo>
                  <a:pt x="1468102" y="187863"/>
                </a:lnTo>
                <a:moveTo>
                  <a:pt x="2063810" y="547635"/>
                </a:moveTo>
                <a:lnTo>
                  <a:pt x="2111824" y="515292"/>
                </a:lnTo>
                <a:moveTo>
                  <a:pt x="2065655" y="1319011"/>
                </a:moveTo>
                <a:lnTo>
                  <a:pt x="2141267" y="1237484"/>
                </a:lnTo>
                <a:moveTo>
                  <a:pt x="1991563" y="1159539"/>
                </a:moveTo>
                <a:lnTo>
                  <a:pt x="2086296" y="1154542"/>
                </a:lnTo>
                <a:moveTo>
                  <a:pt x="2111824" y="515292"/>
                </a:moveTo>
                <a:lnTo>
                  <a:pt x="2219646" y="482238"/>
                </a:lnTo>
                <a:moveTo>
                  <a:pt x="362434" y="963972"/>
                </a:moveTo>
                <a:lnTo>
                  <a:pt x="375391" y="966096"/>
                </a:lnTo>
                <a:moveTo>
                  <a:pt x="1991563" y="1159539"/>
                </a:moveTo>
                <a:lnTo>
                  <a:pt x="2045086" y="1085916"/>
                </a:lnTo>
                <a:moveTo>
                  <a:pt x="1940837" y="828567"/>
                </a:moveTo>
                <a:lnTo>
                  <a:pt x="2050890" y="807865"/>
                </a:lnTo>
                <a:moveTo>
                  <a:pt x="1940183" y="827325"/>
                </a:moveTo>
                <a:lnTo>
                  <a:pt x="2050890" y="807865"/>
                </a:lnTo>
                <a:moveTo>
                  <a:pt x="1265657" y="116982"/>
                </a:moveTo>
                <a:lnTo>
                  <a:pt x="1335278" y="164568"/>
                </a:lnTo>
                <a:moveTo>
                  <a:pt x="1940183" y="827325"/>
                </a:moveTo>
                <a:lnTo>
                  <a:pt x="2013772" y="744767"/>
                </a:lnTo>
                <a:moveTo>
                  <a:pt x="557541" y="934906"/>
                </a:moveTo>
                <a:lnTo>
                  <a:pt x="550381" y="1045983"/>
                </a:lnTo>
                <a:moveTo>
                  <a:pt x="1995439" y="1180667"/>
                </a:moveTo>
                <a:lnTo>
                  <a:pt x="2141267" y="1237484"/>
                </a:lnTo>
                <a:moveTo>
                  <a:pt x="2086296" y="1154542"/>
                </a:moveTo>
                <a:lnTo>
                  <a:pt x="1995439" y="1180667"/>
                </a:lnTo>
                <a:moveTo>
                  <a:pt x="2219646" y="482238"/>
                </a:moveTo>
                <a:lnTo>
                  <a:pt x="2273170" y="431653"/>
                </a:lnTo>
                <a:moveTo>
                  <a:pt x="408284" y="437198"/>
                </a:moveTo>
                <a:lnTo>
                  <a:pt x="422083" y="441608"/>
                </a:lnTo>
                <a:moveTo>
                  <a:pt x="408284" y="437198"/>
                </a:moveTo>
                <a:lnTo>
                  <a:pt x="372453" y="458768"/>
                </a:lnTo>
                <a:moveTo>
                  <a:pt x="1945082" y="504622"/>
                </a:moveTo>
                <a:lnTo>
                  <a:pt x="2063810" y="547635"/>
                </a:lnTo>
                <a:moveTo>
                  <a:pt x="1858344" y="683061"/>
                </a:moveTo>
                <a:lnTo>
                  <a:pt x="2013772" y="744767"/>
                </a:lnTo>
                <a:moveTo>
                  <a:pt x="1913014" y="1036105"/>
                </a:moveTo>
                <a:lnTo>
                  <a:pt x="2045086" y="1085916"/>
                </a:lnTo>
                <a:moveTo>
                  <a:pt x="2057347" y="495449"/>
                </a:moveTo>
                <a:lnTo>
                  <a:pt x="2063810" y="547635"/>
                </a:lnTo>
                <a:moveTo>
                  <a:pt x="1468102" y="187863"/>
                </a:moveTo>
                <a:lnTo>
                  <a:pt x="1494597" y="190050"/>
                </a:lnTo>
                <a:moveTo>
                  <a:pt x="1643715" y="309051"/>
                </a:moveTo>
                <a:lnTo>
                  <a:pt x="1762183" y="342021"/>
                </a:lnTo>
                <a:moveTo>
                  <a:pt x="1940837" y="828567"/>
                </a:moveTo>
                <a:lnTo>
                  <a:pt x="1996049" y="958359"/>
                </a:lnTo>
                <a:moveTo>
                  <a:pt x="422083" y="441608"/>
                </a:moveTo>
                <a:lnTo>
                  <a:pt x="473286" y="492667"/>
                </a:lnTo>
                <a:moveTo>
                  <a:pt x="2273170" y="431653"/>
                </a:moveTo>
                <a:lnTo>
                  <a:pt x="2356710" y="354164"/>
                </a:lnTo>
                <a:moveTo>
                  <a:pt x="332175" y="516121"/>
                </a:moveTo>
                <a:lnTo>
                  <a:pt x="390769" y="490962"/>
                </a:lnTo>
                <a:moveTo>
                  <a:pt x="390769" y="490962"/>
                </a:moveTo>
                <a:lnTo>
                  <a:pt x="473286" y="492667"/>
                </a:lnTo>
                <a:moveTo>
                  <a:pt x="1610091" y="204980"/>
                </a:moveTo>
                <a:lnTo>
                  <a:pt x="1643715" y="309051"/>
                </a:lnTo>
                <a:moveTo>
                  <a:pt x="332175" y="516121"/>
                </a:moveTo>
                <a:lnTo>
                  <a:pt x="372453" y="458768"/>
                </a:lnTo>
                <a:moveTo>
                  <a:pt x="2065655" y="1319011"/>
                </a:moveTo>
                <a:lnTo>
                  <a:pt x="2075330" y="1333500"/>
                </a:lnTo>
                <a:moveTo>
                  <a:pt x="248527" y="812051"/>
                </a:moveTo>
                <a:lnTo>
                  <a:pt x="302392" y="902479"/>
                </a:lnTo>
                <a:moveTo>
                  <a:pt x="455226" y="998437"/>
                </a:moveTo>
                <a:lnTo>
                  <a:pt x="550381" y="1045983"/>
                </a:lnTo>
                <a:moveTo>
                  <a:pt x="302392" y="902479"/>
                </a:moveTo>
                <a:lnTo>
                  <a:pt x="375391" y="966096"/>
                </a:lnTo>
                <a:moveTo>
                  <a:pt x="1858344" y="683061"/>
                </a:moveTo>
                <a:lnTo>
                  <a:pt x="1967280" y="618508"/>
                </a:lnTo>
                <a:moveTo>
                  <a:pt x="375391" y="966096"/>
                </a:moveTo>
                <a:lnTo>
                  <a:pt x="455226" y="998437"/>
                </a:lnTo>
                <a:moveTo>
                  <a:pt x="1913014" y="1036105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1563" y="1159539"/>
                </a:lnTo>
                <a:moveTo>
                  <a:pt x="1940183" y="827325"/>
                </a:moveTo>
                <a:lnTo>
                  <a:pt x="1940837" y="828567"/>
                </a:lnTo>
                <a:moveTo>
                  <a:pt x="1945082" y="504622"/>
                </a:moveTo>
                <a:lnTo>
                  <a:pt x="1967280" y="618508"/>
                </a:lnTo>
                <a:moveTo>
                  <a:pt x="1995439" y="1180667"/>
                </a:moveTo>
                <a:lnTo>
                  <a:pt x="2065655" y="1319011"/>
                </a:lnTo>
                <a:moveTo>
                  <a:pt x="1494597" y="190050"/>
                </a:moveTo>
                <a:lnTo>
                  <a:pt x="1610091" y="204980"/>
                </a:lnTo>
                <a:moveTo>
                  <a:pt x="2071548" y="1333500"/>
                </a:moveTo>
                <a:lnTo>
                  <a:pt x="2065655" y="1319011"/>
                </a:lnTo>
                <a:moveTo>
                  <a:pt x="1991563" y="1159539"/>
                </a:moveTo>
                <a:lnTo>
                  <a:pt x="1995439" y="1180667"/>
                </a:lnTo>
                <a:moveTo>
                  <a:pt x="1335278" y="164568"/>
                </a:moveTo>
                <a:lnTo>
                  <a:pt x="1361872" y="132728"/>
                </a:lnTo>
                <a:moveTo>
                  <a:pt x="2111824" y="515292"/>
                </a:moveTo>
                <a:lnTo>
                  <a:pt x="2273170" y="431653"/>
                </a:lnTo>
                <a:moveTo>
                  <a:pt x="1858344" y="683061"/>
                </a:moveTo>
                <a:lnTo>
                  <a:pt x="1940183" y="827325"/>
                </a:lnTo>
                <a:moveTo>
                  <a:pt x="1839414" y="896038"/>
                </a:moveTo>
                <a:lnTo>
                  <a:pt x="1996049" y="958359"/>
                </a:lnTo>
                <a:moveTo>
                  <a:pt x="1972932" y="1156922"/>
                </a:moveTo>
                <a:lnTo>
                  <a:pt x="1995439" y="1180667"/>
                </a:lnTo>
                <a:moveTo>
                  <a:pt x="1913014" y="1036105"/>
                </a:moveTo>
                <a:lnTo>
                  <a:pt x="1991563" y="1159539"/>
                </a:lnTo>
                <a:moveTo>
                  <a:pt x="1762183" y="342021"/>
                </a:moveTo>
                <a:lnTo>
                  <a:pt x="1872172" y="507439"/>
                </a:lnTo>
                <a:moveTo>
                  <a:pt x="1995439" y="1180667"/>
                </a:moveTo>
                <a:lnTo>
                  <a:pt x="2070758" y="1333500"/>
                </a:lnTo>
                <a:moveTo>
                  <a:pt x="1115296" y="73285"/>
                </a:moveTo>
                <a:lnTo>
                  <a:pt x="1179758" y="142655"/>
                </a:lnTo>
                <a:moveTo>
                  <a:pt x="1610091" y="204980"/>
                </a:moveTo>
                <a:lnTo>
                  <a:pt x="1762183" y="342021"/>
                </a:lnTo>
                <a:moveTo>
                  <a:pt x="2057347" y="495449"/>
                </a:moveTo>
                <a:lnTo>
                  <a:pt x="2111824" y="515292"/>
                </a:lnTo>
                <a:moveTo>
                  <a:pt x="1876027" y="871126"/>
                </a:moveTo>
                <a:lnTo>
                  <a:pt x="1940837" y="828567"/>
                </a:lnTo>
                <a:moveTo>
                  <a:pt x="172866" y="623495"/>
                </a:moveTo>
                <a:lnTo>
                  <a:pt x="248527" y="812051"/>
                </a:lnTo>
                <a:moveTo>
                  <a:pt x="1876027" y="871126"/>
                </a:moveTo>
                <a:lnTo>
                  <a:pt x="1940183" y="827325"/>
                </a:lnTo>
                <a:moveTo>
                  <a:pt x="1872172" y="507439"/>
                </a:moveTo>
                <a:lnTo>
                  <a:pt x="1858344" y="683061"/>
                </a:lnTo>
                <a:moveTo>
                  <a:pt x="1816066" y="617097"/>
                </a:moveTo>
                <a:lnTo>
                  <a:pt x="1858344" y="683061"/>
                </a:lnTo>
                <a:moveTo>
                  <a:pt x="1913014" y="1036105"/>
                </a:moveTo>
                <a:lnTo>
                  <a:pt x="1972932" y="1156922"/>
                </a:lnTo>
                <a:moveTo>
                  <a:pt x="1816066" y="617097"/>
                </a:moveTo>
                <a:lnTo>
                  <a:pt x="1872172" y="507439"/>
                </a:lnTo>
                <a:moveTo>
                  <a:pt x="1115296" y="73285"/>
                </a:moveTo>
                <a:lnTo>
                  <a:pt x="1199602" y="0"/>
                </a:lnTo>
                <a:moveTo>
                  <a:pt x="1858344" y="683061"/>
                </a:moveTo>
                <a:lnTo>
                  <a:pt x="1945082" y="504622"/>
                </a:lnTo>
                <a:moveTo>
                  <a:pt x="1494597" y="190050"/>
                </a:moveTo>
                <a:lnTo>
                  <a:pt x="1564202" y="181310"/>
                </a:lnTo>
                <a:moveTo>
                  <a:pt x="1872172" y="507439"/>
                </a:moveTo>
                <a:lnTo>
                  <a:pt x="1945082" y="504622"/>
                </a:lnTo>
                <a:moveTo>
                  <a:pt x="2111824" y="515292"/>
                </a:moveTo>
                <a:lnTo>
                  <a:pt x="2160520" y="494315"/>
                </a:lnTo>
                <a:moveTo>
                  <a:pt x="1940837" y="828567"/>
                </a:moveTo>
                <a:lnTo>
                  <a:pt x="1839414" y="896038"/>
                </a:lnTo>
                <a:moveTo>
                  <a:pt x="1361872" y="132728"/>
                </a:moveTo>
                <a:lnTo>
                  <a:pt x="1468102" y="187863"/>
                </a:lnTo>
                <a:moveTo>
                  <a:pt x="1179758" y="142655"/>
                </a:moveTo>
                <a:lnTo>
                  <a:pt x="1265657" y="116982"/>
                </a:lnTo>
                <a:moveTo>
                  <a:pt x="1115296" y="73285"/>
                </a:moveTo>
                <a:lnTo>
                  <a:pt x="1205458" y="0"/>
                </a:lnTo>
                <a:moveTo>
                  <a:pt x="455226" y="998437"/>
                </a:moveTo>
                <a:lnTo>
                  <a:pt x="463598" y="1019462"/>
                </a:lnTo>
                <a:moveTo>
                  <a:pt x="248527" y="812051"/>
                </a:moveTo>
                <a:lnTo>
                  <a:pt x="375391" y="966096"/>
                </a:lnTo>
                <a:moveTo>
                  <a:pt x="1750554" y="748198"/>
                </a:moveTo>
                <a:lnTo>
                  <a:pt x="1940183" y="827325"/>
                </a:lnTo>
                <a:moveTo>
                  <a:pt x="1265657" y="116982"/>
                </a:moveTo>
                <a:lnTo>
                  <a:pt x="1330655" y="124007"/>
                </a:lnTo>
                <a:moveTo>
                  <a:pt x="1945082" y="504622"/>
                </a:moveTo>
                <a:lnTo>
                  <a:pt x="2057347" y="495449"/>
                </a:lnTo>
                <a:moveTo>
                  <a:pt x="2160520" y="494315"/>
                </a:moveTo>
                <a:lnTo>
                  <a:pt x="2273170" y="431653"/>
                </a:lnTo>
                <a:moveTo>
                  <a:pt x="1762183" y="342021"/>
                </a:moveTo>
                <a:lnTo>
                  <a:pt x="1872454" y="380516"/>
                </a:lnTo>
                <a:moveTo>
                  <a:pt x="1265657" y="116982"/>
                </a:moveTo>
                <a:lnTo>
                  <a:pt x="1361872" y="132728"/>
                </a:lnTo>
                <a:moveTo>
                  <a:pt x="1750554" y="748198"/>
                </a:moveTo>
                <a:lnTo>
                  <a:pt x="1858344" y="683061"/>
                </a:lnTo>
                <a:moveTo>
                  <a:pt x="1839414" y="896038"/>
                </a:moveTo>
                <a:lnTo>
                  <a:pt x="1913014" y="1036105"/>
                </a:lnTo>
                <a:moveTo>
                  <a:pt x="1816066" y="617097"/>
                </a:moveTo>
                <a:lnTo>
                  <a:pt x="1750554" y="748198"/>
                </a:lnTo>
                <a:moveTo>
                  <a:pt x="2273170" y="431653"/>
                </a:moveTo>
                <a:lnTo>
                  <a:pt x="2287930" y="381055"/>
                </a:lnTo>
                <a:moveTo>
                  <a:pt x="1564202" y="181310"/>
                </a:moveTo>
                <a:lnTo>
                  <a:pt x="1610091" y="204980"/>
                </a:lnTo>
                <a:moveTo>
                  <a:pt x="1716544" y="696088"/>
                </a:moveTo>
                <a:lnTo>
                  <a:pt x="1816066" y="617097"/>
                </a:lnTo>
                <a:moveTo>
                  <a:pt x="1728181" y="238205"/>
                </a:moveTo>
                <a:lnTo>
                  <a:pt x="1762183" y="342021"/>
                </a:lnTo>
                <a:moveTo>
                  <a:pt x="1876027" y="871126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876027" y="871126"/>
                </a:lnTo>
                <a:moveTo>
                  <a:pt x="172866" y="623495"/>
                </a:moveTo>
                <a:lnTo>
                  <a:pt x="241221" y="690242"/>
                </a:lnTo>
                <a:moveTo>
                  <a:pt x="1872454" y="380516"/>
                </a:moveTo>
                <a:lnTo>
                  <a:pt x="1872172" y="507439"/>
                </a:lnTo>
                <a:moveTo>
                  <a:pt x="390769" y="490962"/>
                </a:moveTo>
                <a:lnTo>
                  <a:pt x="422083" y="441608"/>
                </a:lnTo>
                <a:moveTo>
                  <a:pt x="1972932" y="1156922"/>
                </a:moveTo>
                <a:lnTo>
                  <a:pt x="2037390" y="1241469"/>
                </a:lnTo>
                <a:moveTo>
                  <a:pt x="372453" y="458768"/>
                </a:moveTo>
                <a:lnTo>
                  <a:pt x="422083" y="441608"/>
                </a:lnTo>
                <a:moveTo>
                  <a:pt x="1610091" y="204980"/>
                </a:moveTo>
                <a:lnTo>
                  <a:pt x="1728181" y="238205"/>
                </a:lnTo>
                <a:moveTo>
                  <a:pt x="1405915" y="564877"/>
                </a:moveTo>
                <a:lnTo>
                  <a:pt x="1563275" y="602818"/>
                </a:lnTo>
                <a:moveTo>
                  <a:pt x="1750554" y="748198"/>
                </a:moveTo>
                <a:lnTo>
                  <a:pt x="1876027" y="871126"/>
                </a:lnTo>
                <a:moveTo>
                  <a:pt x="2037390" y="1241469"/>
                </a:moveTo>
                <a:lnTo>
                  <a:pt x="1995439" y="1180667"/>
                </a:lnTo>
                <a:moveTo>
                  <a:pt x="372453" y="458768"/>
                </a:moveTo>
                <a:lnTo>
                  <a:pt x="390769" y="490962"/>
                </a:lnTo>
                <a:moveTo>
                  <a:pt x="422083" y="441608"/>
                </a:moveTo>
                <a:lnTo>
                  <a:pt x="553770" y="431082"/>
                </a:lnTo>
                <a:moveTo>
                  <a:pt x="1872454" y="380516"/>
                </a:moveTo>
                <a:lnTo>
                  <a:pt x="1945082" y="504622"/>
                </a:lnTo>
                <a:moveTo>
                  <a:pt x="2037390" y="1241469"/>
                </a:moveTo>
                <a:lnTo>
                  <a:pt x="2071844" y="1333500"/>
                </a:lnTo>
                <a:moveTo>
                  <a:pt x="2057347" y="495449"/>
                </a:moveTo>
                <a:lnTo>
                  <a:pt x="2160520" y="494315"/>
                </a:lnTo>
                <a:moveTo>
                  <a:pt x="1839155" y="895603"/>
                </a:moveTo>
                <a:lnTo>
                  <a:pt x="1839414" y="896038"/>
                </a:lnTo>
                <a:moveTo>
                  <a:pt x="1468102" y="18786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22083" y="441608"/>
                </a:lnTo>
                <a:moveTo>
                  <a:pt x="2037390" y="1241469"/>
                </a:moveTo>
                <a:lnTo>
                  <a:pt x="2107948" y="1333500"/>
                </a:lnTo>
                <a:moveTo>
                  <a:pt x="1856367" y="1141578"/>
                </a:moveTo>
                <a:lnTo>
                  <a:pt x="1972932" y="1156922"/>
                </a:lnTo>
                <a:moveTo>
                  <a:pt x="422083" y="441608"/>
                </a:moveTo>
                <a:lnTo>
                  <a:pt x="584778" y="455817"/>
                </a:lnTo>
                <a:moveTo>
                  <a:pt x="1488340" y="160307"/>
                </a:moveTo>
                <a:lnTo>
                  <a:pt x="1494597" y="190050"/>
                </a:lnTo>
                <a:moveTo>
                  <a:pt x="241221" y="690242"/>
                </a:moveTo>
                <a:lnTo>
                  <a:pt x="248527" y="812051"/>
                </a:lnTo>
                <a:moveTo>
                  <a:pt x="1750554" y="748198"/>
                </a:moveTo>
                <a:lnTo>
                  <a:pt x="1839155" y="895603"/>
                </a:lnTo>
                <a:moveTo>
                  <a:pt x="372453" y="458768"/>
                </a:moveTo>
                <a:lnTo>
                  <a:pt x="384496" y="456240"/>
                </a:lnTo>
                <a:moveTo>
                  <a:pt x="390769" y="490962"/>
                </a:moveTo>
                <a:lnTo>
                  <a:pt x="584778" y="455817"/>
                </a:lnTo>
                <a:moveTo>
                  <a:pt x="2191946" y="479631"/>
                </a:moveTo>
                <a:lnTo>
                  <a:pt x="2273170" y="431653"/>
                </a:lnTo>
                <a:moveTo>
                  <a:pt x="248527" y="812051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330655" y="124007"/>
                </a:lnTo>
                <a:moveTo>
                  <a:pt x="553770" y="431082"/>
                </a:moveTo>
                <a:lnTo>
                  <a:pt x="606316" y="430253"/>
                </a:lnTo>
                <a:moveTo>
                  <a:pt x="2111851" y="1239961"/>
                </a:moveTo>
                <a:lnTo>
                  <a:pt x="2116273" y="1333500"/>
                </a:lnTo>
                <a:moveTo>
                  <a:pt x="384496" y="456240"/>
                </a:moveTo>
                <a:lnTo>
                  <a:pt x="553770" y="431082"/>
                </a:lnTo>
                <a:moveTo>
                  <a:pt x="289365" y="861686"/>
                </a:moveTo>
                <a:lnTo>
                  <a:pt x="375391" y="966096"/>
                </a:lnTo>
                <a:moveTo>
                  <a:pt x="232848" y="507700"/>
                </a:moveTo>
                <a:lnTo>
                  <a:pt x="390769" y="490962"/>
                </a:lnTo>
                <a:moveTo>
                  <a:pt x="297126" y="602493"/>
                </a:moveTo>
                <a:lnTo>
                  <a:pt x="390769" y="490962"/>
                </a:lnTo>
                <a:moveTo>
                  <a:pt x="232848" y="507700"/>
                </a:moveTo>
                <a:lnTo>
                  <a:pt x="372453" y="458768"/>
                </a:lnTo>
                <a:moveTo>
                  <a:pt x="1795781" y="925212"/>
                </a:moveTo>
                <a:lnTo>
                  <a:pt x="1839414" y="896038"/>
                </a:lnTo>
                <a:moveTo>
                  <a:pt x="1839155" y="895603"/>
                </a:moveTo>
                <a:lnTo>
                  <a:pt x="1795781" y="925212"/>
                </a:lnTo>
                <a:moveTo>
                  <a:pt x="553770" y="431082"/>
                </a:moveTo>
                <a:lnTo>
                  <a:pt x="584778" y="455817"/>
                </a:lnTo>
                <a:moveTo>
                  <a:pt x="324454" y="904460"/>
                </a:moveTo>
                <a:lnTo>
                  <a:pt x="375391" y="966096"/>
                </a:lnTo>
                <a:moveTo>
                  <a:pt x="1716544" y="696088"/>
                </a:moveTo>
                <a:lnTo>
                  <a:pt x="1750554" y="748198"/>
                </a:lnTo>
                <a:moveTo>
                  <a:pt x="1838357" y="1118119"/>
                </a:moveTo>
                <a:lnTo>
                  <a:pt x="1913014" y="1036105"/>
                </a:lnTo>
                <a:moveTo>
                  <a:pt x="463598" y="1019462"/>
                </a:moveTo>
                <a:lnTo>
                  <a:pt x="550381" y="1045983"/>
                </a:lnTo>
                <a:moveTo>
                  <a:pt x="1856367" y="1141578"/>
                </a:moveTo>
                <a:lnTo>
                  <a:pt x="1913014" y="1036105"/>
                </a:lnTo>
                <a:moveTo>
                  <a:pt x="1944992" y="401997"/>
                </a:moveTo>
                <a:lnTo>
                  <a:pt x="1945082" y="504622"/>
                </a:lnTo>
                <a:moveTo>
                  <a:pt x="375391" y="966096"/>
                </a:moveTo>
                <a:lnTo>
                  <a:pt x="463598" y="1019462"/>
                </a:lnTo>
                <a:moveTo>
                  <a:pt x="584778" y="455817"/>
                </a:moveTo>
                <a:lnTo>
                  <a:pt x="606316" y="430253"/>
                </a:lnTo>
                <a:moveTo>
                  <a:pt x="1564202" y="181310"/>
                </a:moveTo>
                <a:lnTo>
                  <a:pt x="1728181" y="238205"/>
                </a:lnTo>
                <a:moveTo>
                  <a:pt x="1972932" y="1156922"/>
                </a:moveTo>
                <a:lnTo>
                  <a:pt x="1886597" y="1142689"/>
                </a:lnTo>
                <a:moveTo>
                  <a:pt x="1179758" y="142655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47864" y="164152"/>
                </a:lnTo>
                <a:moveTo>
                  <a:pt x="2126392" y="1333500"/>
                </a:moveTo>
                <a:lnTo>
                  <a:pt x="2199672" y="1244909"/>
                </a:lnTo>
                <a:moveTo>
                  <a:pt x="1213593" y="0"/>
                </a:moveTo>
                <a:lnTo>
                  <a:pt x="1179758" y="142655"/>
                </a:lnTo>
                <a:moveTo>
                  <a:pt x="1330655" y="124007"/>
                </a:moveTo>
                <a:lnTo>
                  <a:pt x="1361872" y="132728"/>
                </a:lnTo>
                <a:moveTo>
                  <a:pt x="1728181" y="238205"/>
                </a:moveTo>
                <a:lnTo>
                  <a:pt x="1872454" y="380516"/>
                </a:lnTo>
                <a:moveTo>
                  <a:pt x="2057347" y="495449"/>
                </a:moveTo>
                <a:lnTo>
                  <a:pt x="2191946" y="479631"/>
                </a:lnTo>
                <a:moveTo>
                  <a:pt x="1296974" y="591738"/>
                </a:moveTo>
                <a:lnTo>
                  <a:pt x="1405915" y="564877"/>
                </a:lnTo>
                <a:moveTo>
                  <a:pt x="1405915" y="564877"/>
                </a:moveTo>
                <a:lnTo>
                  <a:pt x="1499163" y="601872"/>
                </a:lnTo>
                <a:moveTo>
                  <a:pt x="553770" y="431082"/>
                </a:moveTo>
                <a:lnTo>
                  <a:pt x="578183" y="419317"/>
                </a:lnTo>
                <a:moveTo>
                  <a:pt x="606316" y="430253"/>
                </a:moveTo>
                <a:lnTo>
                  <a:pt x="592688" y="450904"/>
                </a:lnTo>
                <a:moveTo>
                  <a:pt x="1354916" y="131893"/>
                </a:moveTo>
                <a:lnTo>
                  <a:pt x="1330655" y="124007"/>
                </a:lnTo>
                <a:moveTo>
                  <a:pt x="232848" y="507700"/>
                </a:moveTo>
                <a:lnTo>
                  <a:pt x="297126" y="602493"/>
                </a:lnTo>
                <a:moveTo>
                  <a:pt x="1945082" y="504622"/>
                </a:moveTo>
                <a:lnTo>
                  <a:pt x="1995478" y="410416"/>
                </a:lnTo>
                <a:moveTo>
                  <a:pt x="1838357" y="1118119"/>
                </a:moveTo>
                <a:lnTo>
                  <a:pt x="1839414" y="896038"/>
                </a:lnTo>
                <a:moveTo>
                  <a:pt x="584778" y="455817"/>
                </a:moveTo>
                <a:lnTo>
                  <a:pt x="592688" y="450904"/>
                </a:lnTo>
                <a:moveTo>
                  <a:pt x="1736885" y="963855"/>
                </a:moveTo>
                <a:lnTo>
                  <a:pt x="1839155" y="895603"/>
                </a:lnTo>
                <a:moveTo>
                  <a:pt x="578183" y="419317"/>
                </a:moveTo>
                <a:lnTo>
                  <a:pt x="606316" y="430253"/>
                </a:lnTo>
                <a:moveTo>
                  <a:pt x="384496" y="456240"/>
                </a:moveTo>
                <a:lnTo>
                  <a:pt x="578183" y="419317"/>
                </a:lnTo>
                <a:moveTo>
                  <a:pt x="297126" y="602493"/>
                </a:moveTo>
                <a:lnTo>
                  <a:pt x="241221" y="690242"/>
                </a:lnTo>
                <a:moveTo>
                  <a:pt x="2191946" y="479631"/>
                </a:moveTo>
                <a:lnTo>
                  <a:pt x="2160520" y="494315"/>
                </a:lnTo>
                <a:moveTo>
                  <a:pt x="1995478" y="410416"/>
                </a:moveTo>
                <a:lnTo>
                  <a:pt x="2057347" y="495449"/>
                </a:lnTo>
                <a:moveTo>
                  <a:pt x="390769" y="490962"/>
                </a:moveTo>
                <a:lnTo>
                  <a:pt x="485361" y="535392"/>
                </a:lnTo>
                <a:moveTo>
                  <a:pt x="1354916" y="131893"/>
                </a:moveTo>
                <a:lnTo>
                  <a:pt x="1361872" y="132728"/>
                </a:lnTo>
                <a:moveTo>
                  <a:pt x="1736885" y="963855"/>
                </a:moveTo>
                <a:lnTo>
                  <a:pt x="1750554" y="748198"/>
                </a:lnTo>
                <a:moveTo>
                  <a:pt x="248527" y="812051"/>
                </a:moveTo>
                <a:lnTo>
                  <a:pt x="252178" y="740165"/>
                </a:lnTo>
                <a:moveTo>
                  <a:pt x="1499163" y="601872"/>
                </a:moveTo>
                <a:lnTo>
                  <a:pt x="1563275" y="602818"/>
                </a:lnTo>
                <a:moveTo>
                  <a:pt x="860930" y="244874"/>
                </a:moveTo>
                <a:lnTo>
                  <a:pt x="1073961" y="315638"/>
                </a:lnTo>
                <a:moveTo>
                  <a:pt x="2191946" y="479631"/>
                </a:moveTo>
                <a:lnTo>
                  <a:pt x="2287930" y="381055"/>
                </a:lnTo>
                <a:moveTo>
                  <a:pt x="1872454" y="380516"/>
                </a:moveTo>
                <a:lnTo>
                  <a:pt x="1944992" y="401997"/>
                </a:lnTo>
                <a:moveTo>
                  <a:pt x="1795781" y="925212"/>
                </a:moveTo>
                <a:lnTo>
                  <a:pt x="1838357" y="1118119"/>
                </a:lnTo>
                <a:moveTo>
                  <a:pt x="578183" y="419317"/>
                </a:moveTo>
                <a:lnTo>
                  <a:pt x="592688" y="450904"/>
                </a:lnTo>
                <a:moveTo>
                  <a:pt x="2199672" y="1244909"/>
                </a:moveTo>
                <a:lnTo>
                  <a:pt x="2215971" y="1333500"/>
                </a:lnTo>
                <a:moveTo>
                  <a:pt x="1738368" y="967596"/>
                </a:moveTo>
                <a:lnTo>
                  <a:pt x="1795781" y="925212"/>
                </a:lnTo>
                <a:moveTo>
                  <a:pt x="1736885" y="963855"/>
                </a:moveTo>
                <a:lnTo>
                  <a:pt x="1795781" y="925212"/>
                </a:lnTo>
                <a:moveTo>
                  <a:pt x="2037390" y="1241469"/>
                </a:moveTo>
                <a:lnTo>
                  <a:pt x="2111851" y="1239961"/>
                </a:lnTo>
                <a:moveTo>
                  <a:pt x="289365" y="861686"/>
                </a:moveTo>
                <a:lnTo>
                  <a:pt x="324454" y="904460"/>
                </a:lnTo>
                <a:moveTo>
                  <a:pt x="485361" y="535392"/>
                </a:moveTo>
                <a:lnTo>
                  <a:pt x="584778" y="455817"/>
                </a:lnTo>
                <a:moveTo>
                  <a:pt x="550381" y="1045983"/>
                </a:moveTo>
                <a:lnTo>
                  <a:pt x="566591" y="1062863"/>
                </a:lnTo>
                <a:moveTo>
                  <a:pt x="1488340" y="160307"/>
                </a:moveTo>
                <a:lnTo>
                  <a:pt x="1564202" y="181310"/>
                </a:lnTo>
                <a:moveTo>
                  <a:pt x="1675123" y="829817"/>
                </a:moveTo>
                <a:lnTo>
                  <a:pt x="1750554" y="748198"/>
                </a:lnTo>
                <a:moveTo>
                  <a:pt x="2287930" y="381055"/>
                </a:moveTo>
                <a:lnTo>
                  <a:pt x="2385443" y="441653"/>
                </a:lnTo>
                <a:moveTo>
                  <a:pt x="324454" y="904460"/>
                </a:moveTo>
                <a:lnTo>
                  <a:pt x="463598" y="1019462"/>
                </a:lnTo>
                <a:moveTo>
                  <a:pt x="485361" y="535392"/>
                </a:moveTo>
                <a:lnTo>
                  <a:pt x="592688" y="450904"/>
                </a:lnTo>
                <a:moveTo>
                  <a:pt x="271535" y="460849"/>
                </a:moveTo>
                <a:lnTo>
                  <a:pt x="372453" y="458768"/>
                </a:lnTo>
                <a:moveTo>
                  <a:pt x="1738368" y="967596"/>
                </a:moveTo>
                <a:lnTo>
                  <a:pt x="1838357" y="1118119"/>
                </a:lnTo>
                <a:moveTo>
                  <a:pt x="1838357" y="1118119"/>
                </a:moveTo>
                <a:lnTo>
                  <a:pt x="1856367" y="1141578"/>
                </a:lnTo>
                <a:moveTo>
                  <a:pt x="860765" y="244578"/>
                </a:moveTo>
                <a:lnTo>
                  <a:pt x="860930" y="244874"/>
                </a:lnTo>
                <a:moveTo>
                  <a:pt x="390769" y="490962"/>
                </a:moveTo>
                <a:lnTo>
                  <a:pt x="387866" y="625600"/>
                </a:lnTo>
                <a:moveTo>
                  <a:pt x="1839701" y="275859"/>
                </a:moveTo>
                <a:lnTo>
                  <a:pt x="1872454" y="380516"/>
                </a:lnTo>
                <a:moveTo>
                  <a:pt x="1736885" y="963855"/>
                </a:moveTo>
                <a:lnTo>
                  <a:pt x="1738368" y="967596"/>
                </a:lnTo>
                <a:moveTo>
                  <a:pt x="1563275" y="602818"/>
                </a:moveTo>
                <a:lnTo>
                  <a:pt x="1621607" y="676321"/>
                </a:lnTo>
                <a:moveTo>
                  <a:pt x="1736366" y="965258"/>
                </a:moveTo>
                <a:lnTo>
                  <a:pt x="1738368" y="967596"/>
                </a:lnTo>
                <a:moveTo>
                  <a:pt x="1736366" y="965258"/>
                </a:moveTo>
                <a:lnTo>
                  <a:pt x="1736885" y="963855"/>
                </a:lnTo>
                <a:moveTo>
                  <a:pt x="1564202" y="181310"/>
                </a:moveTo>
                <a:lnTo>
                  <a:pt x="1655378" y="206831"/>
                </a:lnTo>
                <a:moveTo>
                  <a:pt x="300229" y="890022"/>
                </a:moveTo>
                <a:lnTo>
                  <a:pt x="289365" y="861686"/>
                </a:lnTo>
                <a:moveTo>
                  <a:pt x="1179758" y="142655"/>
                </a:moveTo>
                <a:lnTo>
                  <a:pt x="1178152" y="63791"/>
                </a:lnTo>
                <a:moveTo>
                  <a:pt x="1361872" y="132728"/>
                </a:moveTo>
                <a:lnTo>
                  <a:pt x="1488340" y="160307"/>
                </a:lnTo>
                <a:moveTo>
                  <a:pt x="2057347" y="495449"/>
                </a:moveTo>
                <a:lnTo>
                  <a:pt x="2037341" y="449034"/>
                </a:lnTo>
                <a:moveTo>
                  <a:pt x="1728181" y="238205"/>
                </a:moveTo>
                <a:lnTo>
                  <a:pt x="1839701" y="275859"/>
                </a:lnTo>
                <a:moveTo>
                  <a:pt x="1621607" y="676321"/>
                </a:moveTo>
                <a:lnTo>
                  <a:pt x="1716544" y="696088"/>
                </a:lnTo>
                <a:moveTo>
                  <a:pt x="965088" y="342872"/>
                </a:moveTo>
                <a:lnTo>
                  <a:pt x="1073961" y="315638"/>
                </a:lnTo>
                <a:moveTo>
                  <a:pt x="2111851" y="1239961"/>
                </a:moveTo>
                <a:lnTo>
                  <a:pt x="2199672" y="1244909"/>
                </a:lnTo>
                <a:moveTo>
                  <a:pt x="1246108" y="703771"/>
                </a:moveTo>
                <a:lnTo>
                  <a:pt x="1296974" y="591738"/>
                </a:lnTo>
                <a:moveTo>
                  <a:pt x="300229" y="890022"/>
                </a:moveTo>
                <a:lnTo>
                  <a:pt x="324454" y="904460"/>
                </a:lnTo>
                <a:moveTo>
                  <a:pt x="1354916" y="131893"/>
                </a:moveTo>
                <a:lnTo>
                  <a:pt x="1488340" y="160307"/>
                </a:lnTo>
                <a:moveTo>
                  <a:pt x="384496" y="456240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384496" y="456240"/>
                </a:lnTo>
                <a:moveTo>
                  <a:pt x="1886597" y="1142689"/>
                </a:moveTo>
                <a:lnTo>
                  <a:pt x="2037390" y="1241469"/>
                </a:lnTo>
                <a:moveTo>
                  <a:pt x="653470" y="206186"/>
                </a:moveTo>
                <a:lnTo>
                  <a:pt x="860765" y="244578"/>
                </a:lnTo>
                <a:moveTo>
                  <a:pt x="1655378" y="206831"/>
                </a:moveTo>
                <a:lnTo>
                  <a:pt x="1728181" y="238205"/>
                </a:lnTo>
                <a:moveTo>
                  <a:pt x="241221" y="690242"/>
                </a:moveTo>
                <a:lnTo>
                  <a:pt x="252178" y="740165"/>
                </a:lnTo>
                <a:moveTo>
                  <a:pt x="1405915" y="564877"/>
                </a:moveTo>
                <a:lnTo>
                  <a:pt x="1388432" y="618822"/>
                </a:lnTo>
                <a:moveTo>
                  <a:pt x="232848" y="507700"/>
                </a:moveTo>
                <a:lnTo>
                  <a:pt x="271535" y="460849"/>
                </a:lnTo>
                <a:moveTo>
                  <a:pt x="1944992" y="401997"/>
                </a:moveTo>
                <a:lnTo>
                  <a:pt x="1995478" y="410416"/>
                </a:lnTo>
                <a:moveTo>
                  <a:pt x="252178" y="740165"/>
                </a:moveTo>
                <a:lnTo>
                  <a:pt x="289365" y="861686"/>
                </a:lnTo>
                <a:moveTo>
                  <a:pt x="507032" y="527315"/>
                </a:moveTo>
                <a:lnTo>
                  <a:pt x="592688" y="450904"/>
                </a:lnTo>
                <a:moveTo>
                  <a:pt x="2191946" y="479631"/>
                </a:moveTo>
                <a:lnTo>
                  <a:pt x="2255614" y="542750"/>
                </a:lnTo>
                <a:moveTo>
                  <a:pt x="1617509" y="697892"/>
                </a:moveTo>
                <a:lnTo>
                  <a:pt x="1750554" y="748198"/>
                </a:lnTo>
                <a:moveTo>
                  <a:pt x="297126" y="602493"/>
                </a:moveTo>
                <a:lnTo>
                  <a:pt x="387866" y="625600"/>
                </a:lnTo>
                <a:moveTo>
                  <a:pt x="1716544" y="696088"/>
                </a:moveTo>
                <a:lnTo>
                  <a:pt x="1617509" y="697892"/>
                </a:lnTo>
                <a:moveTo>
                  <a:pt x="2191946" y="479631"/>
                </a:moveTo>
                <a:lnTo>
                  <a:pt x="2385443" y="441653"/>
                </a:lnTo>
                <a:moveTo>
                  <a:pt x="668585" y="134818"/>
                </a:moveTo>
                <a:lnTo>
                  <a:pt x="860765" y="244578"/>
                </a:lnTo>
                <a:moveTo>
                  <a:pt x="1675123" y="829817"/>
                </a:moveTo>
                <a:lnTo>
                  <a:pt x="1736885" y="963855"/>
                </a:lnTo>
                <a:moveTo>
                  <a:pt x="1856367" y="1141578"/>
                </a:moveTo>
                <a:lnTo>
                  <a:pt x="1886597" y="1142689"/>
                </a:lnTo>
                <a:moveTo>
                  <a:pt x="578183" y="419317"/>
                </a:moveTo>
                <a:lnTo>
                  <a:pt x="507032" y="527315"/>
                </a:lnTo>
                <a:moveTo>
                  <a:pt x="1675123" y="829817"/>
                </a:moveTo>
                <a:lnTo>
                  <a:pt x="1736366" y="965258"/>
                </a:lnTo>
                <a:moveTo>
                  <a:pt x="1178152" y="63791"/>
                </a:moveTo>
                <a:lnTo>
                  <a:pt x="1354916" y="131893"/>
                </a:lnTo>
                <a:moveTo>
                  <a:pt x="1073961" y="315638"/>
                </a:moveTo>
                <a:lnTo>
                  <a:pt x="1157656" y="299750"/>
                </a:lnTo>
                <a:moveTo>
                  <a:pt x="473824" y="471537"/>
                </a:moveTo>
                <a:lnTo>
                  <a:pt x="578183" y="419317"/>
                </a:lnTo>
                <a:moveTo>
                  <a:pt x="1211282" y="0"/>
                </a:moveTo>
                <a:lnTo>
                  <a:pt x="1178152" y="63791"/>
                </a:lnTo>
                <a:moveTo>
                  <a:pt x="1147864" y="164152"/>
                </a:moveTo>
                <a:lnTo>
                  <a:pt x="1157656" y="299750"/>
                </a:lnTo>
                <a:moveTo>
                  <a:pt x="2199672" y="1244909"/>
                </a:moveTo>
                <a:lnTo>
                  <a:pt x="2328581" y="1230312"/>
                </a:lnTo>
                <a:moveTo>
                  <a:pt x="860930" y="244874"/>
                </a:moveTo>
                <a:lnTo>
                  <a:pt x="965088" y="342872"/>
                </a:lnTo>
                <a:moveTo>
                  <a:pt x="324454" y="904460"/>
                </a:moveTo>
                <a:lnTo>
                  <a:pt x="424841" y="980963"/>
                </a:lnTo>
                <a:moveTo>
                  <a:pt x="1147864" y="164152"/>
                </a:moveTo>
                <a:lnTo>
                  <a:pt x="1177493" y="257000"/>
                </a:lnTo>
                <a:moveTo>
                  <a:pt x="1728172" y="1182036"/>
                </a:moveTo>
                <a:lnTo>
                  <a:pt x="1838357" y="1118119"/>
                </a:lnTo>
                <a:moveTo>
                  <a:pt x="815618" y="119215"/>
                </a:moveTo>
                <a:lnTo>
                  <a:pt x="860765" y="244578"/>
                </a:lnTo>
                <a:moveTo>
                  <a:pt x="1728172" y="1182036"/>
                </a:moveTo>
                <a:lnTo>
                  <a:pt x="1856367" y="1141578"/>
                </a:lnTo>
                <a:moveTo>
                  <a:pt x="625760" y="142551"/>
                </a:moveTo>
                <a:lnTo>
                  <a:pt x="653470" y="206186"/>
                </a:lnTo>
                <a:moveTo>
                  <a:pt x="653470" y="206186"/>
                </a:moveTo>
                <a:lnTo>
                  <a:pt x="668585" y="134818"/>
                </a:lnTo>
                <a:moveTo>
                  <a:pt x="1243394" y="144464"/>
                </a:moveTo>
                <a:lnTo>
                  <a:pt x="1354916" y="131893"/>
                </a:lnTo>
                <a:moveTo>
                  <a:pt x="1354916" y="131893"/>
                </a:moveTo>
                <a:lnTo>
                  <a:pt x="1445456" y="153898"/>
                </a:lnTo>
                <a:moveTo>
                  <a:pt x="424841" y="980963"/>
                </a:moveTo>
                <a:lnTo>
                  <a:pt x="463598" y="1019462"/>
                </a:lnTo>
                <a:moveTo>
                  <a:pt x="859995" y="118625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859995" y="118625"/>
                </a:lnTo>
                <a:moveTo>
                  <a:pt x="2255614" y="54275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621607" y="676321"/>
                </a:lnTo>
                <a:moveTo>
                  <a:pt x="2255614" y="542750"/>
                </a:moveTo>
                <a:lnTo>
                  <a:pt x="2385443" y="441653"/>
                </a:lnTo>
                <a:moveTo>
                  <a:pt x="1564202" y="181310"/>
                </a:moveTo>
                <a:lnTo>
                  <a:pt x="1597755" y="199379"/>
                </a:lnTo>
                <a:moveTo>
                  <a:pt x="1956362" y="1169349"/>
                </a:moveTo>
                <a:lnTo>
                  <a:pt x="2037390" y="1241469"/>
                </a:lnTo>
                <a:moveTo>
                  <a:pt x="2385443" y="441653"/>
                </a:moveTo>
                <a:lnTo>
                  <a:pt x="2341338" y="529675"/>
                </a:lnTo>
                <a:moveTo>
                  <a:pt x="757829" y="304673"/>
                </a:moveTo>
                <a:lnTo>
                  <a:pt x="860765" y="244578"/>
                </a:lnTo>
                <a:moveTo>
                  <a:pt x="485361" y="535392"/>
                </a:moveTo>
                <a:lnTo>
                  <a:pt x="507032" y="527315"/>
                </a:lnTo>
                <a:moveTo>
                  <a:pt x="1944992" y="401997"/>
                </a:moveTo>
                <a:lnTo>
                  <a:pt x="1970658" y="363786"/>
                </a:lnTo>
                <a:moveTo>
                  <a:pt x="230832" y="443778"/>
                </a:moveTo>
                <a:lnTo>
                  <a:pt x="232848" y="507700"/>
                </a:lnTo>
                <a:moveTo>
                  <a:pt x="297126" y="602493"/>
                </a:moveTo>
                <a:lnTo>
                  <a:pt x="292527" y="727743"/>
                </a:lnTo>
                <a:moveTo>
                  <a:pt x="625760" y="142551"/>
                </a:moveTo>
                <a:lnTo>
                  <a:pt x="668585" y="134818"/>
                </a:lnTo>
                <a:moveTo>
                  <a:pt x="1956362" y="1169349"/>
                </a:moveTo>
                <a:lnTo>
                  <a:pt x="2111851" y="1239961"/>
                </a:lnTo>
                <a:moveTo>
                  <a:pt x="463598" y="1019462"/>
                </a:moveTo>
                <a:lnTo>
                  <a:pt x="566591" y="1062863"/>
                </a:lnTo>
                <a:moveTo>
                  <a:pt x="623989" y="164875"/>
                </a:moveTo>
                <a:lnTo>
                  <a:pt x="653470" y="206186"/>
                </a:lnTo>
                <a:moveTo>
                  <a:pt x="2255614" y="542750"/>
                </a:moveTo>
                <a:lnTo>
                  <a:pt x="2295962" y="576220"/>
                </a:lnTo>
                <a:moveTo>
                  <a:pt x="2121206" y="1142147"/>
                </a:moveTo>
                <a:lnTo>
                  <a:pt x="2111851" y="1239961"/>
                </a:lnTo>
                <a:moveTo>
                  <a:pt x="1073961" y="315638"/>
                </a:moveTo>
                <a:lnTo>
                  <a:pt x="1062635" y="403657"/>
                </a:lnTo>
                <a:moveTo>
                  <a:pt x="2037341" y="449034"/>
                </a:moveTo>
                <a:lnTo>
                  <a:pt x="2191946" y="479631"/>
                </a:lnTo>
                <a:moveTo>
                  <a:pt x="387866" y="625600"/>
                </a:moveTo>
                <a:lnTo>
                  <a:pt x="485361" y="535392"/>
                </a:lnTo>
                <a:moveTo>
                  <a:pt x="2111851" y="1239961"/>
                </a:moveTo>
                <a:lnTo>
                  <a:pt x="2178730" y="1132291"/>
                </a:lnTo>
                <a:moveTo>
                  <a:pt x="653470" y="206186"/>
                </a:moveTo>
                <a:lnTo>
                  <a:pt x="757829" y="304673"/>
                </a:lnTo>
                <a:moveTo>
                  <a:pt x="241221" y="690242"/>
                </a:moveTo>
                <a:lnTo>
                  <a:pt x="292527" y="727743"/>
                </a:lnTo>
                <a:moveTo>
                  <a:pt x="2295962" y="576220"/>
                </a:moveTo>
                <a:lnTo>
                  <a:pt x="2341338" y="529675"/>
                </a:lnTo>
                <a:moveTo>
                  <a:pt x="1499163" y="601872"/>
                </a:moveTo>
                <a:lnTo>
                  <a:pt x="1598340" y="671676"/>
                </a:lnTo>
                <a:moveTo>
                  <a:pt x="668585" y="134818"/>
                </a:moveTo>
                <a:lnTo>
                  <a:pt x="815618" y="119215"/>
                </a:lnTo>
                <a:moveTo>
                  <a:pt x="1655378" y="206831"/>
                </a:moveTo>
                <a:lnTo>
                  <a:pt x="1839701" y="275859"/>
                </a:lnTo>
                <a:moveTo>
                  <a:pt x="1970658" y="363786"/>
                </a:moveTo>
                <a:lnTo>
                  <a:pt x="1995478" y="410416"/>
                </a:lnTo>
                <a:moveTo>
                  <a:pt x="1675648" y="1052703"/>
                </a:moveTo>
                <a:lnTo>
                  <a:pt x="1838357" y="1118119"/>
                </a:lnTo>
                <a:moveTo>
                  <a:pt x="1738368" y="967596"/>
                </a:moveTo>
                <a:lnTo>
                  <a:pt x="1675648" y="1052703"/>
                </a:lnTo>
                <a:moveTo>
                  <a:pt x="1736366" y="965258"/>
                </a:moveTo>
                <a:lnTo>
                  <a:pt x="1675648" y="1052703"/>
                </a:lnTo>
                <a:moveTo>
                  <a:pt x="625760" y="142551"/>
                </a:moveTo>
                <a:lnTo>
                  <a:pt x="623989" y="164875"/>
                </a:lnTo>
                <a:moveTo>
                  <a:pt x="2191946" y="479631"/>
                </a:moveTo>
                <a:lnTo>
                  <a:pt x="2168685" y="618513"/>
                </a:lnTo>
                <a:moveTo>
                  <a:pt x="1995478" y="410416"/>
                </a:moveTo>
                <a:lnTo>
                  <a:pt x="2037341" y="449034"/>
                </a:lnTo>
                <a:moveTo>
                  <a:pt x="1246108" y="703771"/>
                </a:moveTo>
                <a:lnTo>
                  <a:pt x="1388432" y="618822"/>
                </a:lnTo>
                <a:moveTo>
                  <a:pt x="2078363" y="480796"/>
                </a:moveTo>
                <a:lnTo>
                  <a:pt x="2191946" y="479631"/>
                </a:lnTo>
                <a:moveTo>
                  <a:pt x="2178730" y="1132291"/>
                </a:moveTo>
                <a:lnTo>
                  <a:pt x="2199672" y="1244909"/>
                </a:lnTo>
                <a:moveTo>
                  <a:pt x="324454" y="904460"/>
                </a:moveTo>
                <a:lnTo>
                  <a:pt x="372730" y="953974"/>
                </a:lnTo>
                <a:moveTo>
                  <a:pt x="815618" y="119215"/>
                </a:moveTo>
                <a:lnTo>
                  <a:pt x="859995" y="118625"/>
                </a:lnTo>
                <a:moveTo>
                  <a:pt x="473824" y="471537"/>
                </a:moveTo>
                <a:lnTo>
                  <a:pt x="507032" y="527315"/>
                </a:lnTo>
                <a:moveTo>
                  <a:pt x="1296974" y="591738"/>
                </a:moveTo>
                <a:lnTo>
                  <a:pt x="1388432" y="618822"/>
                </a:lnTo>
                <a:moveTo>
                  <a:pt x="903095" y="329127"/>
                </a:moveTo>
                <a:lnTo>
                  <a:pt x="860930" y="244874"/>
                </a:lnTo>
                <a:moveTo>
                  <a:pt x="860765" y="244578"/>
                </a:moveTo>
                <a:lnTo>
                  <a:pt x="903095" y="329127"/>
                </a:lnTo>
                <a:moveTo>
                  <a:pt x="1388432" y="618822"/>
                </a:moveTo>
                <a:lnTo>
                  <a:pt x="1499163" y="601872"/>
                </a:lnTo>
                <a:moveTo>
                  <a:pt x="1445456" y="153898"/>
                </a:moveTo>
                <a:lnTo>
                  <a:pt x="1488340" y="160307"/>
                </a:lnTo>
                <a:moveTo>
                  <a:pt x="1617509" y="697892"/>
                </a:moveTo>
                <a:lnTo>
                  <a:pt x="1675123" y="829817"/>
                </a:lnTo>
                <a:moveTo>
                  <a:pt x="271535" y="460849"/>
                </a:moveTo>
                <a:lnTo>
                  <a:pt x="473824" y="471537"/>
                </a:lnTo>
                <a:moveTo>
                  <a:pt x="387866" y="625600"/>
                </a:moveTo>
                <a:lnTo>
                  <a:pt x="507032" y="527315"/>
                </a:lnTo>
                <a:moveTo>
                  <a:pt x="2178730" y="1132291"/>
                </a:moveTo>
                <a:lnTo>
                  <a:pt x="2328581" y="1230312"/>
                </a:lnTo>
                <a:moveTo>
                  <a:pt x="1886597" y="1142689"/>
                </a:moveTo>
                <a:lnTo>
                  <a:pt x="1956362" y="1169349"/>
                </a:lnTo>
                <a:moveTo>
                  <a:pt x="1635530" y="906488"/>
                </a:moveTo>
                <a:lnTo>
                  <a:pt x="1736366" y="965258"/>
                </a:lnTo>
                <a:moveTo>
                  <a:pt x="1598340" y="671676"/>
                </a:moveTo>
                <a:lnTo>
                  <a:pt x="1621607" y="676321"/>
                </a:lnTo>
                <a:moveTo>
                  <a:pt x="1621607" y="676321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55614" y="542750"/>
                </a:lnTo>
                <a:moveTo>
                  <a:pt x="2311104" y="1118831"/>
                </a:moveTo>
                <a:lnTo>
                  <a:pt x="2328581" y="1230312"/>
                </a:lnTo>
                <a:moveTo>
                  <a:pt x="424841" y="980963"/>
                </a:moveTo>
                <a:lnTo>
                  <a:pt x="566591" y="1062863"/>
                </a:lnTo>
                <a:moveTo>
                  <a:pt x="1886597" y="1142689"/>
                </a:moveTo>
                <a:lnTo>
                  <a:pt x="1947624" y="1167551"/>
                </a:lnTo>
                <a:moveTo>
                  <a:pt x="300229" y="890022"/>
                </a:moveTo>
                <a:lnTo>
                  <a:pt x="372730" y="953974"/>
                </a:lnTo>
                <a:moveTo>
                  <a:pt x="1178152" y="63791"/>
                </a:moveTo>
                <a:lnTo>
                  <a:pt x="1243394" y="144464"/>
                </a:lnTo>
                <a:moveTo>
                  <a:pt x="1488340" y="160307"/>
                </a:moveTo>
                <a:lnTo>
                  <a:pt x="1597755" y="199379"/>
                </a:lnTo>
                <a:moveTo>
                  <a:pt x="252178" y="740165"/>
                </a:moveTo>
                <a:lnTo>
                  <a:pt x="292527" y="727743"/>
                </a:lnTo>
                <a:moveTo>
                  <a:pt x="1675648" y="1052703"/>
                </a:moveTo>
                <a:lnTo>
                  <a:pt x="1728172" y="1182036"/>
                </a:lnTo>
                <a:moveTo>
                  <a:pt x="202382" y="858636"/>
                </a:moveTo>
                <a:lnTo>
                  <a:pt x="300229" y="890022"/>
                </a:lnTo>
                <a:moveTo>
                  <a:pt x="1970658" y="363786"/>
                </a:moveTo>
                <a:lnTo>
                  <a:pt x="2037341" y="449034"/>
                </a:lnTo>
                <a:moveTo>
                  <a:pt x="1354916" y="131893"/>
                </a:moveTo>
                <a:lnTo>
                  <a:pt x="1335121" y="173040"/>
                </a:lnTo>
                <a:moveTo>
                  <a:pt x="1736366" y="965258"/>
                </a:moveTo>
                <a:lnTo>
                  <a:pt x="1631802" y="927791"/>
                </a:lnTo>
                <a:moveTo>
                  <a:pt x="1598340" y="671676"/>
                </a:moveTo>
                <a:lnTo>
                  <a:pt x="1617509" y="697892"/>
                </a:lnTo>
                <a:moveTo>
                  <a:pt x="2168685" y="618513"/>
                </a:moveTo>
                <a:lnTo>
                  <a:pt x="2295962" y="576220"/>
                </a:lnTo>
                <a:moveTo>
                  <a:pt x="2295962" y="576220"/>
                </a:moveTo>
                <a:lnTo>
                  <a:pt x="2276496" y="776005"/>
                </a:lnTo>
                <a:moveTo>
                  <a:pt x="1597755" y="199379"/>
                </a:moveTo>
                <a:lnTo>
                  <a:pt x="1655378" y="206831"/>
                </a:lnTo>
                <a:moveTo>
                  <a:pt x="2195946" y="652475"/>
                </a:moveTo>
                <a:lnTo>
                  <a:pt x="2295962" y="576220"/>
                </a:lnTo>
                <a:moveTo>
                  <a:pt x="1635530" y="906488"/>
                </a:moveTo>
                <a:lnTo>
                  <a:pt x="1675123" y="829817"/>
                </a:lnTo>
                <a:moveTo>
                  <a:pt x="903095" y="329127"/>
                </a:moveTo>
                <a:lnTo>
                  <a:pt x="965088" y="342872"/>
                </a:lnTo>
                <a:moveTo>
                  <a:pt x="1243394" y="144464"/>
                </a:moveTo>
                <a:lnTo>
                  <a:pt x="1177493" y="257000"/>
                </a:lnTo>
                <a:moveTo>
                  <a:pt x="230832" y="443778"/>
                </a:moveTo>
                <a:lnTo>
                  <a:pt x="271535" y="460849"/>
                </a:lnTo>
                <a:moveTo>
                  <a:pt x="653470" y="206186"/>
                </a:moveTo>
                <a:lnTo>
                  <a:pt x="710923" y="219099"/>
                </a:lnTo>
                <a:moveTo>
                  <a:pt x="1886597" y="1142689"/>
                </a:moveTo>
                <a:lnTo>
                  <a:pt x="1886880" y="1216180"/>
                </a:lnTo>
                <a:moveTo>
                  <a:pt x="1157656" y="299750"/>
                </a:moveTo>
                <a:lnTo>
                  <a:pt x="1177493" y="257000"/>
                </a:lnTo>
                <a:moveTo>
                  <a:pt x="965088" y="342872"/>
                </a:moveTo>
                <a:lnTo>
                  <a:pt x="1062635" y="403657"/>
                </a:lnTo>
                <a:moveTo>
                  <a:pt x="292527" y="727743"/>
                </a:moveTo>
                <a:lnTo>
                  <a:pt x="387866" y="625600"/>
                </a:lnTo>
                <a:moveTo>
                  <a:pt x="372730" y="953974"/>
                </a:moveTo>
                <a:lnTo>
                  <a:pt x="424841" y="980963"/>
                </a:lnTo>
                <a:moveTo>
                  <a:pt x="271535" y="460849"/>
                </a:moveTo>
                <a:lnTo>
                  <a:pt x="301355" y="440015"/>
                </a:lnTo>
                <a:moveTo>
                  <a:pt x="1956362" y="1169349"/>
                </a:moveTo>
                <a:lnTo>
                  <a:pt x="2121206" y="1142147"/>
                </a:lnTo>
                <a:moveTo>
                  <a:pt x="1748341" y="242243"/>
                </a:moveTo>
                <a:lnTo>
                  <a:pt x="1839701" y="275859"/>
                </a:lnTo>
                <a:moveTo>
                  <a:pt x="2121206" y="1142147"/>
                </a:moveTo>
                <a:lnTo>
                  <a:pt x="2178730" y="1132291"/>
                </a:lnTo>
                <a:moveTo>
                  <a:pt x="1947624" y="1167551"/>
                </a:moveTo>
                <a:lnTo>
                  <a:pt x="1956362" y="1169349"/>
                </a:lnTo>
                <a:moveTo>
                  <a:pt x="1445456" y="153898"/>
                </a:moveTo>
                <a:lnTo>
                  <a:pt x="1597755" y="199379"/>
                </a:lnTo>
                <a:moveTo>
                  <a:pt x="2037341" y="449034"/>
                </a:moveTo>
                <a:lnTo>
                  <a:pt x="2078363" y="480796"/>
                </a:lnTo>
                <a:moveTo>
                  <a:pt x="1970658" y="363786"/>
                </a:moveTo>
                <a:lnTo>
                  <a:pt x="2067965" y="474378"/>
                </a:lnTo>
                <a:moveTo>
                  <a:pt x="1655378" y="206831"/>
                </a:moveTo>
                <a:lnTo>
                  <a:pt x="1748341" y="242243"/>
                </a:lnTo>
                <a:moveTo>
                  <a:pt x="860765" y="244578"/>
                </a:moveTo>
                <a:lnTo>
                  <a:pt x="811647" y="237232"/>
                </a:lnTo>
                <a:moveTo>
                  <a:pt x="2178730" y="1132291"/>
                </a:moveTo>
                <a:lnTo>
                  <a:pt x="2311104" y="1118831"/>
                </a:lnTo>
                <a:moveTo>
                  <a:pt x="437998" y="612193"/>
                </a:moveTo>
                <a:lnTo>
                  <a:pt x="507032" y="527315"/>
                </a:lnTo>
                <a:moveTo>
                  <a:pt x="405927" y="438582"/>
                </a:moveTo>
                <a:lnTo>
                  <a:pt x="473824" y="471537"/>
                </a:lnTo>
                <a:moveTo>
                  <a:pt x="271535" y="460849"/>
                </a:moveTo>
                <a:lnTo>
                  <a:pt x="405927" y="438582"/>
                </a:lnTo>
                <a:moveTo>
                  <a:pt x="1499163" y="601872"/>
                </a:moveTo>
                <a:lnTo>
                  <a:pt x="1483116" y="663760"/>
                </a:lnTo>
                <a:moveTo>
                  <a:pt x="2037341" y="449034"/>
                </a:moveTo>
                <a:lnTo>
                  <a:pt x="2067965" y="474378"/>
                </a:lnTo>
                <a:moveTo>
                  <a:pt x="1617509" y="697892"/>
                </a:moveTo>
                <a:lnTo>
                  <a:pt x="1635530" y="906488"/>
                </a:lnTo>
                <a:moveTo>
                  <a:pt x="1157656" y="299750"/>
                </a:moveTo>
                <a:lnTo>
                  <a:pt x="1175829" y="285226"/>
                </a:lnTo>
                <a:moveTo>
                  <a:pt x="1177493" y="257000"/>
                </a:moveTo>
                <a:lnTo>
                  <a:pt x="1175829" y="285226"/>
                </a:lnTo>
                <a:moveTo>
                  <a:pt x="1062635" y="403657"/>
                </a:moveTo>
                <a:lnTo>
                  <a:pt x="1157656" y="299750"/>
                </a:lnTo>
                <a:moveTo>
                  <a:pt x="387866" y="625600"/>
                </a:moveTo>
                <a:lnTo>
                  <a:pt x="437998" y="612193"/>
                </a:lnTo>
                <a:moveTo>
                  <a:pt x="424841" y="980963"/>
                </a:moveTo>
                <a:lnTo>
                  <a:pt x="515522" y="1003748"/>
                </a:lnTo>
                <a:moveTo>
                  <a:pt x="2078363" y="480796"/>
                </a:moveTo>
                <a:lnTo>
                  <a:pt x="2168685" y="618513"/>
                </a:lnTo>
                <a:moveTo>
                  <a:pt x="2168685" y="618513"/>
                </a:moveTo>
                <a:lnTo>
                  <a:pt x="2195946" y="652475"/>
                </a:lnTo>
                <a:moveTo>
                  <a:pt x="623989" y="164875"/>
                </a:moveTo>
                <a:lnTo>
                  <a:pt x="710923" y="219099"/>
                </a:lnTo>
                <a:moveTo>
                  <a:pt x="2195946" y="652475"/>
                </a:moveTo>
                <a:lnTo>
                  <a:pt x="2276496" y="776005"/>
                </a:lnTo>
                <a:moveTo>
                  <a:pt x="710923" y="219099"/>
                </a:moveTo>
                <a:lnTo>
                  <a:pt x="757829" y="304673"/>
                </a:lnTo>
                <a:moveTo>
                  <a:pt x="245189" y="673653"/>
                </a:moveTo>
                <a:lnTo>
                  <a:pt x="252178" y="740165"/>
                </a:lnTo>
                <a:moveTo>
                  <a:pt x="230832" y="443778"/>
                </a:moveTo>
                <a:lnTo>
                  <a:pt x="301355" y="440015"/>
                </a:lnTo>
                <a:moveTo>
                  <a:pt x="1886880" y="1216180"/>
                </a:moveTo>
                <a:lnTo>
                  <a:pt x="1947624" y="1167551"/>
                </a:lnTo>
                <a:moveTo>
                  <a:pt x="2067965" y="474378"/>
                </a:moveTo>
                <a:lnTo>
                  <a:pt x="2078363" y="480796"/>
                </a:lnTo>
                <a:moveTo>
                  <a:pt x="515522" y="1003748"/>
                </a:moveTo>
                <a:lnTo>
                  <a:pt x="566591" y="1062863"/>
                </a:lnTo>
                <a:moveTo>
                  <a:pt x="300229" y="890022"/>
                </a:moveTo>
                <a:lnTo>
                  <a:pt x="315870" y="865565"/>
                </a:lnTo>
                <a:moveTo>
                  <a:pt x="1655378" y="206831"/>
                </a:moveTo>
                <a:lnTo>
                  <a:pt x="1702942" y="241302"/>
                </a:lnTo>
                <a:moveTo>
                  <a:pt x="424841" y="980963"/>
                </a:moveTo>
                <a:lnTo>
                  <a:pt x="490832" y="987192"/>
                </a:lnTo>
                <a:moveTo>
                  <a:pt x="1631802" y="927791"/>
                </a:moveTo>
                <a:lnTo>
                  <a:pt x="1675648" y="1052703"/>
                </a:lnTo>
                <a:moveTo>
                  <a:pt x="1445456" y="153898"/>
                </a:moveTo>
                <a:lnTo>
                  <a:pt x="1537811" y="185942"/>
                </a:lnTo>
                <a:moveTo>
                  <a:pt x="1243394" y="144464"/>
                </a:moveTo>
                <a:lnTo>
                  <a:pt x="1335121" y="173040"/>
                </a:lnTo>
                <a:moveTo>
                  <a:pt x="1335121" y="173040"/>
                </a:moveTo>
                <a:lnTo>
                  <a:pt x="1445456" y="153898"/>
                </a:lnTo>
                <a:moveTo>
                  <a:pt x="301355" y="440015"/>
                </a:moveTo>
                <a:lnTo>
                  <a:pt x="405927" y="438582"/>
                </a:lnTo>
                <a:moveTo>
                  <a:pt x="407122" y="493887"/>
                </a:moveTo>
                <a:lnTo>
                  <a:pt x="507032" y="527315"/>
                </a:lnTo>
                <a:moveTo>
                  <a:pt x="2121206" y="1142147"/>
                </a:moveTo>
                <a:lnTo>
                  <a:pt x="2129426" y="1064844"/>
                </a:lnTo>
                <a:moveTo>
                  <a:pt x="2129426" y="1064844"/>
                </a:moveTo>
                <a:lnTo>
                  <a:pt x="2178730" y="1132291"/>
                </a:lnTo>
                <a:moveTo>
                  <a:pt x="965088" y="342872"/>
                </a:moveTo>
                <a:lnTo>
                  <a:pt x="967960" y="398226"/>
                </a:lnTo>
                <a:moveTo>
                  <a:pt x="757829" y="304673"/>
                </a:moveTo>
                <a:lnTo>
                  <a:pt x="811647" y="237232"/>
                </a:lnTo>
                <a:moveTo>
                  <a:pt x="1483116" y="663760"/>
                </a:moveTo>
                <a:lnTo>
                  <a:pt x="1598340" y="671676"/>
                </a:lnTo>
                <a:moveTo>
                  <a:pt x="473824" y="471537"/>
                </a:moveTo>
                <a:lnTo>
                  <a:pt x="407122" y="493887"/>
                </a:lnTo>
                <a:moveTo>
                  <a:pt x="2168685" y="618513"/>
                </a:moveTo>
                <a:lnTo>
                  <a:pt x="2129781" y="672265"/>
                </a:lnTo>
                <a:moveTo>
                  <a:pt x="2078363" y="480796"/>
                </a:moveTo>
                <a:lnTo>
                  <a:pt x="2129781" y="672265"/>
                </a:lnTo>
                <a:moveTo>
                  <a:pt x="2129781" y="672265"/>
                </a:moveTo>
                <a:lnTo>
                  <a:pt x="2195946" y="652475"/>
                </a:lnTo>
                <a:moveTo>
                  <a:pt x="1635530" y="906488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597755" y="199379"/>
                </a:lnTo>
                <a:moveTo>
                  <a:pt x="2067965" y="474378"/>
                </a:moveTo>
                <a:lnTo>
                  <a:pt x="2129781" y="672265"/>
                </a:lnTo>
                <a:moveTo>
                  <a:pt x="245189" y="673653"/>
                </a:moveTo>
                <a:lnTo>
                  <a:pt x="292527" y="727743"/>
                </a:lnTo>
                <a:moveTo>
                  <a:pt x="1598340" y="671676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17509" y="697892"/>
                </a:lnTo>
                <a:moveTo>
                  <a:pt x="1956362" y="1169349"/>
                </a:moveTo>
                <a:lnTo>
                  <a:pt x="2094289" y="1062471"/>
                </a:lnTo>
                <a:moveTo>
                  <a:pt x="1243394" y="144464"/>
                </a:moveTo>
                <a:lnTo>
                  <a:pt x="1239437" y="273273"/>
                </a:lnTo>
                <a:moveTo>
                  <a:pt x="1597755" y="199379"/>
                </a:moveTo>
                <a:lnTo>
                  <a:pt x="1702942" y="241302"/>
                </a:lnTo>
                <a:moveTo>
                  <a:pt x="387866" y="625600"/>
                </a:moveTo>
                <a:lnTo>
                  <a:pt x="377088" y="716654"/>
                </a:lnTo>
                <a:moveTo>
                  <a:pt x="1388432" y="618822"/>
                </a:moveTo>
                <a:lnTo>
                  <a:pt x="1483116" y="663760"/>
                </a:lnTo>
                <a:moveTo>
                  <a:pt x="2094289" y="1062471"/>
                </a:moveTo>
                <a:lnTo>
                  <a:pt x="2121206" y="1142147"/>
                </a:lnTo>
                <a:moveTo>
                  <a:pt x="1633101" y="1165491"/>
                </a:moveTo>
                <a:lnTo>
                  <a:pt x="1675648" y="1052703"/>
                </a:lnTo>
                <a:moveTo>
                  <a:pt x="1598340" y="671676"/>
                </a:moveTo>
                <a:lnTo>
                  <a:pt x="1592813" y="791795"/>
                </a:lnTo>
                <a:moveTo>
                  <a:pt x="1177493" y="257000"/>
                </a:moveTo>
                <a:lnTo>
                  <a:pt x="1239437" y="273273"/>
                </a:lnTo>
                <a:moveTo>
                  <a:pt x="372730" y="953974"/>
                </a:moveTo>
                <a:lnTo>
                  <a:pt x="490832" y="987192"/>
                </a:lnTo>
                <a:moveTo>
                  <a:pt x="1631806" y="1148549"/>
                </a:moveTo>
                <a:lnTo>
                  <a:pt x="1675648" y="1052703"/>
                </a:lnTo>
                <a:moveTo>
                  <a:pt x="301355" y="440015"/>
                </a:moveTo>
                <a:lnTo>
                  <a:pt x="353555" y="435694"/>
                </a:lnTo>
                <a:moveTo>
                  <a:pt x="811647" y="237232"/>
                </a:moveTo>
                <a:lnTo>
                  <a:pt x="903095" y="329127"/>
                </a:lnTo>
                <a:moveTo>
                  <a:pt x="1157656" y="299750"/>
                </a:moveTo>
                <a:lnTo>
                  <a:pt x="1151520" y="416497"/>
                </a:lnTo>
                <a:moveTo>
                  <a:pt x="2118024" y="712748"/>
                </a:moveTo>
                <a:lnTo>
                  <a:pt x="2276496" y="776005"/>
                </a:lnTo>
                <a:moveTo>
                  <a:pt x="854628" y="235060"/>
                </a:moveTo>
                <a:lnTo>
                  <a:pt x="903095" y="329127"/>
                </a:lnTo>
                <a:moveTo>
                  <a:pt x="2195946" y="652475"/>
                </a:moveTo>
                <a:lnTo>
                  <a:pt x="2118024" y="712748"/>
                </a:lnTo>
                <a:moveTo>
                  <a:pt x="202382" y="858636"/>
                </a:moveTo>
                <a:lnTo>
                  <a:pt x="257280" y="862803"/>
                </a:lnTo>
                <a:moveTo>
                  <a:pt x="1702942" y="241302"/>
                </a:moveTo>
                <a:lnTo>
                  <a:pt x="1748341" y="242243"/>
                </a:lnTo>
                <a:moveTo>
                  <a:pt x="353555" y="435694"/>
                </a:moveTo>
                <a:lnTo>
                  <a:pt x="405927" y="438582"/>
                </a:lnTo>
                <a:moveTo>
                  <a:pt x="903095" y="329127"/>
                </a:moveTo>
                <a:lnTo>
                  <a:pt x="967960" y="398226"/>
                </a:lnTo>
                <a:moveTo>
                  <a:pt x="315870" y="865565"/>
                </a:moveTo>
                <a:lnTo>
                  <a:pt x="372730" y="953974"/>
                </a:lnTo>
                <a:moveTo>
                  <a:pt x="1599501" y="804038"/>
                </a:moveTo>
                <a:lnTo>
                  <a:pt x="1635530" y="906488"/>
                </a:lnTo>
                <a:moveTo>
                  <a:pt x="2067965" y="474378"/>
                </a:moveTo>
                <a:lnTo>
                  <a:pt x="2083427" y="659532"/>
                </a:lnTo>
                <a:moveTo>
                  <a:pt x="292527" y="727743"/>
                </a:moveTo>
                <a:lnTo>
                  <a:pt x="377088" y="716654"/>
                </a:lnTo>
                <a:moveTo>
                  <a:pt x="1175829" y="285226"/>
                </a:moveTo>
                <a:lnTo>
                  <a:pt x="1239437" y="273273"/>
                </a:lnTo>
                <a:moveTo>
                  <a:pt x="967960" y="398226"/>
                </a:moveTo>
                <a:lnTo>
                  <a:pt x="1062635" y="403657"/>
                </a:lnTo>
                <a:moveTo>
                  <a:pt x="490832" y="987192"/>
                </a:moveTo>
                <a:lnTo>
                  <a:pt x="515522" y="1003748"/>
                </a:lnTo>
                <a:moveTo>
                  <a:pt x="202382" y="858636"/>
                </a:moveTo>
                <a:lnTo>
                  <a:pt x="315870" y="865565"/>
                </a:lnTo>
                <a:moveTo>
                  <a:pt x="1175829" y="285226"/>
                </a:moveTo>
                <a:lnTo>
                  <a:pt x="1184891" y="364832"/>
                </a:lnTo>
                <a:moveTo>
                  <a:pt x="1445456" y="153898"/>
                </a:moveTo>
                <a:lnTo>
                  <a:pt x="1427290" y="204057"/>
                </a:lnTo>
                <a:moveTo>
                  <a:pt x="1635530" y="906488"/>
                </a:moveTo>
                <a:lnTo>
                  <a:pt x="1607199" y="812680"/>
                </a:lnTo>
                <a:moveTo>
                  <a:pt x="405927" y="438582"/>
                </a:moveTo>
                <a:lnTo>
                  <a:pt x="407122" y="493887"/>
                </a:lnTo>
                <a:moveTo>
                  <a:pt x="710923" y="219099"/>
                </a:moveTo>
                <a:lnTo>
                  <a:pt x="811647" y="237232"/>
                </a:lnTo>
                <a:moveTo>
                  <a:pt x="1151520" y="416497"/>
                </a:moveTo>
                <a:lnTo>
                  <a:pt x="1175829" y="285226"/>
                </a:lnTo>
                <a:moveTo>
                  <a:pt x="407122" y="493887"/>
                </a:moveTo>
                <a:lnTo>
                  <a:pt x="437998" y="612193"/>
                </a:lnTo>
                <a:moveTo>
                  <a:pt x="1062635" y="403657"/>
                </a:moveTo>
                <a:lnTo>
                  <a:pt x="1151520" y="416497"/>
                </a:lnTo>
                <a:moveTo>
                  <a:pt x="1537811" y="185942"/>
                </a:moveTo>
                <a:lnTo>
                  <a:pt x="1702942" y="241302"/>
                </a:lnTo>
                <a:moveTo>
                  <a:pt x="2067965" y="474378"/>
                </a:moveTo>
                <a:lnTo>
                  <a:pt x="2048888" y="574955"/>
                </a:lnTo>
                <a:moveTo>
                  <a:pt x="292527" y="727743"/>
                </a:moveTo>
                <a:lnTo>
                  <a:pt x="339900" y="722635"/>
                </a:lnTo>
                <a:moveTo>
                  <a:pt x="1607199" y="812680"/>
                </a:moveTo>
                <a:lnTo>
                  <a:pt x="1631802" y="927791"/>
                </a:lnTo>
                <a:moveTo>
                  <a:pt x="1748341" y="242243"/>
                </a:moveTo>
                <a:lnTo>
                  <a:pt x="1842120" y="282173"/>
                </a:lnTo>
                <a:moveTo>
                  <a:pt x="377088" y="716654"/>
                </a:moveTo>
                <a:lnTo>
                  <a:pt x="437998" y="612193"/>
                </a:lnTo>
                <a:moveTo>
                  <a:pt x="1400415" y="835853"/>
                </a:moveTo>
                <a:lnTo>
                  <a:pt x="1403475" y="823341"/>
                </a:lnTo>
                <a:moveTo>
                  <a:pt x="389907" y="688931"/>
                </a:moveTo>
                <a:lnTo>
                  <a:pt x="437998" y="612193"/>
                </a:lnTo>
                <a:moveTo>
                  <a:pt x="2129781" y="672265"/>
                </a:moveTo>
                <a:lnTo>
                  <a:pt x="2118024" y="712748"/>
                </a:lnTo>
                <a:moveTo>
                  <a:pt x="2094289" y="1062471"/>
                </a:moveTo>
                <a:lnTo>
                  <a:pt x="2129426" y="1064844"/>
                </a:lnTo>
                <a:moveTo>
                  <a:pt x="2083427" y="659532"/>
                </a:moveTo>
                <a:lnTo>
                  <a:pt x="2129781" y="672265"/>
                </a:lnTo>
                <a:moveTo>
                  <a:pt x="1605610" y="1034490"/>
                </a:moveTo>
                <a:lnTo>
                  <a:pt x="1675648" y="1052703"/>
                </a:lnTo>
                <a:moveTo>
                  <a:pt x="1403475" y="823341"/>
                </a:moveTo>
                <a:lnTo>
                  <a:pt x="1483116" y="663760"/>
                </a:lnTo>
                <a:moveTo>
                  <a:pt x="1062635" y="403657"/>
                </a:moveTo>
                <a:lnTo>
                  <a:pt x="982068" y="426614"/>
                </a:lnTo>
                <a:moveTo>
                  <a:pt x="1239437" y="273273"/>
                </a:moveTo>
                <a:lnTo>
                  <a:pt x="1335121" y="173040"/>
                </a:lnTo>
                <a:moveTo>
                  <a:pt x="353555" y="435694"/>
                </a:moveTo>
                <a:lnTo>
                  <a:pt x="407122" y="493887"/>
                </a:lnTo>
                <a:moveTo>
                  <a:pt x="315870" y="865565"/>
                </a:moveTo>
                <a:lnTo>
                  <a:pt x="490832" y="987192"/>
                </a:lnTo>
                <a:moveTo>
                  <a:pt x="811647" y="237232"/>
                </a:moveTo>
                <a:lnTo>
                  <a:pt x="854628" y="235060"/>
                </a:lnTo>
                <a:moveTo>
                  <a:pt x="1633101" y="1165491"/>
                </a:moveTo>
                <a:lnTo>
                  <a:pt x="1631806" y="1148549"/>
                </a:lnTo>
                <a:moveTo>
                  <a:pt x="1748341" y="242243"/>
                </a:moveTo>
                <a:lnTo>
                  <a:pt x="1802534" y="286995"/>
                </a:lnTo>
                <a:moveTo>
                  <a:pt x="1403475" y="823341"/>
                </a:moveTo>
                <a:lnTo>
                  <a:pt x="1592813" y="791795"/>
                </a:lnTo>
                <a:moveTo>
                  <a:pt x="1483116" y="663760"/>
                </a:moveTo>
                <a:lnTo>
                  <a:pt x="1592813" y="791795"/>
                </a:lnTo>
                <a:moveTo>
                  <a:pt x="257280" y="862803"/>
                </a:moveTo>
                <a:lnTo>
                  <a:pt x="315870" y="865565"/>
                </a:lnTo>
                <a:moveTo>
                  <a:pt x="1599013" y="984041"/>
                </a:moveTo>
                <a:lnTo>
                  <a:pt x="1631802" y="927791"/>
                </a:lnTo>
                <a:moveTo>
                  <a:pt x="1062635" y="403657"/>
                </a:moveTo>
                <a:lnTo>
                  <a:pt x="1049479" y="481543"/>
                </a:lnTo>
                <a:moveTo>
                  <a:pt x="854628" y="235060"/>
                </a:moveTo>
                <a:lnTo>
                  <a:pt x="967960" y="398226"/>
                </a:lnTo>
                <a:moveTo>
                  <a:pt x="1403475" y="823341"/>
                </a:moveTo>
                <a:lnTo>
                  <a:pt x="1560088" y="830603"/>
                </a:lnTo>
                <a:moveTo>
                  <a:pt x="2083427" y="659532"/>
                </a:moveTo>
                <a:lnTo>
                  <a:pt x="2118024" y="712748"/>
                </a:lnTo>
                <a:moveTo>
                  <a:pt x="1592813" y="791795"/>
                </a:moveTo>
                <a:lnTo>
                  <a:pt x="1599501" y="804038"/>
                </a:lnTo>
                <a:moveTo>
                  <a:pt x="1599501" y="804038"/>
                </a:moveTo>
                <a:lnTo>
                  <a:pt x="1607199" y="812680"/>
                </a:lnTo>
                <a:moveTo>
                  <a:pt x="1605610" y="1034490"/>
                </a:moveTo>
                <a:lnTo>
                  <a:pt x="1631802" y="927791"/>
                </a:lnTo>
                <a:moveTo>
                  <a:pt x="1537811" y="185942"/>
                </a:moveTo>
                <a:lnTo>
                  <a:pt x="1631552" y="225666"/>
                </a:lnTo>
                <a:moveTo>
                  <a:pt x="1400415" y="835853"/>
                </a:moveTo>
                <a:lnTo>
                  <a:pt x="1500518" y="910788"/>
                </a:lnTo>
                <a:moveTo>
                  <a:pt x="245189" y="673653"/>
                </a:moveTo>
                <a:lnTo>
                  <a:pt x="339900" y="722635"/>
                </a:lnTo>
                <a:moveTo>
                  <a:pt x="407122" y="493887"/>
                </a:moveTo>
                <a:lnTo>
                  <a:pt x="389907" y="688931"/>
                </a:lnTo>
                <a:moveTo>
                  <a:pt x="1239437" y="273273"/>
                </a:moveTo>
                <a:lnTo>
                  <a:pt x="1184891" y="364832"/>
                </a:lnTo>
                <a:moveTo>
                  <a:pt x="1403475" y="823341"/>
                </a:moveTo>
                <a:lnTo>
                  <a:pt x="1500518" y="910788"/>
                </a:lnTo>
                <a:moveTo>
                  <a:pt x="1427290" y="204057"/>
                </a:moveTo>
                <a:lnTo>
                  <a:pt x="1537811" y="185942"/>
                </a:lnTo>
                <a:moveTo>
                  <a:pt x="1335121" y="173040"/>
                </a:moveTo>
                <a:lnTo>
                  <a:pt x="1427290" y="204057"/>
                </a:lnTo>
                <a:moveTo>
                  <a:pt x="1592813" y="791795"/>
                </a:moveTo>
                <a:lnTo>
                  <a:pt x="1607199" y="812680"/>
                </a:lnTo>
                <a:moveTo>
                  <a:pt x="1631552" y="225666"/>
                </a:moveTo>
                <a:lnTo>
                  <a:pt x="1702942" y="241302"/>
                </a:lnTo>
                <a:moveTo>
                  <a:pt x="1702942" y="241302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31806" y="1148549"/>
                </a:lnTo>
                <a:moveTo>
                  <a:pt x="1151520" y="416497"/>
                </a:moveTo>
                <a:lnTo>
                  <a:pt x="1184891" y="364832"/>
                </a:lnTo>
                <a:moveTo>
                  <a:pt x="461160" y="880457"/>
                </a:moveTo>
                <a:lnTo>
                  <a:pt x="490832" y="987192"/>
                </a:lnTo>
                <a:moveTo>
                  <a:pt x="1560088" y="830603"/>
                </a:moveTo>
                <a:lnTo>
                  <a:pt x="1592813" y="791795"/>
                </a:lnTo>
                <a:moveTo>
                  <a:pt x="1560088" y="830603"/>
                </a:moveTo>
                <a:lnTo>
                  <a:pt x="1607199" y="812680"/>
                </a:lnTo>
                <a:moveTo>
                  <a:pt x="2048888" y="574955"/>
                </a:moveTo>
                <a:lnTo>
                  <a:pt x="2083427" y="659532"/>
                </a:lnTo>
                <a:moveTo>
                  <a:pt x="377088" y="716654"/>
                </a:moveTo>
                <a:lnTo>
                  <a:pt x="389907" y="688931"/>
                </a:lnTo>
                <a:moveTo>
                  <a:pt x="257280" y="862803"/>
                </a:moveTo>
                <a:lnTo>
                  <a:pt x="283711" y="829658"/>
                </a:lnTo>
                <a:moveTo>
                  <a:pt x="1487487" y="1006269"/>
                </a:moveTo>
                <a:lnTo>
                  <a:pt x="1620728" y="1097009"/>
                </a:lnTo>
                <a:moveTo>
                  <a:pt x="353555" y="435694"/>
                </a:moveTo>
                <a:lnTo>
                  <a:pt x="416707" y="544134"/>
                </a:lnTo>
                <a:moveTo>
                  <a:pt x="167365" y="599373"/>
                </a:moveTo>
                <a:lnTo>
                  <a:pt x="245189" y="673653"/>
                </a:lnTo>
                <a:moveTo>
                  <a:pt x="967960" y="398226"/>
                </a:moveTo>
                <a:lnTo>
                  <a:pt x="982068" y="426614"/>
                </a:lnTo>
                <a:moveTo>
                  <a:pt x="283711" y="829658"/>
                </a:moveTo>
                <a:lnTo>
                  <a:pt x="315870" y="865565"/>
                </a:lnTo>
                <a:moveTo>
                  <a:pt x="377088" y="716654"/>
                </a:moveTo>
                <a:lnTo>
                  <a:pt x="388359" y="706949"/>
                </a:lnTo>
                <a:moveTo>
                  <a:pt x="315870" y="865565"/>
                </a:moveTo>
                <a:lnTo>
                  <a:pt x="461160" y="880457"/>
                </a:lnTo>
                <a:moveTo>
                  <a:pt x="389907" y="688931"/>
                </a:moveTo>
                <a:lnTo>
                  <a:pt x="388359" y="706949"/>
                </a:lnTo>
                <a:moveTo>
                  <a:pt x="416707" y="544134"/>
                </a:moveTo>
                <a:lnTo>
                  <a:pt x="407122" y="493887"/>
                </a:lnTo>
                <a:moveTo>
                  <a:pt x="1500518" y="910788"/>
                </a:moveTo>
                <a:lnTo>
                  <a:pt x="1560088" y="830603"/>
                </a:lnTo>
                <a:moveTo>
                  <a:pt x="1607199" y="812680"/>
                </a:moveTo>
                <a:lnTo>
                  <a:pt x="1599013" y="984041"/>
                </a:lnTo>
                <a:moveTo>
                  <a:pt x="1605610" y="1034490"/>
                </a:moveTo>
                <a:lnTo>
                  <a:pt x="1631806" y="1148549"/>
                </a:lnTo>
                <a:moveTo>
                  <a:pt x="339900" y="722635"/>
                </a:moveTo>
                <a:lnTo>
                  <a:pt x="377088" y="716654"/>
                </a:lnTo>
                <a:moveTo>
                  <a:pt x="1335121" y="173040"/>
                </a:moveTo>
                <a:lnTo>
                  <a:pt x="1329795" y="294268"/>
                </a:lnTo>
                <a:moveTo>
                  <a:pt x="1631806" y="1148549"/>
                </a:moveTo>
                <a:lnTo>
                  <a:pt x="1739296" y="1188918"/>
                </a:lnTo>
                <a:moveTo>
                  <a:pt x="1802534" y="286995"/>
                </a:moveTo>
                <a:lnTo>
                  <a:pt x="1842120" y="282173"/>
                </a:lnTo>
                <a:moveTo>
                  <a:pt x="1487487" y="1006269"/>
                </a:moveTo>
                <a:lnTo>
                  <a:pt x="1605610" y="1034490"/>
                </a:lnTo>
                <a:moveTo>
                  <a:pt x="1560088" y="830603"/>
                </a:moveTo>
                <a:lnTo>
                  <a:pt x="1599013" y="984041"/>
                </a:lnTo>
                <a:moveTo>
                  <a:pt x="416707" y="544134"/>
                </a:moveTo>
                <a:lnTo>
                  <a:pt x="389907" y="688931"/>
                </a:lnTo>
                <a:moveTo>
                  <a:pt x="339900" y="722635"/>
                </a:moveTo>
                <a:lnTo>
                  <a:pt x="388359" y="706949"/>
                </a:lnTo>
                <a:moveTo>
                  <a:pt x="1184891" y="364832"/>
                </a:moveTo>
                <a:lnTo>
                  <a:pt x="1198003" y="416560"/>
                </a:lnTo>
                <a:moveTo>
                  <a:pt x="1500518" y="910788"/>
                </a:moveTo>
                <a:lnTo>
                  <a:pt x="1599013" y="984041"/>
                </a:lnTo>
                <a:moveTo>
                  <a:pt x="1151520" y="416497"/>
                </a:moveTo>
                <a:lnTo>
                  <a:pt x="1198003" y="416560"/>
                </a:lnTo>
                <a:moveTo>
                  <a:pt x="1842120" y="282173"/>
                </a:moveTo>
                <a:lnTo>
                  <a:pt x="1943215" y="362596"/>
                </a:lnTo>
                <a:moveTo>
                  <a:pt x="1605610" y="1034490"/>
                </a:moveTo>
                <a:lnTo>
                  <a:pt x="1620728" y="1097009"/>
                </a:lnTo>
                <a:moveTo>
                  <a:pt x="1972099" y="673174"/>
                </a:moveTo>
                <a:lnTo>
                  <a:pt x="2118024" y="712748"/>
                </a:lnTo>
                <a:moveTo>
                  <a:pt x="1049479" y="481543"/>
                </a:moveTo>
                <a:lnTo>
                  <a:pt x="1151520" y="416497"/>
                </a:lnTo>
                <a:moveTo>
                  <a:pt x="1972099" y="673174"/>
                </a:moveTo>
                <a:lnTo>
                  <a:pt x="2083427" y="659532"/>
                </a:lnTo>
                <a:moveTo>
                  <a:pt x="1631806" y="1148549"/>
                </a:moveTo>
                <a:lnTo>
                  <a:pt x="1783679" y="1032272"/>
                </a:lnTo>
                <a:moveTo>
                  <a:pt x="1631552" y="225666"/>
                </a:moveTo>
                <a:lnTo>
                  <a:pt x="1802534" y="286995"/>
                </a:lnTo>
                <a:moveTo>
                  <a:pt x="1620728" y="1097009"/>
                </a:moveTo>
                <a:lnTo>
                  <a:pt x="1611190" y="1037332"/>
                </a:lnTo>
                <a:moveTo>
                  <a:pt x="1537811" y="185942"/>
                </a:moveTo>
                <a:lnTo>
                  <a:pt x="1520941" y="243275"/>
                </a:lnTo>
                <a:moveTo>
                  <a:pt x="1239437" y="273273"/>
                </a:moveTo>
                <a:lnTo>
                  <a:pt x="1329795" y="294268"/>
                </a:lnTo>
                <a:moveTo>
                  <a:pt x="1962428" y="650956"/>
                </a:moveTo>
                <a:lnTo>
                  <a:pt x="2083427" y="659532"/>
                </a:lnTo>
                <a:moveTo>
                  <a:pt x="315870" y="865565"/>
                </a:moveTo>
                <a:lnTo>
                  <a:pt x="302398" y="783204"/>
                </a:lnTo>
                <a:moveTo>
                  <a:pt x="1500518" y="910788"/>
                </a:moveTo>
                <a:lnTo>
                  <a:pt x="1515904" y="886219"/>
                </a:lnTo>
                <a:moveTo>
                  <a:pt x="1605610" y="1034490"/>
                </a:moveTo>
                <a:lnTo>
                  <a:pt x="1599013" y="984041"/>
                </a:lnTo>
                <a:moveTo>
                  <a:pt x="167365" y="599373"/>
                </a:moveTo>
                <a:lnTo>
                  <a:pt x="339900" y="722635"/>
                </a:lnTo>
                <a:moveTo>
                  <a:pt x="982068" y="426614"/>
                </a:moveTo>
                <a:lnTo>
                  <a:pt x="1049479" y="481543"/>
                </a:lnTo>
                <a:moveTo>
                  <a:pt x="1739296" y="1188918"/>
                </a:moveTo>
                <a:lnTo>
                  <a:pt x="1871056" y="1152234"/>
                </a:lnTo>
                <a:moveTo>
                  <a:pt x="1609231" y="1033374"/>
                </a:moveTo>
                <a:lnTo>
                  <a:pt x="1599013" y="984041"/>
                </a:lnTo>
                <a:moveTo>
                  <a:pt x="1515904" y="886219"/>
                </a:moveTo>
                <a:lnTo>
                  <a:pt x="1599013" y="984041"/>
                </a:lnTo>
                <a:moveTo>
                  <a:pt x="1620728" y="1097009"/>
                </a:moveTo>
                <a:lnTo>
                  <a:pt x="1783679" y="1032272"/>
                </a:lnTo>
                <a:moveTo>
                  <a:pt x="1239437" y="273273"/>
                </a:moveTo>
                <a:lnTo>
                  <a:pt x="1237539" y="413475"/>
                </a:lnTo>
                <a:moveTo>
                  <a:pt x="1962428" y="650956"/>
                </a:moveTo>
                <a:lnTo>
                  <a:pt x="2048888" y="574955"/>
                </a:lnTo>
                <a:moveTo>
                  <a:pt x="1605610" y="1034490"/>
                </a:moveTo>
                <a:lnTo>
                  <a:pt x="1609231" y="1033374"/>
                </a:lnTo>
                <a:moveTo>
                  <a:pt x="1184891" y="364832"/>
                </a:moveTo>
                <a:lnTo>
                  <a:pt x="1237539" y="413475"/>
                </a:lnTo>
                <a:moveTo>
                  <a:pt x="1609231" y="1033374"/>
                </a:moveTo>
                <a:lnTo>
                  <a:pt x="1611190" y="1037332"/>
                </a:lnTo>
                <a:moveTo>
                  <a:pt x="175824" y="616155"/>
                </a:moveTo>
                <a:lnTo>
                  <a:pt x="339900" y="722635"/>
                </a:lnTo>
                <a:moveTo>
                  <a:pt x="315870" y="865565"/>
                </a:moveTo>
                <a:lnTo>
                  <a:pt x="411971" y="786878"/>
                </a:lnTo>
                <a:moveTo>
                  <a:pt x="267936" y="742342"/>
                </a:moveTo>
                <a:lnTo>
                  <a:pt x="339900" y="722635"/>
                </a:lnTo>
                <a:moveTo>
                  <a:pt x="1329795" y="294268"/>
                </a:moveTo>
                <a:lnTo>
                  <a:pt x="1427290" y="204057"/>
                </a:lnTo>
                <a:moveTo>
                  <a:pt x="1783679" y="1032272"/>
                </a:moveTo>
                <a:lnTo>
                  <a:pt x="1871056" y="1152234"/>
                </a:lnTo>
                <a:moveTo>
                  <a:pt x="982068" y="426614"/>
                </a:moveTo>
                <a:lnTo>
                  <a:pt x="1012218" y="481214"/>
                </a:lnTo>
                <a:moveTo>
                  <a:pt x="155128" y="597087"/>
                </a:moveTo>
                <a:lnTo>
                  <a:pt x="167365" y="599373"/>
                </a:lnTo>
                <a:moveTo>
                  <a:pt x="967960" y="398226"/>
                </a:moveTo>
                <a:lnTo>
                  <a:pt x="1027331" y="358958"/>
                </a:lnTo>
                <a:moveTo>
                  <a:pt x="283711" y="829658"/>
                </a:moveTo>
                <a:lnTo>
                  <a:pt x="302398" y="783204"/>
                </a:lnTo>
                <a:moveTo>
                  <a:pt x="1636795" y="891720"/>
                </a:moveTo>
                <a:lnTo>
                  <a:pt x="1599013" y="984041"/>
                </a:lnTo>
                <a:moveTo>
                  <a:pt x="389907" y="688931"/>
                </a:moveTo>
                <a:lnTo>
                  <a:pt x="413148" y="616996"/>
                </a:lnTo>
                <a:moveTo>
                  <a:pt x="1842120" y="282173"/>
                </a:moveTo>
                <a:lnTo>
                  <a:pt x="1804805" y="365513"/>
                </a:lnTo>
                <a:moveTo>
                  <a:pt x="967960" y="398226"/>
                </a:moveTo>
                <a:lnTo>
                  <a:pt x="1028794" y="343309"/>
                </a:lnTo>
                <a:moveTo>
                  <a:pt x="167365" y="599373"/>
                </a:moveTo>
                <a:lnTo>
                  <a:pt x="175824" y="616155"/>
                </a:lnTo>
                <a:moveTo>
                  <a:pt x="1631552" y="225666"/>
                </a:moveTo>
                <a:lnTo>
                  <a:pt x="1728529" y="283295"/>
                </a:lnTo>
                <a:moveTo>
                  <a:pt x="1783679" y="1032272"/>
                </a:moveTo>
                <a:lnTo>
                  <a:pt x="1739296" y="1188918"/>
                </a:lnTo>
                <a:moveTo>
                  <a:pt x="1842001" y="1034855"/>
                </a:moveTo>
                <a:lnTo>
                  <a:pt x="1871056" y="1152234"/>
                </a:lnTo>
                <a:moveTo>
                  <a:pt x="1611190" y="1037332"/>
                </a:moveTo>
                <a:lnTo>
                  <a:pt x="1783679" y="1032272"/>
                </a:lnTo>
                <a:moveTo>
                  <a:pt x="1609231" y="1033374"/>
                </a:moveTo>
                <a:lnTo>
                  <a:pt x="1783679" y="1032272"/>
                </a:lnTo>
                <a:moveTo>
                  <a:pt x="1728529" y="283295"/>
                </a:moveTo>
                <a:lnTo>
                  <a:pt x="1802534" y="286995"/>
                </a:lnTo>
                <a:moveTo>
                  <a:pt x="1842120" y="282173"/>
                </a:moveTo>
                <a:lnTo>
                  <a:pt x="1835880" y="398342"/>
                </a:lnTo>
                <a:moveTo>
                  <a:pt x="1609231" y="1033374"/>
                </a:moveTo>
                <a:lnTo>
                  <a:pt x="1801017" y="985927"/>
                </a:lnTo>
                <a:moveTo>
                  <a:pt x="155128" y="597087"/>
                </a:moveTo>
                <a:lnTo>
                  <a:pt x="175824" y="616155"/>
                </a:lnTo>
                <a:moveTo>
                  <a:pt x="1609231" y="1033374"/>
                </a:moveTo>
                <a:lnTo>
                  <a:pt x="1636795" y="891720"/>
                </a:lnTo>
                <a:moveTo>
                  <a:pt x="1151520" y="416497"/>
                </a:moveTo>
                <a:lnTo>
                  <a:pt x="1142398" y="516713"/>
                </a:lnTo>
                <a:moveTo>
                  <a:pt x="1520941" y="243275"/>
                </a:moveTo>
                <a:lnTo>
                  <a:pt x="1631552" y="225666"/>
                </a:lnTo>
                <a:moveTo>
                  <a:pt x="413148" y="616996"/>
                </a:moveTo>
                <a:lnTo>
                  <a:pt x="388359" y="706949"/>
                </a:lnTo>
                <a:moveTo>
                  <a:pt x="1515904" y="886219"/>
                </a:moveTo>
                <a:lnTo>
                  <a:pt x="1636795" y="891720"/>
                </a:lnTo>
                <a:moveTo>
                  <a:pt x="1427290" y="204057"/>
                </a:moveTo>
                <a:lnTo>
                  <a:pt x="1520941" y="243275"/>
                </a:lnTo>
                <a:moveTo>
                  <a:pt x="411971" y="786878"/>
                </a:moveTo>
                <a:lnTo>
                  <a:pt x="461160" y="880457"/>
                </a:lnTo>
                <a:moveTo>
                  <a:pt x="1012218" y="481214"/>
                </a:moveTo>
                <a:lnTo>
                  <a:pt x="1049479" y="481543"/>
                </a:lnTo>
                <a:moveTo>
                  <a:pt x="339900" y="722635"/>
                </a:moveTo>
                <a:lnTo>
                  <a:pt x="413148" y="616996"/>
                </a:lnTo>
                <a:moveTo>
                  <a:pt x="175824" y="616155"/>
                </a:moveTo>
                <a:lnTo>
                  <a:pt x="267936" y="742342"/>
                </a:lnTo>
                <a:moveTo>
                  <a:pt x="982068" y="426614"/>
                </a:moveTo>
                <a:lnTo>
                  <a:pt x="1027331" y="358958"/>
                </a:lnTo>
                <a:moveTo>
                  <a:pt x="1802534" y="286995"/>
                </a:moveTo>
                <a:lnTo>
                  <a:pt x="1804805" y="365513"/>
                </a:lnTo>
                <a:moveTo>
                  <a:pt x="1962428" y="650956"/>
                </a:moveTo>
                <a:lnTo>
                  <a:pt x="1972099" y="673174"/>
                </a:lnTo>
                <a:moveTo>
                  <a:pt x="1198003" y="416560"/>
                </a:moveTo>
                <a:lnTo>
                  <a:pt x="1237539" y="413475"/>
                </a:lnTo>
                <a:moveTo>
                  <a:pt x="416707" y="544134"/>
                </a:moveTo>
                <a:lnTo>
                  <a:pt x="413148" y="616996"/>
                </a:lnTo>
                <a:moveTo>
                  <a:pt x="1801017" y="985927"/>
                </a:moveTo>
                <a:lnTo>
                  <a:pt x="1783679" y="1032272"/>
                </a:lnTo>
                <a:moveTo>
                  <a:pt x="1515904" y="886219"/>
                </a:moveTo>
                <a:lnTo>
                  <a:pt x="1653081" y="733471"/>
                </a:lnTo>
                <a:moveTo>
                  <a:pt x="267936" y="742342"/>
                </a:moveTo>
                <a:lnTo>
                  <a:pt x="302398" y="783204"/>
                </a:lnTo>
                <a:moveTo>
                  <a:pt x="1515904" y="886219"/>
                </a:moveTo>
                <a:lnTo>
                  <a:pt x="1673899" y="761467"/>
                </a:lnTo>
                <a:moveTo>
                  <a:pt x="1636795" y="891720"/>
                </a:moveTo>
                <a:lnTo>
                  <a:pt x="1801017" y="985927"/>
                </a:lnTo>
                <a:moveTo>
                  <a:pt x="1783679" y="1032272"/>
                </a:moveTo>
                <a:lnTo>
                  <a:pt x="1842001" y="1034855"/>
                </a:lnTo>
                <a:moveTo>
                  <a:pt x="1730814" y="875643"/>
                </a:moveTo>
                <a:lnTo>
                  <a:pt x="1801017" y="985927"/>
                </a:lnTo>
                <a:moveTo>
                  <a:pt x="1879513" y="790559"/>
                </a:moveTo>
                <a:lnTo>
                  <a:pt x="1972099" y="673174"/>
                </a:lnTo>
                <a:moveTo>
                  <a:pt x="1636795" y="891720"/>
                </a:moveTo>
                <a:lnTo>
                  <a:pt x="1730814" y="875643"/>
                </a:lnTo>
                <a:moveTo>
                  <a:pt x="1801017" y="985927"/>
                </a:moveTo>
                <a:lnTo>
                  <a:pt x="1842001" y="1034855"/>
                </a:lnTo>
                <a:moveTo>
                  <a:pt x="1177348" y="482734"/>
                </a:moveTo>
                <a:lnTo>
                  <a:pt x="1198003" y="416560"/>
                </a:lnTo>
                <a:moveTo>
                  <a:pt x="1801017" y="985927"/>
                </a:moveTo>
                <a:lnTo>
                  <a:pt x="1847694" y="862392"/>
                </a:lnTo>
                <a:moveTo>
                  <a:pt x="1237539" y="413475"/>
                </a:moveTo>
                <a:lnTo>
                  <a:pt x="1329795" y="294268"/>
                </a:lnTo>
                <a:moveTo>
                  <a:pt x="1730814" y="875643"/>
                </a:moveTo>
                <a:lnTo>
                  <a:pt x="1847694" y="862392"/>
                </a:lnTo>
                <a:moveTo>
                  <a:pt x="1427290" y="204057"/>
                </a:moveTo>
                <a:lnTo>
                  <a:pt x="1424933" y="341718"/>
                </a:lnTo>
                <a:moveTo>
                  <a:pt x="1835880" y="398342"/>
                </a:moveTo>
                <a:lnTo>
                  <a:pt x="1943215" y="362596"/>
                </a:lnTo>
                <a:moveTo>
                  <a:pt x="1847694" y="862392"/>
                </a:moveTo>
                <a:lnTo>
                  <a:pt x="1842001" y="1034855"/>
                </a:lnTo>
                <a:moveTo>
                  <a:pt x="1835921" y="706560"/>
                </a:moveTo>
                <a:lnTo>
                  <a:pt x="1972099" y="673174"/>
                </a:lnTo>
                <a:moveTo>
                  <a:pt x="1142398" y="516713"/>
                </a:moveTo>
                <a:lnTo>
                  <a:pt x="1198003" y="416560"/>
                </a:lnTo>
                <a:moveTo>
                  <a:pt x="1835921" y="706560"/>
                </a:moveTo>
                <a:lnTo>
                  <a:pt x="1962428" y="650956"/>
                </a:lnTo>
                <a:moveTo>
                  <a:pt x="1879513" y="790559"/>
                </a:moveTo>
                <a:lnTo>
                  <a:pt x="1847694" y="862392"/>
                </a:lnTo>
                <a:moveTo>
                  <a:pt x="1049479" y="481543"/>
                </a:moveTo>
                <a:lnTo>
                  <a:pt x="1142398" y="516713"/>
                </a:lnTo>
                <a:moveTo>
                  <a:pt x="1673899" y="761467"/>
                </a:moveTo>
                <a:lnTo>
                  <a:pt x="1636795" y="891720"/>
                </a:lnTo>
                <a:moveTo>
                  <a:pt x="1673899" y="761467"/>
                </a:moveTo>
                <a:lnTo>
                  <a:pt x="1730814" y="875643"/>
                </a:lnTo>
                <a:moveTo>
                  <a:pt x="1523560" y="787540"/>
                </a:moveTo>
                <a:lnTo>
                  <a:pt x="1515904" y="886219"/>
                </a:lnTo>
                <a:moveTo>
                  <a:pt x="267936" y="742342"/>
                </a:moveTo>
                <a:lnTo>
                  <a:pt x="413148" y="616996"/>
                </a:lnTo>
                <a:moveTo>
                  <a:pt x="302398" y="783204"/>
                </a:moveTo>
                <a:lnTo>
                  <a:pt x="411971" y="786878"/>
                </a:lnTo>
                <a:moveTo>
                  <a:pt x="1631552" y="225666"/>
                </a:moveTo>
                <a:lnTo>
                  <a:pt x="1619927" y="312028"/>
                </a:lnTo>
                <a:moveTo>
                  <a:pt x="1673899" y="761467"/>
                </a:moveTo>
                <a:lnTo>
                  <a:pt x="1847694" y="862392"/>
                </a:lnTo>
                <a:moveTo>
                  <a:pt x="1673899" y="761467"/>
                </a:moveTo>
                <a:lnTo>
                  <a:pt x="1879513" y="790559"/>
                </a:lnTo>
                <a:moveTo>
                  <a:pt x="1728529" y="283295"/>
                </a:moveTo>
                <a:lnTo>
                  <a:pt x="1804805" y="365513"/>
                </a:lnTo>
                <a:moveTo>
                  <a:pt x="1835921" y="706560"/>
                </a:moveTo>
                <a:lnTo>
                  <a:pt x="1879513" y="790559"/>
                </a:lnTo>
                <a:moveTo>
                  <a:pt x="1012218" y="481214"/>
                </a:moveTo>
                <a:lnTo>
                  <a:pt x="1027331" y="358958"/>
                </a:lnTo>
                <a:moveTo>
                  <a:pt x="1677357" y="737648"/>
                </a:moveTo>
                <a:lnTo>
                  <a:pt x="1879513" y="790559"/>
                </a:lnTo>
                <a:moveTo>
                  <a:pt x="1653081" y="733471"/>
                </a:moveTo>
                <a:lnTo>
                  <a:pt x="1673899" y="761467"/>
                </a:lnTo>
                <a:moveTo>
                  <a:pt x="1653081" y="733471"/>
                </a:moveTo>
                <a:lnTo>
                  <a:pt x="1677357" y="737648"/>
                </a:lnTo>
                <a:moveTo>
                  <a:pt x="1177348" y="482734"/>
                </a:moveTo>
                <a:lnTo>
                  <a:pt x="1237539" y="413475"/>
                </a:lnTo>
                <a:moveTo>
                  <a:pt x="1329795" y="294268"/>
                </a:moveTo>
                <a:lnTo>
                  <a:pt x="1424933" y="341718"/>
                </a:lnTo>
                <a:moveTo>
                  <a:pt x="1673899" y="761467"/>
                </a:moveTo>
                <a:lnTo>
                  <a:pt x="1677357" y="737648"/>
                </a:lnTo>
                <a:moveTo>
                  <a:pt x="1677357" y="737648"/>
                </a:moveTo>
                <a:lnTo>
                  <a:pt x="1835921" y="706560"/>
                </a:lnTo>
                <a:moveTo>
                  <a:pt x="1804805" y="365513"/>
                </a:moveTo>
                <a:lnTo>
                  <a:pt x="1835880" y="398342"/>
                </a:lnTo>
                <a:moveTo>
                  <a:pt x="1523560" y="787540"/>
                </a:moveTo>
                <a:lnTo>
                  <a:pt x="1653081" y="733471"/>
                </a:lnTo>
                <a:moveTo>
                  <a:pt x="1049479" y="481543"/>
                </a:moveTo>
                <a:lnTo>
                  <a:pt x="1038046" y="575166"/>
                </a:lnTo>
                <a:moveTo>
                  <a:pt x="1049479" y="481543"/>
                </a:moveTo>
                <a:lnTo>
                  <a:pt x="1039418" y="576565"/>
                </a:lnTo>
                <a:moveTo>
                  <a:pt x="1329795" y="294268"/>
                </a:moveTo>
                <a:lnTo>
                  <a:pt x="1331436" y="454057"/>
                </a:lnTo>
                <a:moveTo>
                  <a:pt x="1027331" y="358958"/>
                </a:moveTo>
                <a:lnTo>
                  <a:pt x="1028794" y="343309"/>
                </a:lnTo>
                <a:moveTo>
                  <a:pt x="1142398" y="516713"/>
                </a:moveTo>
                <a:lnTo>
                  <a:pt x="1177348" y="482734"/>
                </a:lnTo>
                <a:moveTo>
                  <a:pt x="1424933" y="341718"/>
                </a:moveTo>
                <a:lnTo>
                  <a:pt x="1520941" y="243275"/>
                </a:lnTo>
                <a:moveTo>
                  <a:pt x="267936" y="742342"/>
                </a:moveTo>
                <a:lnTo>
                  <a:pt x="378363" y="682797"/>
                </a:lnTo>
                <a:moveTo>
                  <a:pt x="1619927" y="312028"/>
                </a:moveTo>
                <a:lnTo>
                  <a:pt x="1728529" y="283295"/>
                </a:lnTo>
                <a:moveTo>
                  <a:pt x="1027331" y="358958"/>
                </a:moveTo>
                <a:lnTo>
                  <a:pt x="1033007" y="349980"/>
                </a:lnTo>
                <a:moveTo>
                  <a:pt x="1728529" y="283295"/>
                </a:moveTo>
                <a:lnTo>
                  <a:pt x="1705470" y="434957"/>
                </a:lnTo>
                <a:moveTo>
                  <a:pt x="1028794" y="343309"/>
                </a:moveTo>
                <a:lnTo>
                  <a:pt x="1107934" y="175253"/>
                </a:lnTo>
                <a:moveTo>
                  <a:pt x="302398" y="783204"/>
                </a:moveTo>
                <a:lnTo>
                  <a:pt x="378363" y="682797"/>
                </a:lnTo>
                <a:moveTo>
                  <a:pt x="1028794" y="343309"/>
                </a:moveTo>
                <a:lnTo>
                  <a:pt x="1033007" y="349980"/>
                </a:lnTo>
                <a:moveTo>
                  <a:pt x="1107934" y="175253"/>
                </a:moveTo>
                <a:lnTo>
                  <a:pt x="1033007" y="349980"/>
                </a:lnTo>
                <a:moveTo>
                  <a:pt x="1237539" y="413475"/>
                </a:moveTo>
                <a:lnTo>
                  <a:pt x="1331436" y="454057"/>
                </a:lnTo>
                <a:moveTo>
                  <a:pt x="1520941" y="243275"/>
                </a:moveTo>
                <a:lnTo>
                  <a:pt x="1619927" y="312028"/>
                </a:lnTo>
                <a:moveTo>
                  <a:pt x="1012218" y="481214"/>
                </a:moveTo>
                <a:lnTo>
                  <a:pt x="1038046" y="575166"/>
                </a:lnTo>
                <a:moveTo>
                  <a:pt x="1107934" y="175253"/>
                </a:moveTo>
                <a:lnTo>
                  <a:pt x="1118464" y="170889"/>
                </a:lnTo>
                <a:moveTo>
                  <a:pt x="1653081" y="733471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53081" y="733471"/>
                </a:lnTo>
                <a:moveTo>
                  <a:pt x="1705470" y="434957"/>
                </a:moveTo>
                <a:lnTo>
                  <a:pt x="1804805" y="365513"/>
                </a:lnTo>
                <a:moveTo>
                  <a:pt x="1033007" y="349980"/>
                </a:moveTo>
                <a:lnTo>
                  <a:pt x="1118464" y="170889"/>
                </a:lnTo>
                <a:moveTo>
                  <a:pt x="378363" y="682797"/>
                </a:moveTo>
                <a:lnTo>
                  <a:pt x="411971" y="786878"/>
                </a:lnTo>
                <a:moveTo>
                  <a:pt x="1651084" y="628623"/>
                </a:moveTo>
                <a:lnTo>
                  <a:pt x="1835921" y="706560"/>
                </a:lnTo>
                <a:moveTo>
                  <a:pt x="1737977" y="486298"/>
                </a:moveTo>
                <a:lnTo>
                  <a:pt x="1835880" y="398342"/>
                </a:lnTo>
                <a:moveTo>
                  <a:pt x="1651084" y="628623"/>
                </a:moveTo>
                <a:lnTo>
                  <a:pt x="1677357" y="737648"/>
                </a:lnTo>
                <a:moveTo>
                  <a:pt x="413148" y="616996"/>
                </a:moveTo>
                <a:lnTo>
                  <a:pt x="378363" y="682797"/>
                </a:lnTo>
                <a:moveTo>
                  <a:pt x="1705470" y="434957"/>
                </a:moveTo>
                <a:lnTo>
                  <a:pt x="1835880" y="398342"/>
                </a:lnTo>
                <a:moveTo>
                  <a:pt x="1177348" y="482734"/>
                </a:moveTo>
                <a:lnTo>
                  <a:pt x="1194391" y="534760"/>
                </a:lnTo>
                <a:moveTo>
                  <a:pt x="1520941" y="243275"/>
                </a:moveTo>
                <a:lnTo>
                  <a:pt x="1525836" y="421081"/>
                </a:lnTo>
                <a:moveTo>
                  <a:pt x="1142398" y="516713"/>
                </a:moveTo>
                <a:lnTo>
                  <a:pt x="1194391" y="534760"/>
                </a:lnTo>
                <a:moveTo>
                  <a:pt x="1027331" y="358958"/>
                </a:moveTo>
                <a:lnTo>
                  <a:pt x="1038046" y="575166"/>
                </a:lnTo>
                <a:moveTo>
                  <a:pt x="1523560" y="787540"/>
                </a:moveTo>
                <a:lnTo>
                  <a:pt x="1649344" y="628988"/>
                </a:lnTo>
                <a:moveTo>
                  <a:pt x="1331436" y="454057"/>
                </a:moveTo>
                <a:lnTo>
                  <a:pt x="1424933" y="341718"/>
                </a:lnTo>
                <a:moveTo>
                  <a:pt x="1237539" y="413475"/>
                </a:moveTo>
                <a:lnTo>
                  <a:pt x="1231577" y="531183"/>
                </a:lnTo>
                <a:moveTo>
                  <a:pt x="1039418" y="576565"/>
                </a:moveTo>
                <a:lnTo>
                  <a:pt x="1142398" y="516713"/>
                </a:lnTo>
                <a:moveTo>
                  <a:pt x="1038046" y="575166"/>
                </a:moveTo>
                <a:lnTo>
                  <a:pt x="1033007" y="349980"/>
                </a:lnTo>
                <a:moveTo>
                  <a:pt x="1038990" y="574198"/>
                </a:moveTo>
                <a:lnTo>
                  <a:pt x="1033007" y="349980"/>
                </a:lnTo>
                <a:moveTo>
                  <a:pt x="1619927" y="312028"/>
                </a:moveTo>
                <a:lnTo>
                  <a:pt x="1705470" y="434957"/>
                </a:lnTo>
                <a:moveTo>
                  <a:pt x="1705470" y="434957"/>
                </a:moveTo>
                <a:lnTo>
                  <a:pt x="1737977" y="486298"/>
                </a:lnTo>
                <a:moveTo>
                  <a:pt x="1177348" y="482734"/>
                </a:moveTo>
                <a:lnTo>
                  <a:pt x="1231577" y="531183"/>
                </a:lnTo>
                <a:moveTo>
                  <a:pt x="1424933" y="341718"/>
                </a:moveTo>
                <a:lnTo>
                  <a:pt x="1525836" y="421081"/>
                </a:lnTo>
                <a:moveTo>
                  <a:pt x="1737977" y="48629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737977" y="486298"/>
                </a:lnTo>
                <a:moveTo>
                  <a:pt x="1649344" y="628988"/>
                </a:moveTo>
                <a:lnTo>
                  <a:pt x="1705470" y="434957"/>
                </a:lnTo>
                <a:moveTo>
                  <a:pt x="1033007" y="349980"/>
                </a:moveTo>
                <a:lnTo>
                  <a:pt x="1114767" y="363776"/>
                </a:lnTo>
                <a:moveTo>
                  <a:pt x="1649344" y="628988"/>
                </a:moveTo>
                <a:lnTo>
                  <a:pt x="1651084" y="628623"/>
                </a:lnTo>
                <a:moveTo>
                  <a:pt x="1649344" y="628988"/>
                </a:moveTo>
                <a:lnTo>
                  <a:pt x="1647169" y="631262"/>
                </a:lnTo>
                <a:moveTo>
                  <a:pt x="1033007" y="349980"/>
                </a:moveTo>
                <a:lnTo>
                  <a:pt x="1076675" y="423855"/>
                </a:lnTo>
                <a:moveTo>
                  <a:pt x="1525836" y="421081"/>
                </a:moveTo>
                <a:lnTo>
                  <a:pt x="1619927" y="312028"/>
                </a:lnTo>
                <a:moveTo>
                  <a:pt x="1114767" y="363776"/>
                </a:moveTo>
                <a:lnTo>
                  <a:pt x="1118464" y="170889"/>
                </a:lnTo>
                <a:moveTo>
                  <a:pt x="1039418" y="576565"/>
                </a:moveTo>
                <a:lnTo>
                  <a:pt x="1194391" y="534760"/>
                </a:lnTo>
                <a:moveTo>
                  <a:pt x="1038990" y="574198"/>
                </a:moveTo>
                <a:lnTo>
                  <a:pt x="1194391" y="534760"/>
                </a:lnTo>
                <a:moveTo>
                  <a:pt x="1043146" y="577763"/>
                </a:moveTo>
                <a:lnTo>
                  <a:pt x="1194391" y="534760"/>
                </a:lnTo>
                <a:moveTo>
                  <a:pt x="1118464" y="170889"/>
                </a:moveTo>
                <a:lnTo>
                  <a:pt x="1162904" y="239003"/>
                </a:lnTo>
                <a:moveTo>
                  <a:pt x="1619927" y="312028"/>
                </a:moveTo>
                <a:lnTo>
                  <a:pt x="1592275" y="497341"/>
                </a:lnTo>
                <a:moveTo>
                  <a:pt x="1038046" y="575166"/>
                </a:moveTo>
                <a:lnTo>
                  <a:pt x="1039418" y="576565"/>
                </a:lnTo>
                <a:moveTo>
                  <a:pt x="1038046" y="575166"/>
                </a:moveTo>
                <a:lnTo>
                  <a:pt x="1038235" y="576497"/>
                </a:lnTo>
                <a:moveTo>
                  <a:pt x="1038046" y="575166"/>
                </a:moveTo>
                <a:lnTo>
                  <a:pt x="1038990" y="574198"/>
                </a:lnTo>
                <a:moveTo>
                  <a:pt x="1038235" y="576497"/>
                </a:moveTo>
                <a:lnTo>
                  <a:pt x="1039418" y="576565"/>
                </a:lnTo>
                <a:moveTo>
                  <a:pt x="1424933" y="341718"/>
                </a:moveTo>
                <a:lnTo>
                  <a:pt x="1428113" y="510027"/>
                </a:lnTo>
                <a:moveTo>
                  <a:pt x="1592275" y="497341"/>
                </a:moveTo>
                <a:lnTo>
                  <a:pt x="1705470" y="434957"/>
                </a:lnTo>
                <a:moveTo>
                  <a:pt x="1038235" y="576497"/>
                </a:moveTo>
                <a:lnTo>
                  <a:pt x="1038990" y="574198"/>
                </a:lnTo>
                <a:moveTo>
                  <a:pt x="1039418" y="576565"/>
                </a:moveTo>
                <a:lnTo>
                  <a:pt x="1043146" y="577763"/>
                </a:lnTo>
                <a:moveTo>
                  <a:pt x="1038235" y="576497"/>
                </a:moveTo>
                <a:lnTo>
                  <a:pt x="1043146" y="577763"/>
                </a:lnTo>
                <a:moveTo>
                  <a:pt x="1038990" y="574198"/>
                </a:moveTo>
                <a:lnTo>
                  <a:pt x="1043146" y="577763"/>
                </a:lnTo>
                <a:moveTo>
                  <a:pt x="1592275" y="497341"/>
                </a:moveTo>
                <a:lnTo>
                  <a:pt x="1649344" y="628988"/>
                </a:lnTo>
                <a:moveTo>
                  <a:pt x="1592275" y="497341"/>
                </a:moveTo>
                <a:lnTo>
                  <a:pt x="1647169" y="631262"/>
                </a:lnTo>
                <a:moveTo>
                  <a:pt x="1231577" y="531183"/>
                </a:moveTo>
                <a:lnTo>
                  <a:pt x="1331436" y="454057"/>
                </a:lnTo>
                <a:moveTo>
                  <a:pt x="1194391" y="534760"/>
                </a:moveTo>
                <a:lnTo>
                  <a:pt x="1231577" y="531183"/>
                </a:lnTo>
                <a:moveTo>
                  <a:pt x="1525836" y="421081"/>
                </a:moveTo>
                <a:lnTo>
                  <a:pt x="1592275" y="497341"/>
                </a:lnTo>
                <a:moveTo>
                  <a:pt x="1331436" y="454057"/>
                </a:moveTo>
                <a:lnTo>
                  <a:pt x="1428113" y="510027"/>
                </a:lnTo>
                <a:moveTo>
                  <a:pt x="1038990" y="574198"/>
                </a:moveTo>
                <a:lnTo>
                  <a:pt x="1076675" y="423855"/>
                </a:lnTo>
                <a:moveTo>
                  <a:pt x="1428113" y="510027"/>
                </a:moveTo>
                <a:lnTo>
                  <a:pt x="1525836" y="421081"/>
                </a:lnTo>
                <a:moveTo>
                  <a:pt x="1076675" y="423855"/>
                </a:moveTo>
                <a:lnTo>
                  <a:pt x="1114767" y="363776"/>
                </a:lnTo>
                <a:moveTo>
                  <a:pt x="1592876" y="541122"/>
                </a:moveTo>
                <a:lnTo>
                  <a:pt x="1647169" y="631262"/>
                </a:lnTo>
                <a:moveTo>
                  <a:pt x="1114767" y="363776"/>
                </a:moveTo>
                <a:lnTo>
                  <a:pt x="1162904" y="239003"/>
                </a:lnTo>
                <a:moveTo>
                  <a:pt x="1525836" y="421081"/>
                </a:moveTo>
                <a:lnTo>
                  <a:pt x="1592876" y="541122"/>
                </a:lnTo>
                <a:moveTo>
                  <a:pt x="1592876" y="541122"/>
                </a:moveTo>
                <a:lnTo>
                  <a:pt x="1592275" y="497341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09" name="9q16_0_build_ReferenceLigand_0">
            <a:extLst>
              <a:ext uri="{FF2B5EF4-FFF2-40B4-BE49-F238E27FC236}">
                <a16:creationId xmlns:a16="http://schemas.microsoft.com/office/drawing/2014/main" id="{E8AD97BB-DCF5-4536-A464-B52EF82E397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314783" y="573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q16_0_build_ReferenceLigand_1">
            <a:extLst>
              <a:ext uri="{FF2B5EF4-FFF2-40B4-BE49-F238E27FC236}">
                <a16:creationId xmlns:a16="http://schemas.microsoft.com/office/drawing/2014/main" id="{029C98F9-5FAB-4508-A144-8F7281096AA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324" y="868417"/>
                </a:moveTo>
                <a:lnTo>
                  <a:pt x="2182767" y="6712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q16_0_build_ReferenceLigand_2">
            <a:extLst>
              <a:ext uri="{FF2B5EF4-FFF2-40B4-BE49-F238E27FC236}">
                <a16:creationId xmlns:a16="http://schemas.microsoft.com/office/drawing/2014/main" id="{63E784A3-FD35-45DC-8AAC-30CF2A83B9F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899013" y="6237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q16_0_build_ReferenceLigand_3">
            <a:extLst>
              <a:ext uri="{FF2B5EF4-FFF2-40B4-BE49-F238E27FC236}">
                <a16:creationId xmlns:a16="http://schemas.microsoft.com/office/drawing/2014/main" id="{44F75112-546C-4F2E-A93F-2085305D4F4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198324" y="8684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q16_0_build_ReferenceLigand_4">
            <a:extLst>
              <a:ext uri="{FF2B5EF4-FFF2-40B4-BE49-F238E27FC236}">
                <a16:creationId xmlns:a16="http://schemas.microsoft.com/office/drawing/2014/main" id="{C7819459-0ACA-4A14-88B0-F74687550E5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2767" y="671296"/>
                </a:moveTo>
                <a:lnTo>
                  <a:pt x="2047516" y="5724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q16_0_build_ReferenceLigand_5">
            <a:extLst>
              <a:ext uri="{FF2B5EF4-FFF2-40B4-BE49-F238E27FC236}">
                <a16:creationId xmlns:a16="http://schemas.microsoft.com/office/drawing/2014/main" id="{037E080A-11E3-49C5-8B5D-C074BCDD6D8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40945" y="5652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q16_0_build_ReferenceLigand_6">
            <a:extLst>
              <a:ext uri="{FF2B5EF4-FFF2-40B4-BE49-F238E27FC236}">
                <a16:creationId xmlns:a16="http://schemas.microsoft.com/office/drawing/2014/main" id="{24521D5D-075B-4775-BE36-550B1C74D8E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2054" y="982927"/>
                </a:moveTo>
                <a:lnTo>
                  <a:pt x="2089336" y="11536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q16_0_build_ReferenceLigand_7">
            <a:extLst>
              <a:ext uri="{FF2B5EF4-FFF2-40B4-BE49-F238E27FC236}">
                <a16:creationId xmlns:a16="http://schemas.microsoft.com/office/drawing/2014/main" id="{C65E06D4-5E70-4A0D-A671-2B2DBF7552D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423993" y="9166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q16_0_build_ReferenceLigand_8">
            <a:extLst>
              <a:ext uri="{FF2B5EF4-FFF2-40B4-BE49-F238E27FC236}">
                <a16:creationId xmlns:a16="http://schemas.microsoft.com/office/drawing/2014/main" id="{BE1B14B1-7DDB-4E14-B45B-D58E332CAC8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782529" y="3659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q16_0_build_ReferenceLigand_9">
            <a:extLst>
              <a:ext uri="{FF2B5EF4-FFF2-40B4-BE49-F238E27FC236}">
                <a16:creationId xmlns:a16="http://schemas.microsoft.com/office/drawing/2014/main" id="{EF33A32A-03DD-477E-9394-DC9D1A5B155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1800" y="881505"/>
                </a:moveTo>
                <a:lnTo>
                  <a:pt x="2072054" y="98292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q16_0_build_ReferenceLigand_10">
            <a:extLst>
              <a:ext uri="{FF2B5EF4-FFF2-40B4-BE49-F238E27FC236}">
                <a16:creationId xmlns:a16="http://schemas.microsoft.com/office/drawing/2014/main" id="{43504193-1C74-4E94-813D-E788C278F43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0066" y="209707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q16_0_build_ReferenceLigand_11">
            <a:extLst>
              <a:ext uri="{FF2B5EF4-FFF2-40B4-BE49-F238E27FC236}">
                <a16:creationId xmlns:a16="http://schemas.microsoft.com/office/drawing/2014/main" id="{2BBCAB52-B851-4077-8F0C-BBE23D7D6D5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7516" y="572400"/>
                </a:moveTo>
                <a:lnTo>
                  <a:pt x="1916412" y="68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q16_0_build_ReferenceLigand_12">
            <a:extLst>
              <a:ext uri="{FF2B5EF4-FFF2-40B4-BE49-F238E27FC236}">
                <a16:creationId xmlns:a16="http://schemas.microsoft.com/office/drawing/2014/main" id="{C1C94D28-6D5D-4E2F-BC65-1F5FB53BC81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38" y="565290"/>
                </a:moveTo>
                <a:lnTo>
                  <a:pt x="687509" y="719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q16_0_build_ReferenceLigand_13">
            <a:extLst>
              <a:ext uri="{FF2B5EF4-FFF2-40B4-BE49-F238E27FC236}">
                <a16:creationId xmlns:a16="http://schemas.microsoft.com/office/drawing/2014/main" id="{01571895-4580-4FE8-892C-5ED35703B5D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9689" y="352242"/>
                </a:moveTo>
                <a:lnTo>
                  <a:pt x="1619736" y="341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q16_0_build_ReferenceLigand_14">
            <a:extLst>
              <a:ext uri="{FF2B5EF4-FFF2-40B4-BE49-F238E27FC236}">
                <a16:creationId xmlns:a16="http://schemas.microsoft.com/office/drawing/2014/main" id="{F6BAD165-B8C3-4FB2-B5BC-8695B6A830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7509" y="719117"/>
                </a:moveTo>
                <a:lnTo>
                  <a:pt x="459602" y="7190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q16_0_build_ReferenceLigand_15">
            <a:extLst>
              <a:ext uri="{FF2B5EF4-FFF2-40B4-BE49-F238E27FC236}">
                <a16:creationId xmlns:a16="http://schemas.microsoft.com/office/drawing/2014/main" id="{DD3B06B6-1CBC-410C-B020-CFE85A6B87B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332" y="596623"/>
                </a:moveTo>
                <a:lnTo>
                  <a:pt x="831538" y="5652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q16_0_build_ReferenceLigand_16">
            <a:extLst>
              <a:ext uri="{FF2B5EF4-FFF2-40B4-BE49-F238E27FC236}">
                <a16:creationId xmlns:a16="http://schemas.microsoft.com/office/drawing/2014/main" id="{A109623A-A838-46FF-B962-E8FD6101754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6" name="9q16_0_build_ReferenceLigand_17">
            <a:extLst>
              <a:ext uri="{FF2B5EF4-FFF2-40B4-BE49-F238E27FC236}">
                <a16:creationId xmlns:a16="http://schemas.microsoft.com/office/drawing/2014/main" id="{D3C24CF4-3801-45B8-89A4-5A34F901C1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9602" y="719026"/>
                </a:moveTo>
                <a:lnTo>
                  <a:pt x="366917" y="66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7" name="9q16_0_build_ReferenceLigand_18">
            <a:extLst>
              <a:ext uri="{FF2B5EF4-FFF2-40B4-BE49-F238E27FC236}">
                <a16:creationId xmlns:a16="http://schemas.microsoft.com/office/drawing/2014/main" id="{BAC98A24-9F26-434D-9F15-523FAAB1585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736" y="341438"/>
                </a:moveTo>
                <a:lnTo>
                  <a:pt x="1705001" y="437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8" name="9q16_0_build_ReferenceLigand_19">
            <a:extLst>
              <a:ext uri="{FF2B5EF4-FFF2-40B4-BE49-F238E27FC236}">
                <a16:creationId xmlns:a16="http://schemas.microsoft.com/office/drawing/2014/main" id="{DA2590AE-7104-42D8-82C2-C5CA61AE2F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6412" y="685743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9" name="9q16_0_build_ReferenceLigand_20">
            <a:extLst>
              <a:ext uri="{FF2B5EF4-FFF2-40B4-BE49-F238E27FC236}">
                <a16:creationId xmlns:a16="http://schemas.microsoft.com/office/drawing/2014/main" id="{39206A5A-B0D3-4F00-B838-A2F23F4AE57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1413" y="956100"/>
                </a:moveTo>
                <a:lnTo>
                  <a:pt x="1921800" y="881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0" name="9q16_0_build_ReferenceLigand_21">
            <a:extLst>
              <a:ext uri="{FF2B5EF4-FFF2-40B4-BE49-F238E27FC236}">
                <a16:creationId xmlns:a16="http://schemas.microsoft.com/office/drawing/2014/main" id="{EED50999-B781-4687-9609-6EF67698954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409689" y="3522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1" name="9q16_0_build_ReferenceLigand_22">
            <a:extLst>
              <a:ext uri="{FF2B5EF4-FFF2-40B4-BE49-F238E27FC236}">
                <a16:creationId xmlns:a16="http://schemas.microsoft.com/office/drawing/2014/main" id="{B3AEE6A1-A2EB-488D-B39A-58C7CD23CE1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759980" y="635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2" name="9q16_0_build_ReferenceLigand_23">
            <a:extLst>
              <a:ext uri="{FF2B5EF4-FFF2-40B4-BE49-F238E27FC236}">
                <a16:creationId xmlns:a16="http://schemas.microsoft.com/office/drawing/2014/main" id="{E7E32F90-1058-4A01-8557-BF288FC10FA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9980" y="635607"/>
                </a:moveTo>
                <a:lnTo>
                  <a:pt x="1674374" y="8041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3" name="9q16_0_build_ReferenceLigand_24">
            <a:extLst>
              <a:ext uri="{FF2B5EF4-FFF2-40B4-BE49-F238E27FC236}">
                <a16:creationId xmlns:a16="http://schemas.microsoft.com/office/drawing/2014/main" id="{37122463-743B-4FD1-A37F-251258D2EF3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4374" y="804177"/>
                </a:moveTo>
                <a:lnTo>
                  <a:pt x="1771413" y="9561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4" name="9q16_0_build_ReferenceLigand_25">
            <a:extLst>
              <a:ext uri="{FF2B5EF4-FFF2-40B4-BE49-F238E27FC236}">
                <a16:creationId xmlns:a16="http://schemas.microsoft.com/office/drawing/2014/main" id="{3EBA46F8-7461-4DB7-A246-A8B5CB7626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28332" y="59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5" name="9q16_0_build_ReferenceLigand_26">
            <a:extLst>
              <a:ext uri="{FF2B5EF4-FFF2-40B4-BE49-F238E27FC236}">
                <a16:creationId xmlns:a16="http://schemas.microsoft.com/office/drawing/2014/main" id="{66D6BACC-7109-4C21-BFC8-A7712547DBE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5001" y="437008"/>
                </a:moveTo>
                <a:lnTo>
                  <a:pt x="1578508" y="42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6" name="9q16_0_build_ReferenceLigand_27">
            <a:extLst>
              <a:ext uri="{FF2B5EF4-FFF2-40B4-BE49-F238E27FC236}">
                <a16:creationId xmlns:a16="http://schemas.microsoft.com/office/drawing/2014/main" id="{962E5589-8D13-4108-A325-C182DA147C6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1094047" y="923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7" name="9q16_0_build_ReferenceLigand_28">
            <a:extLst>
              <a:ext uri="{FF2B5EF4-FFF2-40B4-BE49-F238E27FC236}">
                <a16:creationId xmlns:a16="http://schemas.microsoft.com/office/drawing/2014/main" id="{4136BD19-8DAA-4F41-9F8F-C5DC5FB7AD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508" y="425475"/>
                </a:moveTo>
                <a:lnTo>
                  <a:pt x="1413599" y="3299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8" name="9q16_0_build_ReferenceLigand_29">
            <a:extLst>
              <a:ext uri="{FF2B5EF4-FFF2-40B4-BE49-F238E27FC236}">
                <a16:creationId xmlns:a16="http://schemas.microsoft.com/office/drawing/2014/main" id="{CB12E568-5E3B-4099-BC29-CED5F22F31B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3599" y="329939"/>
                </a:moveTo>
                <a:lnTo>
                  <a:pt x="1238060" y="4150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9" name="9q16_0_build_ReferenceLigand_30">
            <a:extLst>
              <a:ext uri="{FF2B5EF4-FFF2-40B4-BE49-F238E27FC236}">
                <a16:creationId xmlns:a16="http://schemas.microsoft.com/office/drawing/2014/main" id="{31BEE066-0E9C-4E77-ADA5-F320A2D5062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0994" y="616987"/>
                </a:moveTo>
                <a:lnTo>
                  <a:pt x="1068801" y="7245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" name="9q16_0_build_ReferenceLigand_31">
            <a:extLst>
              <a:ext uri="{FF2B5EF4-FFF2-40B4-BE49-F238E27FC236}">
                <a16:creationId xmlns:a16="http://schemas.microsoft.com/office/drawing/2014/main" id="{BE7771BF-F62A-4FF2-9557-770D0337A9B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060" y="415057"/>
                </a:moveTo>
                <a:lnTo>
                  <a:pt x="1250994" y="6169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1" name="9q16_0_build_ReferenceLigand_32">
            <a:extLst>
              <a:ext uri="{FF2B5EF4-FFF2-40B4-BE49-F238E27FC236}">
                <a16:creationId xmlns:a16="http://schemas.microsoft.com/office/drawing/2014/main" id="{B5F80752-F858-4270-A806-25845F01E78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8801" y="724594"/>
                </a:moveTo>
                <a:lnTo>
                  <a:pt x="918306" y="6956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2" name="9q16_0_build_PredictedLigand_0">
            <a:extLst>
              <a:ext uri="{FF2B5EF4-FFF2-40B4-BE49-F238E27FC236}">
                <a16:creationId xmlns:a16="http://schemas.microsoft.com/office/drawing/2014/main" id="{B4327F14-7B55-4F90-9507-F9A47A70315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2201936" y="5658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q16_0_build_PredictedLigand_1">
            <a:extLst>
              <a:ext uri="{FF2B5EF4-FFF2-40B4-BE49-F238E27FC236}">
                <a16:creationId xmlns:a16="http://schemas.microsoft.com/office/drawing/2014/main" id="{361EF0E8-E711-4121-8DE1-648BC21D557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4337" y="877255"/>
                </a:moveTo>
                <a:lnTo>
                  <a:pt x="2158754" y="5284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q16_0_build_PredictedLigand_2">
            <a:extLst>
              <a:ext uri="{FF2B5EF4-FFF2-40B4-BE49-F238E27FC236}">
                <a16:creationId xmlns:a16="http://schemas.microsoft.com/office/drawing/2014/main" id="{1C09149E-BE13-4864-B1E6-7A160B7DB6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144337" y="8772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q16_0_build_PredictedLigand_3">
            <a:extLst>
              <a:ext uri="{FF2B5EF4-FFF2-40B4-BE49-F238E27FC236}">
                <a16:creationId xmlns:a16="http://schemas.microsoft.com/office/drawing/2014/main" id="{DEB0ECEA-4DD8-4143-AC37-C372718D6B6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0610" y="1204897"/>
                </a:moveTo>
                <a:lnTo>
                  <a:pt x="2229586" y="12381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q16_0_build_PredictedLigand_4">
            <a:extLst>
              <a:ext uri="{FF2B5EF4-FFF2-40B4-BE49-F238E27FC236}">
                <a16:creationId xmlns:a16="http://schemas.microsoft.com/office/drawing/2014/main" id="{ED156E69-BC3D-46AA-8FD5-4DE1E5DCC3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16001" y="694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q16_0_build_PredictedLigand_5">
            <a:extLst>
              <a:ext uri="{FF2B5EF4-FFF2-40B4-BE49-F238E27FC236}">
                <a16:creationId xmlns:a16="http://schemas.microsoft.com/office/drawing/2014/main" id="{77C15769-F1B4-4A3A-AE81-DFD50F55935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835946" y="6524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q16_0_build_PredictedLigand_6">
            <a:extLst>
              <a:ext uri="{FF2B5EF4-FFF2-40B4-BE49-F238E27FC236}">
                <a16:creationId xmlns:a16="http://schemas.microsoft.com/office/drawing/2014/main" id="{922F9CD5-D250-4827-A362-C6CA501C6E0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754" y="528457"/>
                </a:moveTo>
                <a:lnTo>
                  <a:pt x="1849656" y="7311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q16_0_build_PredictedLigand_7">
            <a:extLst>
              <a:ext uri="{FF2B5EF4-FFF2-40B4-BE49-F238E27FC236}">
                <a16:creationId xmlns:a16="http://schemas.microsoft.com/office/drawing/2014/main" id="{C1D34323-9037-4674-B873-03FCC307D12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498146" y="9927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q16_0_build_PredictedLigand_8">
            <a:extLst>
              <a:ext uri="{FF2B5EF4-FFF2-40B4-BE49-F238E27FC236}">
                <a16:creationId xmlns:a16="http://schemas.microsoft.com/office/drawing/2014/main" id="{D4860DEB-F2B8-4507-9C8C-405B33B9084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31704" y="3911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q16_0_build_PredictedLigand_9">
            <a:extLst>
              <a:ext uri="{FF2B5EF4-FFF2-40B4-BE49-F238E27FC236}">
                <a16:creationId xmlns:a16="http://schemas.microsoft.com/office/drawing/2014/main" id="{97905347-E3E3-44F4-9F5F-E95BEF693D2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546" y="178106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q16_0_build_PredictedLigand_10">
            <a:extLst>
              <a:ext uri="{FF2B5EF4-FFF2-40B4-BE49-F238E27FC236}">
                <a16:creationId xmlns:a16="http://schemas.microsoft.com/office/drawing/2014/main" id="{252329C1-E07D-40B1-84F1-814D54DB645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7133" y="368122"/>
                </a:moveTo>
                <a:lnTo>
                  <a:pt x="1665234" y="377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q16_0_build_PredictedLigand_11">
            <a:extLst>
              <a:ext uri="{FF2B5EF4-FFF2-40B4-BE49-F238E27FC236}">
                <a16:creationId xmlns:a16="http://schemas.microsoft.com/office/drawing/2014/main" id="{E0729EAC-4293-4FCB-9ED0-5A9E3DA39E4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680" y="989573"/>
                </a:moveTo>
                <a:lnTo>
                  <a:pt x="2150610" y="12048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q16_0_build_PredictedLigand_12">
            <a:extLst>
              <a:ext uri="{FF2B5EF4-FFF2-40B4-BE49-F238E27FC236}">
                <a16:creationId xmlns:a16="http://schemas.microsoft.com/office/drawing/2014/main" id="{3F8721DF-6D56-4E66-A547-F0293DD27BA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656" y="731184"/>
                </a:moveTo>
                <a:lnTo>
                  <a:pt x="1885119" y="8004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q16_0_build_PredictedLigand_13">
            <a:extLst>
              <a:ext uri="{FF2B5EF4-FFF2-40B4-BE49-F238E27FC236}">
                <a16:creationId xmlns:a16="http://schemas.microsoft.com/office/drawing/2014/main" id="{7A368004-7EBE-4822-87C3-EA4B2915956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0708" y="569714"/>
                </a:moveTo>
                <a:lnTo>
                  <a:pt x="615012" y="7085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6" name="9q16_0_build_PredictedLigand_14">
            <a:extLst>
              <a:ext uri="{FF2B5EF4-FFF2-40B4-BE49-F238E27FC236}">
                <a16:creationId xmlns:a16="http://schemas.microsoft.com/office/drawing/2014/main" id="{697A3908-3B30-4E7D-82EA-85E3221B731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5012" y="708591"/>
                </a:moveTo>
                <a:lnTo>
                  <a:pt x="428183" y="819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7" name="9q16_0_build_PredictedLigand_15">
            <a:extLst>
              <a:ext uri="{FF2B5EF4-FFF2-40B4-BE49-F238E27FC236}">
                <a16:creationId xmlns:a16="http://schemas.microsoft.com/office/drawing/2014/main" id="{76DD4E6E-C551-4E82-9126-25E8291ED99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8" name="9q16_0_build_PredictedLigand_16">
            <a:extLst>
              <a:ext uri="{FF2B5EF4-FFF2-40B4-BE49-F238E27FC236}">
                <a16:creationId xmlns:a16="http://schemas.microsoft.com/office/drawing/2014/main" id="{9A9FE4E5-29C6-4718-92DB-9EE04554747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5234" y="377957"/>
                </a:moveTo>
                <a:lnTo>
                  <a:pt x="1736332" y="471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9" name="9q16_0_build_PredictedLigand_17">
            <a:extLst>
              <a:ext uri="{FF2B5EF4-FFF2-40B4-BE49-F238E27FC236}">
                <a16:creationId xmlns:a16="http://schemas.microsoft.com/office/drawing/2014/main" id="{4274CDAB-EB80-4292-9569-017346DDF35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8183" y="819810"/>
                </a:moveTo>
                <a:lnTo>
                  <a:pt x="339535" y="8299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0" name="9q16_0_build_PredictedLigand_18">
            <a:extLst>
              <a:ext uri="{FF2B5EF4-FFF2-40B4-BE49-F238E27FC236}">
                <a16:creationId xmlns:a16="http://schemas.microsoft.com/office/drawing/2014/main" id="{685DBDB7-48DB-4282-A91E-4120EF48780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241" y="518748"/>
                </a:moveTo>
                <a:lnTo>
                  <a:pt x="730708" y="5697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1" name="9q16_0_build_PredictedLigand_19">
            <a:extLst>
              <a:ext uri="{FF2B5EF4-FFF2-40B4-BE49-F238E27FC236}">
                <a16:creationId xmlns:a16="http://schemas.microsoft.com/office/drawing/2014/main" id="{228E8F66-3985-4D8C-8891-3260A3E6938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447133" y="3681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2" name="9q16_0_build_PredictedLigand_20">
            <a:extLst>
              <a:ext uri="{FF2B5EF4-FFF2-40B4-BE49-F238E27FC236}">
                <a16:creationId xmlns:a16="http://schemas.microsoft.com/office/drawing/2014/main" id="{4A208D54-53AB-4EB5-A87D-75F446AD644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85119" y="80042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3" name="9q16_0_build_PredictedLigand_21">
            <a:extLst>
              <a:ext uri="{FF2B5EF4-FFF2-40B4-BE49-F238E27FC236}">
                <a16:creationId xmlns:a16="http://schemas.microsoft.com/office/drawing/2014/main" id="{4529E898-4B50-42AC-9DEB-E1D41265C10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865378" y="529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4" name="9q16_0_build_PredictedLigand_22">
            <a:extLst>
              <a:ext uri="{FF2B5EF4-FFF2-40B4-BE49-F238E27FC236}">
                <a16:creationId xmlns:a16="http://schemas.microsoft.com/office/drawing/2014/main" id="{6923606D-75DE-480C-B5EB-9B956C6E75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6087" y="976413"/>
                </a:moveTo>
                <a:lnTo>
                  <a:pt x="1918680" y="9895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5" name="9q16_0_build_PredictedLigand_23">
            <a:extLst>
              <a:ext uri="{FF2B5EF4-FFF2-40B4-BE49-F238E27FC236}">
                <a16:creationId xmlns:a16="http://schemas.microsoft.com/office/drawing/2014/main" id="{96FE25BE-05C5-4737-85CD-527355084E5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694" y="399894"/>
                </a:moveTo>
                <a:lnTo>
                  <a:pt x="1288734" y="528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6" name="9q16_0_build_PredictedLigand_24">
            <a:extLst>
              <a:ext uri="{FF2B5EF4-FFF2-40B4-BE49-F238E27FC236}">
                <a16:creationId xmlns:a16="http://schemas.microsoft.com/office/drawing/2014/main" id="{544F0EA2-E384-4270-AB1C-097ECF71652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6332" y="471136"/>
                </a:moveTo>
                <a:lnTo>
                  <a:pt x="1587551" y="478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7" name="9q16_0_build_PredictedLigand_25">
            <a:extLst>
              <a:ext uri="{FF2B5EF4-FFF2-40B4-BE49-F238E27FC236}">
                <a16:creationId xmlns:a16="http://schemas.microsoft.com/office/drawing/2014/main" id="{E5B49B2F-7472-4528-86EB-32C4A9E4CB2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1051775" y="831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8" name="9q16_0_build_PredictedLigand_26">
            <a:extLst>
              <a:ext uri="{FF2B5EF4-FFF2-40B4-BE49-F238E27FC236}">
                <a16:creationId xmlns:a16="http://schemas.microsoft.com/office/drawing/2014/main" id="{606114A8-09C7-48BD-9B52-A92C1AD0CF7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867241" y="5187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69" name="9q16_0_build_PredictedLigand_27">
            <a:extLst>
              <a:ext uri="{FF2B5EF4-FFF2-40B4-BE49-F238E27FC236}">
                <a16:creationId xmlns:a16="http://schemas.microsoft.com/office/drawing/2014/main" id="{F60A5FFA-2598-4B52-BFAD-3091BED0F3F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551" y="478026"/>
                </a:moveTo>
                <a:lnTo>
                  <a:pt x="1425694" y="3998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0" name="9q16_0_build_PredictedLigand_28">
            <a:extLst>
              <a:ext uri="{FF2B5EF4-FFF2-40B4-BE49-F238E27FC236}">
                <a16:creationId xmlns:a16="http://schemas.microsoft.com/office/drawing/2014/main" id="{3E669CF9-F52B-48A3-B5A2-6CC8F331ED3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5378" y="529711"/>
                </a:moveTo>
                <a:lnTo>
                  <a:pt x="1793168" y="7734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1" name="9q16_0_build_PredictedLigand_29">
            <a:extLst>
              <a:ext uri="{FF2B5EF4-FFF2-40B4-BE49-F238E27FC236}">
                <a16:creationId xmlns:a16="http://schemas.microsoft.com/office/drawing/2014/main" id="{FD5B8F4F-B96E-4BA0-AF34-C4BAB1D49F7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734" y="528028"/>
                </a:moveTo>
                <a:lnTo>
                  <a:pt x="1176408" y="5504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2" name="9q16_0_build_PredictedLigand_30">
            <a:extLst>
              <a:ext uri="{FF2B5EF4-FFF2-40B4-BE49-F238E27FC236}">
                <a16:creationId xmlns:a16="http://schemas.microsoft.com/office/drawing/2014/main" id="{918F9B2B-3BDD-44AA-83CC-9F8EBE52AC7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168" y="773420"/>
                </a:moveTo>
                <a:lnTo>
                  <a:pt x="1746087" y="976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3" name="9q16_0_build_PredictedLigand_31">
            <a:extLst>
              <a:ext uri="{FF2B5EF4-FFF2-40B4-BE49-F238E27FC236}">
                <a16:creationId xmlns:a16="http://schemas.microsoft.com/office/drawing/2014/main" id="{34428BA8-262F-411A-B4F5-C7883EED0A6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408" y="550459"/>
                </a:moveTo>
                <a:lnTo>
                  <a:pt x="993311" y="6992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4" name="9q16_0_build_PredictedLigand_32">
            <a:extLst>
              <a:ext uri="{FF2B5EF4-FFF2-40B4-BE49-F238E27FC236}">
                <a16:creationId xmlns:a16="http://schemas.microsoft.com/office/drawing/2014/main" id="{C4F021CF-80B0-45AC-B9DF-538B92076D5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11" y="699240"/>
                </a:moveTo>
                <a:lnTo>
                  <a:pt x="917181" y="7881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5" name="9q16_0_build_PredictedAtoms_0">
            <a:extLst>
              <a:ext uri="{FF2B5EF4-FFF2-40B4-BE49-F238E27FC236}">
                <a16:creationId xmlns:a16="http://schemas.microsoft.com/office/drawing/2014/main" id="{D0F3C3C5-9950-45C8-97FD-DF554B506176}"/>
              </a:ext>
            </a:extLst>
          </p:cNvPr>
          <p:cNvSpPr>
            <a:spLocks noGrp="1"/>
          </p:cNvSpPr>
          <p:nvPr/>
        </p:nvSpPr>
        <p:spPr>
          <a:xfrm>
            <a:off x="7549554" y="9524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6" name="9q16_0_build_PredictedAtoms_1">
            <a:extLst>
              <a:ext uri="{FF2B5EF4-FFF2-40B4-BE49-F238E27FC236}">
                <a16:creationId xmlns:a16="http://schemas.microsoft.com/office/drawing/2014/main" id="{68A99556-22CF-482B-9674-447DB86DCA7D}"/>
              </a:ext>
            </a:extLst>
          </p:cNvPr>
          <p:cNvSpPr>
            <a:spLocks noGrp="1"/>
          </p:cNvSpPr>
          <p:nvPr/>
        </p:nvSpPr>
        <p:spPr>
          <a:xfrm>
            <a:off x="7603140" y="11425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7" name="9q16_0_build_PredictedAtoms_2">
            <a:extLst>
              <a:ext uri="{FF2B5EF4-FFF2-40B4-BE49-F238E27FC236}">
                <a16:creationId xmlns:a16="http://schemas.microsoft.com/office/drawing/2014/main" id="{3362DD70-A79A-4D7B-8F0B-FAE17126EA8D}"/>
              </a:ext>
            </a:extLst>
          </p:cNvPr>
          <p:cNvSpPr>
            <a:spLocks noGrp="1"/>
          </p:cNvSpPr>
          <p:nvPr/>
        </p:nvSpPr>
        <p:spPr>
          <a:xfrm>
            <a:off x="7821242" y="11523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8" name="9q16_0_build_PredictedAtoms_3">
            <a:extLst>
              <a:ext uri="{FF2B5EF4-FFF2-40B4-BE49-F238E27FC236}">
                <a16:creationId xmlns:a16="http://schemas.microsoft.com/office/drawing/2014/main" id="{7CEC4D46-59C8-469C-8061-BD0823C9A012}"/>
              </a:ext>
            </a:extLst>
          </p:cNvPr>
          <p:cNvSpPr>
            <a:spLocks noGrp="1"/>
          </p:cNvSpPr>
          <p:nvPr/>
        </p:nvSpPr>
        <p:spPr>
          <a:xfrm>
            <a:off x="7892339" y="1245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q16_0_build_PredictedAtoms_4">
            <a:extLst>
              <a:ext uri="{FF2B5EF4-FFF2-40B4-BE49-F238E27FC236}">
                <a16:creationId xmlns:a16="http://schemas.microsoft.com/office/drawing/2014/main" id="{0399D04E-EF89-4422-8904-271D143A8D82}"/>
              </a:ext>
            </a:extLst>
          </p:cNvPr>
          <p:cNvSpPr>
            <a:spLocks noGrp="1"/>
          </p:cNvSpPr>
          <p:nvPr/>
        </p:nvSpPr>
        <p:spPr>
          <a:xfrm>
            <a:off x="8021386" y="13040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0" name="9q16_0_build_PredictedAtoms_5">
            <a:extLst>
              <a:ext uri="{FF2B5EF4-FFF2-40B4-BE49-F238E27FC236}">
                <a16:creationId xmlns:a16="http://schemas.microsoft.com/office/drawing/2014/main" id="{18B0F0FC-EC83-42F4-8108-571EE697041F}"/>
              </a:ext>
            </a:extLst>
          </p:cNvPr>
          <p:cNvSpPr>
            <a:spLocks noGrp="1"/>
          </p:cNvSpPr>
          <p:nvPr/>
        </p:nvSpPr>
        <p:spPr>
          <a:xfrm>
            <a:off x="7949175" y="15478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q16_0_build_PredictedAtoms_6">
            <a:extLst>
              <a:ext uri="{FF2B5EF4-FFF2-40B4-BE49-F238E27FC236}">
                <a16:creationId xmlns:a16="http://schemas.microsoft.com/office/drawing/2014/main" id="{1E0EF93B-9C14-4DBE-A9C2-B0EF4A918CC3}"/>
              </a:ext>
            </a:extLst>
          </p:cNvPr>
          <p:cNvSpPr>
            <a:spLocks noGrp="1"/>
          </p:cNvSpPr>
          <p:nvPr/>
        </p:nvSpPr>
        <p:spPr>
          <a:xfrm>
            <a:off x="7902095" y="17507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2" name="9q16_0_build_PredictedAtoms_7">
            <a:extLst>
              <a:ext uri="{FF2B5EF4-FFF2-40B4-BE49-F238E27FC236}">
                <a16:creationId xmlns:a16="http://schemas.microsoft.com/office/drawing/2014/main" id="{AF6EA02B-D1DF-48BF-924E-29F64CF88DD3}"/>
              </a:ext>
            </a:extLst>
          </p:cNvPr>
          <p:cNvSpPr>
            <a:spLocks noGrp="1"/>
          </p:cNvSpPr>
          <p:nvPr/>
        </p:nvSpPr>
        <p:spPr>
          <a:xfrm>
            <a:off x="8074687" y="17639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3" name="9q16_0_build_PredictedAtoms_8">
            <a:extLst>
              <a:ext uri="{FF2B5EF4-FFF2-40B4-BE49-F238E27FC236}">
                <a16:creationId xmlns:a16="http://schemas.microsoft.com/office/drawing/2014/main" id="{A1EA7069-37E1-4DE4-B716-34A1947EFABE}"/>
              </a:ext>
            </a:extLst>
          </p:cNvPr>
          <p:cNvSpPr>
            <a:spLocks noGrp="1"/>
          </p:cNvSpPr>
          <p:nvPr/>
        </p:nvSpPr>
        <p:spPr>
          <a:xfrm>
            <a:off x="8306618" y="197928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4" name="9q16_0_build_PredictedAtoms_9">
            <a:extLst>
              <a:ext uri="{FF2B5EF4-FFF2-40B4-BE49-F238E27FC236}">
                <a16:creationId xmlns:a16="http://schemas.microsoft.com/office/drawing/2014/main" id="{40F2DFBD-C51C-4D7E-A52F-70EA854A3B2E}"/>
              </a:ext>
            </a:extLst>
          </p:cNvPr>
          <p:cNvSpPr>
            <a:spLocks noGrp="1"/>
          </p:cNvSpPr>
          <p:nvPr/>
        </p:nvSpPr>
        <p:spPr>
          <a:xfrm>
            <a:off x="8385593" y="20125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5" name="9q16_0_build_PredictedAtoms_10">
            <a:extLst>
              <a:ext uri="{FF2B5EF4-FFF2-40B4-BE49-F238E27FC236}">
                <a16:creationId xmlns:a16="http://schemas.microsoft.com/office/drawing/2014/main" id="{2548C53E-FA11-40C5-A171-6315D7925AF6}"/>
              </a:ext>
            </a:extLst>
          </p:cNvPr>
          <p:cNvSpPr>
            <a:spLocks noGrp="1"/>
          </p:cNvSpPr>
          <p:nvPr/>
        </p:nvSpPr>
        <p:spPr>
          <a:xfrm>
            <a:off x="8300345" y="165163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6" name="9q16_0_build_PredictedAtoms_11">
            <a:extLst>
              <a:ext uri="{FF2B5EF4-FFF2-40B4-BE49-F238E27FC236}">
                <a16:creationId xmlns:a16="http://schemas.microsoft.com/office/drawing/2014/main" id="{296D0394-E57B-4977-8174-13BE866D60C7}"/>
              </a:ext>
            </a:extLst>
          </p:cNvPr>
          <p:cNvSpPr>
            <a:spLocks noGrp="1"/>
          </p:cNvSpPr>
          <p:nvPr/>
        </p:nvSpPr>
        <p:spPr>
          <a:xfrm>
            <a:off x="8314761" y="1302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7" name="9q16_0_build_PredictedAtoms_12">
            <a:extLst>
              <a:ext uri="{FF2B5EF4-FFF2-40B4-BE49-F238E27FC236}">
                <a16:creationId xmlns:a16="http://schemas.microsoft.com/office/drawing/2014/main" id="{D7EA51DE-E320-4C95-867D-A038CCCBF709}"/>
              </a:ext>
            </a:extLst>
          </p:cNvPr>
          <p:cNvSpPr>
            <a:spLocks noGrp="1"/>
          </p:cNvSpPr>
          <p:nvPr/>
        </p:nvSpPr>
        <p:spPr>
          <a:xfrm>
            <a:off x="8357944" y="13402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8" name="9q16_0_build_PredictedAtoms_13">
            <a:extLst>
              <a:ext uri="{FF2B5EF4-FFF2-40B4-BE49-F238E27FC236}">
                <a16:creationId xmlns:a16="http://schemas.microsoft.com/office/drawing/2014/main" id="{9533BCB8-FF98-45B2-A33A-E4301C60106F}"/>
              </a:ext>
            </a:extLst>
          </p:cNvPr>
          <p:cNvSpPr>
            <a:spLocks noGrp="1"/>
          </p:cNvSpPr>
          <p:nvPr/>
        </p:nvSpPr>
        <p:spPr>
          <a:xfrm>
            <a:off x="8005664" y="15055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9" name="9q16_0_build_PredictedAtoms_14">
            <a:extLst>
              <a:ext uri="{FF2B5EF4-FFF2-40B4-BE49-F238E27FC236}">
                <a16:creationId xmlns:a16="http://schemas.microsoft.com/office/drawing/2014/main" id="{9FD45FF3-B9BB-4854-B797-E285DC0D0626}"/>
              </a:ext>
            </a:extLst>
          </p:cNvPr>
          <p:cNvSpPr>
            <a:spLocks noGrp="1"/>
          </p:cNvSpPr>
          <p:nvPr/>
        </p:nvSpPr>
        <p:spPr>
          <a:xfrm>
            <a:off x="8041126" y="15748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0" name="9q16_0_build_PredictedAtoms_15">
            <a:extLst>
              <a:ext uri="{FF2B5EF4-FFF2-40B4-BE49-F238E27FC236}">
                <a16:creationId xmlns:a16="http://schemas.microsoft.com/office/drawing/2014/main" id="{15172BB6-8B6E-4EF9-9C92-E1AC42BF50EE}"/>
              </a:ext>
            </a:extLst>
          </p:cNvPr>
          <p:cNvSpPr>
            <a:spLocks noGrp="1"/>
          </p:cNvSpPr>
          <p:nvPr/>
        </p:nvSpPr>
        <p:spPr>
          <a:xfrm>
            <a:off x="7743559" y="1252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1" name="9q16_0_build_PredictedAtoms_16">
            <a:extLst>
              <a:ext uri="{FF2B5EF4-FFF2-40B4-BE49-F238E27FC236}">
                <a16:creationId xmlns:a16="http://schemas.microsoft.com/office/drawing/2014/main" id="{5F9BE7CC-BB5E-4DDD-8912-DA887B83573A}"/>
              </a:ext>
            </a:extLst>
          </p:cNvPr>
          <p:cNvSpPr>
            <a:spLocks noGrp="1"/>
          </p:cNvSpPr>
          <p:nvPr/>
        </p:nvSpPr>
        <p:spPr>
          <a:xfrm>
            <a:off x="7581701" y="11742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2" name="9q16_0_build_PredictedAtoms_17">
            <a:extLst>
              <a:ext uri="{FF2B5EF4-FFF2-40B4-BE49-F238E27FC236}">
                <a16:creationId xmlns:a16="http://schemas.microsoft.com/office/drawing/2014/main" id="{A2F7568E-3AA7-4188-97EB-6F21F15D59E6}"/>
              </a:ext>
            </a:extLst>
          </p:cNvPr>
          <p:cNvSpPr>
            <a:spLocks noGrp="1"/>
          </p:cNvSpPr>
          <p:nvPr/>
        </p:nvSpPr>
        <p:spPr>
          <a:xfrm>
            <a:off x="7444741" y="13024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3" name="9q16_0_build_PredictedAtoms_18">
            <a:extLst>
              <a:ext uri="{FF2B5EF4-FFF2-40B4-BE49-F238E27FC236}">
                <a16:creationId xmlns:a16="http://schemas.microsoft.com/office/drawing/2014/main" id="{1254ADE1-BD03-4A3E-BBB4-8E298FF7B85B}"/>
              </a:ext>
            </a:extLst>
          </p:cNvPr>
          <p:cNvSpPr>
            <a:spLocks noGrp="1"/>
          </p:cNvSpPr>
          <p:nvPr/>
        </p:nvSpPr>
        <p:spPr>
          <a:xfrm>
            <a:off x="7332416" y="13248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4" name="9q16_0_build_PredictedAtoms_19">
            <a:extLst>
              <a:ext uri="{FF2B5EF4-FFF2-40B4-BE49-F238E27FC236}">
                <a16:creationId xmlns:a16="http://schemas.microsoft.com/office/drawing/2014/main" id="{70EED64C-6F16-4F34-ADDE-6C8E31BE4A61}"/>
              </a:ext>
            </a:extLst>
          </p:cNvPr>
          <p:cNvSpPr>
            <a:spLocks noGrp="1"/>
          </p:cNvSpPr>
          <p:nvPr/>
        </p:nvSpPr>
        <p:spPr>
          <a:xfrm>
            <a:off x="7149319" y="14736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5" name="9q16_0_build_PredictedAtoms_20">
            <a:extLst>
              <a:ext uri="{FF2B5EF4-FFF2-40B4-BE49-F238E27FC236}">
                <a16:creationId xmlns:a16="http://schemas.microsoft.com/office/drawing/2014/main" id="{B644D476-CA90-40D3-8768-0795DA889B73}"/>
              </a:ext>
            </a:extLst>
          </p:cNvPr>
          <p:cNvSpPr>
            <a:spLocks noGrp="1"/>
          </p:cNvSpPr>
          <p:nvPr/>
        </p:nvSpPr>
        <p:spPr>
          <a:xfrm>
            <a:off x="7073189" y="15625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6" name="9q16_0_build_PredictedAtoms_21">
            <a:extLst>
              <a:ext uri="{FF2B5EF4-FFF2-40B4-BE49-F238E27FC236}">
                <a16:creationId xmlns:a16="http://schemas.microsoft.com/office/drawing/2014/main" id="{58352C92-8029-499B-945B-BABE3F1D6DE3}"/>
              </a:ext>
            </a:extLst>
          </p:cNvPr>
          <p:cNvSpPr>
            <a:spLocks noGrp="1"/>
          </p:cNvSpPr>
          <p:nvPr/>
        </p:nvSpPr>
        <p:spPr>
          <a:xfrm>
            <a:off x="7207782" y="16059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7" name="9q16_0_build_PredictedAtoms_22">
            <a:extLst>
              <a:ext uri="{FF2B5EF4-FFF2-40B4-BE49-F238E27FC236}">
                <a16:creationId xmlns:a16="http://schemas.microsoft.com/office/drawing/2014/main" id="{87E00A2D-C64D-440D-ACDA-B8C9878FEF51}"/>
              </a:ext>
            </a:extLst>
          </p:cNvPr>
          <p:cNvSpPr>
            <a:spLocks noGrp="1"/>
          </p:cNvSpPr>
          <p:nvPr/>
        </p:nvSpPr>
        <p:spPr>
          <a:xfrm>
            <a:off x="7023249" y="12931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8" name="9q16_0_build_PredictedAtoms_23">
            <a:extLst>
              <a:ext uri="{FF2B5EF4-FFF2-40B4-BE49-F238E27FC236}">
                <a16:creationId xmlns:a16="http://schemas.microsoft.com/office/drawing/2014/main" id="{BBD87063-020A-4090-8D05-2BBCBDE218EF}"/>
              </a:ext>
            </a:extLst>
          </p:cNvPr>
          <p:cNvSpPr>
            <a:spLocks noGrp="1"/>
          </p:cNvSpPr>
          <p:nvPr/>
        </p:nvSpPr>
        <p:spPr>
          <a:xfrm>
            <a:off x="6886716" y="13440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99" name="9q16_0_build_PredictedAtoms_24">
            <a:extLst>
              <a:ext uri="{FF2B5EF4-FFF2-40B4-BE49-F238E27FC236}">
                <a16:creationId xmlns:a16="http://schemas.microsoft.com/office/drawing/2014/main" id="{F35B58D5-66A1-4CE8-8C40-5984BA2E096F}"/>
              </a:ext>
            </a:extLst>
          </p:cNvPr>
          <p:cNvSpPr>
            <a:spLocks noGrp="1"/>
          </p:cNvSpPr>
          <p:nvPr/>
        </p:nvSpPr>
        <p:spPr>
          <a:xfrm>
            <a:off x="6787712" y="11655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0" name="9q16_0_build_PredictedAtoms_25">
            <a:extLst>
              <a:ext uri="{FF2B5EF4-FFF2-40B4-BE49-F238E27FC236}">
                <a16:creationId xmlns:a16="http://schemas.microsoft.com/office/drawing/2014/main" id="{1FA1B98B-DCAE-48ED-A578-469FE57DE083}"/>
              </a:ext>
            </a:extLst>
          </p:cNvPr>
          <p:cNvSpPr>
            <a:spLocks noGrp="1"/>
          </p:cNvSpPr>
          <p:nvPr/>
        </p:nvSpPr>
        <p:spPr>
          <a:xfrm>
            <a:off x="6991954" y="14267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1" name="9q16_0_build_PredictedAtoms_26">
            <a:extLst>
              <a:ext uri="{FF2B5EF4-FFF2-40B4-BE49-F238E27FC236}">
                <a16:creationId xmlns:a16="http://schemas.microsoft.com/office/drawing/2014/main" id="{C6D06123-54B9-4288-B1DE-0427A2233AD8}"/>
              </a:ext>
            </a:extLst>
          </p:cNvPr>
          <p:cNvSpPr>
            <a:spLocks noGrp="1"/>
          </p:cNvSpPr>
          <p:nvPr/>
        </p:nvSpPr>
        <p:spPr>
          <a:xfrm>
            <a:off x="6771020" y="14829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2" name="9q16_0_build_PredictedAtoms_27">
            <a:extLst>
              <a:ext uri="{FF2B5EF4-FFF2-40B4-BE49-F238E27FC236}">
                <a16:creationId xmlns:a16="http://schemas.microsoft.com/office/drawing/2014/main" id="{1F53D90B-E903-46FF-945C-882A41FEEBFC}"/>
              </a:ext>
            </a:extLst>
          </p:cNvPr>
          <p:cNvSpPr>
            <a:spLocks noGrp="1"/>
          </p:cNvSpPr>
          <p:nvPr/>
        </p:nvSpPr>
        <p:spPr>
          <a:xfrm>
            <a:off x="6584190" y="15941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3" name="9q16_0_build_PredictedAtoms_28">
            <a:extLst>
              <a:ext uri="{FF2B5EF4-FFF2-40B4-BE49-F238E27FC236}">
                <a16:creationId xmlns:a16="http://schemas.microsoft.com/office/drawing/2014/main" id="{C1278766-266E-4107-ACE8-060716EFDA1A}"/>
              </a:ext>
            </a:extLst>
          </p:cNvPr>
          <p:cNvSpPr>
            <a:spLocks noGrp="1"/>
          </p:cNvSpPr>
          <p:nvPr/>
        </p:nvSpPr>
        <p:spPr>
          <a:xfrm>
            <a:off x="6495543" y="16043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4" name="9q16_0_build_PredictedAtoms_29">
            <a:extLst>
              <a:ext uri="{FF2B5EF4-FFF2-40B4-BE49-F238E27FC236}">
                <a16:creationId xmlns:a16="http://schemas.microsoft.com/office/drawing/2014/main" id="{AD54543B-CEE1-4847-95E6-552D573E6DC0}"/>
              </a:ext>
            </a:extLst>
          </p:cNvPr>
          <p:cNvSpPr>
            <a:spLocks noGrp="1"/>
          </p:cNvSpPr>
          <p:nvPr/>
        </p:nvSpPr>
        <p:spPr>
          <a:xfrm>
            <a:off x="6654154" y="17671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5" name="9q16_0_build_PredictedAtoms_30">
            <a:extLst>
              <a:ext uri="{FF2B5EF4-FFF2-40B4-BE49-F238E27FC236}">
                <a16:creationId xmlns:a16="http://schemas.microsoft.com/office/drawing/2014/main" id="{7C780CF5-8E8E-43D5-95A6-898B186899DF}"/>
              </a:ext>
            </a:extLst>
          </p:cNvPr>
          <p:cNvSpPr>
            <a:spLocks noGrp="1"/>
          </p:cNvSpPr>
          <p:nvPr/>
        </p:nvSpPr>
        <p:spPr>
          <a:xfrm>
            <a:off x="6472009" y="14684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06" name="9q16_0_build_Clashes_0">
            <a:extLst>
              <a:ext uri="{FF2B5EF4-FFF2-40B4-BE49-F238E27FC236}">
                <a16:creationId xmlns:a16="http://schemas.microsoft.com/office/drawing/2014/main" id="{D61D9E5F-F645-4252-9846-8D87AA5A5E2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586" y="1238182"/>
                </a:moveTo>
                <a:lnTo>
                  <a:pt x="2441515" y="127441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7" name="9q16_0_build_Clashes_1">
            <a:extLst>
              <a:ext uri="{FF2B5EF4-FFF2-40B4-BE49-F238E27FC236}">
                <a16:creationId xmlns:a16="http://schemas.microsoft.com/office/drawing/2014/main" id="{83ABC399-27B7-4BDC-9053-2377C8B0129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1704" y="391144"/>
                </a:moveTo>
                <a:lnTo>
                  <a:pt x="443348" y="15450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08" name="9q16_0_build_ClashingReceptorAtoms_0">
            <a:extLst>
              <a:ext uri="{FF2B5EF4-FFF2-40B4-BE49-F238E27FC236}">
                <a16:creationId xmlns:a16="http://schemas.microsoft.com/office/drawing/2014/main" id="{A0B7AD34-9667-4A79-A9CD-D54C3C187237}"/>
              </a:ext>
            </a:extLst>
          </p:cNvPr>
          <p:cNvSpPr>
            <a:spLocks noGrp="1"/>
          </p:cNvSpPr>
          <p:nvPr/>
        </p:nvSpPr>
        <p:spPr>
          <a:xfrm>
            <a:off x="6591735" y="9212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09" name="9q16_0_build_ClashingReceptorAtoms_1">
            <a:extLst>
              <a:ext uri="{FF2B5EF4-FFF2-40B4-BE49-F238E27FC236}">
                <a16:creationId xmlns:a16="http://schemas.microsoft.com/office/drawing/2014/main" id="{AB19AA89-6F71-4580-900C-9DA11637E284}"/>
              </a:ext>
            </a:extLst>
          </p:cNvPr>
          <p:cNvSpPr>
            <a:spLocks noGrp="1"/>
          </p:cNvSpPr>
          <p:nvPr/>
        </p:nvSpPr>
        <p:spPr>
          <a:xfrm>
            <a:off x="8589902" y="204117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10" name="stage3-cases-density_11">
            <a:extLst>
              <a:ext uri="{FF2B5EF4-FFF2-40B4-BE49-F238E27FC236}">
                <a16:creationId xmlns:a16="http://schemas.microsoft.com/office/drawing/2014/main" id="{806119AD-0898-490B-8DF3-C2C60AE64242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0.98 Å   D 97%   Clash 2</a:t>
            </a:r>
          </a:p>
        </p:txBody>
      </p:sp>
      <p:sp>
        <p:nvSpPr>
          <p:cNvPr id="311" name="stage3-cases-density_12">
            <a:extLst>
              <a:ext uri="{FF2B5EF4-FFF2-40B4-BE49-F238E27FC236}">
                <a16:creationId xmlns:a16="http://schemas.microsoft.com/office/drawing/2014/main" id="{20A96FE3-4CD5-458F-824A-EBC90E1282ED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b  9UB7 · Y01 (A:701)</a:t>
            </a:r>
          </a:p>
        </p:txBody>
      </p:sp>
      <p:sp>
        <p:nvSpPr>
          <p:cNvPr id="312" name="stage3-cases-density_13">
            <a:extLst>
              <a:ext uri="{FF2B5EF4-FFF2-40B4-BE49-F238E27FC236}">
                <a16:creationId xmlns:a16="http://schemas.microsoft.com/office/drawing/2014/main" id="{3333E133-C278-4A49-BC2D-5562BE3F896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57054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313" name="stage3-cases-density_14">
            <a:extLst>
              <a:ext uri="{FF2B5EF4-FFF2-40B4-BE49-F238E27FC236}">
                <a16:creationId xmlns:a16="http://schemas.microsoft.com/office/drawing/2014/main" id="{E0F08C71-D9E3-4FA4-A94B-35BEAB710D60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14" name="9ub7_3_official_Receptor">
            <a:extLst>
              <a:ext uri="{FF2B5EF4-FFF2-40B4-BE49-F238E27FC236}">
                <a16:creationId xmlns:a16="http://schemas.microsoft.com/office/drawing/2014/main" id="{9E52EAE9-491F-4074-9BA9-D38C1AC8814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315" name="9ub7_3_official_ExperimentalDensity">
            <a:extLst>
              <a:ext uri="{FF2B5EF4-FFF2-40B4-BE49-F238E27FC236}">
                <a16:creationId xmlns:a16="http://schemas.microsoft.com/office/drawing/2014/main" id="{41C93C28-B2C0-411E-9069-3A2E5E93ECC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316" name="9ub7_3_official_ReferenceLigand_0">
            <a:extLst>
              <a:ext uri="{FF2B5EF4-FFF2-40B4-BE49-F238E27FC236}">
                <a16:creationId xmlns:a16="http://schemas.microsoft.com/office/drawing/2014/main" id="{82D65F44-6DDE-4737-B041-540C933AFC2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9ub7_3_official_ReferenceLigand_1">
            <a:extLst>
              <a:ext uri="{FF2B5EF4-FFF2-40B4-BE49-F238E27FC236}">
                <a16:creationId xmlns:a16="http://schemas.microsoft.com/office/drawing/2014/main" id="{6E4A23C6-6A29-4C74-A98B-389AA05C75F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9ub7_3_official_ReferenceLigand_2">
            <a:extLst>
              <a:ext uri="{FF2B5EF4-FFF2-40B4-BE49-F238E27FC236}">
                <a16:creationId xmlns:a16="http://schemas.microsoft.com/office/drawing/2014/main" id="{0EB68EF4-1114-4E4F-82F7-3A383AF5855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9ub7_3_official_ReferenceLigand_3">
            <a:extLst>
              <a:ext uri="{FF2B5EF4-FFF2-40B4-BE49-F238E27FC236}">
                <a16:creationId xmlns:a16="http://schemas.microsoft.com/office/drawing/2014/main" id="{BE1E5E10-C8D2-4281-8976-F532DDFD76C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9ub7_3_official_ReferenceLigand_4">
            <a:extLst>
              <a:ext uri="{FF2B5EF4-FFF2-40B4-BE49-F238E27FC236}">
                <a16:creationId xmlns:a16="http://schemas.microsoft.com/office/drawing/2014/main" id="{2173FE4F-8614-45C5-8898-06CB2E3099E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9ub7_3_official_ReferenceLigand_5">
            <a:extLst>
              <a:ext uri="{FF2B5EF4-FFF2-40B4-BE49-F238E27FC236}">
                <a16:creationId xmlns:a16="http://schemas.microsoft.com/office/drawing/2014/main" id="{EBEB5A4F-70DF-4224-912E-14FB8EAA334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9ub7_3_official_ReferenceLigand_6">
            <a:extLst>
              <a:ext uri="{FF2B5EF4-FFF2-40B4-BE49-F238E27FC236}">
                <a16:creationId xmlns:a16="http://schemas.microsoft.com/office/drawing/2014/main" id="{D6169674-119F-4F6C-AEB5-F427D20614F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9ub7_3_official_ReferenceLigand_7">
            <a:extLst>
              <a:ext uri="{FF2B5EF4-FFF2-40B4-BE49-F238E27FC236}">
                <a16:creationId xmlns:a16="http://schemas.microsoft.com/office/drawing/2014/main" id="{BA75F75C-18F8-4DEA-AE0F-9BC42313D39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9ub7_3_official_ReferenceLigand_8">
            <a:extLst>
              <a:ext uri="{FF2B5EF4-FFF2-40B4-BE49-F238E27FC236}">
                <a16:creationId xmlns:a16="http://schemas.microsoft.com/office/drawing/2014/main" id="{964DDAFD-8B08-40DE-B7BD-2F280142058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9ub7_3_official_ReferenceLigand_9">
            <a:extLst>
              <a:ext uri="{FF2B5EF4-FFF2-40B4-BE49-F238E27FC236}">
                <a16:creationId xmlns:a16="http://schemas.microsoft.com/office/drawing/2014/main" id="{3F1EBE6B-900A-4703-BAE6-4B598AA23AD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9ub7_3_official_ReferenceLigand_10">
            <a:extLst>
              <a:ext uri="{FF2B5EF4-FFF2-40B4-BE49-F238E27FC236}">
                <a16:creationId xmlns:a16="http://schemas.microsoft.com/office/drawing/2014/main" id="{6FC76B93-81F8-4E79-AB83-2944F447E54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9ub7_3_official_ReferenceLigand_11">
            <a:extLst>
              <a:ext uri="{FF2B5EF4-FFF2-40B4-BE49-F238E27FC236}">
                <a16:creationId xmlns:a16="http://schemas.microsoft.com/office/drawing/2014/main" id="{009A6FFD-815F-496A-9C87-C7039AA71FB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9ub7_3_official_ReferenceLigand_12">
            <a:extLst>
              <a:ext uri="{FF2B5EF4-FFF2-40B4-BE49-F238E27FC236}">
                <a16:creationId xmlns:a16="http://schemas.microsoft.com/office/drawing/2014/main" id="{2C4E162D-506D-4A3C-9FBD-3FA3F9798A6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9ub7_3_official_ReferenceLigand_13">
            <a:extLst>
              <a:ext uri="{FF2B5EF4-FFF2-40B4-BE49-F238E27FC236}">
                <a16:creationId xmlns:a16="http://schemas.microsoft.com/office/drawing/2014/main" id="{61F04E3E-DC1F-4294-AE2D-895DEB1821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9ub7_3_official_ReferenceLigand_14">
            <a:extLst>
              <a:ext uri="{FF2B5EF4-FFF2-40B4-BE49-F238E27FC236}">
                <a16:creationId xmlns:a16="http://schemas.microsoft.com/office/drawing/2014/main" id="{9123C4EC-04DD-4F00-93E3-A071004288B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9ub7_3_official_ReferenceLigand_15">
            <a:extLst>
              <a:ext uri="{FF2B5EF4-FFF2-40B4-BE49-F238E27FC236}">
                <a16:creationId xmlns:a16="http://schemas.microsoft.com/office/drawing/2014/main" id="{6AD029FA-68D9-472C-8091-857A4B3A94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2" name="9ub7_3_official_ReferenceLigand_16">
            <a:extLst>
              <a:ext uri="{FF2B5EF4-FFF2-40B4-BE49-F238E27FC236}">
                <a16:creationId xmlns:a16="http://schemas.microsoft.com/office/drawing/2014/main" id="{885113CC-9061-4564-84C0-AE513DBEF94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3" name="9ub7_3_official_ReferenceLigand_17">
            <a:extLst>
              <a:ext uri="{FF2B5EF4-FFF2-40B4-BE49-F238E27FC236}">
                <a16:creationId xmlns:a16="http://schemas.microsoft.com/office/drawing/2014/main" id="{769FEEFD-1829-4DAB-818D-39DE9D2A70F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4" name="9ub7_3_official_ReferenceLigand_18">
            <a:extLst>
              <a:ext uri="{FF2B5EF4-FFF2-40B4-BE49-F238E27FC236}">
                <a16:creationId xmlns:a16="http://schemas.microsoft.com/office/drawing/2014/main" id="{B34A3A45-C760-4E68-B910-49632F480A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5" name="9ub7_3_official_ReferenceLigand_19">
            <a:extLst>
              <a:ext uri="{FF2B5EF4-FFF2-40B4-BE49-F238E27FC236}">
                <a16:creationId xmlns:a16="http://schemas.microsoft.com/office/drawing/2014/main" id="{DA5CD040-8F66-4CB0-8D02-346F68A405F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6" name="9ub7_3_official_ReferenceLigand_20">
            <a:extLst>
              <a:ext uri="{FF2B5EF4-FFF2-40B4-BE49-F238E27FC236}">
                <a16:creationId xmlns:a16="http://schemas.microsoft.com/office/drawing/2014/main" id="{B9852762-C6EF-4ECC-BCA8-08295368496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7" name="9ub7_3_official_ReferenceLigand_21">
            <a:extLst>
              <a:ext uri="{FF2B5EF4-FFF2-40B4-BE49-F238E27FC236}">
                <a16:creationId xmlns:a16="http://schemas.microsoft.com/office/drawing/2014/main" id="{90FFB7BA-88B8-41F2-A578-C1F3C3D681E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8" name="9ub7_3_official_ReferenceLigand_22">
            <a:extLst>
              <a:ext uri="{FF2B5EF4-FFF2-40B4-BE49-F238E27FC236}">
                <a16:creationId xmlns:a16="http://schemas.microsoft.com/office/drawing/2014/main" id="{C7042338-90FA-430C-8F6E-31EE5018790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9" name="9ub7_3_official_ReferenceLigand_23">
            <a:extLst>
              <a:ext uri="{FF2B5EF4-FFF2-40B4-BE49-F238E27FC236}">
                <a16:creationId xmlns:a16="http://schemas.microsoft.com/office/drawing/2014/main" id="{6DB15583-FC4E-4ACA-94E7-C3176BBE239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0" name="9ub7_3_official_ReferenceLigand_24">
            <a:extLst>
              <a:ext uri="{FF2B5EF4-FFF2-40B4-BE49-F238E27FC236}">
                <a16:creationId xmlns:a16="http://schemas.microsoft.com/office/drawing/2014/main" id="{1CB1B733-315D-44EE-BF6E-25027B20CB8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1" name="9ub7_3_official_ReferenceLigand_25">
            <a:extLst>
              <a:ext uri="{FF2B5EF4-FFF2-40B4-BE49-F238E27FC236}">
                <a16:creationId xmlns:a16="http://schemas.microsoft.com/office/drawing/2014/main" id="{AB6001B1-B480-46D3-8545-69B6155AED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2" name="9ub7_3_official_ReferenceLigand_26">
            <a:extLst>
              <a:ext uri="{FF2B5EF4-FFF2-40B4-BE49-F238E27FC236}">
                <a16:creationId xmlns:a16="http://schemas.microsoft.com/office/drawing/2014/main" id="{F5366140-4407-43AD-9ED7-097AE97C2F1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3" name="9ub7_3_official_ReferenceLigand_27">
            <a:extLst>
              <a:ext uri="{FF2B5EF4-FFF2-40B4-BE49-F238E27FC236}">
                <a16:creationId xmlns:a16="http://schemas.microsoft.com/office/drawing/2014/main" id="{89C7E50D-9AFD-47D8-9434-0B2AFF20202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4" name="9ub7_3_official_ReferenceLigand_28">
            <a:extLst>
              <a:ext uri="{FF2B5EF4-FFF2-40B4-BE49-F238E27FC236}">
                <a16:creationId xmlns:a16="http://schemas.microsoft.com/office/drawing/2014/main" id="{350446DA-6DBC-46A6-8D60-00DCE063C5F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5" name="9ub7_3_official_ReferenceLigand_29">
            <a:extLst>
              <a:ext uri="{FF2B5EF4-FFF2-40B4-BE49-F238E27FC236}">
                <a16:creationId xmlns:a16="http://schemas.microsoft.com/office/drawing/2014/main" id="{C5B91CAC-484F-49AF-A8FF-8214744E2EE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6" name="9ub7_3_official_ReferenceLigand_30">
            <a:extLst>
              <a:ext uri="{FF2B5EF4-FFF2-40B4-BE49-F238E27FC236}">
                <a16:creationId xmlns:a16="http://schemas.microsoft.com/office/drawing/2014/main" id="{FE0AEF12-DF1C-42D7-A04E-4E441A63F9B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7" name="9ub7_3_official_ReferenceLigand_31">
            <a:extLst>
              <a:ext uri="{FF2B5EF4-FFF2-40B4-BE49-F238E27FC236}">
                <a16:creationId xmlns:a16="http://schemas.microsoft.com/office/drawing/2014/main" id="{2D838AFB-52AF-4DFD-B2F5-4E8BCF35B2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8" name="9ub7_3_official_ReferenceLigand_32">
            <a:extLst>
              <a:ext uri="{FF2B5EF4-FFF2-40B4-BE49-F238E27FC236}">
                <a16:creationId xmlns:a16="http://schemas.microsoft.com/office/drawing/2014/main" id="{C6A6BC64-F28B-4840-9F87-A5F1F3AE289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9" name="9ub7_3_official_ReferenceLigand_33">
            <a:extLst>
              <a:ext uri="{FF2B5EF4-FFF2-40B4-BE49-F238E27FC236}">
                <a16:creationId xmlns:a16="http://schemas.microsoft.com/office/drawing/2014/main" id="{859DBC5D-136E-4F60-A7A7-688A3A082E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0" name="9ub7_3_official_ReferenceLigand_34">
            <a:extLst>
              <a:ext uri="{FF2B5EF4-FFF2-40B4-BE49-F238E27FC236}">
                <a16:creationId xmlns:a16="http://schemas.microsoft.com/office/drawing/2014/main" id="{50E28FF0-6C78-46AC-824B-9FB50572DDC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1" name="9ub7_3_official_ReferenceLigand_35">
            <a:extLst>
              <a:ext uri="{FF2B5EF4-FFF2-40B4-BE49-F238E27FC236}">
                <a16:creationId xmlns:a16="http://schemas.microsoft.com/office/drawing/2014/main" id="{19F6506A-FA7A-4E5A-A6BA-5A2E8E74FB2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2" name="9ub7_3_official_ReferenceLigand_36">
            <a:extLst>
              <a:ext uri="{FF2B5EF4-FFF2-40B4-BE49-F238E27FC236}">
                <a16:creationId xmlns:a16="http://schemas.microsoft.com/office/drawing/2014/main" id="{D8C77361-0A1B-44D1-9898-EA5906BA02C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3" name="9ub7_3_official_ReferenceLigand_37">
            <a:extLst>
              <a:ext uri="{FF2B5EF4-FFF2-40B4-BE49-F238E27FC236}">
                <a16:creationId xmlns:a16="http://schemas.microsoft.com/office/drawing/2014/main" id="{8E587778-636D-45D7-9BC0-7960C1D9E5E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4" name="9ub7_3_official_PredictedLigand_0">
            <a:extLst>
              <a:ext uri="{FF2B5EF4-FFF2-40B4-BE49-F238E27FC236}">
                <a16:creationId xmlns:a16="http://schemas.microsoft.com/office/drawing/2014/main" id="{63E6C668-A096-4703-AB32-B947CB45D9C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3652" y="789627"/>
                </a:moveTo>
                <a:lnTo>
                  <a:pt x="1359762" y="7472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9ub7_3_official_PredictedLigand_1">
            <a:extLst>
              <a:ext uri="{FF2B5EF4-FFF2-40B4-BE49-F238E27FC236}">
                <a16:creationId xmlns:a16="http://schemas.microsoft.com/office/drawing/2014/main" id="{C0F11125-70DC-47E9-B5CC-359A2E9F47D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5979" y="787902"/>
                </a:moveTo>
                <a:lnTo>
                  <a:pt x="1654734" y="7166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9ub7_3_official_PredictedLigand_2">
            <a:extLst>
              <a:ext uri="{FF2B5EF4-FFF2-40B4-BE49-F238E27FC236}">
                <a16:creationId xmlns:a16="http://schemas.microsoft.com/office/drawing/2014/main" id="{EF3E8883-F772-4A1D-9E45-D218E3FB13E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9238" y="793258"/>
                </a:moveTo>
                <a:lnTo>
                  <a:pt x="1223652" y="789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9ub7_3_official_PredictedLigand_3">
            <a:extLst>
              <a:ext uri="{FF2B5EF4-FFF2-40B4-BE49-F238E27FC236}">
                <a16:creationId xmlns:a16="http://schemas.microsoft.com/office/drawing/2014/main" id="{F8F0A891-632B-41FE-AF13-3E1FE0B3D3F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9762" y="747235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9ub7_3_official_PredictedLigand_4">
            <a:extLst>
              <a:ext uri="{FF2B5EF4-FFF2-40B4-BE49-F238E27FC236}">
                <a16:creationId xmlns:a16="http://schemas.microsoft.com/office/drawing/2014/main" id="{6F628E45-E6B2-4378-92D8-91323E9F2F9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4734" y="716689"/>
                </a:moveTo>
                <a:lnTo>
                  <a:pt x="1568652" y="7225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9ub7_3_official_PredictedLigand_5">
            <a:extLst>
              <a:ext uri="{FF2B5EF4-FFF2-40B4-BE49-F238E27FC236}">
                <a16:creationId xmlns:a16="http://schemas.microsoft.com/office/drawing/2014/main" id="{986BCAD8-F5C0-4939-BDFF-E80D387EEEF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904" y="792390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9ub7_3_official_PredictedLigand_6">
            <a:extLst>
              <a:ext uri="{FF2B5EF4-FFF2-40B4-BE49-F238E27FC236}">
                <a16:creationId xmlns:a16="http://schemas.microsoft.com/office/drawing/2014/main" id="{BA2D2BBB-7ED6-4F02-B8C9-90CC3E32AD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775979" y="7879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9ub7_3_official_PredictedLigand_7">
            <a:extLst>
              <a:ext uri="{FF2B5EF4-FFF2-40B4-BE49-F238E27FC236}">
                <a16:creationId xmlns:a16="http://schemas.microsoft.com/office/drawing/2014/main" id="{35DFB912-34F1-41C0-ACBE-CA7B4161AC6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428313" y="7496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9ub7_3_official_PredictedLigand_8">
            <a:extLst>
              <a:ext uri="{FF2B5EF4-FFF2-40B4-BE49-F238E27FC236}">
                <a16:creationId xmlns:a16="http://schemas.microsoft.com/office/drawing/2014/main" id="{E3295F91-36DA-4A32-AAEE-90782AD9A65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711385" y="702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9ub7_3_official_PredictedLigand_9">
            <a:extLst>
              <a:ext uri="{FF2B5EF4-FFF2-40B4-BE49-F238E27FC236}">
                <a16:creationId xmlns:a16="http://schemas.microsoft.com/office/drawing/2014/main" id="{C9AFC90C-F3D8-4A77-A2F3-3A5A744B31A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3321" y="867132"/>
                </a:moveTo>
                <a:lnTo>
                  <a:pt x="1007904" y="7923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9ub7_3_official_PredictedLigand_10">
            <a:extLst>
              <a:ext uri="{FF2B5EF4-FFF2-40B4-BE49-F238E27FC236}">
                <a16:creationId xmlns:a16="http://schemas.microsoft.com/office/drawing/2014/main" id="{429177AE-7741-4C74-BBE5-8DB7BB2A329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367031" y="11506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5" name="9ub7_3_official_PredictedLigand_11">
            <a:extLst>
              <a:ext uri="{FF2B5EF4-FFF2-40B4-BE49-F238E27FC236}">
                <a16:creationId xmlns:a16="http://schemas.microsoft.com/office/drawing/2014/main" id="{C5852BC8-8D7A-4CFB-92FB-4DC803BA90C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49238" y="793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6" name="9ub7_3_official_PredictedLigand_12">
            <a:extLst>
              <a:ext uri="{FF2B5EF4-FFF2-40B4-BE49-F238E27FC236}">
                <a16:creationId xmlns:a16="http://schemas.microsoft.com/office/drawing/2014/main" id="{3C2D7DD8-A3B5-43CB-AA0D-DAF69B6F4EE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911" y="1260714"/>
                </a:moveTo>
                <a:lnTo>
                  <a:pt x="1426046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7" name="9ub7_3_official_PredictedLigand_13">
            <a:extLst>
              <a:ext uri="{FF2B5EF4-FFF2-40B4-BE49-F238E27FC236}">
                <a16:creationId xmlns:a16="http://schemas.microsoft.com/office/drawing/2014/main" id="{D5E13446-DE7D-430F-8C70-54A0F767CA4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8313" y="749653"/>
                </a:moveTo>
                <a:lnTo>
                  <a:pt x="1352608" y="7834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8" name="9ub7_3_official_PredictedLigand_14">
            <a:extLst>
              <a:ext uri="{FF2B5EF4-FFF2-40B4-BE49-F238E27FC236}">
                <a16:creationId xmlns:a16="http://schemas.microsoft.com/office/drawing/2014/main" id="{CD567577-DA6F-4464-8B23-F1547799D2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652" y="722554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9" name="9ub7_3_official_PredictedLigand_15">
            <a:extLst>
              <a:ext uri="{FF2B5EF4-FFF2-40B4-BE49-F238E27FC236}">
                <a16:creationId xmlns:a16="http://schemas.microsoft.com/office/drawing/2014/main" id="{F86691CC-1FB2-414E-B3C0-86B4EF597C2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8039" y="1229889"/>
                </a:moveTo>
                <a:lnTo>
                  <a:pt x="1458911" y="12607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0" name="9ub7_3_official_PredictedLigand_16">
            <a:extLst>
              <a:ext uri="{FF2B5EF4-FFF2-40B4-BE49-F238E27FC236}">
                <a16:creationId xmlns:a16="http://schemas.microsoft.com/office/drawing/2014/main" id="{BDA1086C-1CD6-4B76-BFFA-07525E97A96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25" y="832620"/>
                </a:moveTo>
                <a:lnTo>
                  <a:pt x="1829128" y="9445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1" name="9ub7_3_official_PredictedLigand_17">
            <a:extLst>
              <a:ext uri="{FF2B5EF4-FFF2-40B4-BE49-F238E27FC236}">
                <a16:creationId xmlns:a16="http://schemas.microsoft.com/office/drawing/2014/main" id="{872D3568-19F7-4AA2-9935-E1EC7343BD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64625" y="8326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2" name="9ub7_3_official_PredictedLigand_18">
            <a:extLst>
              <a:ext uri="{FF2B5EF4-FFF2-40B4-BE49-F238E27FC236}">
                <a16:creationId xmlns:a16="http://schemas.microsoft.com/office/drawing/2014/main" id="{9307DC5B-06C2-4682-96CE-82E68BA11EE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1546" y="800042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3" name="9ub7_3_official_PredictedLigand_19">
            <a:extLst>
              <a:ext uri="{FF2B5EF4-FFF2-40B4-BE49-F238E27FC236}">
                <a16:creationId xmlns:a16="http://schemas.microsoft.com/office/drawing/2014/main" id="{32735AF0-C548-44CD-B6BF-6F16971FE89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9614" y="711338"/>
                </a:moveTo>
                <a:lnTo>
                  <a:pt x="831546" y="8000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4" name="9ub7_3_official_PredictedLigand_20">
            <a:extLst>
              <a:ext uri="{FF2B5EF4-FFF2-40B4-BE49-F238E27FC236}">
                <a16:creationId xmlns:a16="http://schemas.microsoft.com/office/drawing/2014/main" id="{043B345A-A071-41F1-B4F9-FD9615F7C4E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968817" y="983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5" name="9ub7_3_official_PredictedLigand_21">
            <a:extLst>
              <a:ext uri="{FF2B5EF4-FFF2-40B4-BE49-F238E27FC236}">
                <a16:creationId xmlns:a16="http://schemas.microsoft.com/office/drawing/2014/main" id="{3F880E70-3CFD-47D8-AB3E-E3B71614AFB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207640" y="7909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6" name="9ub7_3_official_PredictedLigand_22">
            <a:extLst>
              <a:ext uri="{FF2B5EF4-FFF2-40B4-BE49-F238E27FC236}">
                <a16:creationId xmlns:a16="http://schemas.microsoft.com/office/drawing/2014/main" id="{45F135E7-49BC-41F8-B815-2312368FF1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7973" y="1092523"/>
                </a:moveTo>
                <a:lnTo>
                  <a:pt x="1578039" y="12298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7" name="9ub7_3_official_PredictedLigand_23">
            <a:extLst>
              <a:ext uri="{FF2B5EF4-FFF2-40B4-BE49-F238E27FC236}">
                <a16:creationId xmlns:a16="http://schemas.microsoft.com/office/drawing/2014/main" id="{8DC006C7-9C92-460E-BCEF-3E9856EE2C2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621417" y="496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8" name="9ub7_3_official_PredictedLigand_24">
            <a:extLst>
              <a:ext uri="{FF2B5EF4-FFF2-40B4-BE49-F238E27FC236}">
                <a16:creationId xmlns:a16="http://schemas.microsoft.com/office/drawing/2014/main" id="{4FE72F80-0EE4-447E-B047-09471AABCE1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71" y="624880"/>
                </a:moveTo>
                <a:lnTo>
                  <a:pt x="739614" y="7113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9" name="9ub7_3_official_PredictedLigand_25">
            <a:extLst>
              <a:ext uri="{FF2B5EF4-FFF2-40B4-BE49-F238E27FC236}">
                <a16:creationId xmlns:a16="http://schemas.microsoft.com/office/drawing/2014/main" id="{7DEFDE18-2A22-46A6-84E1-219F71D3BD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455" y="932634"/>
                </a:moveTo>
                <a:lnTo>
                  <a:pt x="943321" y="867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0" name="9ub7_3_official_PredictedLigand_26">
            <a:extLst>
              <a:ext uri="{FF2B5EF4-FFF2-40B4-BE49-F238E27FC236}">
                <a16:creationId xmlns:a16="http://schemas.microsoft.com/office/drawing/2014/main" id="{6158C6A2-B26F-458C-B0E4-238972BB43C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1946" y="271205"/>
                </a:moveTo>
                <a:lnTo>
                  <a:pt x="724025" y="3934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1" name="9ub7_3_official_PredictedLigand_27">
            <a:extLst>
              <a:ext uri="{FF2B5EF4-FFF2-40B4-BE49-F238E27FC236}">
                <a16:creationId xmlns:a16="http://schemas.microsoft.com/office/drawing/2014/main" id="{4F455080-2AB9-4A46-A444-03E61235464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4025" y="393431"/>
                </a:moveTo>
                <a:lnTo>
                  <a:pt x="840449" y="4242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2" name="9ub7_3_official_PredictedLigand_28">
            <a:extLst>
              <a:ext uri="{FF2B5EF4-FFF2-40B4-BE49-F238E27FC236}">
                <a16:creationId xmlns:a16="http://schemas.microsoft.com/office/drawing/2014/main" id="{32FE4640-33BA-44BC-A6D4-A27B0EB410B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929" y="1055167"/>
                </a:moveTo>
                <a:lnTo>
                  <a:pt x="1627973" y="10925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3" name="9ub7_3_official_PredictedLigand_29">
            <a:extLst>
              <a:ext uri="{FF2B5EF4-FFF2-40B4-BE49-F238E27FC236}">
                <a16:creationId xmlns:a16="http://schemas.microsoft.com/office/drawing/2014/main" id="{EB8E2440-AE6D-45BF-A19E-350CBA205D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417" y="496770"/>
                </a:moveTo>
                <a:lnTo>
                  <a:pt x="670771" y="6248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4" name="9ub7_3_official_PredictedLigand_30">
            <a:extLst>
              <a:ext uri="{FF2B5EF4-FFF2-40B4-BE49-F238E27FC236}">
                <a16:creationId xmlns:a16="http://schemas.microsoft.com/office/drawing/2014/main" id="{4BFB9FC9-C106-4D23-9780-5437D37CA65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9128" y="944574"/>
                </a:moveTo>
                <a:lnTo>
                  <a:pt x="1749929" y="10551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5" name="9ub7_3_official_PredictedLigand_31">
            <a:extLst>
              <a:ext uri="{FF2B5EF4-FFF2-40B4-BE49-F238E27FC236}">
                <a16:creationId xmlns:a16="http://schemas.microsoft.com/office/drawing/2014/main" id="{115BC34A-C9CB-46FE-9EB3-9306FA3B3D7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64513" y="6718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6" name="9ub7_3_official_PredictedLigand_32">
            <a:extLst>
              <a:ext uri="{FF2B5EF4-FFF2-40B4-BE49-F238E27FC236}">
                <a16:creationId xmlns:a16="http://schemas.microsoft.com/office/drawing/2014/main" id="{49AE0013-4F4B-4935-9DA3-515D7CF5BE6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7640" y="790931"/>
                </a:moveTo>
                <a:lnTo>
                  <a:pt x="1159084" y="9016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7" name="9ub7_3_official_PredictedLigand_33">
            <a:extLst>
              <a:ext uri="{FF2B5EF4-FFF2-40B4-BE49-F238E27FC236}">
                <a16:creationId xmlns:a16="http://schemas.microsoft.com/office/drawing/2014/main" id="{997179DF-4703-4941-AD31-2D513762727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2772" y="758921"/>
                </a:moveTo>
                <a:lnTo>
                  <a:pt x="1719208" y="6512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8" name="9ub7_3_official_PredictedLigand_34">
            <a:extLst>
              <a:ext uri="{FF2B5EF4-FFF2-40B4-BE49-F238E27FC236}">
                <a16:creationId xmlns:a16="http://schemas.microsoft.com/office/drawing/2014/main" id="{7878DE2D-9234-4573-B280-5BD48A94D4F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2608" y="783411"/>
                </a:moveTo>
                <a:lnTo>
                  <a:pt x="1427787" y="7727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89" name="9ub7_3_official_PredictedLigand_35">
            <a:extLst>
              <a:ext uri="{FF2B5EF4-FFF2-40B4-BE49-F238E27FC236}">
                <a16:creationId xmlns:a16="http://schemas.microsoft.com/office/drawing/2014/main" id="{F6106CC4-91D6-48E1-99A2-16420B12EF0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850" y="810009"/>
                </a:moveTo>
                <a:lnTo>
                  <a:pt x="1652772" y="7589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0" name="9ub7_3_official_PredictedLigand_36">
            <a:extLst>
              <a:ext uri="{FF2B5EF4-FFF2-40B4-BE49-F238E27FC236}">
                <a16:creationId xmlns:a16="http://schemas.microsoft.com/office/drawing/2014/main" id="{BA9176C0-0BF1-4545-B83C-52C73305F28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9084" y="901675"/>
                </a:moveTo>
                <a:lnTo>
                  <a:pt x="1020455" y="9326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1" name="9ub7_3_official_PredictedLigand_37">
            <a:extLst>
              <a:ext uri="{FF2B5EF4-FFF2-40B4-BE49-F238E27FC236}">
                <a16:creationId xmlns:a16="http://schemas.microsoft.com/office/drawing/2014/main" id="{7DA5896E-7026-4BB1-A6E7-FF3B00127BF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787" y="772741"/>
                </a:moveTo>
                <a:lnTo>
                  <a:pt x="1562850" y="8100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92" name="9ub7_3_official_PredictedAtoms_0">
            <a:extLst>
              <a:ext uri="{FF2B5EF4-FFF2-40B4-BE49-F238E27FC236}">
                <a16:creationId xmlns:a16="http://schemas.microsoft.com/office/drawing/2014/main" id="{958AC947-FDCE-460B-9457-F216A4E616E1}"/>
              </a:ext>
            </a:extLst>
          </p:cNvPr>
          <p:cNvSpPr>
            <a:spLocks noGrp="1"/>
          </p:cNvSpPr>
          <p:nvPr/>
        </p:nvSpPr>
        <p:spPr>
          <a:xfrm>
            <a:off x="894354" y="28362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3" name="9ub7_3_official_PredictedAtoms_1">
            <a:extLst>
              <a:ext uri="{FF2B5EF4-FFF2-40B4-BE49-F238E27FC236}">
                <a16:creationId xmlns:a16="http://schemas.microsoft.com/office/drawing/2014/main" id="{FAAD9CBA-A2D7-43E1-990B-296DE9A9212A}"/>
              </a:ext>
            </a:extLst>
          </p:cNvPr>
          <p:cNvSpPr>
            <a:spLocks noGrp="1"/>
          </p:cNvSpPr>
          <p:nvPr/>
        </p:nvSpPr>
        <p:spPr>
          <a:xfrm>
            <a:off x="936432" y="29585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4" name="9ub7_3_official_PredictedAtoms_2">
            <a:extLst>
              <a:ext uri="{FF2B5EF4-FFF2-40B4-BE49-F238E27FC236}">
                <a16:creationId xmlns:a16="http://schemas.microsoft.com/office/drawing/2014/main" id="{8ADE44A2-5FBE-4103-B011-7E966D1826EA}"/>
              </a:ext>
            </a:extLst>
          </p:cNvPr>
          <p:cNvSpPr>
            <a:spLocks noGrp="1"/>
          </p:cNvSpPr>
          <p:nvPr/>
        </p:nvSpPr>
        <p:spPr>
          <a:xfrm>
            <a:off x="1052857" y="29893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5" name="9ub7_3_official_PredictedAtoms_3">
            <a:extLst>
              <a:ext uri="{FF2B5EF4-FFF2-40B4-BE49-F238E27FC236}">
                <a16:creationId xmlns:a16="http://schemas.microsoft.com/office/drawing/2014/main" id="{A1659609-4183-42AA-9BFE-0397D91239DB}"/>
              </a:ext>
            </a:extLst>
          </p:cNvPr>
          <p:cNvSpPr>
            <a:spLocks noGrp="1"/>
          </p:cNvSpPr>
          <p:nvPr/>
        </p:nvSpPr>
        <p:spPr>
          <a:xfrm>
            <a:off x="833825" y="30618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6" name="9ub7_3_official_PredictedAtoms_4">
            <a:extLst>
              <a:ext uri="{FF2B5EF4-FFF2-40B4-BE49-F238E27FC236}">
                <a16:creationId xmlns:a16="http://schemas.microsoft.com/office/drawing/2014/main" id="{4261D7F1-0E41-4F49-97D5-8897A32DB5BC}"/>
              </a:ext>
            </a:extLst>
          </p:cNvPr>
          <p:cNvSpPr>
            <a:spLocks noGrp="1"/>
          </p:cNvSpPr>
          <p:nvPr/>
        </p:nvSpPr>
        <p:spPr>
          <a:xfrm>
            <a:off x="883179" y="31899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7" name="9ub7_3_official_PredictedAtoms_5">
            <a:extLst>
              <a:ext uri="{FF2B5EF4-FFF2-40B4-BE49-F238E27FC236}">
                <a16:creationId xmlns:a16="http://schemas.microsoft.com/office/drawing/2014/main" id="{A7D28363-8B92-4DA7-B41F-CC20F662C9EB}"/>
              </a:ext>
            </a:extLst>
          </p:cNvPr>
          <p:cNvSpPr>
            <a:spLocks noGrp="1"/>
          </p:cNvSpPr>
          <p:nvPr/>
        </p:nvSpPr>
        <p:spPr>
          <a:xfrm>
            <a:off x="952021" y="32764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8" name="9ub7_3_official_PredictedAtoms_6">
            <a:extLst>
              <a:ext uri="{FF2B5EF4-FFF2-40B4-BE49-F238E27FC236}">
                <a16:creationId xmlns:a16="http://schemas.microsoft.com/office/drawing/2014/main" id="{D64A0C44-EF09-43F8-BAB9-0E5389FC0AD0}"/>
              </a:ext>
            </a:extLst>
          </p:cNvPr>
          <p:cNvSpPr>
            <a:spLocks noGrp="1"/>
          </p:cNvSpPr>
          <p:nvPr/>
        </p:nvSpPr>
        <p:spPr>
          <a:xfrm>
            <a:off x="923792" y="32673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9" name="9ub7_3_official_PredictedAtoms_7">
            <a:extLst>
              <a:ext uri="{FF2B5EF4-FFF2-40B4-BE49-F238E27FC236}">
                <a16:creationId xmlns:a16="http://schemas.microsoft.com/office/drawing/2014/main" id="{31E054F1-4B72-4347-A5E5-2CF79F26D64C}"/>
              </a:ext>
            </a:extLst>
          </p:cNvPr>
          <p:cNvSpPr>
            <a:spLocks noGrp="1"/>
          </p:cNvSpPr>
          <p:nvPr/>
        </p:nvSpPr>
        <p:spPr>
          <a:xfrm>
            <a:off x="1043954" y="33651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0" name="9ub7_3_official_PredictedAtoms_8">
            <a:extLst>
              <a:ext uri="{FF2B5EF4-FFF2-40B4-BE49-F238E27FC236}">
                <a16:creationId xmlns:a16="http://schemas.microsoft.com/office/drawing/2014/main" id="{21685886-3BEE-4C06-8CFB-FD08C82053E4}"/>
              </a:ext>
            </a:extLst>
          </p:cNvPr>
          <p:cNvSpPr>
            <a:spLocks noGrp="1"/>
          </p:cNvSpPr>
          <p:nvPr/>
        </p:nvSpPr>
        <p:spPr>
          <a:xfrm>
            <a:off x="1155728" y="34322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1" name="9ub7_3_official_PredictedAtoms_9">
            <a:extLst>
              <a:ext uri="{FF2B5EF4-FFF2-40B4-BE49-F238E27FC236}">
                <a16:creationId xmlns:a16="http://schemas.microsoft.com/office/drawing/2014/main" id="{206F50B0-B814-472F-B4BE-7E1EFF197FC5}"/>
              </a:ext>
            </a:extLst>
          </p:cNvPr>
          <p:cNvSpPr>
            <a:spLocks noGrp="1"/>
          </p:cNvSpPr>
          <p:nvPr/>
        </p:nvSpPr>
        <p:spPr>
          <a:xfrm>
            <a:off x="1220312" y="33574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2" name="9ub7_3_official_PredictedAtoms_10">
            <a:extLst>
              <a:ext uri="{FF2B5EF4-FFF2-40B4-BE49-F238E27FC236}">
                <a16:creationId xmlns:a16="http://schemas.microsoft.com/office/drawing/2014/main" id="{A9D8F582-10EB-427F-98A6-44FBF62A8610}"/>
              </a:ext>
            </a:extLst>
          </p:cNvPr>
          <p:cNvSpPr>
            <a:spLocks noGrp="1"/>
          </p:cNvSpPr>
          <p:nvPr/>
        </p:nvSpPr>
        <p:spPr>
          <a:xfrm>
            <a:off x="1361646" y="33583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3" name="9ub7_3_official_PredictedAtoms_11">
            <a:extLst>
              <a:ext uri="{FF2B5EF4-FFF2-40B4-BE49-F238E27FC236}">
                <a16:creationId xmlns:a16="http://schemas.microsoft.com/office/drawing/2014/main" id="{8F2A3AC7-3E7B-4DED-8642-7D1232FA27B3}"/>
              </a:ext>
            </a:extLst>
          </p:cNvPr>
          <p:cNvSpPr>
            <a:spLocks noGrp="1"/>
          </p:cNvSpPr>
          <p:nvPr/>
        </p:nvSpPr>
        <p:spPr>
          <a:xfrm>
            <a:off x="1436060" y="33547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4" name="9ub7_3_official_PredictedAtoms_12">
            <a:extLst>
              <a:ext uri="{FF2B5EF4-FFF2-40B4-BE49-F238E27FC236}">
                <a16:creationId xmlns:a16="http://schemas.microsoft.com/office/drawing/2014/main" id="{77220D7F-4C51-4150-ADDE-BC2CEEC3D4FA}"/>
              </a:ext>
            </a:extLst>
          </p:cNvPr>
          <p:cNvSpPr>
            <a:spLocks noGrp="1"/>
          </p:cNvSpPr>
          <p:nvPr/>
        </p:nvSpPr>
        <p:spPr>
          <a:xfrm>
            <a:off x="1572169" y="33123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5" name="9ub7_3_official_PredictedAtoms_13">
            <a:extLst>
              <a:ext uri="{FF2B5EF4-FFF2-40B4-BE49-F238E27FC236}">
                <a16:creationId xmlns:a16="http://schemas.microsoft.com/office/drawing/2014/main" id="{08D73E7A-7138-4025-A6A1-A698D85A028B}"/>
              </a:ext>
            </a:extLst>
          </p:cNvPr>
          <p:cNvSpPr>
            <a:spLocks noGrp="1"/>
          </p:cNvSpPr>
          <p:nvPr/>
        </p:nvSpPr>
        <p:spPr>
          <a:xfrm>
            <a:off x="1640721" y="33147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6" name="9ub7_3_official_PredictedAtoms_14">
            <a:extLst>
              <a:ext uri="{FF2B5EF4-FFF2-40B4-BE49-F238E27FC236}">
                <a16:creationId xmlns:a16="http://schemas.microsoft.com/office/drawing/2014/main" id="{DD18ADF1-6E20-432F-A99B-150639C0EFCC}"/>
              </a:ext>
            </a:extLst>
          </p:cNvPr>
          <p:cNvSpPr>
            <a:spLocks noGrp="1"/>
          </p:cNvSpPr>
          <p:nvPr/>
        </p:nvSpPr>
        <p:spPr>
          <a:xfrm>
            <a:off x="1565016" y="33484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7" name="9ub7_3_official_PredictedAtoms_15">
            <a:extLst>
              <a:ext uri="{FF2B5EF4-FFF2-40B4-BE49-F238E27FC236}">
                <a16:creationId xmlns:a16="http://schemas.microsoft.com/office/drawing/2014/main" id="{B24BC9EB-9A87-4A40-BCBB-33207BC91B6C}"/>
              </a:ext>
            </a:extLst>
          </p:cNvPr>
          <p:cNvSpPr>
            <a:spLocks noGrp="1"/>
          </p:cNvSpPr>
          <p:nvPr/>
        </p:nvSpPr>
        <p:spPr>
          <a:xfrm>
            <a:off x="1640195" y="33378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8" name="9ub7_3_official_PredictedAtoms_16">
            <a:extLst>
              <a:ext uri="{FF2B5EF4-FFF2-40B4-BE49-F238E27FC236}">
                <a16:creationId xmlns:a16="http://schemas.microsoft.com/office/drawing/2014/main" id="{A1930931-7815-4E1D-8048-D61B8545080C}"/>
              </a:ext>
            </a:extLst>
          </p:cNvPr>
          <p:cNvSpPr>
            <a:spLocks noGrp="1"/>
          </p:cNvSpPr>
          <p:nvPr/>
        </p:nvSpPr>
        <p:spPr>
          <a:xfrm>
            <a:off x="1775257" y="33750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9" name="9ub7_3_official_PredictedAtoms_17">
            <a:extLst>
              <a:ext uri="{FF2B5EF4-FFF2-40B4-BE49-F238E27FC236}">
                <a16:creationId xmlns:a16="http://schemas.microsoft.com/office/drawing/2014/main" id="{30F7BF7E-5FA1-4B83-9EA6-E9B6C8490A6F}"/>
              </a:ext>
            </a:extLst>
          </p:cNvPr>
          <p:cNvSpPr>
            <a:spLocks noGrp="1"/>
          </p:cNvSpPr>
          <p:nvPr/>
        </p:nvSpPr>
        <p:spPr>
          <a:xfrm>
            <a:off x="1865179" y="33240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0" name="9ub7_3_official_PredictedAtoms_18">
            <a:extLst>
              <a:ext uri="{FF2B5EF4-FFF2-40B4-BE49-F238E27FC236}">
                <a16:creationId xmlns:a16="http://schemas.microsoft.com/office/drawing/2014/main" id="{BEE980DD-F29E-4516-B129-A9F97B33E570}"/>
              </a:ext>
            </a:extLst>
          </p:cNvPr>
          <p:cNvSpPr>
            <a:spLocks noGrp="1"/>
          </p:cNvSpPr>
          <p:nvPr/>
        </p:nvSpPr>
        <p:spPr>
          <a:xfrm>
            <a:off x="1931616" y="321637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1" name="9ub7_3_official_PredictedAtoms_19">
            <a:extLst>
              <a:ext uri="{FF2B5EF4-FFF2-40B4-BE49-F238E27FC236}">
                <a16:creationId xmlns:a16="http://schemas.microsoft.com/office/drawing/2014/main" id="{E812F61F-4162-48B7-AEC0-60583E41D67F}"/>
              </a:ext>
            </a:extLst>
          </p:cNvPr>
          <p:cNvSpPr>
            <a:spLocks noGrp="1"/>
          </p:cNvSpPr>
          <p:nvPr/>
        </p:nvSpPr>
        <p:spPr>
          <a:xfrm>
            <a:off x="1977033" y="33977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2" name="9ub7_3_official_PredictedAtoms_20">
            <a:extLst>
              <a:ext uri="{FF2B5EF4-FFF2-40B4-BE49-F238E27FC236}">
                <a16:creationId xmlns:a16="http://schemas.microsoft.com/office/drawing/2014/main" id="{08ED77BF-E57A-48C3-A3F2-2B7CBE5CFD36}"/>
              </a:ext>
            </a:extLst>
          </p:cNvPr>
          <p:cNvSpPr>
            <a:spLocks noGrp="1"/>
          </p:cNvSpPr>
          <p:nvPr/>
        </p:nvSpPr>
        <p:spPr>
          <a:xfrm>
            <a:off x="2041535" y="35096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3" name="9ub7_3_official_PredictedAtoms_21">
            <a:extLst>
              <a:ext uri="{FF2B5EF4-FFF2-40B4-BE49-F238E27FC236}">
                <a16:creationId xmlns:a16="http://schemas.microsoft.com/office/drawing/2014/main" id="{C7E1E7F3-38C1-45BD-A7BB-5E2F2F952288}"/>
              </a:ext>
            </a:extLst>
          </p:cNvPr>
          <p:cNvSpPr>
            <a:spLocks noGrp="1"/>
          </p:cNvSpPr>
          <p:nvPr/>
        </p:nvSpPr>
        <p:spPr>
          <a:xfrm>
            <a:off x="2181225" y="35482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4" name="9ub7_3_official_PredictedAtoms_22">
            <a:extLst>
              <a:ext uri="{FF2B5EF4-FFF2-40B4-BE49-F238E27FC236}">
                <a16:creationId xmlns:a16="http://schemas.microsoft.com/office/drawing/2014/main" id="{2800D24A-B200-49E1-AF0C-CF12AD1408A9}"/>
              </a:ext>
            </a:extLst>
          </p:cNvPr>
          <p:cNvSpPr>
            <a:spLocks noGrp="1"/>
          </p:cNvSpPr>
          <p:nvPr/>
        </p:nvSpPr>
        <p:spPr>
          <a:xfrm>
            <a:off x="1962336" y="36202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5" name="9ub7_3_official_PredictedAtoms_23">
            <a:extLst>
              <a:ext uri="{FF2B5EF4-FFF2-40B4-BE49-F238E27FC236}">
                <a16:creationId xmlns:a16="http://schemas.microsoft.com/office/drawing/2014/main" id="{EE9594A8-863B-46EB-808F-521D8663A00C}"/>
              </a:ext>
            </a:extLst>
          </p:cNvPr>
          <p:cNvSpPr>
            <a:spLocks noGrp="1"/>
          </p:cNvSpPr>
          <p:nvPr/>
        </p:nvSpPr>
        <p:spPr>
          <a:xfrm>
            <a:off x="1840380" y="36576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6" name="9ub7_3_official_PredictedAtoms_24">
            <a:extLst>
              <a:ext uri="{FF2B5EF4-FFF2-40B4-BE49-F238E27FC236}">
                <a16:creationId xmlns:a16="http://schemas.microsoft.com/office/drawing/2014/main" id="{7B94BAF3-A5FD-4B35-AD21-15B8D54E67D1}"/>
              </a:ext>
            </a:extLst>
          </p:cNvPr>
          <p:cNvSpPr>
            <a:spLocks noGrp="1"/>
          </p:cNvSpPr>
          <p:nvPr/>
        </p:nvSpPr>
        <p:spPr>
          <a:xfrm>
            <a:off x="1790447" y="37949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7" name="9ub7_3_official_PredictedAtoms_25">
            <a:extLst>
              <a:ext uri="{FF2B5EF4-FFF2-40B4-BE49-F238E27FC236}">
                <a16:creationId xmlns:a16="http://schemas.microsoft.com/office/drawing/2014/main" id="{9AD4C175-1ECB-48BF-83F1-551FBDF365CE}"/>
              </a:ext>
            </a:extLst>
          </p:cNvPr>
          <p:cNvSpPr>
            <a:spLocks noGrp="1"/>
          </p:cNvSpPr>
          <p:nvPr/>
        </p:nvSpPr>
        <p:spPr>
          <a:xfrm>
            <a:off x="1671318" y="38257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8" name="9ub7_3_official_PredictedAtoms_27">
            <a:extLst>
              <a:ext uri="{FF2B5EF4-FFF2-40B4-BE49-F238E27FC236}">
                <a16:creationId xmlns:a16="http://schemas.microsoft.com/office/drawing/2014/main" id="{689DCD1B-9A62-4D42-947C-AA00F1F05F18}"/>
              </a:ext>
            </a:extLst>
          </p:cNvPr>
          <p:cNvSpPr>
            <a:spLocks noGrp="1"/>
          </p:cNvSpPr>
          <p:nvPr/>
        </p:nvSpPr>
        <p:spPr>
          <a:xfrm>
            <a:off x="1579439" y="37156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19" name="9ub7_3_official_PredictedAtoms_28">
            <a:extLst>
              <a:ext uri="{FF2B5EF4-FFF2-40B4-BE49-F238E27FC236}">
                <a16:creationId xmlns:a16="http://schemas.microsoft.com/office/drawing/2014/main" id="{60C7F20E-2F4C-4280-AAD3-5CE020BF937B}"/>
              </a:ext>
            </a:extLst>
          </p:cNvPr>
          <p:cNvSpPr>
            <a:spLocks noGrp="1"/>
          </p:cNvSpPr>
          <p:nvPr/>
        </p:nvSpPr>
        <p:spPr>
          <a:xfrm>
            <a:off x="1988386" y="33529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0" name="9ub7_3_official_PredictedAtoms_29">
            <a:extLst>
              <a:ext uri="{FF2B5EF4-FFF2-40B4-BE49-F238E27FC236}">
                <a16:creationId xmlns:a16="http://schemas.microsoft.com/office/drawing/2014/main" id="{46A6502B-289B-471A-A092-49E697349136}"/>
              </a:ext>
            </a:extLst>
          </p:cNvPr>
          <p:cNvSpPr>
            <a:spLocks noGrp="1"/>
          </p:cNvSpPr>
          <p:nvPr/>
        </p:nvSpPr>
        <p:spPr>
          <a:xfrm>
            <a:off x="1867141" y="32817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1" name="9ub7_3_official_PredictedAtoms_30">
            <a:extLst>
              <a:ext uri="{FF2B5EF4-FFF2-40B4-BE49-F238E27FC236}">
                <a16:creationId xmlns:a16="http://schemas.microsoft.com/office/drawing/2014/main" id="{11D2CD2F-91CB-4C79-8934-ECA893EC77D1}"/>
              </a:ext>
            </a:extLst>
          </p:cNvPr>
          <p:cNvSpPr>
            <a:spLocks noGrp="1"/>
          </p:cNvSpPr>
          <p:nvPr/>
        </p:nvSpPr>
        <p:spPr>
          <a:xfrm>
            <a:off x="1781059" y="32876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2" name="9ub7_3_official_PredictedAtoms_31">
            <a:extLst>
              <a:ext uri="{FF2B5EF4-FFF2-40B4-BE49-F238E27FC236}">
                <a16:creationId xmlns:a16="http://schemas.microsoft.com/office/drawing/2014/main" id="{A444F423-F929-4319-B76F-AFB5EB0DD1D0}"/>
              </a:ext>
            </a:extLst>
          </p:cNvPr>
          <p:cNvSpPr>
            <a:spLocks noGrp="1"/>
          </p:cNvSpPr>
          <p:nvPr/>
        </p:nvSpPr>
        <p:spPr>
          <a:xfrm>
            <a:off x="1420048" y="33560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3" name="9ub7_3_official_PredictedAtoms_32">
            <a:extLst>
              <a:ext uri="{FF2B5EF4-FFF2-40B4-BE49-F238E27FC236}">
                <a16:creationId xmlns:a16="http://schemas.microsoft.com/office/drawing/2014/main" id="{19205514-41BC-412B-AD47-F3A119EBD7E5}"/>
              </a:ext>
            </a:extLst>
          </p:cNvPr>
          <p:cNvSpPr>
            <a:spLocks noGrp="1"/>
          </p:cNvSpPr>
          <p:nvPr/>
        </p:nvSpPr>
        <p:spPr>
          <a:xfrm>
            <a:off x="1376920" y="32368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4" name="9ub7_3_official_PredictedAtoms_33">
            <a:extLst>
              <a:ext uri="{FF2B5EF4-FFF2-40B4-BE49-F238E27FC236}">
                <a16:creationId xmlns:a16="http://schemas.microsoft.com/office/drawing/2014/main" id="{96AA1F54-2B4E-44DD-9726-9D2C900C70D8}"/>
              </a:ext>
            </a:extLst>
          </p:cNvPr>
          <p:cNvSpPr>
            <a:spLocks noGrp="1"/>
          </p:cNvSpPr>
          <p:nvPr/>
        </p:nvSpPr>
        <p:spPr>
          <a:xfrm>
            <a:off x="1371492" y="34667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5" name="9ub7_3_official_PredictedAtoms_34">
            <a:extLst>
              <a:ext uri="{FF2B5EF4-FFF2-40B4-BE49-F238E27FC236}">
                <a16:creationId xmlns:a16="http://schemas.microsoft.com/office/drawing/2014/main" id="{AC2F766A-C75D-4BD4-A492-A3AC92D93CCF}"/>
              </a:ext>
            </a:extLst>
          </p:cNvPr>
          <p:cNvSpPr>
            <a:spLocks noGrp="1"/>
          </p:cNvSpPr>
          <p:nvPr/>
        </p:nvSpPr>
        <p:spPr>
          <a:xfrm>
            <a:off x="1232863" y="34977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26" name="stage3-cases-density_16">
            <a:extLst>
              <a:ext uri="{FF2B5EF4-FFF2-40B4-BE49-F238E27FC236}">
                <a16:creationId xmlns:a16="http://schemas.microsoft.com/office/drawing/2014/main" id="{F038F56E-BAE8-4145-B02F-D7B451AEEC14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4.66 Å   D 46%   Clash 0</a:t>
            </a:r>
          </a:p>
        </p:txBody>
      </p:sp>
      <p:sp>
        <p:nvSpPr>
          <p:cNvPr id="427" name="9ub7_3_tuned_Receptor">
            <a:extLst>
              <a:ext uri="{FF2B5EF4-FFF2-40B4-BE49-F238E27FC236}">
                <a16:creationId xmlns:a16="http://schemas.microsoft.com/office/drawing/2014/main" id="{B7FB18DF-389C-436F-825F-F465C166B9B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428" name="9ub7_3_tuned_ExperimentalDensity">
            <a:extLst>
              <a:ext uri="{FF2B5EF4-FFF2-40B4-BE49-F238E27FC236}">
                <a16:creationId xmlns:a16="http://schemas.microsoft.com/office/drawing/2014/main" id="{6F95C9A9-6BA5-40BF-8750-0D7809689D0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29" name="9ub7_3_tuned_ReferenceLigand_0">
            <a:extLst>
              <a:ext uri="{FF2B5EF4-FFF2-40B4-BE49-F238E27FC236}">
                <a16:creationId xmlns:a16="http://schemas.microsoft.com/office/drawing/2014/main" id="{936402AA-C46E-4D96-A6E0-A4517AE1F21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9ub7_3_tuned_ReferenceLigand_1">
            <a:extLst>
              <a:ext uri="{FF2B5EF4-FFF2-40B4-BE49-F238E27FC236}">
                <a16:creationId xmlns:a16="http://schemas.microsoft.com/office/drawing/2014/main" id="{B10B2B13-E393-462F-BFE6-63DBD063A94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1" name="9ub7_3_tuned_ReferenceLigand_2">
            <a:extLst>
              <a:ext uri="{FF2B5EF4-FFF2-40B4-BE49-F238E27FC236}">
                <a16:creationId xmlns:a16="http://schemas.microsoft.com/office/drawing/2014/main" id="{9F2778B8-C34A-43A9-9473-4E77CB33F9B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2" name="9ub7_3_tuned_ReferenceLigand_3">
            <a:extLst>
              <a:ext uri="{FF2B5EF4-FFF2-40B4-BE49-F238E27FC236}">
                <a16:creationId xmlns:a16="http://schemas.microsoft.com/office/drawing/2014/main" id="{632A107C-957F-4F25-8D78-48F61E15019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3" name="9ub7_3_tuned_ReferenceLigand_4">
            <a:extLst>
              <a:ext uri="{FF2B5EF4-FFF2-40B4-BE49-F238E27FC236}">
                <a16:creationId xmlns:a16="http://schemas.microsoft.com/office/drawing/2014/main" id="{01C81C7B-361A-403C-88D5-FE4609748C4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4" name="9ub7_3_tuned_ReferenceLigand_5">
            <a:extLst>
              <a:ext uri="{FF2B5EF4-FFF2-40B4-BE49-F238E27FC236}">
                <a16:creationId xmlns:a16="http://schemas.microsoft.com/office/drawing/2014/main" id="{DDEE9CD0-1500-4CC1-B4FF-06D21A06481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5" name="9ub7_3_tuned_ReferenceLigand_6">
            <a:extLst>
              <a:ext uri="{FF2B5EF4-FFF2-40B4-BE49-F238E27FC236}">
                <a16:creationId xmlns:a16="http://schemas.microsoft.com/office/drawing/2014/main" id="{57D6B62B-8376-4847-BFD9-C17B7497EE9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6" name="9ub7_3_tuned_ReferenceLigand_7">
            <a:extLst>
              <a:ext uri="{FF2B5EF4-FFF2-40B4-BE49-F238E27FC236}">
                <a16:creationId xmlns:a16="http://schemas.microsoft.com/office/drawing/2014/main" id="{C93515D3-739D-4B7A-A070-5043172E252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7" name="9ub7_3_tuned_ReferenceLigand_8">
            <a:extLst>
              <a:ext uri="{FF2B5EF4-FFF2-40B4-BE49-F238E27FC236}">
                <a16:creationId xmlns:a16="http://schemas.microsoft.com/office/drawing/2014/main" id="{BA90B7BF-C08B-4D6D-987F-4286E9E72D0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8" name="9ub7_3_tuned_ReferenceLigand_9">
            <a:extLst>
              <a:ext uri="{FF2B5EF4-FFF2-40B4-BE49-F238E27FC236}">
                <a16:creationId xmlns:a16="http://schemas.microsoft.com/office/drawing/2014/main" id="{0353B1E3-7B67-45CC-A0DB-A4CFBA04C75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9" name="9ub7_3_tuned_ReferenceLigand_10">
            <a:extLst>
              <a:ext uri="{FF2B5EF4-FFF2-40B4-BE49-F238E27FC236}">
                <a16:creationId xmlns:a16="http://schemas.microsoft.com/office/drawing/2014/main" id="{1B896A9C-77DF-49CF-8719-AA5E12FFA7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0" name="9ub7_3_tuned_ReferenceLigand_11">
            <a:extLst>
              <a:ext uri="{FF2B5EF4-FFF2-40B4-BE49-F238E27FC236}">
                <a16:creationId xmlns:a16="http://schemas.microsoft.com/office/drawing/2014/main" id="{4C8742E0-AB6C-44C5-82E9-11BDE6F6BB2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1" name="9ub7_3_tuned_ReferenceLigand_12">
            <a:extLst>
              <a:ext uri="{FF2B5EF4-FFF2-40B4-BE49-F238E27FC236}">
                <a16:creationId xmlns:a16="http://schemas.microsoft.com/office/drawing/2014/main" id="{96669790-F562-404B-B354-2D19FCD999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2" name="9ub7_3_tuned_ReferenceLigand_13">
            <a:extLst>
              <a:ext uri="{FF2B5EF4-FFF2-40B4-BE49-F238E27FC236}">
                <a16:creationId xmlns:a16="http://schemas.microsoft.com/office/drawing/2014/main" id="{D1AF3F59-B4FA-4C82-8A22-B6399E9C57E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3" name="9ub7_3_tuned_ReferenceLigand_14">
            <a:extLst>
              <a:ext uri="{FF2B5EF4-FFF2-40B4-BE49-F238E27FC236}">
                <a16:creationId xmlns:a16="http://schemas.microsoft.com/office/drawing/2014/main" id="{A6E58DA9-C1D4-4798-926A-D68AB66863D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4" name="9ub7_3_tuned_ReferenceLigand_15">
            <a:extLst>
              <a:ext uri="{FF2B5EF4-FFF2-40B4-BE49-F238E27FC236}">
                <a16:creationId xmlns:a16="http://schemas.microsoft.com/office/drawing/2014/main" id="{18160ABA-FFFC-453D-BD52-1D932CE18A5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5" name="9ub7_3_tuned_ReferenceLigand_16">
            <a:extLst>
              <a:ext uri="{FF2B5EF4-FFF2-40B4-BE49-F238E27FC236}">
                <a16:creationId xmlns:a16="http://schemas.microsoft.com/office/drawing/2014/main" id="{DFBEEC12-421F-479C-B10E-6F03C6B216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6" name="9ub7_3_tuned_ReferenceLigand_17">
            <a:extLst>
              <a:ext uri="{FF2B5EF4-FFF2-40B4-BE49-F238E27FC236}">
                <a16:creationId xmlns:a16="http://schemas.microsoft.com/office/drawing/2014/main" id="{2B1B3DC5-15C6-4F75-BAEC-8D232B74CA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7" name="9ub7_3_tuned_ReferenceLigand_18">
            <a:extLst>
              <a:ext uri="{FF2B5EF4-FFF2-40B4-BE49-F238E27FC236}">
                <a16:creationId xmlns:a16="http://schemas.microsoft.com/office/drawing/2014/main" id="{BB2FC30A-8E75-42C2-A0D8-B488C23201A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8" name="9ub7_3_tuned_ReferenceLigand_19">
            <a:extLst>
              <a:ext uri="{FF2B5EF4-FFF2-40B4-BE49-F238E27FC236}">
                <a16:creationId xmlns:a16="http://schemas.microsoft.com/office/drawing/2014/main" id="{2643F62A-0524-4BF0-98C7-673ED82021D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9" name="9ub7_3_tuned_ReferenceLigand_20">
            <a:extLst>
              <a:ext uri="{FF2B5EF4-FFF2-40B4-BE49-F238E27FC236}">
                <a16:creationId xmlns:a16="http://schemas.microsoft.com/office/drawing/2014/main" id="{A0274FAC-0419-40B8-98C5-32F18064F2B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0" name="9ub7_3_tuned_ReferenceLigand_21">
            <a:extLst>
              <a:ext uri="{FF2B5EF4-FFF2-40B4-BE49-F238E27FC236}">
                <a16:creationId xmlns:a16="http://schemas.microsoft.com/office/drawing/2014/main" id="{012AF2E1-2E4A-4B1E-8F94-35268632139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1" name="9ub7_3_tuned_ReferenceLigand_22">
            <a:extLst>
              <a:ext uri="{FF2B5EF4-FFF2-40B4-BE49-F238E27FC236}">
                <a16:creationId xmlns:a16="http://schemas.microsoft.com/office/drawing/2014/main" id="{453AAB73-717E-4B43-AA8F-04F7E34418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2" name="9ub7_3_tuned_ReferenceLigand_23">
            <a:extLst>
              <a:ext uri="{FF2B5EF4-FFF2-40B4-BE49-F238E27FC236}">
                <a16:creationId xmlns:a16="http://schemas.microsoft.com/office/drawing/2014/main" id="{A917F604-513A-4224-8BA3-7D0EE3AC48C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3" name="9ub7_3_tuned_ReferenceLigand_24">
            <a:extLst>
              <a:ext uri="{FF2B5EF4-FFF2-40B4-BE49-F238E27FC236}">
                <a16:creationId xmlns:a16="http://schemas.microsoft.com/office/drawing/2014/main" id="{C6218FAE-72B3-4039-9DEA-819E6664EDD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4" name="9ub7_3_tuned_ReferenceLigand_25">
            <a:extLst>
              <a:ext uri="{FF2B5EF4-FFF2-40B4-BE49-F238E27FC236}">
                <a16:creationId xmlns:a16="http://schemas.microsoft.com/office/drawing/2014/main" id="{C749388A-81DE-4216-8401-B8BC777D405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5" name="9ub7_3_tuned_ReferenceLigand_26">
            <a:extLst>
              <a:ext uri="{FF2B5EF4-FFF2-40B4-BE49-F238E27FC236}">
                <a16:creationId xmlns:a16="http://schemas.microsoft.com/office/drawing/2014/main" id="{89CF8836-A26B-4B82-9A0E-7F6CE847D1D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6" name="9ub7_3_tuned_ReferenceLigand_27">
            <a:extLst>
              <a:ext uri="{FF2B5EF4-FFF2-40B4-BE49-F238E27FC236}">
                <a16:creationId xmlns:a16="http://schemas.microsoft.com/office/drawing/2014/main" id="{98BD670D-6A89-44E5-98E7-735D278EDDC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7" name="9ub7_3_tuned_ReferenceLigand_28">
            <a:extLst>
              <a:ext uri="{FF2B5EF4-FFF2-40B4-BE49-F238E27FC236}">
                <a16:creationId xmlns:a16="http://schemas.microsoft.com/office/drawing/2014/main" id="{488548C3-E12D-42E8-A052-50D7902224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8" name="9ub7_3_tuned_ReferenceLigand_29">
            <a:extLst>
              <a:ext uri="{FF2B5EF4-FFF2-40B4-BE49-F238E27FC236}">
                <a16:creationId xmlns:a16="http://schemas.microsoft.com/office/drawing/2014/main" id="{B6E5E064-5DBE-4E43-93B9-A68C3279BEE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9" name="9ub7_3_tuned_ReferenceLigand_30">
            <a:extLst>
              <a:ext uri="{FF2B5EF4-FFF2-40B4-BE49-F238E27FC236}">
                <a16:creationId xmlns:a16="http://schemas.microsoft.com/office/drawing/2014/main" id="{F9F4F8D3-4B77-4C40-B8CD-CA26B1B7E31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0" name="9ub7_3_tuned_ReferenceLigand_31">
            <a:extLst>
              <a:ext uri="{FF2B5EF4-FFF2-40B4-BE49-F238E27FC236}">
                <a16:creationId xmlns:a16="http://schemas.microsoft.com/office/drawing/2014/main" id="{EAC35053-1DB8-42B2-BF26-2098D149BA6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1" name="9ub7_3_tuned_ReferenceLigand_32">
            <a:extLst>
              <a:ext uri="{FF2B5EF4-FFF2-40B4-BE49-F238E27FC236}">
                <a16:creationId xmlns:a16="http://schemas.microsoft.com/office/drawing/2014/main" id="{3261CB2E-A96A-4374-817D-726212E72A8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2" name="9ub7_3_tuned_ReferenceLigand_33">
            <a:extLst>
              <a:ext uri="{FF2B5EF4-FFF2-40B4-BE49-F238E27FC236}">
                <a16:creationId xmlns:a16="http://schemas.microsoft.com/office/drawing/2014/main" id="{A4CA023A-1A19-443D-B8E9-DA669E0C96D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3" name="9ub7_3_tuned_ReferenceLigand_34">
            <a:extLst>
              <a:ext uri="{FF2B5EF4-FFF2-40B4-BE49-F238E27FC236}">
                <a16:creationId xmlns:a16="http://schemas.microsoft.com/office/drawing/2014/main" id="{28C0E8CB-8502-4E3C-98F9-7C5401C7AD0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4" name="9ub7_3_tuned_ReferenceLigand_35">
            <a:extLst>
              <a:ext uri="{FF2B5EF4-FFF2-40B4-BE49-F238E27FC236}">
                <a16:creationId xmlns:a16="http://schemas.microsoft.com/office/drawing/2014/main" id="{984472FD-6F1F-4A67-B583-64AEFE3895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5" name="9ub7_3_tuned_ReferenceLigand_36">
            <a:extLst>
              <a:ext uri="{FF2B5EF4-FFF2-40B4-BE49-F238E27FC236}">
                <a16:creationId xmlns:a16="http://schemas.microsoft.com/office/drawing/2014/main" id="{0202A93D-6073-4206-9F4E-BB5F4C34AAD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6" name="9ub7_3_tuned_ReferenceLigand_37">
            <a:extLst>
              <a:ext uri="{FF2B5EF4-FFF2-40B4-BE49-F238E27FC236}">
                <a16:creationId xmlns:a16="http://schemas.microsoft.com/office/drawing/2014/main" id="{AC09C0CE-39F7-4AD5-924F-085E69A8792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7" name="9ub7_3_tuned_PredictedLigand_0">
            <a:extLst>
              <a:ext uri="{FF2B5EF4-FFF2-40B4-BE49-F238E27FC236}">
                <a16:creationId xmlns:a16="http://schemas.microsoft.com/office/drawing/2014/main" id="{DD92DB65-AE44-427E-92D5-1386131D68C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858" y="746800"/>
                </a:moveTo>
                <a:lnTo>
                  <a:pt x="1535128" y="7812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8" name="9ub7_3_tuned_PredictedLigand_1">
            <a:extLst>
              <a:ext uri="{FF2B5EF4-FFF2-40B4-BE49-F238E27FC236}">
                <a16:creationId xmlns:a16="http://schemas.microsoft.com/office/drawing/2014/main" id="{F7BF5B02-8D56-42CD-94CC-7C644B26552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055" y="763539"/>
                </a:moveTo>
                <a:lnTo>
                  <a:pt x="927636" y="735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9" name="9ub7_3_tuned_PredictedLigand_2">
            <a:extLst>
              <a:ext uri="{FF2B5EF4-FFF2-40B4-BE49-F238E27FC236}">
                <a16:creationId xmlns:a16="http://schemas.microsoft.com/office/drawing/2014/main" id="{9981AFFB-C9FD-45CE-88E1-F3531654F34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393858" y="7468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0" name="9ub7_3_tuned_PredictedLigand_3">
            <a:extLst>
              <a:ext uri="{FF2B5EF4-FFF2-40B4-BE49-F238E27FC236}">
                <a16:creationId xmlns:a16="http://schemas.microsoft.com/office/drawing/2014/main" id="{5A2EA365-8481-4301-B9D2-0A63D8F919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128" y="781241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1" name="9ub7_3_tuned_PredictedLigand_4">
            <a:extLst>
              <a:ext uri="{FF2B5EF4-FFF2-40B4-BE49-F238E27FC236}">
                <a16:creationId xmlns:a16="http://schemas.microsoft.com/office/drawing/2014/main" id="{CC9E4EF8-5E35-4078-8F76-B802EF4FF43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639067" y="716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2" name="9ub7_3_tuned_PredictedLigand_5">
            <a:extLst>
              <a:ext uri="{FF2B5EF4-FFF2-40B4-BE49-F238E27FC236}">
                <a16:creationId xmlns:a16="http://schemas.microsoft.com/office/drawing/2014/main" id="{B57915CB-0A11-4364-9235-FBE3FBFD6BD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63055" y="7635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3" name="9ub7_3_tuned_PredictedLigand_6">
            <a:extLst>
              <a:ext uri="{FF2B5EF4-FFF2-40B4-BE49-F238E27FC236}">
                <a16:creationId xmlns:a16="http://schemas.microsoft.com/office/drawing/2014/main" id="{F8581B77-0FDB-4FBE-9B73-F2A4FE2A0CD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886395" y="7337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4" name="9ub7_3_tuned_PredictedLigand_7">
            <a:extLst>
              <a:ext uri="{FF2B5EF4-FFF2-40B4-BE49-F238E27FC236}">
                <a16:creationId xmlns:a16="http://schemas.microsoft.com/office/drawing/2014/main" id="{9FC53942-687F-496D-ACD3-F6537A6BC7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7545" y="848906"/>
                </a:moveTo>
                <a:lnTo>
                  <a:pt x="1157126" y="8066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5" name="9ub7_3_tuned_PredictedLigand_8">
            <a:extLst>
              <a:ext uri="{FF2B5EF4-FFF2-40B4-BE49-F238E27FC236}">
                <a16:creationId xmlns:a16="http://schemas.microsoft.com/office/drawing/2014/main" id="{D65DFE15-C3A4-4444-A830-B682809C1E2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636" y="735665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6" name="9ub7_3_tuned_PredictedLigand_9">
            <a:extLst>
              <a:ext uri="{FF2B5EF4-FFF2-40B4-BE49-F238E27FC236}">
                <a16:creationId xmlns:a16="http://schemas.microsoft.com/office/drawing/2014/main" id="{7E43905E-A404-4E75-BFD1-BDFC3E33C50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794" y="944446"/>
                </a:moveTo>
                <a:lnTo>
                  <a:pt x="1297545" y="8489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7" name="9ub7_3_tuned_PredictedLigand_10">
            <a:extLst>
              <a:ext uri="{FF2B5EF4-FFF2-40B4-BE49-F238E27FC236}">
                <a16:creationId xmlns:a16="http://schemas.microsoft.com/office/drawing/2014/main" id="{5CDCFB11-6751-43FD-964C-AE71320F88D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727708" y="9071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8" name="9ub7_3_tuned_PredictedLigand_11">
            <a:extLst>
              <a:ext uri="{FF2B5EF4-FFF2-40B4-BE49-F238E27FC236}">
                <a16:creationId xmlns:a16="http://schemas.microsoft.com/office/drawing/2014/main" id="{3E3ED982-806C-430C-B19F-DEC33A7F29D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850266" y="8262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9" name="9ub7_3_tuned_PredictedLigand_12">
            <a:extLst>
              <a:ext uri="{FF2B5EF4-FFF2-40B4-BE49-F238E27FC236}">
                <a16:creationId xmlns:a16="http://schemas.microsoft.com/office/drawing/2014/main" id="{BDC413E1-E94F-42AD-A3A1-6FB8141305A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587359" y="85042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0" name="9ub7_3_tuned_PredictedLigand_13">
            <a:extLst>
              <a:ext uri="{FF2B5EF4-FFF2-40B4-BE49-F238E27FC236}">
                <a16:creationId xmlns:a16="http://schemas.microsoft.com/office/drawing/2014/main" id="{9EE3C52A-A1CD-4F99-814C-60D246A176F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7046" y="819240"/>
                </a:moveTo>
                <a:lnTo>
                  <a:pt x="624674" y="7894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1" name="9ub7_3_tuned_PredictedLigand_14">
            <a:extLst>
              <a:ext uri="{FF2B5EF4-FFF2-40B4-BE49-F238E27FC236}">
                <a16:creationId xmlns:a16="http://schemas.microsoft.com/office/drawing/2014/main" id="{537CC351-BDDA-4A9B-BD6D-FCFD41A8489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4" y="789467"/>
                </a:moveTo>
                <a:lnTo>
                  <a:pt x="726022" y="84228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2" name="9ub7_3_tuned_PredictedLigand_15">
            <a:extLst>
              <a:ext uri="{FF2B5EF4-FFF2-40B4-BE49-F238E27FC236}">
                <a16:creationId xmlns:a16="http://schemas.microsoft.com/office/drawing/2014/main" id="{4D0BDBBC-BA91-4523-AC42-E6D4E42B03E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3" name="9ub7_3_tuned_PredictedLigand_16">
            <a:extLst>
              <a:ext uri="{FF2B5EF4-FFF2-40B4-BE49-F238E27FC236}">
                <a16:creationId xmlns:a16="http://schemas.microsoft.com/office/drawing/2014/main" id="{77DF8112-0F8F-44F4-AD64-9BDFE9F801C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6022" y="842280"/>
                </a:moveTo>
                <a:lnTo>
                  <a:pt x="854224" y="8580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4" name="9ub7_3_tuned_PredictedLigand_17">
            <a:extLst>
              <a:ext uri="{FF2B5EF4-FFF2-40B4-BE49-F238E27FC236}">
                <a16:creationId xmlns:a16="http://schemas.microsoft.com/office/drawing/2014/main" id="{DC2B924D-4A9A-47D2-B052-CBFCBF32299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514" y="97337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5" name="9ub7_3_tuned_PredictedLigand_18">
            <a:extLst>
              <a:ext uri="{FF2B5EF4-FFF2-40B4-BE49-F238E27FC236}">
                <a16:creationId xmlns:a16="http://schemas.microsoft.com/office/drawing/2014/main" id="{73B2BEB6-D055-449B-9EE8-6CC913BCDF4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08" y="907186"/>
                </a:moveTo>
                <a:lnTo>
                  <a:pt x="1727075" y="10306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6" name="9ub7_3_tuned_PredictedLigand_19">
            <a:extLst>
              <a:ext uri="{FF2B5EF4-FFF2-40B4-BE49-F238E27FC236}">
                <a16:creationId xmlns:a16="http://schemas.microsoft.com/office/drawing/2014/main" id="{7AAA5FE8-5305-4278-91D9-C6B5F8E3757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0266" y="826236"/>
                </a:moveTo>
                <a:lnTo>
                  <a:pt x="1967021" y="9132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7" name="9ub7_3_tuned_PredictedLigand_20">
            <a:extLst>
              <a:ext uri="{FF2B5EF4-FFF2-40B4-BE49-F238E27FC236}">
                <a16:creationId xmlns:a16="http://schemas.microsoft.com/office/drawing/2014/main" id="{54D78A0C-77B2-48FC-9DD4-74ADDEBE282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126" y="806685"/>
                </a:moveTo>
                <a:lnTo>
                  <a:pt x="1183902" y="68709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8" name="9ub7_3_tuned_PredictedLigand_21">
            <a:extLst>
              <a:ext uri="{FF2B5EF4-FFF2-40B4-BE49-F238E27FC236}">
                <a16:creationId xmlns:a16="http://schemas.microsoft.com/office/drawing/2014/main" id="{60169DF0-C572-43B8-9D1D-5D8C205A245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4224" y="858068"/>
                </a:moveTo>
                <a:lnTo>
                  <a:pt x="950636" y="9107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9" name="9ub7_3_tuned_PredictedLigand_22">
            <a:extLst>
              <a:ext uri="{FF2B5EF4-FFF2-40B4-BE49-F238E27FC236}">
                <a16:creationId xmlns:a16="http://schemas.microsoft.com/office/drawing/2014/main" id="{86B5688F-FEDE-4A1C-ABC0-CE340E3E464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7021" y="913291"/>
                </a:moveTo>
                <a:lnTo>
                  <a:pt x="2098760" y="843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0" name="9ub7_3_tuned_PredictedLigand_23">
            <a:extLst>
              <a:ext uri="{FF2B5EF4-FFF2-40B4-BE49-F238E27FC236}">
                <a16:creationId xmlns:a16="http://schemas.microsoft.com/office/drawing/2014/main" id="{B925020A-962D-45ED-8AEB-4587BDE0E09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677" y="1069370"/>
                </a:moveTo>
                <a:lnTo>
                  <a:pt x="1500514" y="9733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1" name="9ub7_3_tuned_PredictedLigand_24">
            <a:extLst>
              <a:ext uri="{FF2B5EF4-FFF2-40B4-BE49-F238E27FC236}">
                <a16:creationId xmlns:a16="http://schemas.microsoft.com/office/drawing/2014/main" id="{888D6444-1712-4F3F-9DD9-3905B17477D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7359" y="850425"/>
                </a:moveTo>
                <a:lnTo>
                  <a:pt x="1589386" y="7607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2" name="9ub7_3_tuned_PredictedLigand_25">
            <a:extLst>
              <a:ext uri="{FF2B5EF4-FFF2-40B4-BE49-F238E27FC236}">
                <a16:creationId xmlns:a16="http://schemas.microsoft.com/office/drawing/2014/main" id="{E55A5CD6-B187-4773-8B57-5B599A1A937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8613" y="1068463"/>
                </a:moveTo>
                <a:lnTo>
                  <a:pt x="1356794" y="9444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3" name="9ub7_3_tuned_PredictedLigand_26">
            <a:extLst>
              <a:ext uri="{FF2B5EF4-FFF2-40B4-BE49-F238E27FC236}">
                <a16:creationId xmlns:a16="http://schemas.microsoft.com/office/drawing/2014/main" id="{158BC342-2718-4DB7-98FD-220173A1DC7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8760" y="843970"/>
                </a:moveTo>
                <a:lnTo>
                  <a:pt x="2115885" y="706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4" name="9ub7_3_tuned_PredictedLigand_27">
            <a:extLst>
              <a:ext uri="{FF2B5EF4-FFF2-40B4-BE49-F238E27FC236}">
                <a16:creationId xmlns:a16="http://schemas.microsoft.com/office/drawing/2014/main" id="{3E05E31B-EF31-4A69-AC77-5D354DD0002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5924" y="929045"/>
                </a:moveTo>
                <a:lnTo>
                  <a:pt x="1147346" y="10403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5" name="9ub7_3_tuned_PredictedLigand_28">
            <a:extLst>
              <a:ext uri="{FF2B5EF4-FFF2-40B4-BE49-F238E27FC236}">
                <a16:creationId xmlns:a16="http://schemas.microsoft.com/office/drawing/2014/main" id="{DB3313A2-1BEA-4E13-96B6-0A530CE8155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075" y="1030636"/>
                </a:moveTo>
                <a:lnTo>
                  <a:pt x="1587677" y="10693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6" name="9ub7_3_tuned_PredictedLigand_29">
            <a:extLst>
              <a:ext uri="{FF2B5EF4-FFF2-40B4-BE49-F238E27FC236}">
                <a16:creationId xmlns:a16="http://schemas.microsoft.com/office/drawing/2014/main" id="{F4301883-CCA6-457A-AD5F-3BB358CCA2D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0636" y="910707"/>
                </a:moveTo>
                <a:lnTo>
                  <a:pt x="1085924" y="9290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7" name="9ub7_3_tuned_PredictedLigand_30">
            <a:extLst>
              <a:ext uri="{FF2B5EF4-FFF2-40B4-BE49-F238E27FC236}">
                <a16:creationId xmlns:a16="http://schemas.microsoft.com/office/drawing/2014/main" id="{A32C6800-5F71-4EC6-BEFD-211064A0395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346" y="1040307"/>
                </a:moveTo>
                <a:lnTo>
                  <a:pt x="1278613" y="10684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8" name="9ub7_3_tuned_PredictedLigand_31">
            <a:extLst>
              <a:ext uri="{FF2B5EF4-FFF2-40B4-BE49-F238E27FC236}">
                <a16:creationId xmlns:a16="http://schemas.microsoft.com/office/drawing/2014/main" id="{88C85C6C-A937-4733-B335-3225DBBADC1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3748" y="839094"/>
                </a:moveTo>
                <a:lnTo>
                  <a:pt x="487046" y="8192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9" name="9ub7_3_tuned_PredictedLigand_32">
            <a:extLst>
              <a:ext uri="{FF2B5EF4-FFF2-40B4-BE49-F238E27FC236}">
                <a16:creationId xmlns:a16="http://schemas.microsoft.com/office/drawing/2014/main" id="{C72545EC-BB01-41F1-8A48-5DD91A8B040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5885" y="706419"/>
                </a:moveTo>
                <a:lnTo>
                  <a:pt x="2242417" y="6956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0" name="9ub7_3_tuned_PredictedLigand_33">
            <a:extLst>
              <a:ext uri="{FF2B5EF4-FFF2-40B4-BE49-F238E27FC236}">
                <a16:creationId xmlns:a16="http://schemas.microsoft.com/office/drawing/2014/main" id="{42118D97-B401-42B4-9305-EC9A9010EC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260339" y="9395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1" name="9ub7_3_tuned_PredictedLigand_34">
            <a:extLst>
              <a:ext uri="{FF2B5EF4-FFF2-40B4-BE49-F238E27FC236}">
                <a16:creationId xmlns:a16="http://schemas.microsoft.com/office/drawing/2014/main" id="{6CFA1703-1344-4FA6-8E2F-613928318AF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3435" y="860288"/>
                </a:moveTo>
                <a:lnTo>
                  <a:pt x="473748" y="8390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2" name="9ub7_3_tuned_PredictedLigand_35">
            <a:extLst>
              <a:ext uri="{FF2B5EF4-FFF2-40B4-BE49-F238E27FC236}">
                <a16:creationId xmlns:a16="http://schemas.microsoft.com/office/drawing/2014/main" id="{A1B216E4-A781-459C-BD26-1655327A57E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71419" y="5510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3" name="9ub7_3_tuned_PredictedLigand_36">
            <a:extLst>
              <a:ext uri="{FF2B5EF4-FFF2-40B4-BE49-F238E27FC236}">
                <a16:creationId xmlns:a16="http://schemas.microsoft.com/office/drawing/2014/main" id="{EA2B3A14-361D-4281-90EE-7580EFB6E06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2417" y="695618"/>
                </a:moveTo>
                <a:lnTo>
                  <a:pt x="2232447" y="7838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4" name="9ub7_3_tuned_PredictedLigand_37">
            <a:extLst>
              <a:ext uri="{FF2B5EF4-FFF2-40B4-BE49-F238E27FC236}">
                <a16:creationId xmlns:a16="http://schemas.microsoft.com/office/drawing/2014/main" id="{5A8964C6-F54F-4354-83BB-7F835E02A2F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7396" y="789714"/>
                </a:moveTo>
                <a:lnTo>
                  <a:pt x="333435" y="860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505" name="9ub7_3_tuned_PredictedAtoms_0">
            <a:extLst>
              <a:ext uri="{FF2B5EF4-FFF2-40B4-BE49-F238E27FC236}">
                <a16:creationId xmlns:a16="http://schemas.microsoft.com/office/drawing/2014/main" id="{783BAD50-F8E9-4735-9E9C-B53ADC3BFD81}"/>
              </a:ext>
            </a:extLst>
          </p:cNvPr>
          <p:cNvSpPr>
            <a:spLocks noGrp="1"/>
          </p:cNvSpPr>
          <p:nvPr/>
        </p:nvSpPr>
        <p:spPr>
          <a:xfrm>
            <a:off x="3471604" y="33547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6" name="9ub7_3_tuned_PredictedAtoms_1">
            <a:extLst>
              <a:ext uri="{FF2B5EF4-FFF2-40B4-BE49-F238E27FC236}">
                <a16:creationId xmlns:a16="http://schemas.microsoft.com/office/drawing/2014/main" id="{F82EAEC1-74AF-4313-95C2-115EE6B970C7}"/>
              </a:ext>
            </a:extLst>
          </p:cNvPr>
          <p:cNvSpPr>
            <a:spLocks noGrp="1"/>
          </p:cNvSpPr>
          <p:nvPr/>
        </p:nvSpPr>
        <p:spPr>
          <a:xfrm>
            <a:off x="3517643" y="34253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7" name="9ub7_3_tuned_PredictedAtoms_2">
            <a:extLst>
              <a:ext uri="{FF2B5EF4-FFF2-40B4-BE49-F238E27FC236}">
                <a16:creationId xmlns:a16="http://schemas.microsoft.com/office/drawing/2014/main" id="{70DAA2C8-A906-46F1-885A-7F75C336D87C}"/>
              </a:ext>
            </a:extLst>
          </p:cNvPr>
          <p:cNvSpPr>
            <a:spLocks noGrp="1"/>
          </p:cNvSpPr>
          <p:nvPr/>
        </p:nvSpPr>
        <p:spPr>
          <a:xfrm>
            <a:off x="3444546" y="35046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8" name="9ub7_3_tuned_PredictedAtoms_3">
            <a:extLst>
              <a:ext uri="{FF2B5EF4-FFF2-40B4-BE49-F238E27FC236}">
                <a16:creationId xmlns:a16="http://schemas.microsoft.com/office/drawing/2014/main" id="{E18EBFB9-B8A3-405E-B796-F702D6E8EA6A}"/>
              </a:ext>
            </a:extLst>
          </p:cNvPr>
          <p:cNvSpPr>
            <a:spLocks noGrp="1"/>
          </p:cNvSpPr>
          <p:nvPr/>
        </p:nvSpPr>
        <p:spPr>
          <a:xfrm>
            <a:off x="3657955" y="340417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9" name="9ub7_3_tuned_PredictedAtoms_4">
            <a:extLst>
              <a:ext uri="{FF2B5EF4-FFF2-40B4-BE49-F238E27FC236}">
                <a16:creationId xmlns:a16="http://schemas.microsoft.com/office/drawing/2014/main" id="{44E3A3D7-2D28-4186-ABF2-CAE7663F8D7D}"/>
              </a:ext>
            </a:extLst>
          </p:cNvPr>
          <p:cNvSpPr>
            <a:spLocks noGrp="1"/>
          </p:cNvSpPr>
          <p:nvPr/>
        </p:nvSpPr>
        <p:spPr>
          <a:xfrm>
            <a:off x="3671254" y="3384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0" name="9ub7_3_tuned_PredictedAtoms_5">
            <a:extLst>
              <a:ext uri="{FF2B5EF4-FFF2-40B4-BE49-F238E27FC236}">
                <a16:creationId xmlns:a16="http://schemas.microsoft.com/office/drawing/2014/main" id="{852F90D0-3FBC-4E5B-B0D9-D733FD073188}"/>
              </a:ext>
            </a:extLst>
          </p:cNvPr>
          <p:cNvSpPr>
            <a:spLocks noGrp="1"/>
          </p:cNvSpPr>
          <p:nvPr/>
        </p:nvSpPr>
        <p:spPr>
          <a:xfrm>
            <a:off x="3808882" y="33545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1" name="9ub7_3_tuned_PredictedAtoms_6">
            <a:extLst>
              <a:ext uri="{FF2B5EF4-FFF2-40B4-BE49-F238E27FC236}">
                <a16:creationId xmlns:a16="http://schemas.microsoft.com/office/drawing/2014/main" id="{5C00EADB-F823-4683-9E40-12334BEDD93F}"/>
              </a:ext>
            </a:extLst>
          </p:cNvPr>
          <p:cNvSpPr>
            <a:spLocks noGrp="1"/>
          </p:cNvSpPr>
          <p:nvPr/>
        </p:nvSpPr>
        <p:spPr>
          <a:xfrm>
            <a:off x="3823275" y="32819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2" name="9ub7_3_tuned_PredictedAtoms_7">
            <a:extLst>
              <a:ext uri="{FF2B5EF4-FFF2-40B4-BE49-F238E27FC236}">
                <a16:creationId xmlns:a16="http://schemas.microsoft.com/office/drawing/2014/main" id="{74B1303C-3C97-4A8C-879B-EFE73D93FF54}"/>
              </a:ext>
            </a:extLst>
          </p:cNvPr>
          <p:cNvSpPr>
            <a:spLocks noGrp="1"/>
          </p:cNvSpPr>
          <p:nvPr/>
        </p:nvSpPr>
        <p:spPr>
          <a:xfrm>
            <a:off x="3910230" y="340736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3" name="9ub7_3_tuned_PredictedAtoms_8">
            <a:extLst>
              <a:ext uri="{FF2B5EF4-FFF2-40B4-BE49-F238E27FC236}">
                <a16:creationId xmlns:a16="http://schemas.microsoft.com/office/drawing/2014/main" id="{C0FFCEED-C443-4BD9-9B7B-7123D4FFD355}"/>
              </a:ext>
            </a:extLst>
          </p:cNvPr>
          <p:cNvSpPr>
            <a:spLocks noGrp="1"/>
          </p:cNvSpPr>
          <p:nvPr/>
        </p:nvSpPr>
        <p:spPr>
          <a:xfrm>
            <a:off x="4038431" y="34231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4" name="9ub7_3_tuned_PredictedAtoms_9">
            <a:extLst>
              <a:ext uri="{FF2B5EF4-FFF2-40B4-BE49-F238E27FC236}">
                <a16:creationId xmlns:a16="http://schemas.microsoft.com/office/drawing/2014/main" id="{151FAB1F-6E26-4D36-8DE3-317D630CA155}"/>
              </a:ext>
            </a:extLst>
          </p:cNvPr>
          <p:cNvSpPr>
            <a:spLocks noGrp="1"/>
          </p:cNvSpPr>
          <p:nvPr/>
        </p:nvSpPr>
        <p:spPr>
          <a:xfrm>
            <a:off x="4134843" y="3475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5" name="9ub7_3_tuned_PredictedAtoms_10">
            <a:extLst>
              <a:ext uri="{FF2B5EF4-FFF2-40B4-BE49-F238E27FC236}">
                <a16:creationId xmlns:a16="http://schemas.microsoft.com/office/drawing/2014/main" id="{9A8B5BEE-E5A2-475A-B104-FE592B0F1254}"/>
              </a:ext>
            </a:extLst>
          </p:cNvPr>
          <p:cNvSpPr>
            <a:spLocks noGrp="1"/>
          </p:cNvSpPr>
          <p:nvPr/>
        </p:nvSpPr>
        <p:spPr>
          <a:xfrm>
            <a:off x="4270131" y="3494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6" name="9ub7_3_tuned_PredictedAtoms_11">
            <a:extLst>
              <a:ext uri="{FF2B5EF4-FFF2-40B4-BE49-F238E27FC236}">
                <a16:creationId xmlns:a16="http://schemas.microsoft.com/office/drawing/2014/main" id="{72DD0670-3DE3-4B9F-8562-78801B9B7116}"/>
              </a:ext>
            </a:extLst>
          </p:cNvPr>
          <p:cNvSpPr>
            <a:spLocks noGrp="1"/>
          </p:cNvSpPr>
          <p:nvPr/>
        </p:nvSpPr>
        <p:spPr>
          <a:xfrm>
            <a:off x="4331554" y="36053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7" name="9ub7_3_tuned_PredictedAtoms_12">
            <a:extLst>
              <a:ext uri="{FF2B5EF4-FFF2-40B4-BE49-F238E27FC236}">
                <a16:creationId xmlns:a16="http://schemas.microsoft.com/office/drawing/2014/main" id="{B555D40C-11C0-4503-9A2A-888C3872D929}"/>
              </a:ext>
            </a:extLst>
          </p:cNvPr>
          <p:cNvSpPr>
            <a:spLocks noGrp="1"/>
          </p:cNvSpPr>
          <p:nvPr/>
        </p:nvSpPr>
        <p:spPr>
          <a:xfrm>
            <a:off x="4462821" y="36335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8" name="9ub7_3_tuned_PredictedAtoms_13">
            <a:extLst>
              <a:ext uri="{FF2B5EF4-FFF2-40B4-BE49-F238E27FC236}">
                <a16:creationId xmlns:a16="http://schemas.microsoft.com/office/drawing/2014/main" id="{879EB900-AF7E-435E-999C-9FE83E2AFC78}"/>
              </a:ext>
            </a:extLst>
          </p:cNvPr>
          <p:cNvSpPr>
            <a:spLocks noGrp="1"/>
          </p:cNvSpPr>
          <p:nvPr/>
        </p:nvSpPr>
        <p:spPr>
          <a:xfrm>
            <a:off x="4541002" y="35095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9" name="9ub7_3_tuned_PredictedAtoms_14">
            <a:extLst>
              <a:ext uri="{FF2B5EF4-FFF2-40B4-BE49-F238E27FC236}">
                <a16:creationId xmlns:a16="http://schemas.microsoft.com/office/drawing/2014/main" id="{083745A4-44D2-44B4-B8A8-0187500AD4E3}"/>
              </a:ext>
            </a:extLst>
          </p:cNvPr>
          <p:cNvSpPr>
            <a:spLocks noGrp="1"/>
          </p:cNvSpPr>
          <p:nvPr/>
        </p:nvSpPr>
        <p:spPr>
          <a:xfrm>
            <a:off x="4481753" y="34139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0" name="9ub7_3_tuned_PredictedAtoms_15">
            <a:extLst>
              <a:ext uri="{FF2B5EF4-FFF2-40B4-BE49-F238E27FC236}">
                <a16:creationId xmlns:a16="http://schemas.microsoft.com/office/drawing/2014/main" id="{360950A5-B674-42BE-BA3E-D4C4F3C6A993}"/>
              </a:ext>
            </a:extLst>
          </p:cNvPr>
          <p:cNvSpPr>
            <a:spLocks noGrp="1"/>
          </p:cNvSpPr>
          <p:nvPr/>
        </p:nvSpPr>
        <p:spPr>
          <a:xfrm>
            <a:off x="4578065" y="33118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1" name="9ub7_3_tuned_PredictedAtoms_16">
            <a:extLst>
              <a:ext uri="{FF2B5EF4-FFF2-40B4-BE49-F238E27FC236}">
                <a16:creationId xmlns:a16="http://schemas.microsoft.com/office/drawing/2014/main" id="{50ED9F21-4C76-4DB0-8912-78519E952973}"/>
              </a:ext>
            </a:extLst>
          </p:cNvPr>
          <p:cNvSpPr>
            <a:spLocks noGrp="1"/>
          </p:cNvSpPr>
          <p:nvPr/>
        </p:nvSpPr>
        <p:spPr>
          <a:xfrm>
            <a:off x="4719335" y="3346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2" name="9ub7_3_tuned_PredictedAtoms_17">
            <a:extLst>
              <a:ext uri="{FF2B5EF4-FFF2-40B4-BE49-F238E27FC236}">
                <a16:creationId xmlns:a16="http://schemas.microsoft.com/office/drawing/2014/main" id="{513A24C4-2203-4AF6-AF2E-B34E23F0B068}"/>
              </a:ext>
            </a:extLst>
          </p:cNvPr>
          <p:cNvSpPr>
            <a:spLocks noGrp="1"/>
          </p:cNvSpPr>
          <p:nvPr/>
        </p:nvSpPr>
        <p:spPr>
          <a:xfrm>
            <a:off x="4771566" y="34155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3" name="9ub7_3_tuned_PredictedAtoms_18">
            <a:extLst>
              <a:ext uri="{FF2B5EF4-FFF2-40B4-BE49-F238E27FC236}">
                <a16:creationId xmlns:a16="http://schemas.microsoft.com/office/drawing/2014/main" id="{A3418BEA-7CFE-4FEC-A981-797EB8EC0E14}"/>
              </a:ext>
            </a:extLst>
          </p:cNvPr>
          <p:cNvSpPr>
            <a:spLocks noGrp="1"/>
          </p:cNvSpPr>
          <p:nvPr/>
        </p:nvSpPr>
        <p:spPr>
          <a:xfrm>
            <a:off x="4773593" y="3325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4" name="9ub7_3_tuned_PredictedAtoms_19">
            <a:extLst>
              <a:ext uri="{FF2B5EF4-FFF2-40B4-BE49-F238E27FC236}">
                <a16:creationId xmlns:a16="http://schemas.microsoft.com/office/drawing/2014/main" id="{2EB8FA8E-5324-437A-AB41-517D837188A9}"/>
              </a:ext>
            </a:extLst>
          </p:cNvPr>
          <p:cNvSpPr>
            <a:spLocks noGrp="1"/>
          </p:cNvSpPr>
          <p:nvPr/>
        </p:nvSpPr>
        <p:spPr>
          <a:xfrm>
            <a:off x="4911915" y="3472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5" name="9ub7_3_tuned_PredictedAtoms_20">
            <a:extLst>
              <a:ext uri="{FF2B5EF4-FFF2-40B4-BE49-F238E27FC236}">
                <a16:creationId xmlns:a16="http://schemas.microsoft.com/office/drawing/2014/main" id="{5668BA1C-FEBD-4981-AB40-0A4B7861E4E2}"/>
              </a:ext>
            </a:extLst>
          </p:cNvPr>
          <p:cNvSpPr>
            <a:spLocks noGrp="1"/>
          </p:cNvSpPr>
          <p:nvPr/>
        </p:nvSpPr>
        <p:spPr>
          <a:xfrm>
            <a:off x="5034474" y="33913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6" name="9ub7_3_tuned_PredictedAtoms_21">
            <a:extLst>
              <a:ext uri="{FF2B5EF4-FFF2-40B4-BE49-F238E27FC236}">
                <a16:creationId xmlns:a16="http://schemas.microsoft.com/office/drawing/2014/main" id="{801A21C6-1720-4756-8F80-590FBF9FF0C8}"/>
              </a:ext>
            </a:extLst>
          </p:cNvPr>
          <p:cNvSpPr>
            <a:spLocks noGrp="1"/>
          </p:cNvSpPr>
          <p:nvPr/>
        </p:nvSpPr>
        <p:spPr>
          <a:xfrm>
            <a:off x="5070602" y="32987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7" name="9ub7_3_tuned_PredictedAtoms_22">
            <a:extLst>
              <a:ext uri="{FF2B5EF4-FFF2-40B4-BE49-F238E27FC236}">
                <a16:creationId xmlns:a16="http://schemas.microsoft.com/office/drawing/2014/main" id="{12053F7C-C85F-49C1-8102-ECB6709285D9}"/>
              </a:ext>
            </a:extLst>
          </p:cNvPr>
          <p:cNvSpPr>
            <a:spLocks noGrp="1"/>
          </p:cNvSpPr>
          <p:nvPr/>
        </p:nvSpPr>
        <p:spPr>
          <a:xfrm>
            <a:off x="5151228" y="347837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8" name="9ub7_3_tuned_PredictedAtoms_23">
            <a:extLst>
              <a:ext uri="{FF2B5EF4-FFF2-40B4-BE49-F238E27FC236}">
                <a16:creationId xmlns:a16="http://schemas.microsoft.com/office/drawing/2014/main" id="{59AD4DDF-DE6D-4B71-8890-75EA35737F32}"/>
              </a:ext>
            </a:extLst>
          </p:cNvPr>
          <p:cNvSpPr>
            <a:spLocks noGrp="1"/>
          </p:cNvSpPr>
          <p:nvPr/>
        </p:nvSpPr>
        <p:spPr>
          <a:xfrm>
            <a:off x="5282967" y="34090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9" name="9ub7_3_tuned_PredictedAtoms_24">
            <a:extLst>
              <a:ext uri="{FF2B5EF4-FFF2-40B4-BE49-F238E27FC236}">
                <a16:creationId xmlns:a16="http://schemas.microsoft.com/office/drawing/2014/main" id="{EAD0B371-F929-4534-8C62-C3183D07A6F9}"/>
              </a:ext>
            </a:extLst>
          </p:cNvPr>
          <p:cNvSpPr>
            <a:spLocks noGrp="1"/>
          </p:cNvSpPr>
          <p:nvPr/>
        </p:nvSpPr>
        <p:spPr>
          <a:xfrm>
            <a:off x="5300092" y="32715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0" name="9ub7_3_tuned_PredictedAtoms_25">
            <a:extLst>
              <a:ext uri="{FF2B5EF4-FFF2-40B4-BE49-F238E27FC236}">
                <a16:creationId xmlns:a16="http://schemas.microsoft.com/office/drawing/2014/main" id="{936EA3E3-4F13-4F76-9D92-A0709E5A9D85}"/>
              </a:ext>
            </a:extLst>
          </p:cNvPr>
          <p:cNvSpPr>
            <a:spLocks noGrp="1"/>
          </p:cNvSpPr>
          <p:nvPr/>
        </p:nvSpPr>
        <p:spPr>
          <a:xfrm>
            <a:off x="5426625" y="3260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1" name="9ub7_3_tuned_PredictedAtoms_26">
            <a:extLst>
              <a:ext uri="{FF2B5EF4-FFF2-40B4-BE49-F238E27FC236}">
                <a16:creationId xmlns:a16="http://schemas.microsoft.com/office/drawing/2014/main" id="{3741CA64-2F93-4816-BC0F-FB082938EAD5}"/>
              </a:ext>
            </a:extLst>
          </p:cNvPr>
          <p:cNvSpPr>
            <a:spLocks noGrp="1"/>
          </p:cNvSpPr>
          <p:nvPr/>
        </p:nvSpPr>
        <p:spPr>
          <a:xfrm>
            <a:off x="5455626" y="31161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2" name="9ub7_3_tuned_PredictedAtoms_27">
            <a:extLst>
              <a:ext uri="{FF2B5EF4-FFF2-40B4-BE49-F238E27FC236}">
                <a16:creationId xmlns:a16="http://schemas.microsoft.com/office/drawing/2014/main" id="{090E3E98-7D84-453E-BD49-C46EAA69CB63}"/>
              </a:ext>
            </a:extLst>
          </p:cNvPr>
          <p:cNvSpPr>
            <a:spLocks noGrp="1"/>
          </p:cNvSpPr>
          <p:nvPr/>
        </p:nvSpPr>
        <p:spPr>
          <a:xfrm>
            <a:off x="5416654" y="33489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3" name="9ub7_3_tuned_PredictedAtoms_28">
            <a:extLst>
              <a:ext uri="{FF2B5EF4-FFF2-40B4-BE49-F238E27FC236}">
                <a16:creationId xmlns:a16="http://schemas.microsoft.com/office/drawing/2014/main" id="{697DE69E-E709-4C52-84A6-A55A6896BC5C}"/>
              </a:ext>
            </a:extLst>
          </p:cNvPr>
          <p:cNvSpPr>
            <a:spLocks noGrp="1"/>
          </p:cNvSpPr>
          <p:nvPr/>
        </p:nvSpPr>
        <p:spPr>
          <a:xfrm>
            <a:off x="4911283" y="35957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4" name="9ub7_3_tuned_PredictedAtoms_29">
            <a:extLst>
              <a:ext uri="{FF2B5EF4-FFF2-40B4-BE49-F238E27FC236}">
                <a16:creationId xmlns:a16="http://schemas.microsoft.com/office/drawing/2014/main" id="{0AFD44C5-CF2A-4717-AF3F-40D319986A8F}"/>
              </a:ext>
            </a:extLst>
          </p:cNvPr>
          <p:cNvSpPr>
            <a:spLocks noGrp="1"/>
          </p:cNvSpPr>
          <p:nvPr/>
        </p:nvSpPr>
        <p:spPr>
          <a:xfrm>
            <a:off x="4771884" y="36344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5" name="9ub7_3_tuned_PredictedAtoms_30">
            <a:extLst>
              <a:ext uri="{FF2B5EF4-FFF2-40B4-BE49-F238E27FC236}">
                <a16:creationId xmlns:a16="http://schemas.microsoft.com/office/drawing/2014/main" id="{628081B0-6D51-4209-A9F1-CF4D67FF7F7A}"/>
              </a:ext>
            </a:extLst>
          </p:cNvPr>
          <p:cNvSpPr>
            <a:spLocks noGrp="1"/>
          </p:cNvSpPr>
          <p:nvPr/>
        </p:nvSpPr>
        <p:spPr>
          <a:xfrm>
            <a:off x="4684722" y="35384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6" name="9ub7_3_tuned_PredictedAtoms_31">
            <a:extLst>
              <a:ext uri="{FF2B5EF4-FFF2-40B4-BE49-F238E27FC236}">
                <a16:creationId xmlns:a16="http://schemas.microsoft.com/office/drawing/2014/main" id="{E8AC8536-1817-4100-A6E4-492504F9B218}"/>
              </a:ext>
            </a:extLst>
          </p:cNvPr>
          <p:cNvSpPr>
            <a:spLocks noGrp="1"/>
          </p:cNvSpPr>
          <p:nvPr/>
        </p:nvSpPr>
        <p:spPr>
          <a:xfrm>
            <a:off x="4341334" y="337176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7" name="9ub7_3_tuned_PredictedAtoms_32">
            <a:extLst>
              <a:ext uri="{FF2B5EF4-FFF2-40B4-BE49-F238E27FC236}">
                <a16:creationId xmlns:a16="http://schemas.microsoft.com/office/drawing/2014/main" id="{35BC50C4-6CC2-4CDE-84AB-72209F3C9323}"/>
              </a:ext>
            </a:extLst>
          </p:cNvPr>
          <p:cNvSpPr>
            <a:spLocks noGrp="1"/>
          </p:cNvSpPr>
          <p:nvPr/>
        </p:nvSpPr>
        <p:spPr>
          <a:xfrm>
            <a:off x="4368109" y="32521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8" name="9ub7_3_tuned_PredictedAtoms_33">
            <a:extLst>
              <a:ext uri="{FF2B5EF4-FFF2-40B4-BE49-F238E27FC236}">
                <a16:creationId xmlns:a16="http://schemas.microsoft.com/office/drawing/2014/main" id="{3E1C19BC-97DE-498B-8B5E-326DA4D9AEE3}"/>
              </a:ext>
            </a:extLst>
          </p:cNvPr>
          <p:cNvSpPr>
            <a:spLocks noGrp="1"/>
          </p:cNvSpPr>
          <p:nvPr/>
        </p:nvSpPr>
        <p:spPr>
          <a:xfrm>
            <a:off x="4247263" y="33286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39" name="9ub7_3_tuned_PredictedAtoms_34">
            <a:extLst>
              <a:ext uri="{FF2B5EF4-FFF2-40B4-BE49-F238E27FC236}">
                <a16:creationId xmlns:a16="http://schemas.microsoft.com/office/drawing/2014/main" id="{30A75C6F-850D-41A9-95F7-2AA3A6A27C62}"/>
              </a:ext>
            </a:extLst>
          </p:cNvPr>
          <p:cNvSpPr>
            <a:spLocks noGrp="1"/>
          </p:cNvSpPr>
          <p:nvPr/>
        </p:nvSpPr>
        <p:spPr>
          <a:xfrm>
            <a:off x="4111844" y="33007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40" name="stage3-cases-density_18">
            <a:extLst>
              <a:ext uri="{FF2B5EF4-FFF2-40B4-BE49-F238E27FC236}">
                <a16:creationId xmlns:a16="http://schemas.microsoft.com/office/drawing/2014/main" id="{17FC1BD9-012B-49ED-85EA-870D0538CA37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1.02 Å   D 80%   Clash 0</a:t>
            </a:r>
          </a:p>
        </p:txBody>
      </p:sp>
      <p:sp>
        <p:nvSpPr>
          <p:cNvPr id="541" name="9ub7_3_build_Receptor">
            <a:extLst>
              <a:ext uri="{FF2B5EF4-FFF2-40B4-BE49-F238E27FC236}">
                <a16:creationId xmlns:a16="http://schemas.microsoft.com/office/drawing/2014/main" id="{0F250255-0DF8-4F98-8320-02FC673BB66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186" y="968586"/>
                </a:moveTo>
                <a:lnTo>
                  <a:pt x="1004455" y="833754"/>
                </a:lnTo>
                <a:moveTo>
                  <a:pt x="916571" y="746236"/>
                </a:moveTo>
                <a:lnTo>
                  <a:pt x="1004455" y="833754"/>
                </a:lnTo>
                <a:moveTo>
                  <a:pt x="879625" y="1015711"/>
                </a:moveTo>
                <a:lnTo>
                  <a:pt x="986186" y="968586"/>
                </a:lnTo>
                <a:moveTo>
                  <a:pt x="810381" y="793817"/>
                </a:moveTo>
                <a:lnTo>
                  <a:pt x="916571" y="746236"/>
                </a:lnTo>
                <a:moveTo>
                  <a:pt x="790016" y="928964"/>
                </a:moveTo>
                <a:lnTo>
                  <a:pt x="879625" y="1015711"/>
                </a:lnTo>
                <a:moveTo>
                  <a:pt x="790016" y="928964"/>
                </a:moveTo>
                <a:lnTo>
                  <a:pt x="810381" y="793817"/>
                </a:lnTo>
                <a:moveTo>
                  <a:pt x="596398" y="1155921"/>
                </a:moveTo>
                <a:lnTo>
                  <a:pt x="647192" y="1127705"/>
                </a:lnTo>
                <a:moveTo>
                  <a:pt x="675138" y="979466"/>
                </a:moveTo>
                <a:lnTo>
                  <a:pt x="790016" y="928964"/>
                </a:lnTo>
                <a:moveTo>
                  <a:pt x="647192" y="1127705"/>
                </a:moveTo>
                <a:lnTo>
                  <a:pt x="675138" y="979466"/>
                </a:lnTo>
                <a:moveTo>
                  <a:pt x="647192" y="1127705"/>
                </a:moveTo>
                <a:lnTo>
                  <a:pt x="554138" y="1173265"/>
                </a:lnTo>
                <a:moveTo>
                  <a:pt x="554138" y="1173265"/>
                </a:moveTo>
                <a:lnTo>
                  <a:pt x="598861" y="1191055"/>
                </a:lnTo>
                <a:moveTo>
                  <a:pt x="905870" y="549674"/>
                </a:moveTo>
                <a:lnTo>
                  <a:pt x="1010679" y="651101"/>
                </a:lnTo>
                <a:moveTo>
                  <a:pt x="1010679" y="651101"/>
                </a:moveTo>
                <a:lnTo>
                  <a:pt x="977924" y="784073"/>
                </a:lnTo>
                <a:moveTo>
                  <a:pt x="1010679" y="651101"/>
                </a:moveTo>
                <a:lnTo>
                  <a:pt x="1142146" y="613847"/>
                </a:lnTo>
                <a:moveTo>
                  <a:pt x="772765" y="351304"/>
                </a:moveTo>
                <a:lnTo>
                  <a:pt x="670396" y="387323"/>
                </a:lnTo>
                <a:moveTo>
                  <a:pt x="880488" y="451560"/>
                </a:moveTo>
                <a:lnTo>
                  <a:pt x="905870" y="549674"/>
                </a:lnTo>
                <a:moveTo>
                  <a:pt x="977924" y="784073"/>
                </a:moveTo>
                <a:lnTo>
                  <a:pt x="1073969" y="877799"/>
                </a:lnTo>
                <a:moveTo>
                  <a:pt x="1142146" y="613847"/>
                </a:moveTo>
                <a:lnTo>
                  <a:pt x="1238722" y="707202"/>
                </a:lnTo>
                <a:moveTo>
                  <a:pt x="1073969" y="877799"/>
                </a:moveTo>
                <a:lnTo>
                  <a:pt x="1204535" y="839349"/>
                </a:lnTo>
                <a:moveTo>
                  <a:pt x="1238722" y="707202"/>
                </a:moveTo>
                <a:lnTo>
                  <a:pt x="1204535" y="839349"/>
                </a:lnTo>
                <a:moveTo>
                  <a:pt x="880488" y="451560"/>
                </a:moveTo>
                <a:lnTo>
                  <a:pt x="772765" y="351304"/>
                </a:lnTo>
                <a:moveTo>
                  <a:pt x="837416" y="521403"/>
                </a:moveTo>
                <a:lnTo>
                  <a:pt x="880488" y="4515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42" name="9ub7_3_build_ExperimentalDensity">
            <a:extLst>
              <a:ext uri="{FF2B5EF4-FFF2-40B4-BE49-F238E27FC236}">
                <a16:creationId xmlns:a16="http://schemas.microsoft.com/office/drawing/2014/main" id="{595FE7B9-9E1C-4963-887C-E6E6440B0CB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33" y="718474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85980" y="723271"/>
                </a:lnTo>
                <a:moveTo>
                  <a:pt x="1385980" y="72327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385980" y="723271"/>
                </a:lnTo>
                <a:moveTo>
                  <a:pt x="1316843" y="798621"/>
                </a:moveTo>
                <a:lnTo>
                  <a:pt x="1378033" y="718474"/>
                </a:lnTo>
                <a:moveTo>
                  <a:pt x="1378033" y="718474"/>
                </a:moveTo>
                <a:lnTo>
                  <a:pt x="1387262" y="713812"/>
                </a:lnTo>
                <a:moveTo>
                  <a:pt x="1387262" y="713812"/>
                </a:moveTo>
                <a:lnTo>
                  <a:pt x="1486814" y="780946"/>
                </a:lnTo>
                <a:moveTo>
                  <a:pt x="1298659" y="867525"/>
                </a:moveTo>
                <a:lnTo>
                  <a:pt x="1316843" y="798621"/>
                </a:lnTo>
                <a:moveTo>
                  <a:pt x="1221302" y="740097"/>
                </a:moveTo>
                <a:lnTo>
                  <a:pt x="1316843" y="798621"/>
                </a:lnTo>
                <a:moveTo>
                  <a:pt x="1239424" y="694335"/>
                </a:moveTo>
                <a:lnTo>
                  <a:pt x="1316843" y="798621"/>
                </a:lnTo>
                <a:moveTo>
                  <a:pt x="1489069" y="896802"/>
                </a:moveTo>
                <a:lnTo>
                  <a:pt x="1529441" y="917618"/>
                </a:lnTo>
                <a:moveTo>
                  <a:pt x="1486814" y="780946"/>
                </a:moveTo>
                <a:lnTo>
                  <a:pt x="1568751" y="823554"/>
                </a:lnTo>
                <a:moveTo>
                  <a:pt x="1284259" y="659114"/>
                </a:moveTo>
                <a:lnTo>
                  <a:pt x="1378033" y="718474"/>
                </a:lnTo>
                <a:moveTo>
                  <a:pt x="1489069" y="896802"/>
                </a:moveTo>
                <a:lnTo>
                  <a:pt x="1538013" y="895724"/>
                </a:lnTo>
                <a:moveTo>
                  <a:pt x="1284259" y="659114"/>
                </a:moveTo>
                <a:lnTo>
                  <a:pt x="1316843" y="798621"/>
                </a:lnTo>
                <a:moveTo>
                  <a:pt x="1280255" y="889786"/>
                </a:moveTo>
                <a:lnTo>
                  <a:pt x="1298659" y="867525"/>
                </a:lnTo>
                <a:moveTo>
                  <a:pt x="1516795" y="932533"/>
                </a:moveTo>
                <a:lnTo>
                  <a:pt x="1489069" y="896802"/>
                </a:lnTo>
                <a:moveTo>
                  <a:pt x="1298659" y="867525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98659" y="867525"/>
                </a:lnTo>
                <a:moveTo>
                  <a:pt x="1492354" y="698981"/>
                </a:moveTo>
                <a:lnTo>
                  <a:pt x="1486814" y="780946"/>
                </a:lnTo>
                <a:moveTo>
                  <a:pt x="1387262" y="713812"/>
                </a:moveTo>
                <a:lnTo>
                  <a:pt x="1492354" y="698981"/>
                </a:lnTo>
                <a:moveTo>
                  <a:pt x="1489069" y="896802"/>
                </a:moveTo>
                <a:lnTo>
                  <a:pt x="1568751" y="823554"/>
                </a:lnTo>
                <a:moveTo>
                  <a:pt x="1295803" y="898635"/>
                </a:moveTo>
                <a:lnTo>
                  <a:pt x="1385115" y="950672"/>
                </a:lnTo>
                <a:moveTo>
                  <a:pt x="1280255" y="889786"/>
                </a:moveTo>
                <a:lnTo>
                  <a:pt x="1295803" y="898635"/>
                </a:lnTo>
                <a:moveTo>
                  <a:pt x="1221302" y="740097"/>
                </a:moveTo>
                <a:lnTo>
                  <a:pt x="1280255" y="889786"/>
                </a:lnTo>
                <a:moveTo>
                  <a:pt x="1206102" y="730865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29441" y="917618"/>
                </a:lnTo>
                <a:moveTo>
                  <a:pt x="1239424" y="694335"/>
                </a:moveTo>
                <a:lnTo>
                  <a:pt x="1221302" y="740097"/>
                </a:lnTo>
                <a:moveTo>
                  <a:pt x="1172800" y="826832"/>
                </a:moveTo>
                <a:lnTo>
                  <a:pt x="1280255" y="889786"/>
                </a:lnTo>
                <a:moveTo>
                  <a:pt x="1172800" y="826832"/>
                </a:moveTo>
                <a:lnTo>
                  <a:pt x="1221302" y="740097"/>
                </a:lnTo>
                <a:moveTo>
                  <a:pt x="1516795" y="932533"/>
                </a:moveTo>
                <a:lnTo>
                  <a:pt x="1529441" y="917618"/>
                </a:lnTo>
                <a:moveTo>
                  <a:pt x="1206102" y="730865"/>
                </a:moveTo>
                <a:lnTo>
                  <a:pt x="1239424" y="694335"/>
                </a:lnTo>
                <a:moveTo>
                  <a:pt x="1152785" y="814907"/>
                </a:moveTo>
                <a:lnTo>
                  <a:pt x="1221302" y="740097"/>
                </a:lnTo>
                <a:moveTo>
                  <a:pt x="1538013" y="895724"/>
                </a:moveTo>
                <a:lnTo>
                  <a:pt x="1568751" y="823554"/>
                </a:lnTo>
                <a:moveTo>
                  <a:pt x="1152785" y="814907"/>
                </a:moveTo>
                <a:lnTo>
                  <a:pt x="1206102" y="730865"/>
                </a:lnTo>
                <a:moveTo>
                  <a:pt x="1363846" y="645968"/>
                </a:moveTo>
                <a:lnTo>
                  <a:pt x="1378033" y="718474"/>
                </a:lnTo>
                <a:moveTo>
                  <a:pt x="1152785" y="814907"/>
                </a:moveTo>
                <a:lnTo>
                  <a:pt x="1172800" y="826832"/>
                </a:lnTo>
                <a:moveTo>
                  <a:pt x="1239424" y="694335"/>
                </a:moveTo>
                <a:lnTo>
                  <a:pt x="1284259" y="659114"/>
                </a:lnTo>
                <a:moveTo>
                  <a:pt x="1363846" y="645968"/>
                </a:moveTo>
                <a:lnTo>
                  <a:pt x="1387262" y="713812"/>
                </a:lnTo>
                <a:moveTo>
                  <a:pt x="1486814" y="780946"/>
                </a:moveTo>
                <a:lnTo>
                  <a:pt x="1586590" y="712371"/>
                </a:lnTo>
                <a:moveTo>
                  <a:pt x="1139622" y="867476"/>
                </a:moveTo>
                <a:lnTo>
                  <a:pt x="1172800" y="826832"/>
                </a:lnTo>
                <a:moveTo>
                  <a:pt x="1385115" y="950672"/>
                </a:moveTo>
                <a:lnTo>
                  <a:pt x="1464317" y="991100"/>
                </a:lnTo>
                <a:moveTo>
                  <a:pt x="1061014" y="760424"/>
                </a:moveTo>
                <a:lnTo>
                  <a:pt x="1152785" y="814907"/>
                </a:lnTo>
                <a:moveTo>
                  <a:pt x="1139622" y="867476"/>
                </a:moveTo>
                <a:lnTo>
                  <a:pt x="1152785" y="814907"/>
                </a:lnTo>
                <a:moveTo>
                  <a:pt x="1578160" y="940887"/>
                </a:moveTo>
                <a:lnTo>
                  <a:pt x="1529441" y="917618"/>
                </a:lnTo>
                <a:moveTo>
                  <a:pt x="1332439" y="976409"/>
                </a:moveTo>
                <a:lnTo>
                  <a:pt x="1385115" y="950672"/>
                </a:lnTo>
                <a:moveTo>
                  <a:pt x="1100910" y="665854"/>
                </a:moveTo>
                <a:lnTo>
                  <a:pt x="1206102" y="730865"/>
                </a:lnTo>
                <a:moveTo>
                  <a:pt x="1538013" y="895724"/>
                </a:moveTo>
                <a:lnTo>
                  <a:pt x="1578160" y="940887"/>
                </a:lnTo>
                <a:moveTo>
                  <a:pt x="1464317" y="991100"/>
                </a:moveTo>
                <a:lnTo>
                  <a:pt x="1516795" y="932533"/>
                </a:lnTo>
                <a:moveTo>
                  <a:pt x="1295803" y="898635"/>
                </a:moveTo>
                <a:lnTo>
                  <a:pt x="1332439" y="976409"/>
                </a:lnTo>
                <a:moveTo>
                  <a:pt x="1061014" y="760424"/>
                </a:moveTo>
                <a:lnTo>
                  <a:pt x="1139622" y="867476"/>
                </a:lnTo>
                <a:moveTo>
                  <a:pt x="1516795" y="932533"/>
                </a:moveTo>
                <a:lnTo>
                  <a:pt x="1578160" y="940887"/>
                </a:lnTo>
                <a:moveTo>
                  <a:pt x="1092705" y="672915"/>
                </a:moveTo>
                <a:lnTo>
                  <a:pt x="1152785" y="814907"/>
                </a:lnTo>
                <a:moveTo>
                  <a:pt x="1100910" y="665854"/>
                </a:moveTo>
                <a:lnTo>
                  <a:pt x="1152785" y="814907"/>
                </a:lnTo>
                <a:moveTo>
                  <a:pt x="1021227" y="736850"/>
                </a:moveTo>
                <a:lnTo>
                  <a:pt x="1061014" y="760424"/>
                </a:lnTo>
                <a:moveTo>
                  <a:pt x="1568751" y="823554"/>
                </a:moveTo>
                <a:lnTo>
                  <a:pt x="1643935" y="863009"/>
                </a:lnTo>
                <a:moveTo>
                  <a:pt x="1206102" y="730865"/>
                </a:moveTo>
                <a:lnTo>
                  <a:pt x="1237805" y="627848"/>
                </a:lnTo>
                <a:moveTo>
                  <a:pt x="1237805" y="627848"/>
                </a:moveTo>
                <a:lnTo>
                  <a:pt x="1239424" y="694335"/>
                </a:lnTo>
                <a:moveTo>
                  <a:pt x="1148190" y="923059"/>
                </a:moveTo>
                <a:lnTo>
                  <a:pt x="1172800" y="826832"/>
                </a:lnTo>
                <a:moveTo>
                  <a:pt x="1009886" y="845064"/>
                </a:moveTo>
                <a:lnTo>
                  <a:pt x="1061014" y="760424"/>
                </a:lnTo>
                <a:moveTo>
                  <a:pt x="1202008" y="952804"/>
                </a:moveTo>
                <a:lnTo>
                  <a:pt x="1280255" y="889786"/>
                </a:lnTo>
                <a:moveTo>
                  <a:pt x="1202008" y="952804"/>
                </a:moveTo>
                <a:lnTo>
                  <a:pt x="1295803" y="898635"/>
                </a:lnTo>
                <a:moveTo>
                  <a:pt x="1284259" y="659114"/>
                </a:moveTo>
                <a:lnTo>
                  <a:pt x="1363846" y="645968"/>
                </a:lnTo>
                <a:moveTo>
                  <a:pt x="1061014" y="760424"/>
                </a:moveTo>
                <a:lnTo>
                  <a:pt x="1111441" y="903315"/>
                </a:lnTo>
                <a:moveTo>
                  <a:pt x="1092705" y="672915"/>
                </a:moveTo>
                <a:lnTo>
                  <a:pt x="1061014" y="760424"/>
                </a:lnTo>
                <a:moveTo>
                  <a:pt x="1111441" y="903315"/>
                </a:moveTo>
                <a:lnTo>
                  <a:pt x="1139622" y="867476"/>
                </a:lnTo>
                <a:moveTo>
                  <a:pt x="1538013" y="895724"/>
                </a:moveTo>
                <a:lnTo>
                  <a:pt x="1600491" y="951546"/>
                </a:lnTo>
                <a:moveTo>
                  <a:pt x="975294" y="824546"/>
                </a:moveTo>
                <a:lnTo>
                  <a:pt x="1061014" y="760424"/>
                </a:lnTo>
                <a:moveTo>
                  <a:pt x="1237805" y="627848"/>
                </a:moveTo>
                <a:lnTo>
                  <a:pt x="1284259" y="659114"/>
                </a:lnTo>
                <a:moveTo>
                  <a:pt x="1458735" y="648836"/>
                </a:moveTo>
                <a:lnTo>
                  <a:pt x="1387262" y="713812"/>
                </a:lnTo>
                <a:moveTo>
                  <a:pt x="1021227" y="736850"/>
                </a:moveTo>
                <a:lnTo>
                  <a:pt x="1092705" y="672915"/>
                </a:lnTo>
                <a:moveTo>
                  <a:pt x="1172800" y="826832"/>
                </a:moveTo>
                <a:lnTo>
                  <a:pt x="1202008" y="952804"/>
                </a:lnTo>
                <a:moveTo>
                  <a:pt x="1568751" y="823554"/>
                </a:moveTo>
                <a:lnTo>
                  <a:pt x="1600491" y="951546"/>
                </a:lnTo>
                <a:moveTo>
                  <a:pt x="1568751" y="823554"/>
                </a:moveTo>
                <a:lnTo>
                  <a:pt x="1586590" y="712371"/>
                </a:lnTo>
                <a:moveTo>
                  <a:pt x="975294" y="824546"/>
                </a:moveTo>
                <a:lnTo>
                  <a:pt x="1021227" y="736850"/>
                </a:lnTo>
                <a:moveTo>
                  <a:pt x="2203061" y="723897"/>
                </a:moveTo>
                <a:lnTo>
                  <a:pt x="2292234" y="659763"/>
                </a:lnTo>
                <a:moveTo>
                  <a:pt x="1208050" y="608445"/>
                </a:moveTo>
                <a:lnTo>
                  <a:pt x="1206102" y="730865"/>
                </a:lnTo>
                <a:moveTo>
                  <a:pt x="1009886" y="845064"/>
                </a:moveTo>
                <a:lnTo>
                  <a:pt x="1111441" y="903315"/>
                </a:lnTo>
                <a:moveTo>
                  <a:pt x="1492354" y="698981"/>
                </a:moveTo>
                <a:lnTo>
                  <a:pt x="1568498" y="702297"/>
                </a:lnTo>
                <a:moveTo>
                  <a:pt x="2273386" y="648270"/>
                </a:moveTo>
                <a:lnTo>
                  <a:pt x="2292234" y="659763"/>
                </a:lnTo>
                <a:moveTo>
                  <a:pt x="1139622" y="867476"/>
                </a:moveTo>
                <a:lnTo>
                  <a:pt x="1148190" y="923059"/>
                </a:lnTo>
                <a:moveTo>
                  <a:pt x="2203061" y="723897"/>
                </a:moveTo>
                <a:lnTo>
                  <a:pt x="2273386" y="648270"/>
                </a:lnTo>
                <a:moveTo>
                  <a:pt x="975294" y="824546"/>
                </a:moveTo>
                <a:lnTo>
                  <a:pt x="1009886" y="845064"/>
                </a:lnTo>
                <a:moveTo>
                  <a:pt x="1492354" y="698981"/>
                </a:moveTo>
                <a:lnTo>
                  <a:pt x="1586590" y="712371"/>
                </a:lnTo>
                <a:moveTo>
                  <a:pt x="1092705" y="672915"/>
                </a:moveTo>
                <a:lnTo>
                  <a:pt x="1100910" y="665854"/>
                </a:lnTo>
                <a:moveTo>
                  <a:pt x="2302466" y="623881"/>
                </a:moveTo>
                <a:lnTo>
                  <a:pt x="2292234" y="659763"/>
                </a:lnTo>
                <a:moveTo>
                  <a:pt x="1464317" y="991100"/>
                </a:moveTo>
                <a:lnTo>
                  <a:pt x="1578160" y="940887"/>
                </a:lnTo>
                <a:moveTo>
                  <a:pt x="1568751" y="823554"/>
                </a:moveTo>
                <a:lnTo>
                  <a:pt x="1682817" y="766373"/>
                </a:lnTo>
                <a:moveTo>
                  <a:pt x="2273386" y="648270"/>
                </a:moveTo>
                <a:lnTo>
                  <a:pt x="2302466" y="623881"/>
                </a:lnTo>
                <a:moveTo>
                  <a:pt x="1643935" y="863009"/>
                </a:moveTo>
                <a:lnTo>
                  <a:pt x="1652384" y="867514"/>
                </a:lnTo>
                <a:moveTo>
                  <a:pt x="549323" y="694140"/>
                </a:moveTo>
                <a:lnTo>
                  <a:pt x="599142" y="722924"/>
                </a:lnTo>
                <a:moveTo>
                  <a:pt x="1111441" y="903315"/>
                </a:moveTo>
                <a:lnTo>
                  <a:pt x="1148190" y="923059"/>
                </a:lnTo>
                <a:moveTo>
                  <a:pt x="1643935" y="863009"/>
                </a:moveTo>
                <a:lnTo>
                  <a:pt x="1654625" y="860906"/>
                </a:lnTo>
                <a:moveTo>
                  <a:pt x="1808662" y="957479"/>
                </a:moveTo>
                <a:lnTo>
                  <a:pt x="1868724" y="876774"/>
                </a:lnTo>
                <a:moveTo>
                  <a:pt x="1654625" y="860906"/>
                </a:moveTo>
                <a:lnTo>
                  <a:pt x="1652384" y="867514"/>
                </a:lnTo>
                <a:moveTo>
                  <a:pt x="1229209" y="603588"/>
                </a:moveTo>
                <a:lnTo>
                  <a:pt x="1284259" y="659114"/>
                </a:lnTo>
                <a:moveTo>
                  <a:pt x="1405988" y="1016299"/>
                </a:moveTo>
                <a:lnTo>
                  <a:pt x="1385115" y="950672"/>
                </a:lnTo>
                <a:moveTo>
                  <a:pt x="1629321" y="904804"/>
                </a:moveTo>
                <a:lnTo>
                  <a:pt x="1643935" y="863009"/>
                </a:lnTo>
                <a:moveTo>
                  <a:pt x="1868724" y="876774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53420" y="925351"/>
                </a:lnTo>
                <a:moveTo>
                  <a:pt x="1753420" y="925351"/>
                </a:moveTo>
                <a:lnTo>
                  <a:pt x="1808662" y="957479"/>
                </a:lnTo>
                <a:moveTo>
                  <a:pt x="1796773" y="834511"/>
                </a:moveTo>
                <a:lnTo>
                  <a:pt x="1868724" y="876774"/>
                </a:lnTo>
                <a:moveTo>
                  <a:pt x="980238" y="868028"/>
                </a:moveTo>
                <a:lnTo>
                  <a:pt x="1009886" y="845064"/>
                </a:lnTo>
                <a:moveTo>
                  <a:pt x="2178778" y="822306"/>
                </a:moveTo>
                <a:lnTo>
                  <a:pt x="2203061" y="723897"/>
                </a:lnTo>
                <a:moveTo>
                  <a:pt x="1808662" y="957479"/>
                </a:moveTo>
                <a:lnTo>
                  <a:pt x="1900204" y="894257"/>
                </a:lnTo>
                <a:moveTo>
                  <a:pt x="1652384" y="867514"/>
                </a:moveTo>
                <a:lnTo>
                  <a:pt x="1796773" y="834511"/>
                </a:lnTo>
                <a:moveTo>
                  <a:pt x="1629321" y="904804"/>
                </a:moveTo>
                <a:lnTo>
                  <a:pt x="1652384" y="867514"/>
                </a:lnTo>
                <a:moveTo>
                  <a:pt x="1796773" y="834511"/>
                </a:moveTo>
                <a:lnTo>
                  <a:pt x="1808662" y="957479"/>
                </a:lnTo>
                <a:moveTo>
                  <a:pt x="1464317" y="991100"/>
                </a:moveTo>
                <a:lnTo>
                  <a:pt x="1600491" y="951546"/>
                </a:lnTo>
                <a:moveTo>
                  <a:pt x="1654625" y="860906"/>
                </a:moveTo>
                <a:lnTo>
                  <a:pt x="1796773" y="834511"/>
                </a:lnTo>
                <a:moveTo>
                  <a:pt x="1808662" y="957479"/>
                </a:moveTo>
                <a:lnTo>
                  <a:pt x="1854229" y="983006"/>
                </a:lnTo>
                <a:moveTo>
                  <a:pt x="894513" y="775797"/>
                </a:moveTo>
                <a:lnTo>
                  <a:pt x="975294" y="824546"/>
                </a:lnTo>
                <a:moveTo>
                  <a:pt x="1578160" y="940887"/>
                </a:moveTo>
                <a:lnTo>
                  <a:pt x="1600491" y="951546"/>
                </a:lnTo>
                <a:moveTo>
                  <a:pt x="1753420" y="925351"/>
                </a:moveTo>
                <a:lnTo>
                  <a:pt x="1796773" y="834511"/>
                </a:lnTo>
                <a:moveTo>
                  <a:pt x="980238" y="868028"/>
                </a:moveTo>
                <a:lnTo>
                  <a:pt x="975294" y="824546"/>
                </a:lnTo>
                <a:moveTo>
                  <a:pt x="459290" y="640762"/>
                </a:moveTo>
                <a:lnTo>
                  <a:pt x="549323" y="694140"/>
                </a:lnTo>
                <a:moveTo>
                  <a:pt x="1868724" y="876774"/>
                </a:moveTo>
                <a:lnTo>
                  <a:pt x="1918742" y="846143"/>
                </a:lnTo>
                <a:moveTo>
                  <a:pt x="599142" y="722924"/>
                </a:moveTo>
                <a:lnTo>
                  <a:pt x="644976" y="747685"/>
                </a:lnTo>
                <a:moveTo>
                  <a:pt x="1600491" y="951546"/>
                </a:moveTo>
                <a:lnTo>
                  <a:pt x="1643935" y="863009"/>
                </a:lnTo>
                <a:moveTo>
                  <a:pt x="1854229" y="983006"/>
                </a:moveTo>
                <a:lnTo>
                  <a:pt x="1900204" y="894257"/>
                </a:lnTo>
                <a:moveTo>
                  <a:pt x="1021227" y="736850"/>
                </a:moveTo>
                <a:lnTo>
                  <a:pt x="1077759" y="648369"/>
                </a:lnTo>
                <a:moveTo>
                  <a:pt x="931467" y="679476"/>
                </a:moveTo>
                <a:lnTo>
                  <a:pt x="1021227" y="736850"/>
                </a:lnTo>
                <a:moveTo>
                  <a:pt x="2319589" y="671133"/>
                </a:moveTo>
                <a:lnTo>
                  <a:pt x="2292234" y="659763"/>
                </a:lnTo>
                <a:moveTo>
                  <a:pt x="1918742" y="846143"/>
                </a:moveTo>
                <a:lnTo>
                  <a:pt x="1900204" y="894257"/>
                </a:lnTo>
                <a:moveTo>
                  <a:pt x="599142" y="722924"/>
                </a:moveTo>
                <a:lnTo>
                  <a:pt x="674929" y="678297"/>
                </a:lnTo>
                <a:moveTo>
                  <a:pt x="493181" y="774784"/>
                </a:moveTo>
                <a:lnTo>
                  <a:pt x="549323" y="694140"/>
                </a:lnTo>
                <a:moveTo>
                  <a:pt x="409584" y="726592"/>
                </a:moveTo>
                <a:lnTo>
                  <a:pt x="549323" y="694140"/>
                </a:lnTo>
                <a:moveTo>
                  <a:pt x="1100910" y="665854"/>
                </a:moveTo>
                <a:lnTo>
                  <a:pt x="1208050" y="608445"/>
                </a:lnTo>
                <a:moveTo>
                  <a:pt x="1600491" y="951546"/>
                </a:moveTo>
                <a:lnTo>
                  <a:pt x="1629321" y="904804"/>
                </a:lnTo>
                <a:moveTo>
                  <a:pt x="2178778" y="822306"/>
                </a:moveTo>
                <a:lnTo>
                  <a:pt x="2195221" y="833224"/>
                </a:lnTo>
                <a:moveTo>
                  <a:pt x="1148190" y="923059"/>
                </a:moveTo>
                <a:lnTo>
                  <a:pt x="1202008" y="952804"/>
                </a:lnTo>
                <a:moveTo>
                  <a:pt x="1654625" y="860906"/>
                </a:moveTo>
                <a:lnTo>
                  <a:pt x="1740182" y="800209"/>
                </a:lnTo>
                <a:moveTo>
                  <a:pt x="1458735" y="648836"/>
                </a:moveTo>
                <a:lnTo>
                  <a:pt x="1492354" y="698981"/>
                </a:lnTo>
                <a:moveTo>
                  <a:pt x="1077759" y="648369"/>
                </a:moveTo>
                <a:lnTo>
                  <a:pt x="1092705" y="672915"/>
                </a:lnTo>
                <a:moveTo>
                  <a:pt x="1643935" y="863009"/>
                </a:moveTo>
                <a:lnTo>
                  <a:pt x="1682817" y="766373"/>
                </a:lnTo>
                <a:moveTo>
                  <a:pt x="1077759" y="648369"/>
                </a:moveTo>
                <a:lnTo>
                  <a:pt x="1100910" y="665854"/>
                </a:lnTo>
                <a:moveTo>
                  <a:pt x="1568498" y="702297"/>
                </a:moveTo>
                <a:lnTo>
                  <a:pt x="1586590" y="712371"/>
                </a:lnTo>
                <a:moveTo>
                  <a:pt x="2302466" y="623881"/>
                </a:moveTo>
                <a:lnTo>
                  <a:pt x="2319589" y="671133"/>
                </a:lnTo>
                <a:moveTo>
                  <a:pt x="1740182" y="800209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975294" y="824546"/>
                </a:lnTo>
                <a:moveTo>
                  <a:pt x="2181864" y="833108"/>
                </a:moveTo>
                <a:lnTo>
                  <a:pt x="2195221" y="833224"/>
                </a:lnTo>
                <a:moveTo>
                  <a:pt x="931467" y="679476"/>
                </a:moveTo>
                <a:lnTo>
                  <a:pt x="975294" y="824546"/>
                </a:lnTo>
                <a:moveTo>
                  <a:pt x="2118915" y="669699"/>
                </a:moveTo>
                <a:lnTo>
                  <a:pt x="2203061" y="723897"/>
                </a:lnTo>
                <a:moveTo>
                  <a:pt x="618010" y="777043"/>
                </a:moveTo>
                <a:lnTo>
                  <a:pt x="599142" y="722924"/>
                </a:lnTo>
                <a:moveTo>
                  <a:pt x="843500" y="746372"/>
                </a:moveTo>
                <a:lnTo>
                  <a:pt x="894513" y="775797"/>
                </a:lnTo>
                <a:moveTo>
                  <a:pt x="1654625" y="860906"/>
                </a:moveTo>
                <a:lnTo>
                  <a:pt x="1682817" y="766373"/>
                </a:lnTo>
                <a:moveTo>
                  <a:pt x="549323" y="694140"/>
                </a:moveTo>
                <a:lnTo>
                  <a:pt x="618010" y="777043"/>
                </a:lnTo>
                <a:moveTo>
                  <a:pt x="2120034" y="664419"/>
                </a:moveTo>
                <a:lnTo>
                  <a:pt x="2203061" y="723897"/>
                </a:lnTo>
                <a:moveTo>
                  <a:pt x="1627945" y="965522"/>
                </a:moveTo>
                <a:lnTo>
                  <a:pt x="1652384" y="867514"/>
                </a:lnTo>
                <a:moveTo>
                  <a:pt x="674929" y="678297"/>
                </a:moveTo>
                <a:lnTo>
                  <a:pt x="644976" y="747685"/>
                </a:lnTo>
                <a:moveTo>
                  <a:pt x="1868724" y="876774"/>
                </a:moveTo>
                <a:lnTo>
                  <a:pt x="1930181" y="792752"/>
                </a:lnTo>
                <a:moveTo>
                  <a:pt x="1208050" y="608445"/>
                </a:moveTo>
                <a:lnTo>
                  <a:pt x="1237805" y="627848"/>
                </a:lnTo>
                <a:moveTo>
                  <a:pt x="1568498" y="702297"/>
                </a:moveTo>
                <a:lnTo>
                  <a:pt x="1587369" y="701629"/>
                </a:lnTo>
                <a:moveTo>
                  <a:pt x="2195445" y="830553"/>
                </a:moveTo>
                <a:lnTo>
                  <a:pt x="2195221" y="833224"/>
                </a:lnTo>
                <a:moveTo>
                  <a:pt x="1817219" y="1022270"/>
                </a:moveTo>
                <a:lnTo>
                  <a:pt x="1808662" y="957479"/>
                </a:lnTo>
                <a:moveTo>
                  <a:pt x="409584" y="726592"/>
                </a:moveTo>
                <a:lnTo>
                  <a:pt x="459290" y="640762"/>
                </a:lnTo>
                <a:moveTo>
                  <a:pt x="1587369" y="701629"/>
                </a:moveTo>
                <a:lnTo>
                  <a:pt x="1586590" y="712371"/>
                </a:lnTo>
                <a:moveTo>
                  <a:pt x="1753420" y="925351"/>
                </a:moveTo>
                <a:lnTo>
                  <a:pt x="1817219" y="1022270"/>
                </a:lnTo>
                <a:moveTo>
                  <a:pt x="599142" y="722924"/>
                </a:moveTo>
                <a:lnTo>
                  <a:pt x="676669" y="647548"/>
                </a:lnTo>
                <a:moveTo>
                  <a:pt x="1229209" y="603588"/>
                </a:moveTo>
                <a:lnTo>
                  <a:pt x="1363846" y="645968"/>
                </a:lnTo>
                <a:moveTo>
                  <a:pt x="1629321" y="904804"/>
                </a:moveTo>
                <a:lnTo>
                  <a:pt x="1627945" y="965522"/>
                </a:lnTo>
                <a:moveTo>
                  <a:pt x="2181864" y="833108"/>
                </a:moveTo>
                <a:lnTo>
                  <a:pt x="2178778" y="822306"/>
                </a:lnTo>
                <a:moveTo>
                  <a:pt x="1817219" y="1022270"/>
                </a:moveTo>
                <a:lnTo>
                  <a:pt x="1854229" y="983006"/>
                </a:lnTo>
                <a:moveTo>
                  <a:pt x="1918742" y="846143"/>
                </a:moveTo>
                <a:lnTo>
                  <a:pt x="1972094" y="817499"/>
                </a:lnTo>
                <a:moveTo>
                  <a:pt x="2193827" y="595943"/>
                </a:moveTo>
                <a:lnTo>
                  <a:pt x="2203061" y="723897"/>
                </a:lnTo>
                <a:moveTo>
                  <a:pt x="1229209" y="603588"/>
                </a:moveTo>
                <a:lnTo>
                  <a:pt x="1237805" y="627848"/>
                </a:lnTo>
                <a:moveTo>
                  <a:pt x="1266974" y="981511"/>
                </a:moveTo>
                <a:lnTo>
                  <a:pt x="1295803" y="898635"/>
                </a:lnTo>
                <a:moveTo>
                  <a:pt x="1586590" y="712371"/>
                </a:moveTo>
                <a:lnTo>
                  <a:pt x="1682817" y="766373"/>
                </a:lnTo>
                <a:moveTo>
                  <a:pt x="845394" y="826008"/>
                </a:moveTo>
                <a:lnTo>
                  <a:pt x="975294" y="824546"/>
                </a:lnTo>
                <a:moveTo>
                  <a:pt x="409584" y="726592"/>
                </a:moveTo>
                <a:lnTo>
                  <a:pt x="493181" y="774784"/>
                </a:lnTo>
                <a:moveTo>
                  <a:pt x="618010" y="777043"/>
                </a:moveTo>
                <a:lnTo>
                  <a:pt x="644976" y="747685"/>
                </a:lnTo>
                <a:moveTo>
                  <a:pt x="2273386" y="648270"/>
                </a:moveTo>
                <a:lnTo>
                  <a:pt x="2305516" y="544946"/>
                </a:lnTo>
                <a:moveTo>
                  <a:pt x="674929" y="678297"/>
                </a:moveTo>
                <a:lnTo>
                  <a:pt x="698942" y="661882"/>
                </a:lnTo>
                <a:moveTo>
                  <a:pt x="1148190" y="923059"/>
                </a:moveTo>
                <a:lnTo>
                  <a:pt x="1179604" y="965599"/>
                </a:lnTo>
                <a:moveTo>
                  <a:pt x="1930181" y="792752"/>
                </a:moveTo>
                <a:lnTo>
                  <a:pt x="1918742" y="846143"/>
                </a:lnTo>
                <a:moveTo>
                  <a:pt x="2193827" y="595943"/>
                </a:moveTo>
                <a:lnTo>
                  <a:pt x="2273386" y="648270"/>
                </a:lnTo>
                <a:moveTo>
                  <a:pt x="1600491" y="951546"/>
                </a:moveTo>
                <a:lnTo>
                  <a:pt x="1627945" y="965522"/>
                </a:lnTo>
                <a:moveTo>
                  <a:pt x="644976" y="747685"/>
                </a:moveTo>
                <a:lnTo>
                  <a:pt x="782118" y="708904"/>
                </a:lnTo>
                <a:moveTo>
                  <a:pt x="1809899" y="759015"/>
                </a:moveTo>
                <a:lnTo>
                  <a:pt x="1796773" y="834511"/>
                </a:lnTo>
                <a:moveTo>
                  <a:pt x="927652" y="683301"/>
                </a:moveTo>
                <a:lnTo>
                  <a:pt x="894513" y="775797"/>
                </a:lnTo>
                <a:moveTo>
                  <a:pt x="1900204" y="894257"/>
                </a:moveTo>
                <a:lnTo>
                  <a:pt x="2028800" y="848661"/>
                </a:lnTo>
                <a:moveTo>
                  <a:pt x="843500" y="746372"/>
                </a:moveTo>
                <a:lnTo>
                  <a:pt x="927652" y="683301"/>
                </a:lnTo>
                <a:moveTo>
                  <a:pt x="2079005" y="763284"/>
                </a:moveTo>
                <a:lnTo>
                  <a:pt x="2178778" y="822306"/>
                </a:lnTo>
                <a:moveTo>
                  <a:pt x="782118" y="708904"/>
                </a:moveTo>
                <a:lnTo>
                  <a:pt x="843500" y="746372"/>
                </a:lnTo>
                <a:moveTo>
                  <a:pt x="1682817" y="766373"/>
                </a:moveTo>
                <a:lnTo>
                  <a:pt x="1740182" y="800209"/>
                </a:lnTo>
                <a:moveTo>
                  <a:pt x="1587369" y="701629"/>
                </a:moveTo>
                <a:lnTo>
                  <a:pt x="1682817" y="766373"/>
                </a:lnTo>
                <a:moveTo>
                  <a:pt x="2305516" y="544946"/>
                </a:moveTo>
                <a:lnTo>
                  <a:pt x="2302466" y="623881"/>
                </a:lnTo>
                <a:moveTo>
                  <a:pt x="547213" y="623911"/>
                </a:moveTo>
                <a:lnTo>
                  <a:pt x="549323" y="694140"/>
                </a:lnTo>
                <a:moveTo>
                  <a:pt x="1405988" y="1016299"/>
                </a:moveTo>
                <a:lnTo>
                  <a:pt x="1464317" y="991100"/>
                </a:lnTo>
                <a:moveTo>
                  <a:pt x="1846465" y="742376"/>
                </a:moveTo>
                <a:lnTo>
                  <a:pt x="1868724" y="876774"/>
                </a:lnTo>
                <a:moveTo>
                  <a:pt x="674929" y="678297"/>
                </a:moveTo>
                <a:lnTo>
                  <a:pt x="782118" y="708904"/>
                </a:lnTo>
                <a:moveTo>
                  <a:pt x="2181864" y="833108"/>
                </a:moveTo>
                <a:lnTo>
                  <a:pt x="2195445" y="830553"/>
                </a:lnTo>
                <a:moveTo>
                  <a:pt x="2079005" y="763284"/>
                </a:moveTo>
                <a:lnTo>
                  <a:pt x="2181864" y="833108"/>
                </a:lnTo>
                <a:moveTo>
                  <a:pt x="1918742" y="846143"/>
                </a:moveTo>
                <a:lnTo>
                  <a:pt x="2028800" y="848661"/>
                </a:lnTo>
                <a:moveTo>
                  <a:pt x="1049316" y="627365"/>
                </a:moveTo>
                <a:lnTo>
                  <a:pt x="1021227" y="736850"/>
                </a:lnTo>
                <a:moveTo>
                  <a:pt x="1363846" y="645968"/>
                </a:moveTo>
                <a:lnTo>
                  <a:pt x="1458735" y="648836"/>
                </a:lnTo>
                <a:moveTo>
                  <a:pt x="1179604" y="965599"/>
                </a:moveTo>
                <a:lnTo>
                  <a:pt x="1202008" y="952804"/>
                </a:lnTo>
                <a:moveTo>
                  <a:pt x="1900204" y="894257"/>
                </a:moveTo>
                <a:lnTo>
                  <a:pt x="1979451" y="934721"/>
                </a:lnTo>
                <a:moveTo>
                  <a:pt x="2118915" y="669699"/>
                </a:moveTo>
                <a:lnTo>
                  <a:pt x="2178778" y="822306"/>
                </a:lnTo>
                <a:moveTo>
                  <a:pt x="676669" y="647548"/>
                </a:moveTo>
                <a:lnTo>
                  <a:pt x="674929" y="678297"/>
                </a:lnTo>
                <a:moveTo>
                  <a:pt x="1077759" y="648369"/>
                </a:moveTo>
                <a:lnTo>
                  <a:pt x="1208050" y="608445"/>
                </a:lnTo>
                <a:moveTo>
                  <a:pt x="698942" y="661882"/>
                </a:moveTo>
                <a:lnTo>
                  <a:pt x="782118" y="708904"/>
                </a:lnTo>
                <a:moveTo>
                  <a:pt x="1846465" y="742376"/>
                </a:moveTo>
                <a:lnTo>
                  <a:pt x="1796773" y="834511"/>
                </a:lnTo>
                <a:moveTo>
                  <a:pt x="1972094" y="817499"/>
                </a:moveTo>
                <a:lnTo>
                  <a:pt x="2079005" y="763284"/>
                </a:lnTo>
                <a:moveTo>
                  <a:pt x="549323" y="694140"/>
                </a:moveTo>
                <a:lnTo>
                  <a:pt x="576643" y="818607"/>
                </a:lnTo>
                <a:moveTo>
                  <a:pt x="1854229" y="983006"/>
                </a:moveTo>
                <a:lnTo>
                  <a:pt x="1979451" y="934721"/>
                </a:lnTo>
                <a:moveTo>
                  <a:pt x="1652384" y="867514"/>
                </a:moveTo>
                <a:lnTo>
                  <a:pt x="1680710" y="992783"/>
                </a:lnTo>
                <a:moveTo>
                  <a:pt x="644976" y="747685"/>
                </a:moveTo>
                <a:lnTo>
                  <a:pt x="730731" y="793337"/>
                </a:lnTo>
                <a:moveTo>
                  <a:pt x="1332439" y="976409"/>
                </a:moveTo>
                <a:lnTo>
                  <a:pt x="1405988" y="1016299"/>
                </a:lnTo>
                <a:moveTo>
                  <a:pt x="1009886" y="845064"/>
                </a:moveTo>
                <a:lnTo>
                  <a:pt x="1026925" y="961334"/>
                </a:lnTo>
                <a:moveTo>
                  <a:pt x="1017035" y="955626"/>
                </a:moveTo>
                <a:lnTo>
                  <a:pt x="1009886" y="845064"/>
                </a:lnTo>
                <a:moveTo>
                  <a:pt x="1740182" y="800209"/>
                </a:moveTo>
                <a:lnTo>
                  <a:pt x="1809899" y="759015"/>
                </a:lnTo>
                <a:moveTo>
                  <a:pt x="1930181" y="792752"/>
                </a:moveTo>
                <a:lnTo>
                  <a:pt x="1972094" y="817499"/>
                </a:lnTo>
                <a:moveTo>
                  <a:pt x="1208050" y="608445"/>
                </a:moveTo>
                <a:lnTo>
                  <a:pt x="1229209" y="603588"/>
                </a:lnTo>
                <a:moveTo>
                  <a:pt x="459290" y="640762"/>
                </a:moveTo>
                <a:lnTo>
                  <a:pt x="547213" y="623911"/>
                </a:lnTo>
                <a:moveTo>
                  <a:pt x="1680710" y="992783"/>
                </a:moveTo>
                <a:lnTo>
                  <a:pt x="1753420" y="925351"/>
                </a:lnTo>
                <a:moveTo>
                  <a:pt x="845394" y="826008"/>
                </a:moveTo>
                <a:lnTo>
                  <a:pt x="894513" y="775797"/>
                </a:lnTo>
                <a:moveTo>
                  <a:pt x="676669" y="647548"/>
                </a:moveTo>
                <a:lnTo>
                  <a:pt x="698942" y="661882"/>
                </a:lnTo>
                <a:moveTo>
                  <a:pt x="845394" y="826008"/>
                </a:moveTo>
                <a:lnTo>
                  <a:pt x="843500" y="746372"/>
                </a:lnTo>
                <a:moveTo>
                  <a:pt x="1026925" y="961334"/>
                </a:moveTo>
                <a:lnTo>
                  <a:pt x="1111441" y="903315"/>
                </a:lnTo>
                <a:moveTo>
                  <a:pt x="2281430" y="528867"/>
                </a:moveTo>
                <a:lnTo>
                  <a:pt x="2273386" y="648270"/>
                </a:lnTo>
                <a:moveTo>
                  <a:pt x="1972094" y="817499"/>
                </a:moveTo>
                <a:lnTo>
                  <a:pt x="2045486" y="743391"/>
                </a:lnTo>
                <a:moveTo>
                  <a:pt x="845394" y="826008"/>
                </a:moveTo>
                <a:lnTo>
                  <a:pt x="980238" y="868028"/>
                </a:lnTo>
                <a:moveTo>
                  <a:pt x="1458735" y="648836"/>
                </a:moveTo>
                <a:lnTo>
                  <a:pt x="1568498" y="702297"/>
                </a:lnTo>
                <a:moveTo>
                  <a:pt x="927652" y="683301"/>
                </a:moveTo>
                <a:lnTo>
                  <a:pt x="931467" y="679476"/>
                </a:lnTo>
                <a:moveTo>
                  <a:pt x="2045486" y="743391"/>
                </a:moveTo>
                <a:lnTo>
                  <a:pt x="2079005" y="763284"/>
                </a:lnTo>
                <a:moveTo>
                  <a:pt x="1464317" y="991100"/>
                </a:moveTo>
                <a:lnTo>
                  <a:pt x="1526056" y="1017602"/>
                </a:lnTo>
                <a:moveTo>
                  <a:pt x="2302466" y="623881"/>
                </a:moveTo>
                <a:lnTo>
                  <a:pt x="2353705" y="686052"/>
                </a:lnTo>
                <a:moveTo>
                  <a:pt x="1972094" y="817499"/>
                </a:moveTo>
                <a:lnTo>
                  <a:pt x="2028800" y="848661"/>
                </a:lnTo>
                <a:moveTo>
                  <a:pt x="2079005" y="763284"/>
                </a:moveTo>
                <a:lnTo>
                  <a:pt x="2118915" y="669699"/>
                </a:lnTo>
                <a:moveTo>
                  <a:pt x="2309831" y="776729"/>
                </a:moveTo>
                <a:lnTo>
                  <a:pt x="2195221" y="833224"/>
                </a:lnTo>
                <a:moveTo>
                  <a:pt x="1854229" y="983006"/>
                </a:moveTo>
                <a:lnTo>
                  <a:pt x="1928606" y="1019587"/>
                </a:lnTo>
                <a:moveTo>
                  <a:pt x="2028800" y="848661"/>
                </a:moveTo>
                <a:lnTo>
                  <a:pt x="2079005" y="763284"/>
                </a:lnTo>
                <a:moveTo>
                  <a:pt x="2045486" y="743391"/>
                </a:moveTo>
                <a:lnTo>
                  <a:pt x="2118915" y="669699"/>
                </a:lnTo>
                <a:moveTo>
                  <a:pt x="1026925" y="961334"/>
                </a:moveTo>
                <a:lnTo>
                  <a:pt x="1148190" y="923059"/>
                </a:lnTo>
                <a:moveTo>
                  <a:pt x="2045486" y="743391"/>
                </a:moveTo>
                <a:lnTo>
                  <a:pt x="2115834" y="667776"/>
                </a:lnTo>
                <a:moveTo>
                  <a:pt x="1483887" y="647470"/>
                </a:moveTo>
                <a:lnTo>
                  <a:pt x="1568498" y="702297"/>
                </a:lnTo>
                <a:moveTo>
                  <a:pt x="1753420" y="925351"/>
                </a:moveTo>
                <a:lnTo>
                  <a:pt x="1776185" y="1046186"/>
                </a:lnTo>
                <a:moveTo>
                  <a:pt x="846549" y="858306"/>
                </a:moveTo>
                <a:lnTo>
                  <a:pt x="980238" y="868028"/>
                </a:lnTo>
                <a:moveTo>
                  <a:pt x="616336" y="608048"/>
                </a:moveTo>
                <a:lnTo>
                  <a:pt x="599142" y="722924"/>
                </a:lnTo>
                <a:moveTo>
                  <a:pt x="616336" y="608048"/>
                </a:moveTo>
                <a:lnTo>
                  <a:pt x="549323" y="694140"/>
                </a:lnTo>
                <a:moveTo>
                  <a:pt x="730731" y="793337"/>
                </a:moveTo>
                <a:lnTo>
                  <a:pt x="782118" y="708904"/>
                </a:lnTo>
                <a:moveTo>
                  <a:pt x="927460" y="904750"/>
                </a:moveTo>
                <a:lnTo>
                  <a:pt x="980238" y="868028"/>
                </a:lnTo>
                <a:moveTo>
                  <a:pt x="2115834" y="667776"/>
                </a:moveTo>
                <a:lnTo>
                  <a:pt x="2118915" y="669699"/>
                </a:lnTo>
                <a:moveTo>
                  <a:pt x="788784" y="648263"/>
                </a:moveTo>
                <a:lnTo>
                  <a:pt x="843500" y="746372"/>
                </a:lnTo>
                <a:moveTo>
                  <a:pt x="2120034" y="664419"/>
                </a:moveTo>
                <a:lnTo>
                  <a:pt x="2118915" y="669699"/>
                </a:lnTo>
                <a:moveTo>
                  <a:pt x="1208050" y="608445"/>
                </a:moveTo>
                <a:lnTo>
                  <a:pt x="1213114" y="608161"/>
                </a:lnTo>
                <a:moveTo>
                  <a:pt x="493181" y="774784"/>
                </a:moveTo>
                <a:lnTo>
                  <a:pt x="576643" y="818607"/>
                </a:lnTo>
                <a:moveTo>
                  <a:pt x="782118" y="708904"/>
                </a:moveTo>
                <a:lnTo>
                  <a:pt x="845394" y="826008"/>
                </a:lnTo>
                <a:moveTo>
                  <a:pt x="2115834" y="667776"/>
                </a:moveTo>
                <a:lnTo>
                  <a:pt x="2120034" y="664419"/>
                </a:lnTo>
                <a:moveTo>
                  <a:pt x="1846465" y="742376"/>
                </a:moveTo>
                <a:lnTo>
                  <a:pt x="1930181" y="792752"/>
                </a:lnTo>
                <a:moveTo>
                  <a:pt x="980238" y="868028"/>
                </a:moveTo>
                <a:lnTo>
                  <a:pt x="1017035" y="955626"/>
                </a:lnTo>
                <a:moveTo>
                  <a:pt x="1526056" y="1017602"/>
                </a:moveTo>
                <a:lnTo>
                  <a:pt x="1600491" y="951546"/>
                </a:lnTo>
                <a:moveTo>
                  <a:pt x="1213114" y="608161"/>
                </a:moveTo>
                <a:lnTo>
                  <a:pt x="1229209" y="603588"/>
                </a:lnTo>
                <a:moveTo>
                  <a:pt x="1627945" y="965522"/>
                </a:moveTo>
                <a:lnTo>
                  <a:pt x="1680710" y="992783"/>
                </a:lnTo>
                <a:moveTo>
                  <a:pt x="576643" y="818607"/>
                </a:moveTo>
                <a:lnTo>
                  <a:pt x="618010" y="777043"/>
                </a:lnTo>
                <a:moveTo>
                  <a:pt x="698942" y="661882"/>
                </a:moveTo>
                <a:lnTo>
                  <a:pt x="788784" y="648263"/>
                </a:lnTo>
                <a:moveTo>
                  <a:pt x="1309645" y="631529"/>
                </a:moveTo>
                <a:lnTo>
                  <a:pt x="1363846" y="645968"/>
                </a:lnTo>
                <a:moveTo>
                  <a:pt x="2115834" y="667776"/>
                </a:moveTo>
                <a:lnTo>
                  <a:pt x="2113188" y="665132"/>
                </a:lnTo>
                <a:moveTo>
                  <a:pt x="1587369" y="701629"/>
                </a:moveTo>
                <a:lnTo>
                  <a:pt x="1686985" y="696298"/>
                </a:lnTo>
                <a:moveTo>
                  <a:pt x="1809899" y="759015"/>
                </a:moveTo>
                <a:lnTo>
                  <a:pt x="1846465" y="742376"/>
                </a:lnTo>
                <a:moveTo>
                  <a:pt x="2113188" y="665132"/>
                </a:moveTo>
                <a:lnTo>
                  <a:pt x="2120034" y="664419"/>
                </a:lnTo>
                <a:moveTo>
                  <a:pt x="1979451" y="934721"/>
                </a:moveTo>
                <a:lnTo>
                  <a:pt x="2028800" y="848661"/>
                </a:lnTo>
                <a:moveTo>
                  <a:pt x="2120034" y="664419"/>
                </a:moveTo>
                <a:lnTo>
                  <a:pt x="2193827" y="595943"/>
                </a:lnTo>
                <a:moveTo>
                  <a:pt x="1266974" y="981511"/>
                </a:moveTo>
                <a:lnTo>
                  <a:pt x="1332439" y="976409"/>
                </a:lnTo>
                <a:moveTo>
                  <a:pt x="2309831" y="776729"/>
                </a:moveTo>
                <a:lnTo>
                  <a:pt x="2319589" y="671133"/>
                </a:lnTo>
                <a:moveTo>
                  <a:pt x="437409" y="814405"/>
                </a:moveTo>
                <a:lnTo>
                  <a:pt x="493181" y="774784"/>
                </a:lnTo>
                <a:moveTo>
                  <a:pt x="437409" y="814405"/>
                </a:moveTo>
                <a:lnTo>
                  <a:pt x="409584" y="726592"/>
                </a:lnTo>
                <a:moveTo>
                  <a:pt x="2310446" y="776967"/>
                </a:moveTo>
                <a:lnTo>
                  <a:pt x="2319589" y="671133"/>
                </a:lnTo>
                <a:moveTo>
                  <a:pt x="2195445" y="830553"/>
                </a:moveTo>
                <a:lnTo>
                  <a:pt x="2309831" y="776729"/>
                </a:lnTo>
                <a:moveTo>
                  <a:pt x="1887335" y="1068117"/>
                </a:moveTo>
                <a:lnTo>
                  <a:pt x="1854229" y="983006"/>
                </a:lnTo>
                <a:moveTo>
                  <a:pt x="2353705" y="686052"/>
                </a:moveTo>
                <a:lnTo>
                  <a:pt x="2319589" y="671133"/>
                </a:lnTo>
                <a:moveTo>
                  <a:pt x="788784" y="648263"/>
                </a:moveTo>
                <a:lnTo>
                  <a:pt x="927652" y="683301"/>
                </a:lnTo>
                <a:moveTo>
                  <a:pt x="1686985" y="696298"/>
                </a:moveTo>
                <a:lnTo>
                  <a:pt x="1682817" y="766373"/>
                </a:lnTo>
                <a:moveTo>
                  <a:pt x="1627945" y="965522"/>
                </a:moveTo>
                <a:lnTo>
                  <a:pt x="1671827" y="998548"/>
                </a:lnTo>
                <a:moveTo>
                  <a:pt x="788784" y="648263"/>
                </a:moveTo>
                <a:lnTo>
                  <a:pt x="782118" y="708904"/>
                </a:lnTo>
                <a:moveTo>
                  <a:pt x="682546" y="832570"/>
                </a:moveTo>
                <a:lnTo>
                  <a:pt x="644976" y="747685"/>
                </a:lnTo>
                <a:moveTo>
                  <a:pt x="782118" y="708904"/>
                </a:moveTo>
                <a:lnTo>
                  <a:pt x="822767" y="843997"/>
                </a:lnTo>
                <a:moveTo>
                  <a:pt x="2113188" y="665132"/>
                </a:moveTo>
                <a:lnTo>
                  <a:pt x="2193827" y="595943"/>
                </a:lnTo>
                <a:moveTo>
                  <a:pt x="1488646" y="1040386"/>
                </a:moveTo>
                <a:lnTo>
                  <a:pt x="1464317" y="991100"/>
                </a:lnTo>
                <a:moveTo>
                  <a:pt x="1049316" y="627365"/>
                </a:moveTo>
                <a:lnTo>
                  <a:pt x="1077759" y="648369"/>
                </a:lnTo>
                <a:moveTo>
                  <a:pt x="2111470" y="891853"/>
                </a:moveTo>
                <a:lnTo>
                  <a:pt x="2181864" y="833108"/>
                </a:lnTo>
                <a:moveTo>
                  <a:pt x="1526056" y="1017602"/>
                </a:moveTo>
                <a:lnTo>
                  <a:pt x="1627945" y="965522"/>
                </a:lnTo>
                <a:moveTo>
                  <a:pt x="931467" y="679476"/>
                </a:moveTo>
                <a:lnTo>
                  <a:pt x="1049316" y="627365"/>
                </a:lnTo>
                <a:moveTo>
                  <a:pt x="1776185" y="1046186"/>
                </a:moveTo>
                <a:lnTo>
                  <a:pt x="1817219" y="1022270"/>
                </a:lnTo>
                <a:moveTo>
                  <a:pt x="1058702" y="623437"/>
                </a:moveTo>
                <a:lnTo>
                  <a:pt x="1077759" y="648369"/>
                </a:lnTo>
                <a:moveTo>
                  <a:pt x="1265776" y="981243"/>
                </a:moveTo>
                <a:lnTo>
                  <a:pt x="1202008" y="952804"/>
                </a:lnTo>
                <a:moveTo>
                  <a:pt x="1266974" y="981511"/>
                </a:moveTo>
                <a:lnTo>
                  <a:pt x="1202008" y="952804"/>
                </a:lnTo>
                <a:moveTo>
                  <a:pt x="845394" y="826008"/>
                </a:moveTo>
                <a:lnTo>
                  <a:pt x="846549" y="858306"/>
                </a:lnTo>
                <a:moveTo>
                  <a:pt x="2079005" y="763284"/>
                </a:moveTo>
                <a:lnTo>
                  <a:pt x="2111470" y="891853"/>
                </a:lnTo>
                <a:moveTo>
                  <a:pt x="1569017" y="625000"/>
                </a:moveTo>
                <a:lnTo>
                  <a:pt x="1568498" y="702297"/>
                </a:lnTo>
                <a:moveTo>
                  <a:pt x="1932660" y="713530"/>
                </a:moveTo>
                <a:lnTo>
                  <a:pt x="1972094" y="817499"/>
                </a:lnTo>
                <a:moveTo>
                  <a:pt x="360811" y="689499"/>
                </a:moveTo>
                <a:lnTo>
                  <a:pt x="459290" y="640762"/>
                </a:lnTo>
                <a:moveTo>
                  <a:pt x="730731" y="793337"/>
                </a:moveTo>
                <a:lnTo>
                  <a:pt x="822767" y="843997"/>
                </a:lnTo>
                <a:moveTo>
                  <a:pt x="1928606" y="1019587"/>
                </a:moveTo>
                <a:lnTo>
                  <a:pt x="1979451" y="934721"/>
                </a:lnTo>
                <a:moveTo>
                  <a:pt x="822767" y="843997"/>
                </a:moveTo>
                <a:lnTo>
                  <a:pt x="845394" y="826008"/>
                </a:lnTo>
                <a:moveTo>
                  <a:pt x="618010" y="777043"/>
                </a:moveTo>
                <a:lnTo>
                  <a:pt x="682546" y="832570"/>
                </a:lnTo>
                <a:moveTo>
                  <a:pt x="616336" y="608048"/>
                </a:moveTo>
                <a:lnTo>
                  <a:pt x="676669" y="647548"/>
                </a:lnTo>
                <a:moveTo>
                  <a:pt x="1458735" y="648836"/>
                </a:moveTo>
                <a:lnTo>
                  <a:pt x="1483887" y="647470"/>
                </a:lnTo>
                <a:moveTo>
                  <a:pt x="1932660" y="713530"/>
                </a:moveTo>
                <a:lnTo>
                  <a:pt x="1930181" y="792752"/>
                </a:lnTo>
                <a:moveTo>
                  <a:pt x="2281430" y="528867"/>
                </a:moveTo>
                <a:lnTo>
                  <a:pt x="2305516" y="544946"/>
                </a:lnTo>
                <a:moveTo>
                  <a:pt x="2305516" y="544946"/>
                </a:moveTo>
                <a:lnTo>
                  <a:pt x="2353705" y="686052"/>
                </a:lnTo>
                <a:moveTo>
                  <a:pt x="1817219" y="1022270"/>
                </a:moveTo>
                <a:lnTo>
                  <a:pt x="1887335" y="1068117"/>
                </a:lnTo>
                <a:moveTo>
                  <a:pt x="2193827" y="595943"/>
                </a:moveTo>
                <a:lnTo>
                  <a:pt x="2281430" y="528867"/>
                </a:lnTo>
                <a:moveTo>
                  <a:pt x="667221" y="583202"/>
                </a:moveTo>
                <a:lnTo>
                  <a:pt x="698942" y="661882"/>
                </a:lnTo>
                <a:moveTo>
                  <a:pt x="1569017" y="625000"/>
                </a:moveTo>
                <a:lnTo>
                  <a:pt x="1587369" y="701629"/>
                </a:lnTo>
                <a:moveTo>
                  <a:pt x="2028800" y="848661"/>
                </a:moveTo>
                <a:lnTo>
                  <a:pt x="2111470" y="891853"/>
                </a:lnTo>
                <a:moveTo>
                  <a:pt x="437137" y="616842"/>
                </a:moveTo>
                <a:lnTo>
                  <a:pt x="459290" y="640762"/>
                </a:lnTo>
                <a:moveTo>
                  <a:pt x="360811" y="689499"/>
                </a:moveTo>
                <a:lnTo>
                  <a:pt x="409584" y="726592"/>
                </a:lnTo>
                <a:moveTo>
                  <a:pt x="2305622" y="509937"/>
                </a:moveTo>
                <a:lnTo>
                  <a:pt x="2305516" y="544946"/>
                </a:lnTo>
                <a:moveTo>
                  <a:pt x="1229209" y="603588"/>
                </a:moveTo>
                <a:lnTo>
                  <a:pt x="1309645" y="631529"/>
                </a:lnTo>
                <a:moveTo>
                  <a:pt x="1740182" y="800209"/>
                </a:moveTo>
                <a:lnTo>
                  <a:pt x="1790930" y="704445"/>
                </a:lnTo>
                <a:moveTo>
                  <a:pt x="1671827" y="998548"/>
                </a:moveTo>
                <a:lnTo>
                  <a:pt x="1680710" y="992783"/>
                </a:lnTo>
                <a:moveTo>
                  <a:pt x="846549" y="858306"/>
                </a:moveTo>
                <a:lnTo>
                  <a:pt x="927460" y="904750"/>
                </a:lnTo>
                <a:moveTo>
                  <a:pt x="1179604" y="965599"/>
                </a:moveTo>
                <a:lnTo>
                  <a:pt x="1265776" y="981243"/>
                </a:lnTo>
                <a:moveTo>
                  <a:pt x="822767" y="843997"/>
                </a:moveTo>
                <a:lnTo>
                  <a:pt x="846549" y="858306"/>
                </a:lnTo>
                <a:moveTo>
                  <a:pt x="1978808" y="697438"/>
                </a:moveTo>
                <a:lnTo>
                  <a:pt x="1972094" y="817499"/>
                </a:lnTo>
                <a:moveTo>
                  <a:pt x="547213" y="623911"/>
                </a:moveTo>
                <a:lnTo>
                  <a:pt x="616336" y="608048"/>
                </a:lnTo>
                <a:moveTo>
                  <a:pt x="1979451" y="934721"/>
                </a:moveTo>
                <a:lnTo>
                  <a:pt x="2111470" y="891853"/>
                </a:lnTo>
                <a:moveTo>
                  <a:pt x="1680710" y="992783"/>
                </a:moveTo>
                <a:lnTo>
                  <a:pt x="1776185" y="1046186"/>
                </a:lnTo>
                <a:moveTo>
                  <a:pt x="2310446" y="776967"/>
                </a:moveTo>
                <a:lnTo>
                  <a:pt x="2309831" y="776729"/>
                </a:lnTo>
                <a:moveTo>
                  <a:pt x="682546" y="832570"/>
                </a:moveTo>
                <a:lnTo>
                  <a:pt x="730731" y="793337"/>
                </a:lnTo>
                <a:moveTo>
                  <a:pt x="667221" y="583202"/>
                </a:moveTo>
                <a:lnTo>
                  <a:pt x="676669" y="647548"/>
                </a:lnTo>
                <a:moveTo>
                  <a:pt x="927460" y="904750"/>
                </a:moveTo>
                <a:lnTo>
                  <a:pt x="1017035" y="955626"/>
                </a:lnTo>
                <a:moveTo>
                  <a:pt x="1101798" y="992113"/>
                </a:moveTo>
                <a:lnTo>
                  <a:pt x="1148190" y="923059"/>
                </a:lnTo>
                <a:moveTo>
                  <a:pt x="1775654" y="694378"/>
                </a:moveTo>
                <a:lnTo>
                  <a:pt x="1740182" y="800209"/>
                </a:lnTo>
                <a:moveTo>
                  <a:pt x="2310446" y="776967"/>
                </a:moveTo>
                <a:lnTo>
                  <a:pt x="2353705" y="686052"/>
                </a:lnTo>
                <a:moveTo>
                  <a:pt x="1846465" y="742376"/>
                </a:moveTo>
                <a:lnTo>
                  <a:pt x="1932660" y="713530"/>
                </a:lnTo>
                <a:moveTo>
                  <a:pt x="1978808" y="697438"/>
                </a:moveTo>
                <a:lnTo>
                  <a:pt x="2045486" y="743391"/>
                </a:lnTo>
                <a:moveTo>
                  <a:pt x="927460" y="904750"/>
                </a:moveTo>
                <a:lnTo>
                  <a:pt x="1021854" y="963317"/>
                </a:lnTo>
                <a:moveTo>
                  <a:pt x="1017035" y="955626"/>
                </a:moveTo>
                <a:lnTo>
                  <a:pt x="1026925" y="961334"/>
                </a:lnTo>
                <a:moveTo>
                  <a:pt x="1978808" y="697438"/>
                </a:moveTo>
                <a:lnTo>
                  <a:pt x="2115834" y="667776"/>
                </a:lnTo>
                <a:moveTo>
                  <a:pt x="2281430" y="528867"/>
                </a:moveTo>
                <a:lnTo>
                  <a:pt x="2305622" y="509937"/>
                </a:lnTo>
                <a:moveTo>
                  <a:pt x="1213114" y="608161"/>
                </a:moveTo>
                <a:lnTo>
                  <a:pt x="1309645" y="631529"/>
                </a:lnTo>
                <a:moveTo>
                  <a:pt x="2305516" y="544946"/>
                </a:moveTo>
                <a:lnTo>
                  <a:pt x="2385923" y="586334"/>
                </a:lnTo>
                <a:moveTo>
                  <a:pt x="1775654" y="694378"/>
                </a:moveTo>
                <a:lnTo>
                  <a:pt x="1682817" y="766373"/>
                </a:lnTo>
                <a:moveTo>
                  <a:pt x="1359842" y="987885"/>
                </a:moveTo>
                <a:lnTo>
                  <a:pt x="1332439" y="976409"/>
                </a:lnTo>
                <a:moveTo>
                  <a:pt x="327394" y="783388"/>
                </a:moveTo>
                <a:lnTo>
                  <a:pt x="409584" y="726592"/>
                </a:lnTo>
                <a:moveTo>
                  <a:pt x="1790930" y="704445"/>
                </a:moveTo>
                <a:lnTo>
                  <a:pt x="1809899" y="759015"/>
                </a:lnTo>
                <a:moveTo>
                  <a:pt x="1381872" y="673712"/>
                </a:moveTo>
                <a:lnTo>
                  <a:pt x="1363846" y="645968"/>
                </a:lnTo>
                <a:moveTo>
                  <a:pt x="2240639" y="846714"/>
                </a:moveTo>
                <a:lnTo>
                  <a:pt x="2195445" y="830553"/>
                </a:lnTo>
                <a:moveTo>
                  <a:pt x="576643" y="818607"/>
                </a:moveTo>
                <a:lnTo>
                  <a:pt x="682546" y="832570"/>
                </a:lnTo>
                <a:moveTo>
                  <a:pt x="1021854" y="963317"/>
                </a:moveTo>
                <a:lnTo>
                  <a:pt x="1026925" y="961334"/>
                </a:lnTo>
                <a:moveTo>
                  <a:pt x="1021854" y="963317"/>
                </a:moveTo>
                <a:lnTo>
                  <a:pt x="1017035" y="955626"/>
                </a:lnTo>
                <a:moveTo>
                  <a:pt x="1049316" y="627365"/>
                </a:moveTo>
                <a:lnTo>
                  <a:pt x="1058702" y="623437"/>
                </a:lnTo>
                <a:moveTo>
                  <a:pt x="494414" y="607040"/>
                </a:moveTo>
                <a:lnTo>
                  <a:pt x="459290" y="640762"/>
                </a:lnTo>
                <a:moveTo>
                  <a:pt x="508725" y="858168"/>
                </a:moveTo>
                <a:lnTo>
                  <a:pt x="493181" y="774784"/>
                </a:lnTo>
                <a:moveTo>
                  <a:pt x="1164833" y="606802"/>
                </a:moveTo>
                <a:lnTo>
                  <a:pt x="1208050" y="608445"/>
                </a:lnTo>
                <a:moveTo>
                  <a:pt x="874781" y="666557"/>
                </a:moveTo>
                <a:lnTo>
                  <a:pt x="927652" y="683301"/>
                </a:lnTo>
                <a:moveTo>
                  <a:pt x="874781" y="666557"/>
                </a:moveTo>
                <a:lnTo>
                  <a:pt x="931467" y="679476"/>
                </a:lnTo>
                <a:moveTo>
                  <a:pt x="1887335" y="1068117"/>
                </a:moveTo>
                <a:lnTo>
                  <a:pt x="1928606" y="1019587"/>
                </a:lnTo>
                <a:moveTo>
                  <a:pt x="1049316" y="627365"/>
                </a:moveTo>
                <a:lnTo>
                  <a:pt x="1052514" y="628239"/>
                </a:lnTo>
                <a:moveTo>
                  <a:pt x="1164833" y="606802"/>
                </a:moveTo>
                <a:lnTo>
                  <a:pt x="1077759" y="648369"/>
                </a:lnTo>
                <a:moveTo>
                  <a:pt x="1052514" y="628239"/>
                </a:moveTo>
                <a:lnTo>
                  <a:pt x="1058702" y="623437"/>
                </a:lnTo>
                <a:moveTo>
                  <a:pt x="1790930" y="704445"/>
                </a:moveTo>
                <a:lnTo>
                  <a:pt x="1846465" y="742376"/>
                </a:lnTo>
                <a:moveTo>
                  <a:pt x="1776185" y="1046186"/>
                </a:moveTo>
                <a:lnTo>
                  <a:pt x="1887335" y="1068117"/>
                </a:lnTo>
                <a:moveTo>
                  <a:pt x="667221" y="583202"/>
                </a:moveTo>
                <a:lnTo>
                  <a:pt x="788784" y="648263"/>
                </a:lnTo>
                <a:moveTo>
                  <a:pt x="2353705" y="686052"/>
                </a:moveTo>
                <a:lnTo>
                  <a:pt x="2385923" y="586334"/>
                </a:lnTo>
                <a:moveTo>
                  <a:pt x="2281430" y="528867"/>
                </a:moveTo>
                <a:lnTo>
                  <a:pt x="2282173" y="526333"/>
                </a:lnTo>
                <a:moveTo>
                  <a:pt x="1483887" y="647470"/>
                </a:moveTo>
                <a:lnTo>
                  <a:pt x="1569017" y="625000"/>
                </a:lnTo>
                <a:moveTo>
                  <a:pt x="1405988" y="1016299"/>
                </a:moveTo>
                <a:lnTo>
                  <a:pt x="1488646" y="1040386"/>
                </a:lnTo>
                <a:moveTo>
                  <a:pt x="2305622" y="509937"/>
                </a:moveTo>
                <a:lnTo>
                  <a:pt x="2385923" y="586334"/>
                </a:lnTo>
                <a:moveTo>
                  <a:pt x="1979451" y="934721"/>
                </a:moveTo>
                <a:lnTo>
                  <a:pt x="2048588" y="967122"/>
                </a:lnTo>
                <a:moveTo>
                  <a:pt x="1101798" y="992113"/>
                </a:moveTo>
                <a:lnTo>
                  <a:pt x="1179604" y="965599"/>
                </a:lnTo>
                <a:moveTo>
                  <a:pt x="2061853" y="656886"/>
                </a:moveTo>
                <a:lnTo>
                  <a:pt x="2115834" y="667776"/>
                </a:lnTo>
                <a:moveTo>
                  <a:pt x="2282173" y="526333"/>
                </a:moveTo>
                <a:lnTo>
                  <a:pt x="2305622" y="509937"/>
                </a:lnTo>
                <a:moveTo>
                  <a:pt x="1569017" y="625000"/>
                </a:moveTo>
                <a:lnTo>
                  <a:pt x="1686985" y="696298"/>
                </a:lnTo>
                <a:moveTo>
                  <a:pt x="885693" y="923581"/>
                </a:moveTo>
                <a:lnTo>
                  <a:pt x="846549" y="858306"/>
                </a:lnTo>
                <a:moveTo>
                  <a:pt x="1785059" y="693640"/>
                </a:moveTo>
                <a:lnTo>
                  <a:pt x="1846465" y="742376"/>
                </a:lnTo>
                <a:moveTo>
                  <a:pt x="1213114" y="608161"/>
                </a:moveTo>
                <a:lnTo>
                  <a:pt x="1283738" y="641749"/>
                </a:lnTo>
                <a:moveTo>
                  <a:pt x="1060797" y="977281"/>
                </a:moveTo>
                <a:lnTo>
                  <a:pt x="1026925" y="961334"/>
                </a:lnTo>
                <a:moveTo>
                  <a:pt x="885693" y="923581"/>
                </a:moveTo>
                <a:lnTo>
                  <a:pt x="927460" y="904750"/>
                </a:lnTo>
                <a:moveTo>
                  <a:pt x="407508" y="831880"/>
                </a:moveTo>
                <a:lnTo>
                  <a:pt x="437409" y="814405"/>
                </a:lnTo>
                <a:moveTo>
                  <a:pt x="924907" y="663271"/>
                </a:moveTo>
                <a:lnTo>
                  <a:pt x="931467" y="679476"/>
                </a:lnTo>
                <a:moveTo>
                  <a:pt x="616336" y="608048"/>
                </a:moveTo>
                <a:lnTo>
                  <a:pt x="667221" y="583202"/>
                </a:lnTo>
                <a:moveTo>
                  <a:pt x="822767" y="843997"/>
                </a:moveTo>
                <a:lnTo>
                  <a:pt x="885693" y="923581"/>
                </a:lnTo>
                <a:moveTo>
                  <a:pt x="1164833" y="606802"/>
                </a:moveTo>
                <a:lnTo>
                  <a:pt x="1213114" y="608161"/>
                </a:lnTo>
                <a:moveTo>
                  <a:pt x="1021854" y="963317"/>
                </a:moveTo>
                <a:lnTo>
                  <a:pt x="1060797" y="977281"/>
                </a:lnTo>
                <a:moveTo>
                  <a:pt x="2061853" y="656886"/>
                </a:moveTo>
                <a:lnTo>
                  <a:pt x="2113188" y="665132"/>
                </a:lnTo>
                <a:moveTo>
                  <a:pt x="1967331" y="1035993"/>
                </a:moveTo>
                <a:lnTo>
                  <a:pt x="1928606" y="1019587"/>
                </a:lnTo>
                <a:moveTo>
                  <a:pt x="576643" y="818607"/>
                </a:moveTo>
                <a:lnTo>
                  <a:pt x="648362" y="853069"/>
                </a:lnTo>
                <a:moveTo>
                  <a:pt x="1928606" y="1019587"/>
                </a:moveTo>
                <a:lnTo>
                  <a:pt x="2048588" y="967122"/>
                </a:lnTo>
                <a:moveTo>
                  <a:pt x="1265776" y="981243"/>
                </a:moveTo>
                <a:lnTo>
                  <a:pt x="1266974" y="981511"/>
                </a:lnTo>
                <a:moveTo>
                  <a:pt x="2240639" y="846714"/>
                </a:moveTo>
                <a:lnTo>
                  <a:pt x="2309831" y="776729"/>
                </a:lnTo>
                <a:moveTo>
                  <a:pt x="1488646" y="1040386"/>
                </a:moveTo>
                <a:lnTo>
                  <a:pt x="1526056" y="1017602"/>
                </a:lnTo>
                <a:moveTo>
                  <a:pt x="1733230" y="1059511"/>
                </a:moveTo>
                <a:lnTo>
                  <a:pt x="1680710" y="992783"/>
                </a:lnTo>
                <a:moveTo>
                  <a:pt x="788784" y="648263"/>
                </a:moveTo>
                <a:lnTo>
                  <a:pt x="874781" y="666557"/>
                </a:lnTo>
                <a:moveTo>
                  <a:pt x="2240639" y="846714"/>
                </a:moveTo>
                <a:lnTo>
                  <a:pt x="2310446" y="776967"/>
                </a:lnTo>
                <a:moveTo>
                  <a:pt x="885693" y="923581"/>
                </a:moveTo>
                <a:lnTo>
                  <a:pt x="1021854" y="963317"/>
                </a:lnTo>
                <a:moveTo>
                  <a:pt x="1686985" y="696298"/>
                </a:moveTo>
                <a:lnTo>
                  <a:pt x="1775654" y="694378"/>
                </a:lnTo>
                <a:moveTo>
                  <a:pt x="1932660" y="713530"/>
                </a:moveTo>
                <a:lnTo>
                  <a:pt x="1978808" y="697438"/>
                </a:lnTo>
                <a:moveTo>
                  <a:pt x="2089336" y="641705"/>
                </a:moveTo>
                <a:lnTo>
                  <a:pt x="2113188" y="665132"/>
                </a:lnTo>
                <a:moveTo>
                  <a:pt x="494414" y="607040"/>
                </a:moveTo>
                <a:lnTo>
                  <a:pt x="547213" y="623911"/>
                </a:lnTo>
                <a:moveTo>
                  <a:pt x="508725" y="858168"/>
                </a:moveTo>
                <a:lnTo>
                  <a:pt x="576643" y="818607"/>
                </a:lnTo>
                <a:moveTo>
                  <a:pt x="2089336" y="641705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730731" y="793337"/>
                </a:lnTo>
                <a:moveTo>
                  <a:pt x="2162164" y="911551"/>
                </a:moveTo>
                <a:lnTo>
                  <a:pt x="2181864" y="833108"/>
                </a:lnTo>
                <a:moveTo>
                  <a:pt x="1584834" y="1040999"/>
                </a:moveTo>
                <a:lnTo>
                  <a:pt x="1627945" y="965522"/>
                </a:lnTo>
                <a:moveTo>
                  <a:pt x="1671827" y="998548"/>
                </a:moveTo>
                <a:lnTo>
                  <a:pt x="1733230" y="1059511"/>
                </a:lnTo>
                <a:moveTo>
                  <a:pt x="2021147" y="1003459"/>
                </a:moveTo>
                <a:lnTo>
                  <a:pt x="1928606" y="1019587"/>
                </a:lnTo>
                <a:moveTo>
                  <a:pt x="2162164" y="911551"/>
                </a:moveTo>
                <a:lnTo>
                  <a:pt x="2195445" y="830553"/>
                </a:lnTo>
                <a:moveTo>
                  <a:pt x="327394" y="783388"/>
                </a:moveTo>
                <a:lnTo>
                  <a:pt x="437409" y="814405"/>
                </a:lnTo>
                <a:moveTo>
                  <a:pt x="1381872" y="673712"/>
                </a:moveTo>
                <a:lnTo>
                  <a:pt x="1458735" y="648836"/>
                </a:lnTo>
                <a:moveTo>
                  <a:pt x="2305622" y="509937"/>
                </a:moveTo>
                <a:lnTo>
                  <a:pt x="2407366" y="500914"/>
                </a:lnTo>
                <a:moveTo>
                  <a:pt x="1733230" y="1059511"/>
                </a:moveTo>
                <a:lnTo>
                  <a:pt x="1776185" y="1046186"/>
                </a:lnTo>
                <a:moveTo>
                  <a:pt x="2048588" y="967122"/>
                </a:moveTo>
                <a:lnTo>
                  <a:pt x="2111470" y="891853"/>
                </a:lnTo>
                <a:moveTo>
                  <a:pt x="2173226" y="907110"/>
                </a:moveTo>
                <a:lnTo>
                  <a:pt x="2195445" y="830553"/>
                </a:lnTo>
                <a:moveTo>
                  <a:pt x="1058702" y="623437"/>
                </a:moveTo>
                <a:lnTo>
                  <a:pt x="1164833" y="606802"/>
                </a:lnTo>
                <a:moveTo>
                  <a:pt x="1359842" y="987885"/>
                </a:moveTo>
                <a:lnTo>
                  <a:pt x="1405988" y="1016299"/>
                </a:lnTo>
                <a:moveTo>
                  <a:pt x="437409" y="814405"/>
                </a:moveTo>
                <a:lnTo>
                  <a:pt x="508725" y="858168"/>
                </a:lnTo>
                <a:moveTo>
                  <a:pt x="1101798" y="992113"/>
                </a:moveTo>
                <a:lnTo>
                  <a:pt x="1026925" y="961334"/>
                </a:lnTo>
                <a:moveTo>
                  <a:pt x="1887335" y="1068117"/>
                </a:moveTo>
                <a:lnTo>
                  <a:pt x="1967331" y="1035993"/>
                </a:lnTo>
                <a:moveTo>
                  <a:pt x="1052514" y="628239"/>
                </a:moveTo>
                <a:lnTo>
                  <a:pt x="1164833" y="606802"/>
                </a:lnTo>
                <a:moveTo>
                  <a:pt x="1785059" y="693640"/>
                </a:moveTo>
                <a:lnTo>
                  <a:pt x="1932660" y="713530"/>
                </a:lnTo>
                <a:moveTo>
                  <a:pt x="1283738" y="641749"/>
                </a:moveTo>
                <a:lnTo>
                  <a:pt x="1309645" y="631529"/>
                </a:lnTo>
                <a:moveTo>
                  <a:pt x="648362" y="853069"/>
                </a:moveTo>
                <a:lnTo>
                  <a:pt x="682546" y="832570"/>
                </a:lnTo>
                <a:moveTo>
                  <a:pt x="2181473" y="576872"/>
                </a:moveTo>
                <a:lnTo>
                  <a:pt x="2193827" y="595943"/>
                </a:lnTo>
                <a:moveTo>
                  <a:pt x="755063" y="874249"/>
                </a:moveTo>
                <a:lnTo>
                  <a:pt x="822767" y="843997"/>
                </a:lnTo>
                <a:moveTo>
                  <a:pt x="1670314" y="630996"/>
                </a:moveTo>
                <a:lnTo>
                  <a:pt x="1686985" y="696298"/>
                </a:lnTo>
                <a:moveTo>
                  <a:pt x="360811" y="689499"/>
                </a:moveTo>
                <a:lnTo>
                  <a:pt x="437137" y="616842"/>
                </a:lnTo>
                <a:moveTo>
                  <a:pt x="924907" y="663271"/>
                </a:moveTo>
                <a:lnTo>
                  <a:pt x="1049316" y="627365"/>
                </a:lnTo>
                <a:moveTo>
                  <a:pt x="2407366" y="500914"/>
                </a:moveTo>
                <a:lnTo>
                  <a:pt x="2385923" y="586334"/>
                </a:lnTo>
                <a:moveTo>
                  <a:pt x="739228" y="625766"/>
                </a:moveTo>
                <a:lnTo>
                  <a:pt x="788784" y="648263"/>
                </a:lnTo>
                <a:moveTo>
                  <a:pt x="1101798" y="992113"/>
                </a:moveTo>
                <a:lnTo>
                  <a:pt x="1265776" y="981243"/>
                </a:lnTo>
                <a:moveTo>
                  <a:pt x="1775654" y="694378"/>
                </a:moveTo>
                <a:lnTo>
                  <a:pt x="1790930" y="704445"/>
                </a:lnTo>
                <a:moveTo>
                  <a:pt x="616336" y="608048"/>
                </a:moveTo>
                <a:lnTo>
                  <a:pt x="622854" y="604639"/>
                </a:lnTo>
                <a:moveTo>
                  <a:pt x="327394" y="783388"/>
                </a:moveTo>
                <a:lnTo>
                  <a:pt x="360811" y="689499"/>
                </a:lnTo>
                <a:moveTo>
                  <a:pt x="1785059" y="693640"/>
                </a:moveTo>
                <a:lnTo>
                  <a:pt x="1790930" y="704445"/>
                </a:lnTo>
                <a:moveTo>
                  <a:pt x="327394" y="783388"/>
                </a:moveTo>
                <a:lnTo>
                  <a:pt x="407508" y="831880"/>
                </a:lnTo>
                <a:moveTo>
                  <a:pt x="2181473" y="576872"/>
                </a:moveTo>
                <a:lnTo>
                  <a:pt x="2281430" y="528867"/>
                </a:lnTo>
                <a:moveTo>
                  <a:pt x="1584834" y="1040999"/>
                </a:moveTo>
                <a:lnTo>
                  <a:pt x="1671827" y="998548"/>
                </a:lnTo>
                <a:moveTo>
                  <a:pt x="682546" y="832570"/>
                </a:moveTo>
                <a:lnTo>
                  <a:pt x="755063" y="874249"/>
                </a:lnTo>
                <a:moveTo>
                  <a:pt x="407508" y="831880"/>
                </a:moveTo>
                <a:lnTo>
                  <a:pt x="508725" y="858168"/>
                </a:lnTo>
                <a:moveTo>
                  <a:pt x="1978808" y="697438"/>
                </a:moveTo>
                <a:lnTo>
                  <a:pt x="2061853" y="656886"/>
                </a:lnTo>
                <a:moveTo>
                  <a:pt x="1483887" y="647470"/>
                </a:moveTo>
                <a:lnTo>
                  <a:pt x="1509125" y="650605"/>
                </a:lnTo>
                <a:moveTo>
                  <a:pt x="1309645" y="631529"/>
                </a:moveTo>
                <a:lnTo>
                  <a:pt x="1381872" y="673712"/>
                </a:lnTo>
                <a:moveTo>
                  <a:pt x="1060797" y="977281"/>
                </a:moveTo>
                <a:lnTo>
                  <a:pt x="1101798" y="992113"/>
                </a:lnTo>
                <a:moveTo>
                  <a:pt x="1266974" y="981511"/>
                </a:moveTo>
                <a:lnTo>
                  <a:pt x="1359842" y="987885"/>
                </a:lnTo>
                <a:moveTo>
                  <a:pt x="1583801" y="1041144"/>
                </a:moveTo>
                <a:lnTo>
                  <a:pt x="1526056" y="1017602"/>
                </a:lnTo>
                <a:moveTo>
                  <a:pt x="1584834" y="1040999"/>
                </a:moveTo>
                <a:lnTo>
                  <a:pt x="1526056" y="1017602"/>
                </a:lnTo>
                <a:moveTo>
                  <a:pt x="1230414" y="660515"/>
                </a:moveTo>
                <a:lnTo>
                  <a:pt x="1213114" y="608161"/>
                </a:lnTo>
                <a:moveTo>
                  <a:pt x="1775654" y="694378"/>
                </a:moveTo>
                <a:lnTo>
                  <a:pt x="1785059" y="693640"/>
                </a:lnTo>
                <a:moveTo>
                  <a:pt x="2216611" y="555890"/>
                </a:moveTo>
                <a:lnTo>
                  <a:pt x="2281430" y="528867"/>
                </a:lnTo>
                <a:moveTo>
                  <a:pt x="587923" y="612303"/>
                </a:moveTo>
                <a:lnTo>
                  <a:pt x="547213" y="623911"/>
                </a:lnTo>
                <a:moveTo>
                  <a:pt x="595644" y="874862"/>
                </a:moveTo>
                <a:lnTo>
                  <a:pt x="576643" y="818607"/>
                </a:lnTo>
                <a:moveTo>
                  <a:pt x="1569017" y="625000"/>
                </a:moveTo>
                <a:lnTo>
                  <a:pt x="1670314" y="630996"/>
                </a:lnTo>
                <a:moveTo>
                  <a:pt x="622854" y="604639"/>
                </a:moveTo>
                <a:lnTo>
                  <a:pt x="667221" y="583202"/>
                </a:lnTo>
                <a:moveTo>
                  <a:pt x="971540" y="666181"/>
                </a:moveTo>
                <a:lnTo>
                  <a:pt x="1049316" y="627365"/>
                </a:lnTo>
                <a:moveTo>
                  <a:pt x="2421829" y="598340"/>
                </a:moveTo>
                <a:lnTo>
                  <a:pt x="2353705" y="686052"/>
                </a:lnTo>
                <a:moveTo>
                  <a:pt x="950415" y="978784"/>
                </a:moveTo>
                <a:lnTo>
                  <a:pt x="1021854" y="963317"/>
                </a:lnTo>
                <a:moveTo>
                  <a:pt x="1569017" y="625000"/>
                </a:moveTo>
                <a:lnTo>
                  <a:pt x="1653713" y="621080"/>
                </a:lnTo>
                <a:moveTo>
                  <a:pt x="289271" y="874949"/>
                </a:moveTo>
                <a:lnTo>
                  <a:pt x="407508" y="831880"/>
                </a:lnTo>
                <a:moveTo>
                  <a:pt x="1967331" y="1035993"/>
                </a:moveTo>
                <a:lnTo>
                  <a:pt x="2021147" y="1003459"/>
                </a:lnTo>
                <a:moveTo>
                  <a:pt x="2162164" y="911551"/>
                </a:moveTo>
                <a:lnTo>
                  <a:pt x="2111470" y="891853"/>
                </a:lnTo>
                <a:moveTo>
                  <a:pt x="1060797" y="977281"/>
                </a:moveTo>
                <a:lnTo>
                  <a:pt x="1092090" y="990568"/>
                </a:lnTo>
                <a:moveTo>
                  <a:pt x="667221" y="583202"/>
                </a:moveTo>
                <a:lnTo>
                  <a:pt x="739228" y="625766"/>
                </a:lnTo>
                <a:moveTo>
                  <a:pt x="437137" y="616842"/>
                </a:moveTo>
                <a:lnTo>
                  <a:pt x="494414" y="607040"/>
                </a:lnTo>
                <a:moveTo>
                  <a:pt x="2021147" y="1003459"/>
                </a:moveTo>
                <a:lnTo>
                  <a:pt x="2048588" y="967122"/>
                </a:lnTo>
                <a:moveTo>
                  <a:pt x="971540" y="666181"/>
                </a:moveTo>
                <a:lnTo>
                  <a:pt x="1052514" y="628239"/>
                </a:lnTo>
                <a:moveTo>
                  <a:pt x="1459869" y="705886"/>
                </a:moveTo>
                <a:lnTo>
                  <a:pt x="1458735" y="648836"/>
                </a:lnTo>
                <a:moveTo>
                  <a:pt x="1449631" y="999603"/>
                </a:moveTo>
                <a:lnTo>
                  <a:pt x="1405988" y="1016299"/>
                </a:lnTo>
                <a:moveTo>
                  <a:pt x="1815177" y="1084831"/>
                </a:moveTo>
                <a:lnTo>
                  <a:pt x="1776185" y="1046186"/>
                </a:lnTo>
                <a:moveTo>
                  <a:pt x="755063" y="874249"/>
                </a:moveTo>
                <a:lnTo>
                  <a:pt x="885693" y="923581"/>
                </a:lnTo>
                <a:moveTo>
                  <a:pt x="2059890" y="971369"/>
                </a:moveTo>
                <a:lnTo>
                  <a:pt x="2048588" y="967122"/>
                </a:lnTo>
                <a:moveTo>
                  <a:pt x="1670314" y="630996"/>
                </a:moveTo>
                <a:lnTo>
                  <a:pt x="1775654" y="694378"/>
                </a:lnTo>
                <a:moveTo>
                  <a:pt x="1876297" y="702841"/>
                </a:moveTo>
                <a:lnTo>
                  <a:pt x="1932660" y="713530"/>
                </a:lnTo>
                <a:moveTo>
                  <a:pt x="407508" y="831880"/>
                </a:moveTo>
                <a:lnTo>
                  <a:pt x="483782" y="869973"/>
                </a:lnTo>
                <a:moveTo>
                  <a:pt x="2384861" y="690473"/>
                </a:moveTo>
                <a:lnTo>
                  <a:pt x="2310446" y="776967"/>
                </a:lnTo>
                <a:moveTo>
                  <a:pt x="335196" y="899630"/>
                </a:moveTo>
                <a:lnTo>
                  <a:pt x="407508" y="831880"/>
                </a:lnTo>
                <a:moveTo>
                  <a:pt x="2384861" y="690473"/>
                </a:moveTo>
                <a:lnTo>
                  <a:pt x="2353705" y="686052"/>
                </a:lnTo>
                <a:moveTo>
                  <a:pt x="2325520" y="771534"/>
                </a:moveTo>
                <a:lnTo>
                  <a:pt x="2310446" y="776967"/>
                </a:lnTo>
                <a:moveTo>
                  <a:pt x="874781" y="666557"/>
                </a:moveTo>
                <a:lnTo>
                  <a:pt x="924907" y="663271"/>
                </a:lnTo>
                <a:moveTo>
                  <a:pt x="1283738" y="641749"/>
                </a:moveTo>
                <a:lnTo>
                  <a:pt x="1381872" y="673712"/>
                </a:lnTo>
                <a:moveTo>
                  <a:pt x="2216611" y="555890"/>
                </a:moveTo>
                <a:lnTo>
                  <a:pt x="2282173" y="526333"/>
                </a:lnTo>
                <a:moveTo>
                  <a:pt x="648362" y="853069"/>
                </a:moveTo>
                <a:lnTo>
                  <a:pt x="755063" y="874249"/>
                </a:lnTo>
                <a:moveTo>
                  <a:pt x="1459869" y="705886"/>
                </a:moveTo>
                <a:lnTo>
                  <a:pt x="1483887" y="647470"/>
                </a:lnTo>
                <a:moveTo>
                  <a:pt x="1052514" y="628239"/>
                </a:moveTo>
                <a:lnTo>
                  <a:pt x="1103412" y="646098"/>
                </a:lnTo>
                <a:moveTo>
                  <a:pt x="1222203" y="946724"/>
                </a:moveTo>
                <a:lnTo>
                  <a:pt x="1265776" y="981243"/>
                </a:lnTo>
                <a:moveTo>
                  <a:pt x="289271" y="874949"/>
                </a:moveTo>
                <a:lnTo>
                  <a:pt x="327394" y="783388"/>
                </a:lnTo>
                <a:moveTo>
                  <a:pt x="2421829" y="598340"/>
                </a:moveTo>
                <a:lnTo>
                  <a:pt x="2385923" y="586334"/>
                </a:lnTo>
                <a:moveTo>
                  <a:pt x="1226012" y="944107"/>
                </a:moveTo>
                <a:lnTo>
                  <a:pt x="1265776" y="981243"/>
                </a:lnTo>
                <a:moveTo>
                  <a:pt x="2061853" y="656886"/>
                </a:moveTo>
                <a:lnTo>
                  <a:pt x="2089336" y="641705"/>
                </a:lnTo>
                <a:moveTo>
                  <a:pt x="1669480" y="618197"/>
                </a:moveTo>
                <a:lnTo>
                  <a:pt x="1775654" y="694378"/>
                </a:lnTo>
                <a:moveTo>
                  <a:pt x="1226012" y="944107"/>
                </a:moveTo>
                <a:lnTo>
                  <a:pt x="1266974" y="981511"/>
                </a:lnTo>
                <a:moveTo>
                  <a:pt x="1509125" y="650605"/>
                </a:moveTo>
                <a:lnTo>
                  <a:pt x="1569017" y="625000"/>
                </a:lnTo>
                <a:moveTo>
                  <a:pt x="587923" y="612303"/>
                </a:moveTo>
                <a:lnTo>
                  <a:pt x="616336" y="608048"/>
                </a:lnTo>
                <a:moveTo>
                  <a:pt x="2021147" y="1003459"/>
                </a:moveTo>
                <a:lnTo>
                  <a:pt x="2059890" y="971369"/>
                </a:lnTo>
                <a:moveTo>
                  <a:pt x="739228" y="625766"/>
                </a:moveTo>
                <a:lnTo>
                  <a:pt x="874781" y="666557"/>
                </a:lnTo>
                <a:moveTo>
                  <a:pt x="1488646" y="1040386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85059" y="693640"/>
                </a:lnTo>
                <a:moveTo>
                  <a:pt x="1283738" y="641749"/>
                </a:moveTo>
                <a:lnTo>
                  <a:pt x="1367347" y="685690"/>
                </a:lnTo>
                <a:moveTo>
                  <a:pt x="1092090" y="990568"/>
                </a:moveTo>
                <a:lnTo>
                  <a:pt x="1101798" y="992113"/>
                </a:lnTo>
                <a:moveTo>
                  <a:pt x="1693622" y="1019755"/>
                </a:moveTo>
                <a:lnTo>
                  <a:pt x="1671827" y="998548"/>
                </a:lnTo>
                <a:moveTo>
                  <a:pt x="885693" y="923581"/>
                </a:moveTo>
                <a:lnTo>
                  <a:pt x="950415" y="978784"/>
                </a:lnTo>
                <a:moveTo>
                  <a:pt x="1981434" y="1038984"/>
                </a:moveTo>
                <a:lnTo>
                  <a:pt x="1967331" y="1035993"/>
                </a:lnTo>
                <a:moveTo>
                  <a:pt x="1653713" y="621080"/>
                </a:moveTo>
                <a:lnTo>
                  <a:pt x="1670314" y="630996"/>
                </a:lnTo>
                <a:moveTo>
                  <a:pt x="483782" y="869973"/>
                </a:moveTo>
                <a:lnTo>
                  <a:pt x="508725" y="858168"/>
                </a:lnTo>
                <a:moveTo>
                  <a:pt x="2162164" y="911551"/>
                </a:moveTo>
                <a:lnTo>
                  <a:pt x="2048588" y="967122"/>
                </a:lnTo>
                <a:moveTo>
                  <a:pt x="2340382" y="508651"/>
                </a:moveTo>
                <a:lnTo>
                  <a:pt x="2305622" y="509937"/>
                </a:lnTo>
                <a:moveTo>
                  <a:pt x="2173226" y="907110"/>
                </a:moveTo>
                <a:lnTo>
                  <a:pt x="2240639" y="846714"/>
                </a:lnTo>
                <a:moveTo>
                  <a:pt x="1669480" y="618197"/>
                </a:moveTo>
                <a:lnTo>
                  <a:pt x="1670314" y="630996"/>
                </a:lnTo>
                <a:moveTo>
                  <a:pt x="2296088" y="523162"/>
                </a:moveTo>
                <a:lnTo>
                  <a:pt x="2282173" y="526333"/>
                </a:lnTo>
                <a:moveTo>
                  <a:pt x="1978808" y="697438"/>
                </a:moveTo>
                <a:lnTo>
                  <a:pt x="1998425" y="699035"/>
                </a:lnTo>
                <a:moveTo>
                  <a:pt x="1785059" y="693640"/>
                </a:moveTo>
                <a:lnTo>
                  <a:pt x="1876297" y="702841"/>
                </a:lnTo>
                <a:moveTo>
                  <a:pt x="1653713" y="621080"/>
                </a:moveTo>
                <a:lnTo>
                  <a:pt x="1669480" y="618197"/>
                </a:lnTo>
                <a:moveTo>
                  <a:pt x="1981434" y="1038984"/>
                </a:moveTo>
                <a:lnTo>
                  <a:pt x="2021147" y="1003459"/>
                </a:lnTo>
                <a:moveTo>
                  <a:pt x="2407366" y="500914"/>
                </a:moveTo>
                <a:lnTo>
                  <a:pt x="2421829" y="598340"/>
                </a:lnTo>
                <a:moveTo>
                  <a:pt x="2089336" y="641705"/>
                </a:moveTo>
                <a:lnTo>
                  <a:pt x="2181473" y="576872"/>
                </a:lnTo>
                <a:moveTo>
                  <a:pt x="1040344" y="990258"/>
                </a:moveTo>
                <a:lnTo>
                  <a:pt x="1021854" y="963317"/>
                </a:lnTo>
                <a:moveTo>
                  <a:pt x="622854" y="604639"/>
                </a:moveTo>
                <a:lnTo>
                  <a:pt x="739228" y="625766"/>
                </a:lnTo>
                <a:moveTo>
                  <a:pt x="1230414" y="660515"/>
                </a:moveTo>
                <a:lnTo>
                  <a:pt x="1283738" y="641749"/>
                </a:lnTo>
                <a:moveTo>
                  <a:pt x="289271" y="874949"/>
                </a:moveTo>
                <a:lnTo>
                  <a:pt x="335196" y="899630"/>
                </a:lnTo>
                <a:moveTo>
                  <a:pt x="1367347" y="685690"/>
                </a:moveTo>
                <a:lnTo>
                  <a:pt x="1381872" y="673712"/>
                </a:lnTo>
                <a:moveTo>
                  <a:pt x="1065609" y="670473"/>
                </a:moveTo>
                <a:lnTo>
                  <a:pt x="1052514" y="628239"/>
                </a:lnTo>
                <a:moveTo>
                  <a:pt x="595644" y="874862"/>
                </a:moveTo>
                <a:lnTo>
                  <a:pt x="648362" y="853069"/>
                </a:lnTo>
                <a:moveTo>
                  <a:pt x="437137" y="616842"/>
                </a:moveTo>
                <a:lnTo>
                  <a:pt x="451573" y="616200"/>
                </a:lnTo>
                <a:moveTo>
                  <a:pt x="1733230" y="1059511"/>
                </a:moveTo>
                <a:lnTo>
                  <a:pt x="1815177" y="1084831"/>
                </a:lnTo>
                <a:moveTo>
                  <a:pt x="2253034" y="846091"/>
                </a:moveTo>
                <a:lnTo>
                  <a:pt x="2240639" y="846714"/>
                </a:lnTo>
                <a:moveTo>
                  <a:pt x="2059890" y="971369"/>
                </a:moveTo>
                <a:lnTo>
                  <a:pt x="2162164" y="911551"/>
                </a:lnTo>
                <a:moveTo>
                  <a:pt x="1164833" y="606802"/>
                </a:moveTo>
                <a:lnTo>
                  <a:pt x="1230414" y="660515"/>
                </a:lnTo>
                <a:moveTo>
                  <a:pt x="1449631" y="999603"/>
                </a:moveTo>
                <a:lnTo>
                  <a:pt x="1488646" y="1040386"/>
                </a:lnTo>
                <a:moveTo>
                  <a:pt x="1101798" y="992113"/>
                </a:moveTo>
                <a:lnTo>
                  <a:pt x="1222203" y="946724"/>
                </a:lnTo>
                <a:moveTo>
                  <a:pt x="342975" y="667715"/>
                </a:moveTo>
                <a:lnTo>
                  <a:pt x="360811" y="689499"/>
                </a:lnTo>
                <a:moveTo>
                  <a:pt x="1103412" y="646098"/>
                </a:moveTo>
                <a:lnTo>
                  <a:pt x="1164833" y="606802"/>
                </a:lnTo>
                <a:moveTo>
                  <a:pt x="827248" y="916505"/>
                </a:moveTo>
                <a:lnTo>
                  <a:pt x="885693" y="923581"/>
                </a:lnTo>
                <a:moveTo>
                  <a:pt x="2340382" y="508651"/>
                </a:moveTo>
                <a:lnTo>
                  <a:pt x="2282173" y="526333"/>
                </a:lnTo>
                <a:moveTo>
                  <a:pt x="508725" y="858168"/>
                </a:moveTo>
                <a:lnTo>
                  <a:pt x="595644" y="874862"/>
                </a:lnTo>
                <a:moveTo>
                  <a:pt x="768158" y="683174"/>
                </a:moveTo>
                <a:lnTo>
                  <a:pt x="874781" y="666557"/>
                </a:lnTo>
                <a:moveTo>
                  <a:pt x="1963983" y="718207"/>
                </a:moveTo>
                <a:lnTo>
                  <a:pt x="1932660" y="713530"/>
                </a:lnTo>
                <a:moveTo>
                  <a:pt x="2325520" y="771534"/>
                </a:moveTo>
                <a:lnTo>
                  <a:pt x="2240639" y="846714"/>
                </a:lnTo>
                <a:moveTo>
                  <a:pt x="924907" y="663271"/>
                </a:moveTo>
                <a:lnTo>
                  <a:pt x="971540" y="666181"/>
                </a:lnTo>
                <a:moveTo>
                  <a:pt x="335196" y="899630"/>
                </a:moveTo>
                <a:lnTo>
                  <a:pt x="483782" y="869973"/>
                </a:lnTo>
                <a:moveTo>
                  <a:pt x="291832" y="752833"/>
                </a:moveTo>
                <a:lnTo>
                  <a:pt x="360811" y="689499"/>
                </a:lnTo>
                <a:moveTo>
                  <a:pt x="801863" y="701923"/>
                </a:moveTo>
                <a:lnTo>
                  <a:pt x="874781" y="666557"/>
                </a:lnTo>
                <a:moveTo>
                  <a:pt x="342975" y="667715"/>
                </a:moveTo>
                <a:lnTo>
                  <a:pt x="437137" y="616842"/>
                </a:lnTo>
                <a:moveTo>
                  <a:pt x="289271" y="874949"/>
                </a:moveTo>
                <a:lnTo>
                  <a:pt x="305323" y="935084"/>
                </a:lnTo>
                <a:moveTo>
                  <a:pt x="1226012" y="944107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61853" y="656886"/>
                </a:lnTo>
                <a:moveTo>
                  <a:pt x="1092090" y="990568"/>
                </a:moveTo>
                <a:lnTo>
                  <a:pt x="1222203" y="946724"/>
                </a:lnTo>
                <a:moveTo>
                  <a:pt x="1583801" y="1041144"/>
                </a:moveTo>
                <a:lnTo>
                  <a:pt x="1584834" y="1040999"/>
                </a:lnTo>
                <a:moveTo>
                  <a:pt x="1040344" y="990258"/>
                </a:moveTo>
                <a:lnTo>
                  <a:pt x="1060797" y="977281"/>
                </a:lnTo>
                <a:moveTo>
                  <a:pt x="1283738" y="641749"/>
                </a:moveTo>
                <a:lnTo>
                  <a:pt x="1298460" y="756171"/>
                </a:lnTo>
                <a:moveTo>
                  <a:pt x="494414" y="607040"/>
                </a:moveTo>
                <a:lnTo>
                  <a:pt x="587923" y="612303"/>
                </a:lnTo>
                <a:moveTo>
                  <a:pt x="1746163" y="652649"/>
                </a:moveTo>
                <a:lnTo>
                  <a:pt x="1785059" y="693640"/>
                </a:lnTo>
                <a:moveTo>
                  <a:pt x="2181473" y="576872"/>
                </a:moveTo>
                <a:lnTo>
                  <a:pt x="2216611" y="555890"/>
                </a:lnTo>
                <a:moveTo>
                  <a:pt x="1367326" y="913764"/>
                </a:moveTo>
                <a:lnTo>
                  <a:pt x="1359842" y="987885"/>
                </a:lnTo>
                <a:moveTo>
                  <a:pt x="1998425" y="699035"/>
                </a:moveTo>
                <a:lnTo>
                  <a:pt x="2089336" y="641705"/>
                </a:lnTo>
                <a:moveTo>
                  <a:pt x="924907" y="663271"/>
                </a:moveTo>
                <a:lnTo>
                  <a:pt x="955978" y="676674"/>
                </a:lnTo>
                <a:moveTo>
                  <a:pt x="1963983" y="718207"/>
                </a:moveTo>
                <a:lnTo>
                  <a:pt x="1978808" y="697438"/>
                </a:lnTo>
                <a:moveTo>
                  <a:pt x="1653713" y="621080"/>
                </a:moveTo>
                <a:lnTo>
                  <a:pt x="1647807" y="613050"/>
                </a:lnTo>
                <a:moveTo>
                  <a:pt x="451573" y="616200"/>
                </a:moveTo>
                <a:lnTo>
                  <a:pt x="494414" y="607040"/>
                </a:lnTo>
                <a:moveTo>
                  <a:pt x="648362" y="853069"/>
                </a:moveTo>
                <a:lnTo>
                  <a:pt x="707413" y="877428"/>
                </a:lnTo>
                <a:moveTo>
                  <a:pt x="1240703" y="722069"/>
                </a:moveTo>
                <a:lnTo>
                  <a:pt x="1283738" y="641749"/>
                </a:lnTo>
                <a:moveTo>
                  <a:pt x="587923" y="612303"/>
                </a:moveTo>
                <a:lnTo>
                  <a:pt x="622854" y="604639"/>
                </a:lnTo>
                <a:moveTo>
                  <a:pt x="305323" y="935084"/>
                </a:moveTo>
                <a:lnTo>
                  <a:pt x="335196" y="899630"/>
                </a:lnTo>
                <a:moveTo>
                  <a:pt x="2407366" y="500914"/>
                </a:moveTo>
                <a:lnTo>
                  <a:pt x="2430204" y="598917"/>
                </a:lnTo>
                <a:moveTo>
                  <a:pt x="1693622" y="1019755"/>
                </a:moveTo>
                <a:lnTo>
                  <a:pt x="1733230" y="1059511"/>
                </a:lnTo>
                <a:moveTo>
                  <a:pt x="622854" y="604639"/>
                </a:moveTo>
                <a:lnTo>
                  <a:pt x="702324" y="645280"/>
                </a:lnTo>
                <a:moveTo>
                  <a:pt x="1647807" y="613050"/>
                </a:moveTo>
                <a:lnTo>
                  <a:pt x="1669480" y="618197"/>
                </a:lnTo>
                <a:moveTo>
                  <a:pt x="227365" y="831358"/>
                </a:moveTo>
                <a:lnTo>
                  <a:pt x="327394" y="783388"/>
                </a:lnTo>
                <a:moveTo>
                  <a:pt x="483782" y="869973"/>
                </a:moveTo>
                <a:lnTo>
                  <a:pt x="595644" y="874862"/>
                </a:lnTo>
                <a:moveTo>
                  <a:pt x="2340382" y="508651"/>
                </a:moveTo>
                <a:lnTo>
                  <a:pt x="2407366" y="500914"/>
                </a:lnTo>
                <a:moveTo>
                  <a:pt x="291832" y="752833"/>
                </a:moveTo>
                <a:lnTo>
                  <a:pt x="327394" y="783388"/>
                </a:lnTo>
                <a:moveTo>
                  <a:pt x="1359842" y="987885"/>
                </a:moveTo>
                <a:lnTo>
                  <a:pt x="1449631" y="999603"/>
                </a:lnTo>
                <a:moveTo>
                  <a:pt x="2162164" y="911551"/>
                </a:moveTo>
                <a:lnTo>
                  <a:pt x="2173226" y="907110"/>
                </a:lnTo>
                <a:moveTo>
                  <a:pt x="1562102" y="673215"/>
                </a:moveTo>
                <a:lnTo>
                  <a:pt x="1569017" y="625000"/>
                </a:lnTo>
                <a:moveTo>
                  <a:pt x="801863" y="701923"/>
                </a:moveTo>
                <a:lnTo>
                  <a:pt x="924907" y="663271"/>
                </a:lnTo>
                <a:moveTo>
                  <a:pt x="755063" y="874249"/>
                </a:moveTo>
                <a:lnTo>
                  <a:pt x="827248" y="916505"/>
                </a:lnTo>
                <a:moveTo>
                  <a:pt x="415445" y="635571"/>
                </a:moveTo>
                <a:lnTo>
                  <a:pt x="437137" y="616842"/>
                </a:lnTo>
                <a:moveTo>
                  <a:pt x="702324" y="645280"/>
                </a:moveTo>
                <a:lnTo>
                  <a:pt x="739228" y="625766"/>
                </a:lnTo>
                <a:moveTo>
                  <a:pt x="1381872" y="673712"/>
                </a:moveTo>
                <a:lnTo>
                  <a:pt x="1459869" y="705886"/>
                </a:lnTo>
                <a:moveTo>
                  <a:pt x="739228" y="625766"/>
                </a:moveTo>
                <a:lnTo>
                  <a:pt x="768158" y="683174"/>
                </a:lnTo>
                <a:moveTo>
                  <a:pt x="2181473" y="576872"/>
                </a:moveTo>
                <a:lnTo>
                  <a:pt x="2192322" y="580099"/>
                </a:lnTo>
                <a:moveTo>
                  <a:pt x="2165640" y="912322"/>
                </a:moveTo>
                <a:lnTo>
                  <a:pt x="2162164" y="911551"/>
                </a:lnTo>
                <a:moveTo>
                  <a:pt x="1359842" y="987885"/>
                </a:moveTo>
                <a:lnTo>
                  <a:pt x="1459465" y="964506"/>
                </a:lnTo>
                <a:moveTo>
                  <a:pt x="2165640" y="912322"/>
                </a:moveTo>
                <a:lnTo>
                  <a:pt x="2173226" y="907110"/>
                </a:lnTo>
                <a:moveTo>
                  <a:pt x="1222203" y="946724"/>
                </a:moveTo>
                <a:lnTo>
                  <a:pt x="1226012" y="944107"/>
                </a:lnTo>
                <a:moveTo>
                  <a:pt x="707413" y="877428"/>
                </a:moveTo>
                <a:lnTo>
                  <a:pt x="755063" y="874249"/>
                </a:lnTo>
                <a:moveTo>
                  <a:pt x="161940" y="907878"/>
                </a:moveTo>
                <a:lnTo>
                  <a:pt x="289271" y="874949"/>
                </a:lnTo>
                <a:moveTo>
                  <a:pt x="955978" y="676674"/>
                </a:moveTo>
                <a:lnTo>
                  <a:pt x="971540" y="666181"/>
                </a:lnTo>
                <a:moveTo>
                  <a:pt x="687963" y="882190"/>
                </a:moveTo>
                <a:lnTo>
                  <a:pt x="648362" y="853069"/>
                </a:lnTo>
                <a:moveTo>
                  <a:pt x="2192322" y="580099"/>
                </a:moveTo>
                <a:lnTo>
                  <a:pt x="2216611" y="555890"/>
                </a:lnTo>
                <a:moveTo>
                  <a:pt x="227365" y="831358"/>
                </a:moveTo>
                <a:lnTo>
                  <a:pt x="289271" y="874949"/>
                </a:lnTo>
                <a:moveTo>
                  <a:pt x="1367347" y="685690"/>
                </a:moveTo>
                <a:lnTo>
                  <a:pt x="1459869" y="705886"/>
                </a:lnTo>
                <a:moveTo>
                  <a:pt x="1449631" y="999603"/>
                </a:moveTo>
                <a:lnTo>
                  <a:pt x="1583801" y="1041144"/>
                </a:lnTo>
                <a:moveTo>
                  <a:pt x="1669480" y="618197"/>
                </a:moveTo>
                <a:lnTo>
                  <a:pt x="1746163" y="652649"/>
                </a:lnTo>
                <a:moveTo>
                  <a:pt x="2173226" y="907110"/>
                </a:moveTo>
                <a:lnTo>
                  <a:pt x="2253034" y="846091"/>
                </a:lnTo>
                <a:moveTo>
                  <a:pt x="1226012" y="944107"/>
                </a:moveTo>
                <a:lnTo>
                  <a:pt x="1367326" y="913764"/>
                </a:lnTo>
                <a:moveTo>
                  <a:pt x="1298460" y="756171"/>
                </a:moveTo>
                <a:lnTo>
                  <a:pt x="1367347" y="685690"/>
                </a:lnTo>
                <a:moveTo>
                  <a:pt x="1367347" y="685690"/>
                </a:moveTo>
                <a:lnTo>
                  <a:pt x="1445668" y="725414"/>
                </a:lnTo>
                <a:moveTo>
                  <a:pt x="908435" y="943144"/>
                </a:moveTo>
                <a:lnTo>
                  <a:pt x="885693" y="923581"/>
                </a:lnTo>
                <a:moveTo>
                  <a:pt x="2089336" y="641705"/>
                </a:moveTo>
                <a:lnTo>
                  <a:pt x="2127717" y="653994"/>
                </a:lnTo>
                <a:moveTo>
                  <a:pt x="2384861" y="690473"/>
                </a:moveTo>
                <a:lnTo>
                  <a:pt x="2421829" y="598340"/>
                </a:lnTo>
                <a:moveTo>
                  <a:pt x="2216611" y="555890"/>
                </a:moveTo>
                <a:lnTo>
                  <a:pt x="2296088" y="523162"/>
                </a:lnTo>
                <a:moveTo>
                  <a:pt x="1040344" y="990258"/>
                </a:moveTo>
                <a:lnTo>
                  <a:pt x="1092090" y="990568"/>
                </a:lnTo>
                <a:moveTo>
                  <a:pt x="1103412" y="646098"/>
                </a:moveTo>
                <a:lnTo>
                  <a:pt x="1230414" y="660515"/>
                </a:lnTo>
                <a:moveTo>
                  <a:pt x="1459869" y="705886"/>
                </a:moveTo>
                <a:lnTo>
                  <a:pt x="1509125" y="650605"/>
                </a:lnTo>
                <a:moveTo>
                  <a:pt x="383335" y="921495"/>
                </a:moveTo>
                <a:lnTo>
                  <a:pt x="335196" y="899630"/>
                </a:lnTo>
                <a:moveTo>
                  <a:pt x="1584834" y="1040999"/>
                </a:moveTo>
                <a:lnTo>
                  <a:pt x="1693622" y="1019755"/>
                </a:lnTo>
                <a:moveTo>
                  <a:pt x="1226012" y="944107"/>
                </a:moveTo>
                <a:lnTo>
                  <a:pt x="1315417" y="882423"/>
                </a:lnTo>
                <a:moveTo>
                  <a:pt x="252876" y="959399"/>
                </a:moveTo>
                <a:lnTo>
                  <a:pt x="289271" y="874949"/>
                </a:lnTo>
                <a:moveTo>
                  <a:pt x="1984108" y="1031336"/>
                </a:moveTo>
                <a:lnTo>
                  <a:pt x="2021147" y="1003459"/>
                </a:lnTo>
                <a:moveTo>
                  <a:pt x="1077906" y="972788"/>
                </a:moveTo>
                <a:lnTo>
                  <a:pt x="1092090" y="990568"/>
                </a:lnTo>
                <a:moveTo>
                  <a:pt x="1746163" y="652649"/>
                </a:moveTo>
                <a:lnTo>
                  <a:pt x="1876297" y="702841"/>
                </a:lnTo>
                <a:moveTo>
                  <a:pt x="407955" y="924521"/>
                </a:moveTo>
                <a:lnTo>
                  <a:pt x="483782" y="869973"/>
                </a:lnTo>
                <a:moveTo>
                  <a:pt x="2386590" y="689549"/>
                </a:moveTo>
                <a:lnTo>
                  <a:pt x="2421829" y="598340"/>
                </a:lnTo>
                <a:moveTo>
                  <a:pt x="451573" y="616200"/>
                </a:moveTo>
                <a:lnTo>
                  <a:pt x="587923" y="612303"/>
                </a:lnTo>
                <a:moveTo>
                  <a:pt x="1315417" y="882423"/>
                </a:moveTo>
                <a:lnTo>
                  <a:pt x="1367326" y="913764"/>
                </a:lnTo>
                <a:moveTo>
                  <a:pt x="2253034" y="846091"/>
                </a:moveTo>
                <a:lnTo>
                  <a:pt x="2325520" y="771534"/>
                </a:lnTo>
                <a:moveTo>
                  <a:pt x="801863" y="701923"/>
                </a:moveTo>
                <a:lnTo>
                  <a:pt x="955978" y="676674"/>
                </a:lnTo>
                <a:moveTo>
                  <a:pt x="2192322" y="580099"/>
                </a:moveTo>
                <a:lnTo>
                  <a:pt x="2296088" y="523162"/>
                </a:lnTo>
                <a:moveTo>
                  <a:pt x="702324" y="645280"/>
                </a:moveTo>
                <a:lnTo>
                  <a:pt x="768158" y="683174"/>
                </a:lnTo>
                <a:moveTo>
                  <a:pt x="2430204" y="598917"/>
                </a:moveTo>
                <a:lnTo>
                  <a:pt x="2421829" y="598340"/>
                </a:lnTo>
                <a:moveTo>
                  <a:pt x="1562102" y="673215"/>
                </a:moveTo>
                <a:lnTo>
                  <a:pt x="1653713" y="621080"/>
                </a:lnTo>
                <a:moveTo>
                  <a:pt x="407955" y="924521"/>
                </a:moveTo>
                <a:lnTo>
                  <a:pt x="335196" y="899630"/>
                </a:lnTo>
                <a:moveTo>
                  <a:pt x="1984108" y="1031336"/>
                </a:moveTo>
                <a:lnTo>
                  <a:pt x="2059890" y="971369"/>
                </a:lnTo>
                <a:moveTo>
                  <a:pt x="1510162" y="991747"/>
                </a:moveTo>
                <a:lnTo>
                  <a:pt x="1583801" y="1041144"/>
                </a:lnTo>
                <a:moveTo>
                  <a:pt x="2127717" y="653994"/>
                </a:moveTo>
                <a:lnTo>
                  <a:pt x="2181473" y="576872"/>
                </a:lnTo>
                <a:moveTo>
                  <a:pt x="2086751" y="974827"/>
                </a:moveTo>
                <a:lnTo>
                  <a:pt x="2059890" y="971369"/>
                </a:lnTo>
                <a:moveTo>
                  <a:pt x="2325520" y="771534"/>
                </a:moveTo>
                <a:lnTo>
                  <a:pt x="2384861" y="690473"/>
                </a:lnTo>
                <a:moveTo>
                  <a:pt x="305323" y="935084"/>
                </a:moveTo>
                <a:lnTo>
                  <a:pt x="383335" y="921495"/>
                </a:lnTo>
                <a:moveTo>
                  <a:pt x="2444640" y="495266"/>
                </a:moveTo>
                <a:lnTo>
                  <a:pt x="2407366" y="500914"/>
                </a:lnTo>
                <a:moveTo>
                  <a:pt x="950415" y="978784"/>
                </a:moveTo>
                <a:lnTo>
                  <a:pt x="1040344" y="990258"/>
                </a:lnTo>
                <a:moveTo>
                  <a:pt x="1584483" y="657186"/>
                </a:moveTo>
                <a:lnTo>
                  <a:pt x="1653713" y="621080"/>
                </a:lnTo>
                <a:moveTo>
                  <a:pt x="1693622" y="1019755"/>
                </a:moveTo>
                <a:lnTo>
                  <a:pt x="1815177" y="1084831"/>
                </a:lnTo>
                <a:moveTo>
                  <a:pt x="768158" y="683174"/>
                </a:moveTo>
                <a:lnTo>
                  <a:pt x="801863" y="701923"/>
                </a:lnTo>
                <a:moveTo>
                  <a:pt x="1367326" y="913764"/>
                </a:moveTo>
                <a:lnTo>
                  <a:pt x="1459465" y="964506"/>
                </a:lnTo>
                <a:moveTo>
                  <a:pt x="971540" y="666181"/>
                </a:moveTo>
                <a:lnTo>
                  <a:pt x="1065609" y="670473"/>
                </a:lnTo>
                <a:moveTo>
                  <a:pt x="1647807" y="613050"/>
                </a:moveTo>
                <a:lnTo>
                  <a:pt x="1746163" y="652649"/>
                </a:lnTo>
                <a:moveTo>
                  <a:pt x="644446" y="681729"/>
                </a:moveTo>
                <a:lnTo>
                  <a:pt x="622854" y="604639"/>
                </a:lnTo>
                <a:moveTo>
                  <a:pt x="1230414" y="660515"/>
                </a:moveTo>
                <a:lnTo>
                  <a:pt x="1240703" y="722069"/>
                </a:lnTo>
                <a:moveTo>
                  <a:pt x="1367326" y="913764"/>
                </a:moveTo>
                <a:lnTo>
                  <a:pt x="1399012" y="813621"/>
                </a:lnTo>
                <a:moveTo>
                  <a:pt x="483782" y="869973"/>
                </a:moveTo>
                <a:lnTo>
                  <a:pt x="543871" y="895160"/>
                </a:lnTo>
                <a:moveTo>
                  <a:pt x="1222203" y="946724"/>
                </a:moveTo>
                <a:lnTo>
                  <a:pt x="1245415" y="839283"/>
                </a:lnTo>
                <a:moveTo>
                  <a:pt x="1245415" y="839283"/>
                </a:moveTo>
                <a:lnTo>
                  <a:pt x="1226012" y="944107"/>
                </a:lnTo>
                <a:moveTo>
                  <a:pt x="1765493" y="676392"/>
                </a:moveTo>
                <a:lnTo>
                  <a:pt x="1876297" y="702841"/>
                </a:lnTo>
                <a:moveTo>
                  <a:pt x="1876297" y="702841"/>
                </a:moveTo>
                <a:lnTo>
                  <a:pt x="1963983" y="718207"/>
                </a:lnTo>
                <a:moveTo>
                  <a:pt x="2386590" y="689549"/>
                </a:moveTo>
                <a:lnTo>
                  <a:pt x="2384861" y="690473"/>
                </a:lnTo>
                <a:moveTo>
                  <a:pt x="1459465" y="964506"/>
                </a:moveTo>
                <a:lnTo>
                  <a:pt x="1449631" y="999603"/>
                </a:lnTo>
                <a:moveTo>
                  <a:pt x="1804424" y="1045978"/>
                </a:moveTo>
                <a:lnTo>
                  <a:pt x="1815177" y="1084831"/>
                </a:lnTo>
                <a:moveTo>
                  <a:pt x="1570563" y="957289"/>
                </a:moveTo>
                <a:lnTo>
                  <a:pt x="1583801" y="1041144"/>
                </a:lnTo>
                <a:moveTo>
                  <a:pt x="1570563" y="957289"/>
                </a:moveTo>
                <a:lnTo>
                  <a:pt x="1584834" y="1040999"/>
                </a:lnTo>
                <a:moveTo>
                  <a:pt x="1298460" y="756171"/>
                </a:moveTo>
                <a:lnTo>
                  <a:pt x="1315417" y="882423"/>
                </a:lnTo>
                <a:moveTo>
                  <a:pt x="1445668" y="725414"/>
                </a:moveTo>
                <a:lnTo>
                  <a:pt x="1459869" y="705886"/>
                </a:lnTo>
                <a:moveTo>
                  <a:pt x="1065609" y="670473"/>
                </a:moveTo>
                <a:lnTo>
                  <a:pt x="1103412" y="646098"/>
                </a:lnTo>
                <a:moveTo>
                  <a:pt x="1830010" y="712881"/>
                </a:moveTo>
                <a:lnTo>
                  <a:pt x="1876297" y="702841"/>
                </a:lnTo>
                <a:moveTo>
                  <a:pt x="955978" y="676674"/>
                </a:moveTo>
                <a:lnTo>
                  <a:pt x="1065609" y="670473"/>
                </a:lnTo>
                <a:moveTo>
                  <a:pt x="782005" y="719041"/>
                </a:moveTo>
                <a:lnTo>
                  <a:pt x="768158" y="683174"/>
                </a:lnTo>
                <a:moveTo>
                  <a:pt x="1315417" y="882423"/>
                </a:moveTo>
                <a:lnTo>
                  <a:pt x="1395315" y="811534"/>
                </a:lnTo>
                <a:moveTo>
                  <a:pt x="1315417" y="882423"/>
                </a:moveTo>
                <a:lnTo>
                  <a:pt x="1399012" y="813621"/>
                </a:lnTo>
                <a:moveTo>
                  <a:pt x="707413" y="877428"/>
                </a:moveTo>
                <a:lnTo>
                  <a:pt x="827248" y="916505"/>
                </a:lnTo>
                <a:moveTo>
                  <a:pt x="1562102" y="673215"/>
                </a:moveTo>
                <a:lnTo>
                  <a:pt x="1509125" y="650605"/>
                </a:lnTo>
                <a:moveTo>
                  <a:pt x="1077906" y="972788"/>
                </a:moveTo>
                <a:lnTo>
                  <a:pt x="1222203" y="946724"/>
                </a:lnTo>
                <a:moveTo>
                  <a:pt x="2063618" y="988796"/>
                </a:moveTo>
                <a:lnTo>
                  <a:pt x="2059890" y="971369"/>
                </a:lnTo>
                <a:moveTo>
                  <a:pt x="1984108" y="1031336"/>
                </a:moveTo>
                <a:lnTo>
                  <a:pt x="1981434" y="1038984"/>
                </a:lnTo>
                <a:moveTo>
                  <a:pt x="252876" y="959399"/>
                </a:moveTo>
                <a:lnTo>
                  <a:pt x="305323" y="935084"/>
                </a:lnTo>
                <a:moveTo>
                  <a:pt x="2296088" y="523162"/>
                </a:moveTo>
                <a:lnTo>
                  <a:pt x="2340382" y="508651"/>
                </a:lnTo>
                <a:moveTo>
                  <a:pt x="1298460" y="756171"/>
                </a:moveTo>
                <a:lnTo>
                  <a:pt x="1445668" y="725414"/>
                </a:lnTo>
                <a:moveTo>
                  <a:pt x="782005" y="719041"/>
                </a:moveTo>
                <a:lnTo>
                  <a:pt x="801863" y="701923"/>
                </a:lnTo>
                <a:moveTo>
                  <a:pt x="2127717" y="653994"/>
                </a:moveTo>
                <a:lnTo>
                  <a:pt x="2192322" y="580099"/>
                </a:lnTo>
                <a:moveTo>
                  <a:pt x="2086751" y="974827"/>
                </a:moveTo>
                <a:lnTo>
                  <a:pt x="2162164" y="911551"/>
                </a:lnTo>
                <a:moveTo>
                  <a:pt x="1182041" y="686069"/>
                </a:moveTo>
                <a:lnTo>
                  <a:pt x="1230414" y="660515"/>
                </a:lnTo>
                <a:moveTo>
                  <a:pt x="1445668" y="725414"/>
                </a:moveTo>
                <a:lnTo>
                  <a:pt x="1415877" y="782205"/>
                </a:lnTo>
                <a:moveTo>
                  <a:pt x="1647807" y="613050"/>
                </a:moveTo>
                <a:lnTo>
                  <a:pt x="1728768" y="654881"/>
                </a:lnTo>
                <a:moveTo>
                  <a:pt x="595644" y="874862"/>
                </a:moveTo>
                <a:lnTo>
                  <a:pt x="687963" y="882190"/>
                </a:lnTo>
                <a:moveTo>
                  <a:pt x="1298460" y="756171"/>
                </a:moveTo>
                <a:lnTo>
                  <a:pt x="1395315" y="811534"/>
                </a:lnTo>
                <a:moveTo>
                  <a:pt x="1214759" y="819657"/>
                </a:moveTo>
                <a:lnTo>
                  <a:pt x="1222203" y="946724"/>
                </a:lnTo>
                <a:moveTo>
                  <a:pt x="1395315" y="811534"/>
                </a:moveTo>
                <a:lnTo>
                  <a:pt x="1445668" y="725414"/>
                </a:lnTo>
                <a:moveTo>
                  <a:pt x="1963983" y="718207"/>
                </a:moveTo>
                <a:lnTo>
                  <a:pt x="1998425" y="699035"/>
                </a:lnTo>
                <a:moveTo>
                  <a:pt x="1998425" y="699035"/>
                </a:moveTo>
                <a:lnTo>
                  <a:pt x="2127717" y="653994"/>
                </a:lnTo>
                <a:moveTo>
                  <a:pt x="1509125" y="650605"/>
                </a:moveTo>
                <a:lnTo>
                  <a:pt x="1527058" y="767586"/>
                </a:lnTo>
                <a:moveTo>
                  <a:pt x="1103412" y="646098"/>
                </a:moveTo>
                <a:lnTo>
                  <a:pt x="1182041" y="686069"/>
                </a:lnTo>
                <a:moveTo>
                  <a:pt x="1395315" y="811534"/>
                </a:moveTo>
                <a:lnTo>
                  <a:pt x="1415877" y="782205"/>
                </a:lnTo>
                <a:moveTo>
                  <a:pt x="1240703" y="722069"/>
                </a:moveTo>
                <a:lnTo>
                  <a:pt x="1298460" y="756171"/>
                </a:lnTo>
                <a:moveTo>
                  <a:pt x="1415877" y="782205"/>
                </a:moveTo>
                <a:lnTo>
                  <a:pt x="1399012" y="813621"/>
                </a:lnTo>
                <a:moveTo>
                  <a:pt x="1459869" y="705886"/>
                </a:moveTo>
                <a:lnTo>
                  <a:pt x="1471233" y="738675"/>
                </a:lnTo>
                <a:moveTo>
                  <a:pt x="1367326" y="913764"/>
                </a:moveTo>
                <a:lnTo>
                  <a:pt x="1489890" y="863358"/>
                </a:lnTo>
                <a:moveTo>
                  <a:pt x="1449631" y="999603"/>
                </a:moveTo>
                <a:lnTo>
                  <a:pt x="1510162" y="991747"/>
                </a:lnTo>
                <a:moveTo>
                  <a:pt x="2386590" y="689549"/>
                </a:moveTo>
                <a:lnTo>
                  <a:pt x="2430204" y="598917"/>
                </a:lnTo>
                <a:moveTo>
                  <a:pt x="2192322" y="580099"/>
                </a:moveTo>
                <a:lnTo>
                  <a:pt x="2315894" y="530496"/>
                </a:lnTo>
                <a:moveTo>
                  <a:pt x="1395315" y="811534"/>
                </a:moveTo>
                <a:lnTo>
                  <a:pt x="1399012" y="813621"/>
                </a:lnTo>
                <a:moveTo>
                  <a:pt x="291832" y="752833"/>
                </a:moveTo>
                <a:lnTo>
                  <a:pt x="342975" y="667715"/>
                </a:lnTo>
                <a:moveTo>
                  <a:pt x="1245415" y="839283"/>
                </a:moveTo>
                <a:lnTo>
                  <a:pt x="1315417" y="882423"/>
                </a:lnTo>
                <a:moveTo>
                  <a:pt x="160690" y="908790"/>
                </a:moveTo>
                <a:lnTo>
                  <a:pt x="162127" y="909765"/>
                </a:lnTo>
                <a:moveTo>
                  <a:pt x="908435" y="943144"/>
                </a:moveTo>
                <a:lnTo>
                  <a:pt x="950415" y="978784"/>
                </a:lnTo>
                <a:moveTo>
                  <a:pt x="161940" y="907878"/>
                </a:moveTo>
                <a:lnTo>
                  <a:pt x="162127" y="909765"/>
                </a:lnTo>
                <a:moveTo>
                  <a:pt x="161097" y="909341"/>
                </a:moveTo>
                <a:lnTo>
                  <a:pt x="162127" y="909765"/>
                </a:lnTo>
                <a:moveTo>
                  <a:pt x="1158953" y="902468"/>
                </a:moveTo>
                <a:lnTo>
                  <a:pt x="1222203" y="946724"/>
                </a:lnTo>
                <a:moveTo>
                  <a:pt x="160690" y="908790"/>
                </a:moveTo>
                <a:lnTo>
                  <a:pt x="161940" y="907878"/>
                </a:lnTo>
                <a:moveTo>
                  <a:pt x="161097" y="909341"/>
                </a:moveTo>
                <a:lnTo>
                  <a:pt x="160690" y="908790"/>
                </a:lnTo>
                <a:moveTo>
                  <a:pt x="161152" y="908988"/>
                </a:moveTo>
                <a:lnTo>
                  <a:pt x="160690" y="908790"/>
                </a:lnTo>
                <a:moveTo>
                  <a:pt x="543871" y="895160"/>
                </a:moveTo>
                <a:lnTo>
                  <a:pt x="595644" y="874862"/>
                </a:lnTo>
                <a:moveTo>
                  <a:pt x="161152" y="908988"/>
                </a:moveTo>
                <a:lnTo>
                  <a:pt x="161940" y="907878"/>
                </a:lnTo>
                <a:moveTo>
                  <a:pt x="415445" y="635571"/>
                </a:moveTo>
                <a:lnTo>
                  <a:pt x="451573" y="616200"/>
                </a:lnTo>
                <a:moveTo>
                  <a:pt x="161152" y="908988"/>
                </a:moveTo>
                <a:lnTo>
                  <a:pt x="161097" y="909341"/>
                </a:lnTo>
                <a:moveTo>
                  <a:pt x="161940" y="907878"/>
                </a:moveTo>
                <a:lnTo>
                  <a:pt x="227365" y="831358"/>
                </a:lnTo>
                <a:moveTo>
                  <a:pt x="161152" y="908988"/>
                </a:moveTo>
                <a:lnTo>
                  <a:pt x="227365" y="831358"/>
                </a:lnTo>
                <a:moveTo>
                  <a:pt x="1445668" y="725414"/>
                </a:moveTo>
                <a:lnTo>
                  <a:pt x="1471233" y="738675"/>
                </a:lnTo>
                <a:moveTo>
                  <a:pt x="2086751" y="974827"/>
                </a:moveTo>
                <a:lnTo>
                  <a:pt x="2165640" y="912322"/>
                </a:lnTo>
                <a:moveTo>
                  <a:pt x="882286" y="743323"/>
                </a:moveTo>
                <a:lnTo>
                  <a:pt x="955978" y="676674"/>
                </a:lnTo>
                <a:moveTo>
                  <a:pt x="1415877" y="782205"/>
                </a:moveTo>
                <a:lnTo>
                  <a:pt x="1471233" y="738675"/>
                </a:lnTo>
                <a:moveTo>
                  <a:pt x="227365" y="831358"/>
                </a:moveTo>
                <a:lnTo>
                  <a:pt x="291832" y="752833"/>
                </a:lnTo>
                <a:moveTo>
                  <a:pt x="1245415" y="839283"/>
                </a:moveTo>
                <a:lnTo>
                  <a:pt x="1298460" y="756171"/>
                </a:lnTo>
                <a:moveTo>
                  <a:pt x="1459465" y="964506"/>
                </a:moveTo>
                <a:lnTo>
                  <a:pt x="1510162" y="991747"/>
                </a:lnTo>
                <a:moveTo>
                  <a:pt x="1584483" y="657186"/>
                </a:moveTo>
                <a:lnTo>
                  <a:pt x="1647807" y="613050"/>
                </a:lnTo>
                <a:moveTo>
                  <a:pt x="2296088" y="523162"/>
                </a:moveTo>
                <a:lnTo>
                  <a:pt x="2315894" y="530496"/>
                </a:lnTo>
                <a:moveTo>
                  <a:pt x="529635" y="655718"/>
                </a:moveTo>
                <a:lnTo>
                  <a:pt x="587923" y="612303"/>
                </a:lnTo>
                <a:moveTo>
                  <a:pt x="2326756" y="767248"/>
                </a:moveTo>
                <a:lnTo>
                  <a:pt x="2384861" y="690473"/>
                </a:lnTo>
                <a:moveTo>
                  <a:pt x="1746163" y="652649"/>
                </a:moveTo>
                <a:lnTo>
                  <a:pt x="1765493" y="676392"/>
                </a:lnTo>
                <a:moveTo>
                  <a:pt x="506060" y="921809"/>
                </a:moveTo>
                <a:lnTo>
                  <a:pt x="483782" y="869973"/>
                </a:lnTo>
                <a:moveTo>
                  <a:pt x="1693622" y="1019755"/>
                </a:moveTo>
                <a:lnTo>
                  <a:pt x="1804424" y="1045978"/>
                </a:lnTo>
                <a:moveTo>
                  <a:pt x="1700875" y="986138"/>
                </a:moveTo>
                <a:lnTo>
                  <a:pt x="1693622" y="1019755"/>
                </a:lnTo>
                <a:moveTo>
                  <a:pt x="2326756" y="767248"/>
                </a:moveTo>
                <a:lnTo>
                  <a:pt x="2325520" y="771534"/>
                </a:lnTo>
                <a:moveTo>
                  <a:pt x="451573" y="616200"/>
                </a:moveTo>
                <a:lnTo>
                  <a:pt x="529635" y="655718"/>
                </a:lnTo>
                <a:moveTo>
                  <a:pt x="1728768" y="654881"/>
                </a:moveTo>
                <a:lnTo>
                  <a:pt x="1746163" y="652649"/>
                </a:lnTo>
                <a:moveTo>
                  <a:pt x="342975" y="667715"/>
                </a:moveTo>
                <a:lnTo>
                  <a:pt x="415445" y="635571"/>
                </a:lnTo>
                <a:moveTo>
                  <a:pt x="383335" y="921495"/>
                </a:moveTo>
                <a:lnTo>
                  <a:pt x="407955" y="924521"/>
                </a:lnTo>
                <a:moveTo>
                  <a:pt x="1578507" y="681332"/>
                </a:moveTo>
                <a:lnTo>
                  <a:pt x="1647807" y="613050"/>
                </a:lnTo>
                <a:moveTo>
                  <a:pt x="587923" y="612303"/>
                </a:moveTo>
                <a:lnTo>
                  <a:pt x="644446" y="681729"/>
                </a:lnTo>
                <a:moveTo>
                  <a:pt x="644446" y="681729"/>
                </a:moveTo>
                <a:lnTo>
                  <a:pt x="702324" y="645280"/>
                </a:lnTo>
                <a:moveTo>
                  <a:pt x="1459465" y="964506"/>
                </a:moveTo>
                <a:lnTo>
                  <a:pt x="1489890" y="863358"/>
                </a:lnTo>
                <a:moveTo>
                  <a:pt x="644446" y="681729"/>
                </a:moveTo>
                <a:lnTo>
                  <a:pt x="768158" y="683174"/>
                </a:lnTo>
                <a:moveTo>
                  <a:pt x="801863" y="701923"/>
                </a:moveTo>
                <a:lnTo>
                  <a:pt x="882286" y="743323"/>
                </a:lnTo>
                <a:moveTo>
                  <a:pt x="1693622" y="1019755"/>
                </a:moveTo>
                <a:lnTo>
                  <a:pt x="1742972" y="1009482"/>
                </a:lnTo>
                <a:moveTo>
                  <a:pt x="687963" y="882190"/>
                </a:moveTo>
                <a:lnTo>
                  <a:pt x="707413" y="877428"/>
                </a:lnTo>
                <a:moveTo>
                  <a:pt x="162127" y="909765"/>
                </a:moveTo>
                <a:lnTo>
                  <a:pt x="252876" y="959399"/>
                </a:lnTo>
                <a:moveTo>
                  <a:pt x="1399012" y="813621"/>
                </a:moveTo>
                <a:lnTo>
                  <a:pt x="1489890" y="863358"/>
                </a:lnTo>
                <a:moveTo>
                  <a:pt x="161940" y="907878"/>
                </a:moveTo>
                <a:lnTo>
                  <a:pt x="252876" y="959399"/>
                </a:lnTo>
                <a:moveTo>
                  <a:pt x="252876" y="959399"/>
                </a:moveTo>
                <a:lnTo>
                  <a:pt x="383335" y="921495"/>
                </a:lnTo>
                <a:moveTo>
                  <a:pt x="1182041" y="686069"/>
                </a:moveTo>
                <a:lnTo>
                  <a:pt x="1240703" y="722069"/>
                </a:lnTo>
                <a:moveTo>
                  <a:pt x="1214759" y="819657"/>
                </a:moveTo>
                <a:lnTo>
                  <a:pt x="1298460" y="756171"/>
                </a:lnTo>
                <a:moveTo>
                  <a:pt x="2315894" y="530496"/>
                </a:moveTo>
                <a:lnTo>
                  <a:pt x="2340382" y="508651"/>
                </a:lnTo>
                <a:moveTo>
                  <a:pt x="955978" y="676674"/>
                </a:moveTo>
                <a:lnTo>
                  <a:pt x="1019186" y="704349"/>
                </a:lnTo>
                <a:moveTo>
                  <a:pt x="1459869" y="705886"/>
                </a:moveTo>
                <a:lnTo>
                  <a:pt x="1527058" y="767586"/>
                </a:lnTo>
                <a:moveTo>
                  <a:pt x="2326756" y="767248"/>
                </a:moveTo>
                <a:lnTo>
                  <a:pt x="2386590" y="689549"/>
                </a:lnTo>
                <a:moveTo>
                  <a:pt x="383335" y="921495"/>
                </a:moveTo>
                <a:lnTo>
                  <a:pt x="397776" y="926803"/>
                </a:lnTo>
                <a:moveTo>
                  <a:pt x="1570563" y="957289"/>
                </a:moveTo>
                <a:lnTo>
                  <a:pt x="1693622" y="1019755"/>
                </a:lnTo>
                <a:moveTo>
                  <a:pt x="1459465" y="964506"/>
                </a:moveTo>
                <a:lnTo>
                  <a:pt x="1586901" y="917985"/>
                </a:lnTo>
                <a:moveTo>
                  <a:pt x="827248" y="916505"/>
                </a:moveTo>
                <a:lnTo>
                  <a:pt x="908435" y="943144"/>
                </a:lnTo>
                <a:moveTo>
                  <a:pt x="1647807" y="613050"/>
                </a:moveTo>
                <a:lnTo>
                  <a:pt x="1665376" y="729743"/>
                </a:lnTo>
                <a:moveTo>
                  <a:pt x="1040344" y="990258"/>
                </a:moveTo>
                <a:lnTo>
                  <a:pt x="1077906" y="972788"/>
                </a:lnTo>
                <a:moveTo>
                  <a:pt x="1214759" y="819657"/>
                </a:moveTo>
                <a:lnTo>
                  <a:pt x="1240703" y="722069"/>
                </a:lnTo>
                <a:moveTo>
                  <a:pt x="1742972" y="1009482"/>
                </a:moveTo>
                <a:lnTo>
                  <a:pt x="1804424" y="1045978"/>
                </a:lnTo>
                <a:moveTo>
                  <a:pt x="715480" y="877958"/>
                </a:moveTo>
                <a:lnTo>
                  <a:pt x="707413" y="877428"/>
                </a:lnTo>
                <a:moveTo>
                  <a:pt x="1728768" y="654881"/>
                </a:moveTo>
                <a:lnTo>
                  <a:pt x="1765493" y="676392"/>
                </a:lnTo>
                <a:moveTo>
                  <a:pt x="1700875" y="986138"/>
                </a:moveTo>
                <a:lnTo>
                  <a:pt x="1742972" y="1009482"/>
                </a:lnTo>
                <a:moveTo>
                  <a:pt x="1415877" y="782205"/>
                </a:moveTo>
                <a:lnTo>
                  <a:pt x="1527058" y="767586"/>
                </a:lnTo>
                <a:moveTo>
                  <a:pt x="1765493" y="676392"/>
                </a:moveTo>
                <a:lnTo>
                  <a:pt x="1830010" y="712881"/>
                </a:lnTo>
                <a:moveTo>
                  <a:pt x="1830010" y="712881"/>
                </a:moveTo>
                <a:lnTo>
                  <a:pt x="1963983" y="718207"/>
                </a:lnTo>
                <a:moveTo>
                  <a:pt x="1399012" y="813621"/>
                </a:moveTo>
                <a:lnTo>
                  <a:pt x="1527058" y="767586"/>
                </a:lnTo>
                <a:moveTo>
                  <a:pt x="802379" y="810533"/>
                </a:moveTo>
                <a:lnTo>
                  <a:pt x="801863" y="701923"/>
                </a:lnTo>
                <a:moveTo>
                  <a:pt x="1133051" y="720956"/>
                </a:moveTo>
                <a:lnTo>
                  <a:pt x="1103412" y="646098"/>
                </a:lnTo>
                <a:moveTo>
                  <a:pt x="802379" y="810533"/>
                </a:moveTo>
                <a:lnTo>
                  <a:pt x="827248" y="916505"/>
                </a:lnTo>
                <a:moveTo>
                  <a:pt x="644446" y="681729"/>
                </a:moveTo>
                <a:lnTo>
                  <a:pt x="782005" y="719041"/>
                </a:lnTo>
                <a:moveTo>
                  <a:pt x="1214759" y="819657"/>
                </a:moveTo>
                <a:lnTo>
                  <a:pt x="1245415" y="839283"/>
                </a:lnTo>
                <a:moveTo>
                  <a:pt x="1998425" y="699035"/>
                </a:moveTo>
                <a:lnTo>
                  <a:pt x="2059607" y="725094"/>
                </a:lnTo>
                <a:moveTo>
                  <a:pt x="801863" y="701923"/>
                </a:moveTo>
                <a:lnTo>
                  <a:pt x="826152" y="823972"/>
                </a:lnTo>
                <a:moveTo>
                  <a:pt x="397776" y="926803"/>
                </a:moveTo>
                <a:lnTo>
                  <a:pt x="407955" y="924521"/>
                </a:lnTo>
                <a:moveTo>
                  <a:pt x="827248" y="916505"/>
                </a:moveTo>
                <a:lnTo>
                  <a:pt x="826152" y="823972"/>
                </a:lnTo>
                <a:moveTo>
                  <a:pt x="1570563" y="957289"/>
                </a:moveTo>
                <a:lnTo>
                  <a:pt x="1700875" y="986138"/>
                </a:lnTo>
                <a:moveTo>
                  <a:pt x="1510162" y="991747"/>
                </a:moveTo>
                <a:lnTo>
                  <a:pt x="1570563" y="957289"/>
                </a:lnTo>
                <a:moveTo>
                  <a:pt x="2192322" y="580099"/>
                </a:moveTo>
                <a:lnTo>
                  <a:pt x="2247624" y="601469"/>
                </a:lnTo>
                <a:moveTo>
                  <a:pt x="1471233" y="738675"/>
                </a:moveTo>
                <a:lnTo>
                  <a:pt x="1527058" y="767586"/>
                </a:lnTo>
                <a:moveTo>
                  <a:pt x="2052609" y="731941"/>
                </a:moveTo>
                <a:lnTo>
                  <a:pt x="1998425" y="699035"/>
                </a:lnTo>
                <a:moveTo>
                  <a:pt x="1510162" y="991747"/>
                </a:moveTo>
                <a:lnTo>
                  <a:pt x="1586901" y="917985"/>
                </a:lnTo>
                <a:moveTo>
                  <a:pt x="1603751" y="927633"/>
                </a:moveTo>
                <a:lnTo>
                  <a:pt x="1700875" y="986138"/>
                </a:lnTo>
                <a:moveTo>
                  <a:pt x="1700875" y="986138"/>
                </a:moveTo>
                <a:lnTo>
                  <a:pt x="1733352" y="886626"/>
                </a:lnTo>
                <a:moveTo>
                  <a:pt x="2184704" y="909746"/>
                </a:moveTo>
                <a:lnTo>
                  <a:pt x="2173226" y="907110"/>
                </a:lnTo>
                <a:moveTo>
                  <a:pt x="2259775" y="839249"/>
                </a:moveTo>
                <a:lnTo>
                  <a:pt x="2253034" y="846091"/>
                </a:lnTo>
                <a:moveTo>
                  <a:pt x="252876" y="959399"/>
                </a:moveTo>
                <a:lnTo>
                  <a:pt x="397776" y="926803"/>
                </a:lnTo>
                <a:moveTo>
                  <a:pt x="802379" y="810533"/>
                </a:moveTo>
                <a:lnTo>
                  <a:pt x="707413" y="877428"/>
                </a:lnTo>
                <a:moveTo>
                  <a:pt x="908435" y="943144"/>
                </a:moveTo>
                <a:lnTo>
                  <a:pt x="1040344" y="990258"/>
                </a:lnTo>
                <a:moveTo>
                  <a:pt x="2444640" y="495266"/>
                </a:moveTo>
                <a:lnTo>
                  <a:pt x="2430204" y="598917"/>
                </a:lnTo>
                <a:moveTo>
                  <a:pt x="2340382" y="508651"/>
                </a:moveTo>
                <a:lnTo>
                  <a:pt x="2444640" y="495266"/>
                </a:lnTo>
                <a:moveTo>
                  <a:pt x="782005" y="719041"/>
                </a:moveTo>
                <a:lnTo>
                  <a:pt x="802379" y="810533"/>
                </a:lnTo>
                <a:moveTo>
                  <a:pt x="724457" y="765610"/>
                </a:moveTo>
                <a:lnTo>
                  <a:pt x="782005" y="719041"/>
                </a:lnTo>
                <a:moveTo>
                  <a:pt x="1077906" y="972788"/>
                </a:moveTo>
                <a:lnTo>
                  <a:pt x="1158953" y="902468"/>
                </a:lnTo>
                <a:moveTo>
                  <a:pt x="225509" y="965082"/>
                </a:moveTo>
                <a:lnTo>
                  <a:pt x="162127" y="909765"/>
                </a:lnTo>
                <a:moveTo>
                  <a:pt x="2259775" y="839249"/>
                </a:moveTo>
                <a:lnTo>
                  <a:pt x="2325520" y="771534"/>
                </a:lnTo>
                <a:moveTo>
                  <a:pt x="2184704" y="909746"/>
                </a:moveTo>
                <a:lnTo>
                  <a:pt x="2165640" y="912322"/>
                </a:lnTo>
                <a:moveTo>
                  <a:pt x="687963" y="882190"/>
                </a:moveTo>
                <a:lnTo>
                  <a:pt x="715480" y="877958"/>
                </a:lnTo>
                <a:moveTo>
                  <a:pt x="1489890" y="863358"/>
                </a:moveTo>
                <a:lnTo>
                  <a:pt x="1586901" y="917985"/>
                </a:lnTo>
                <a:moveTo>
                  <a:pt x="161097" y="909341"/>
                </a:moveTo>
                <a:lnTo>
                  <a:pt x="225509" y="965082"/>
                </a:lnTo>
                <a:moveTo>
                  <a:pt x="477478" y="695439"/>
                </a:moveTo>
                <a:lnTo>
                  <a:pt x="451573" y="616200"/>
                </a:lnTo>
                <a:moveTo>
                  <a:pt x="1800845" y="1001226"/>
                </a:moveTo>
                <a:lnTo>
                  <a:pt x="1804424" y="1045978"/>
                </a:lnTo>
                <a:moveTo>
                  <a:pt x="1489890" y="863358"/>
                </a:moveTo>
                <a:lnTo>
                  <a:pt x="1527058" y="767586"/>
                </a:lnTo>
                <a:moveTo>
                  <a:pt x="651213" y="722773"/>
                </a:moveTo>
                <a:lnTo>
                  <a:pt x="782005" y="719041"/>
                </a:lnTo>
                <a:moveTo>
                  <a:pt x="1562102" y="673215"/>
                </a:moveTo>
                <a:lnTo>
                  <a:pt x="1584483" y="657186"/>
                </a:lnTo>
                <a:moveTo>
                  <a:pt x="1019186" y="704349"/>
                </a:moveTo>
                <a:lnTo>
                  <a:pt x="1065609" y="670473"/>
                </a:lnTo>
                <a:moveTo>
                  <a:pt x="1158953" y="902468"/>
                </a:moveTo>
                <a:lnTo>
                  <a:pt x="1214759" y="819657"/>
                </a:lnTo>
                <a:moveTo>
                  <a:pt x="1748864" y="778588"/>
                </a:moveTo>
                <a:lnTo>
                  <a:pt x="1765493" y="676392"/>
                </a:lnTo>
                <a:moveTo>
                  <a:pt x="1586901" y="917985"/>
                </a:moveTo>
                <a:lnTo>
                  <a:pt x="1570563" y="957289"/>
                </a:lnTo>
                <a:moveTo>
                  <a:pt x="1570563" y="957289"/>
                </a:moveTo>
                <a:lnTo>
                  <a:pt x="1603751" y="927633"/>
                </a:lnTo>
                <a:moveTo>
                  <a:pt x="1562102" y="673215"/>
                </a:moveTo>
                <a:lnTo>
                  <a:pt x="1527058" y="767586"/>
                </a:lnTo>
                <a:moveTo>
                  <a:pt x="2184704" y="909746"/>
                </a:moveTo>
                <a:lnTo>
                  <a:pt x="2253034" y="846091"/>
                </a:lnTo>
                <a:moveTo>
                  <a:pt x="1562102" y="673215"/>
                </a:moveTo>
                <a:lnTo>
                  <a:pt x="1563379" y="693798"/>
                </a:lnTo>
                <a:moveTo>
                  <a:pt x="1728768" y="654881"/>
                </a:moveTo>
                <a:lnTo>
                  <a:pt x="1748864" y="778588"/>
                </a:lnTo>
                <a:moveTo>
                  <a:pt x="529635" y="655718"/>
                </a:moveTo>
                <a:lnTo>
                  <a:pt x="644446" y="681729"/>
                </a:lnTo>
                <a:moveTo>
                  <a:pt x="1562102" y="673215"/>
                </a:moveTo>
                <a:lnTo>
                  <a:pt x="1570608" y="676903"/>
                </a:lnTo>
                <a:moveTo>
                  <a:pt x="1742972" y="1009482"/>
                </a:moveTo>
                <a:lnTo>
                  <a:pt x="1800845" y="1001226"/>
                </a:lnTo>
                <a:moveTo>
                  <a:pt x="1772106" y="792119"/>
                </a:moveTo>
                <a:lnTo>
                  <a:pt x="1830010" y="712881"/>
                </a:lnTo>
                <a:moveTo>
                  <a:pt x="1586901" y="917985"/>
                </a:moveTo>
                <a:lnTo>
                  <a:pt x="1603751" y="927633"/>
                </a:lnTo>
                <a:moveTo>
                  <a:pt x="1748864" y="778588"/>
                </a:moveTo>
                <a:lnTo>
                  <a:pt x="1830010" y="712881"/>
                </a:lnTo>
                <a:moveTo>
                  <a:pt x="1489890" y="863358"/>
                </a:moveTo>
                <a:lnTo>
                  <a:pt x="1624834" y="822824"/>
                </a:lnTo>
                <a:moveTo>
                  <a:pt x="1603751" y="927633"/>
                </a:moveTo>
                <a:lnTo>
                  <a:pt x="1733352" y="886626"/>
                </a:lnTo>
                <a:moveTo>
                  <a:pt x="827248" y="916505"/>
                </a:moveTo>
                <a:lnTo>
                  <a:pt x="913936" y="871242"/>
                </a:lnTo>
                <a:moveTo>
                  <a:pt x="2226927" y="872966"/>
                </a:moveTo>
                <a:lnTo>
                  <a:pt x="2253034" y="846091"/>
                </a:lnTo>
                <a:moveTo>
                  <a:pt x="1570608" y="676903"/>
                </a:moveTo>
                <a:lnTo>
                  <a:pt x="1584483" y="657186"/>
                </a:lnTo>
                <a:moveTo>
                  <a:pt x="1665376" y="729743"/>
                </a:moveTo>
                <a:lnTo>
                  <a:pt x="1728768" y="654881"/>
                </a:lnTo>
                <a:moveTo>
                  <a:pt x="1584483" y="657186"/>
                </a:moveTo>
                <a:lnTo>
                  <a:pt x="1578507" y="681332"/>
                </a:lnTo>
                <a:moveTo>
                  <a:pt x="2315894" y="530496"/>
                </a:moveTo>
                <a:lnTo>
                  <a:pt x="2444640" y="495266"/>
                </a:lnTo>
                <a:moveTo>
                  <a:pt x="1563379" y="693798"/>
                </a:moveTo>
                <a:lnTo>
                  <a:pt x="1527058" y="767586"/>
                </a:lnTo>
                <a:moveTo>
                  <a:pt x="161097" y="909341"/>
                </a:moveTo>
                <a:lnTo>
                  <a:pt x="226076" y="938031"/>
                </a:lnTo>
                <a:moveTo>
                  <a:pt x="161152" y="908988"/>
                </a:moveTo>
                <a:lnTo>
                  <a:pt x="226076" y="938031"/>
                </a:lnTo>
                <a:moveTo>
                  <a:pt x="342975" y="667715"/>
                </a:moveTo>
                <a:lnTo>
                  <a:pt x="356605" y="665886"/>
                </a:lnTo>
                <a:moveTo>
                  <a:pt x="1065609" y="670473"/>
                </a:moveTo>
                <a:lnTo>
                  <a:pt x="1133051" y="720956"/>
                </a:lnTo>
                <a:moveTo>
                  <a:pt x="1912221" y="755707"/>
                </a:moveTo>
                <a:lnTo>
                  <a:pt x="1963983" y="718207"/>
                </a:lnTo>
                <a:moveTo>
                  <a:pt x="1570608" y="676903"/>
                </a:moveTo>
                <a:lnTo>
                  <a:pt x="1563379" y="693798"/>
                </a:lnTo>
                <a:moveTo>
                  <a:pt x="2059607" y="725094"/>
                </a:moveTo>
                <a:lnTo>
                  <a:pt x="2127717" y="653994"/>
                </a:lnTo>
                <a:moveTo>
                  <a:pt x="1563379" y="693798"/>
                </a:moveTo>
                <a:lnTo>
                  <a:pt x="1578507" y="681332"/>
                </a:lnTo>
                <a:moveTo>
                  <a:pt x="1603751" y="927633"/>
                </a:moveTo>
                <a:lnTo>
                  <a:pt x="1679026" y="854456"/>
                </a:lnTo>
                <a:moveTo>
                  <a:pt x="407955" y="924521"/>
                </a:moveTo>
                <a:lnTo>
                  <a:pt x="506060" y="921809"/>
                </a:lnTo>
                <a:moveTo>
                  <a:pt x="1570608" y="676903"/>
                </a:moveTo>
                <a:lnTo>
                  <a:pt x="1578507" y="681332"/>
                </a:lnTo>
                <a:moveTo>
                  <a:pt x="225509" y="965082"/>
                </a:moveTo>
                <a:lnTo>
                  <a:pt x="252876" y="959399"/>
                </a:lnTo>
                <a:moveTo>
                  <a:pt x="1679026" y="854456"/>
                </a:moveTo>
                <a:lnTo>
                  <a:pt x="1733352" y="886626"/>
                </a:lnTo>
                <a:moveTo>
                  <a:pt x="1700875" y="986138"/>
                </a:moveTo>
                <a:lnTo>
                  <a:pt x="1819802" y="932832"/>
                </a:lnTo>
                <a:moveTo>
                  <a:pt x="1963983" y="718207"/>
                </a:moveTo>
                <a:lnTo>
                  <a:pt x="2052609" y="731941"/>
                </a:lnTo>
                <a:moveTo>
                  <a:pt x="1586901" y="917985"/>
                </a:moveTo>
                <a:lnTo>
                  <a:pt x="1624834" y="822824"/>
                </a:lnTo>
                <a:moveTo>
                  <a:pt x="1624834" y="822824"/>
                </a:moveTo>
                <a:lnTo>
                  <a:pt x="1603751" y="927633"/>
                </a:lnTo>
                <a:moveTo>
                  <a:pt x="1830010" y="712881"/>
                </a:moveTo>
                <a:lnTo>
                  <a:pt x="1912221" y="755707"/>
                </a:lnTo>
                <a:moveTo>
                  <a:pt x="882286" y="743323"/>
                </a:moveTo>
                <a:lnTo>
                  <a:pt x="1019186" y="704349"/>
                </a:lnTo>
                <a:moveTo>
                  <a:pt x="1733352" y="886626"/>
                </a:moveTo>
                <a:lnTo>
                  <a:pt x="1772106" y="792119"/>
                </a:lnTo>
                <a:moveTo>
                  <a:pt x="2127717" y="653994"/>
                </a:moveTo>
                <a:lnTo>
                  <a:pt x="2247624" y="601469"/>
                </a:lnTo>
                <a:moveTo>
                  <a:pt x="1527058" y="767586"/>
                </a:moveTo>
                <a:lnTo>
                  <a:pt x="1624834" y="822824"/>
                </a:lnTo>
                <a:moveTo>
                  <a:pt x="1020611" y="933575"/>
                </a:moveTo>
                <a:lnTo>
                  <a:pt x="1040344" y="990258"/>
                </a:lnTo>
                <a:moveTo>
                  <a:pt x="826152" y="823972"/>
                </a:moveTo>
                <a:lnTo>
                  <a:pt x="882286" y="743323"/>
                </a:lnTo>
                <a:moveTo>
                  <a:pt x="715480" y="877958"/>
                </a:moveTo>
                <a:lnTo>
                  <a:pt x="802379" y="810533"/>
                </a:lnTo>
                <a:moveTo>
                  <a:pt x="2437945" y="593356"/>
                </a:moveTo>
                <a:lnTo>
                  <a:pt x="2386590" y="689549"/>
                </a:lnTo>
                <a:moveTo>
                  <a:pt x="529635" y="655718"/>
                </a:moveTo>
                <a:lnTo>
                  <a:pt x="618992" y="704243"/>
                </a:lnTo>
                <a:moveTo>
                  <a:pt x="1133051" y="720956"/>
                </a:moveTo>
                <a:lnTo>
                  <a:pt x="1182041" y="686069"/>
                </a:lnTo>
                <a:moveTo>
                  <a:pt x="2437945" y="593356"/>
                </a:moveTo>
                <a:lnTo>
                  <a:pt x="2430204" y="598917"/>
                </a:lnTo>
                <a:moveTo>
                  <a:pt x="1742972" y="1009482"/>
                </a:moveTo>
                <a:lnTo>
                  <a:pt x="1819802" y="932832"/>
                </a:lnTo>
                <a:moveTo>
                  <a:pt x="1137360" y="768399"/>
                </a:moveTo>
                <a:lnTo>
                  <a:pt x="1240703" y="722069"/>
                </a:lnTo>
                <a:moveTo>
                  <a:pt x="1624834" y="822824"/>
                </a:moveTo>
                <a:lnTo>
                  <a:pt x="1679026" y="854456"/>
                </a:lnTo>
                <a:moveTo>
                  <a:pt x="1679026" y="854456"/>
                </a:moveTo>
                <a:lnTo>
                  <a:pt x="1772106" y="792119"/>
                </a:lnTo>
                <a:moveTo>
                  <a:pt x="2247624" y="601469"/>
                </a:moveTo>
                <a:lnTo>
                  <a:pt x="2315894" y="530496"/>
                </a:lnTo>
                <a:moveTo>
                  <a:pt x="397776" y="926803"/>
                </a:moveTo>
                <a:lnTo>
                  <a:pt x="506060" y="921809"/>
                </a:lnTo>
                <a:moveTo>
                  <a:pt x="1527058" y="767586"/>
                </a:moveTo>
                <a:lnTo>
                  <a:pt x="1665376" y="729743"/>
                </a:lnTo>
                <a:moveTo>
                  <a:pt x="1679026" y="854456"/>
                </a:moveTo>
                <a:lnTo>
                  <a:pt x="1748864" y="778588"/>
                </a:lnTo>
                <a:moveTo>
                  <a:pt x="1563379" y="693798"/>
                </a:moveTo>
                <a:lnTo>
                  <a:pt x="1665376" y="729743"/>
                </a:lnTo>
                <a:moveTo>
                  <a:pt x="1984108" y="1031336"/>
                </a:moveTo>
                <a:lnTo>
                  <a:pt x="2063618" y="988796"/>
                </a:lnTo>
                <a:moveTo>
                  <a:pt x="2063618" y="988796"/>
                </a:moveTo>
                <a:lnTo>
                  <a:pt x="2086751" y="974827"/>
                </a:lnTo>
                <a:moveTo>
                  <a:pt x="618992" y="704243"/>
                </a:moveTo>
                <a:lnTo>
                  <a:pt x="644446" y="681729"/>
                </a:lnTo>
                <a:moveTo>
                  <a:pt x="506060" y="921809"/>
                </a:moveTo>
                <a:lnTo>
                  <a:pt x="543871" y="895160"/>
                </a:lnTo>
                <a:moveTo>
                  <a:pt x="644446" y="681729"/>
                </a:moveTo>
                <a:lnTo>
                  <a:pt x="651213" y="722773"/>
                </a:lnTo>
                <a:moveTo>
                  <a:pt x="1578507" y="681332"/>
                </a:moveTo>
                <a:lnTo>
                  <a:pt x="1665376" y="729743"/>
                </a:lnTo>
                <a:moveTo>
                  <a:pt x="415445" y="635571"/>
                </a:moveTo>
                <a:lnTo>
                  <a:pt x="477478" y="695439"/>
                </a:lnTo>
                <a:moveTo>
                  <a:pt x="1748864" y="778588"/>
                </a:moveTo>
                <a:lnTo>
                  <a:pt x="1772106" y="792119"/>
                </a:lnTo>
                <a:moveTo>
                  <a:pt x="1020611" y="933575"/>
                </a:moveTo>
                <a:lnTo>
                  <a:pt x="1077906" y="972788"/>
                </a:lnTo>
                <a:moveTo>
                  <a:pt x="2389849" y="679983"/>
                </a:moveTo>
                <a:lnTo>
                  <a:pt x="2386590" y="689549"/>
                </a:lnTo>
                <a:moveTo>
                  <a:pt x="1665376" y="729743"/>
                </a:moveTo>
                <a:lnTo>
                  <a:pt x="1679026" y="854456"/>
                </a:lnTo>
                <a:moveTo>
                  <a:pt x="356605" y="665886"/>
                </a:moveTo>
                <a:lnTo>
                  <a:pt x="415445" y="635571"/>
                </a:lnTo>
                <a:moveTo>
                  <a:pt x="2259775" y="839249"/>
                </a:moveTo>
                <a:lnTo>
                  <a:pt x="2326756" y="767248"/>
                </a:lnTo>
                <a:moveTo>
                  <a:pt x="1624834" y="822824"/>
                </a:moveTo>
                <a:lnTo>
                  <a:pt x="1665376" y="729743"/>
                </a:lnTo>
                <a:moveTo>
                  <a:pt x="2091827" y="974213"/>
                </a:moveTo>
                <a:lnTo>
                  <a:pt x="2086751" y="974827"/>
                </a:lnTo>
                <a:moveTo>
                  <a:pt x="298075" y="744624"/>
                </a:moveTo>
                <a:lnTo>
                  <a:pt x="342975" y="667715"/>
                </a:lnTo>
                <a:moveTo>
                  <a:pt x="1665376" y="729743"/>
                </a:moveTo>
                <a:lnTo>
                  <a:pt x="1748864" y="778588"/>
                </a:lnTo>
                <a:moveTo>
                  <a:pt x="724457" y="765610"/>
                </a:moveTo>
                <a:lnTo>
                  <a:pt x="802379" y="810533"/>
                </a:lnTo>
                <a:moveTo>
                  <a:pt x="1733352" y="886626"/>
                </a:moveTo>
                <a:lnTo>
                  <a:pt x="1819802" y="932832"/>
                </a:lnTo>
                <a:moveTo>
                  <a:pt x="802379" y="810533"/>
                </a:moveTo>
                <a:lnTo>
                  <a:pt x="826152" y="823972"/>
                </a:lnTo>
                <a:moveTo>
                  <a:pt x="477478" y="695439"/>
                </a:moveTo>
                <a:lnTo>
                  <a:pt x="529635" y="655718"/>
                </a:lnTo>
                <a:moveTo>
                  <a:pt x="161152" y="908988"/>
                </a:moveTo>
                <a:lnTo>
                  <a:pt x="253615" y="834582"/>
                </a:lnTo>
                <a:moveTo>
                  <a:pt x="1772106" y="792119"/>
                </a:moveTo>
                <a:lnTo>
                  <a:pt x="1912221" y="755707"/>
                </a:lnTo>
                <a:moveTo>
                  <a:pt x="651213" y="722773"/>
                </a:moveTo>
                <a:lnTo>
                  <a:pt x="724457" y="765610"/>
                </a:lnTo>
                <a:moveTo>
                  <a:pt x="1137360" y="768399"/>
                </a:moveTo>
                <a:lnTo>
                  <a:pt x="1182041" y="686069"/>
                </a:lnTo>
                <a:moveTo>
                  <a:pt x="1019106" y="918634"/>
                </a:moveTo>
                <a:lnTo>
                  <a:pt x="1077906" y="972788"/>
                </a:lnTo>
                <a:moveTo>
                  <a:pt x="227365" y="831358"/>
                </a:moveTo>
                <a:lnTo>
                  <a:pt x="253615" y="834582"/>
                </a:lnTo>
                <a:moveTo>
                  <a:pt x="253615" y="834582"/>
                </a:moveTo>
                <a:lnTo>
                  <a:pt x="291832" y="752833"/>
                </a:lnTo>
                <a:moveTo>
                  <a:pt x="291832" y="752833"/>
                </a:moveTo>
                <a:lnTo>
                  <a:pt x="298075" y="744624"/>
                </a:lnTo>
                <a:moveTo>
                  <a:pt x="618992" y="704243"/>
                </a:moveTo>
                <a:lnTo>
                  <a:pt x="651213" y="722773"/>
                </a:lnTo>
                <a:moveTo>
                  <a:pt x="1733352" y="886626"/>
                </a:moveTo>
                <a:lnTo>
                  <a:pt x="1858911" y="838608"/>
                </a:lnTo>
                <a:moveTo>
                  <a:pt x="1819802" y="932832"/>
                </a:moveTo>
                <a:lnTo>
                  <a:pt x="1800845" y="1001226"/>
                </a:lnTo>
                <a:moveTo>
                  <a:pt x="1137360" y="768399"/>
                </a:moveTo>
                <a:lnTo>
                  <a:pt x="1214759" y="819657"/>
                </a:lnTo>
                <a:moveTo>
                  <a:pt x="2127717" y="653994"/>
                </a:moveTo>
                <a:lnTo>
                  <a:pt x="2186270" y="677956"/>
                </a:lnTo>
                <a:moveTo>
                  <a:pt x="908435" y="943144"/>
                </a:moveTo>
                <a:lnTo>
                  <a:pt x="1020611" y="933575"/>
                </a:lnTo>
                <a:moveTo>
                  <a:pt x="1019186" y="704349"/>
                </a:moveTo>
                <a:lnTo>
                  <a:pt x="1133051" y="720956"/>
                </a:lnTo>
                <a:moveTo>
                  <a:pt x="882286" y="743323"/>
                </a:moveTo>
                <a:lnTo>
                  <a:pt x="955713" y="779146"/>
                </a:lnTo>
                <a:moveTo>
                  <a:pt x="252876" y="959399"/>
                </a:moveTo>
                <a:lnTo>
                  <a:pt x="315929" y="986951"/>
                </a:lnTo>
                <a:moveTo>
                  <a:pt x="2184704" y="909746"/>
                </a:moveTo>
                <a:lnTo>
                  <a:pt x="2086751" y="974827"/>
                </a:lnTo>
                <a:moveTo>
                  <a:pt x="1094584" y="857657"/>
                </a:moveTo>
                <a:lnTo>
                  <a:pt x="1077906" y="972788"/>
                </a:lnTo>
                <a:moveTo>
                  <a:pt x="913936" y="871242"/>
                </a:moveTo>
                <a:lnTo>
                  <a:pt x="908435" y="943144"/>
                </a:lnTo>
                <a:moveTo>
                  <a:pt x="2063618" y="988796"/>
                </a:moveTo>
                <a:lnTo>
                  <a:pt x="2091827" y="974213"/>
                </a:lnTo>
                <a:moveTo>
                  <a:pt x="908435" y="943144"/>
                </a:moveTo>
                <a:lnTo>
                  <a:pt x="1006593" y="924542"/>
                </a:lnTo>
                <a:moveTo>
                  <a:pt x="1772106" y="792119"/>
                </a:moveTo>
                <a:lnTo>
                  <a:pt x="1858911" y="838608"/>
                </a:lnTo>
                <a:moveTo>
                  <a:pt x="2315894" y="530496"/>
                </a:moveTo>
                <a:lnTo>
                  <a:pt x="2377123" y="556593"/>
                </a:lnTo>
                <a:moveTo>
                  <a:pt x="315929" y="986951"/>
                </a:moveTo>
                <a:lnTo>
                  <a:pt x="397776" y="926803"/>
                </a:lnTo>
                <a:moveTo>
                  <a:pt x="2052609" y="731941"/>
                </a:moveTo>
                <a:lnTo>
                  <a:pt x="2059607" y="725094"/>
                </a:lnTo>
                <a:moveTo>
                  <a:pt x="2389849" y="679983"/>
                </a:moveTo>
                <a:lnTo>
                  <a:pt x="2326756" y="767248"/>
                </a:lnTo>
                <a:moveTo>
                  <a:pt x="1912221" y="755707"/>
                </a:moveTo>
                <a:lnTo>
                  <a:pt x="2052609" y="731941"/>
                </a:lnTo>
                <a:moveTo>
                  <a:pt x="2328742" y="760170"/>
                </a:moveTo>
                <a:lnTo>
                  <a:pt x="2326756" y="767248"/>
                </a:lnTo>
                <a:moveTo>
                  <a:pt x="1094584" y="857657"/>
                </a:moveTo>
                <a:lnTo>
                  <a:pt x="1214759" y="819657"/>
                </a:lnTo>
                <a:moveTo>
                  <a:pt x="226076" y="938031"/>
                </a:moveTo>
                <a:lnTo>
                  <a:pt x="225509" y="965082"/>
                </a:lnTo>
                <a:moveTo>
                  <a:pt x="301914" y="1000017"/>
                </a:moveTo>
                <a:lnTo>
                  <a:pt x="252876" y="959399"/>
                </a:lnTo>
                <a:moveTo>
                  <a:pt x="1094584" y="857657"/>
                </a:moveTo>
                <a:lnTo>
                  <a:pt x="1158953" y="902468"/>
                </a:lnTo>
                <a:moveTo>
                  <a:pt x="826152" y="823972"/>
                </a:moveTo>
                <a:lnTo>
                  <a:pt x="913936" y="871242"/>
                </a:lnTo>
                <a:moveTo>
                  <a:pt x="2073607" y="731389"/>
                </a:moveTo>
                <a:lnTo>
                  <a:pt x="2059607" y="725094"/>
                </a:lnTo>
                <a:moveTo>
                  <a:pt x="1858911" y="838608"/>
                </a:moveTo>
                <a:lnTo>
                  <a:pt x="1912221" y="755707"/>
                </a:lnTo>
                <a:moveTo>
                  <a:pt x="2444640" y="495266"/>
                </a:moveTo>
                <a:lnTo>
                  <a:pt x="2437945" y="593356"/>
                </a:lnTo>
                <a:moveTo>
                  <a:pt x="955713" y="779146"/>
                </a:moveTo>
                <a:lnTo>
                  <a:pt x="1019186" y="704349"/>
                </a:lnTo>
                <a:moveTo>
                  <a:pt x="826152" y="823972"/>
                </a:moveTo>
                <a:lnTo>
                  <a:pt x="955713" y="779146"/>
                </a:lnTo>
                <a:moveTo>
                  <a:pt x="2052609" y="731941"/>
                </a:moveTo>
                <a:lnTo>
                  <a:pt x="2073607" y="731389"/>
                </a:lnTo>
                <a:moveTo>
                  <a:pt x="508550" y="749646"/>
                </a:moveTo>
                <a:lnTo>
                  <a:pt x="529635" y="655718"/>
                </a:lnTo>
                <a:moveTo>
                  <a:pt x="1819802" y="932832"/>
                </a:moveTo>
                <a:lnTo>
                  <a:pt x="1858911" y="838608"/>
                </a:lnTo>
                <a:moveTo>
                  <a:pt x="529635" y="655718"/>
                </a:moveTo>
                <a:lnTo>
                  <a:pt x="542235" y="768448"/>
                </a:lnTo>
                <a:moveTo>
                  <a:pt x="1133051" y="720956"/>
                </a:moveTo>
                <a:lnTo>
                  <a:pt x="1137360" y="768399"/>
                </a:lnTo>
                <a:moveTo>
                  <a:pt x="659003" y="823962"/>
                </a:moveTo>
                <a:lnTo>
                  <a:pt x="724457" y="765610"/>
                </a:lnTo>
                <a:moveTo>
                  <a:pt x="2091827" y="974213"/>
                </a:moveTo>
                <a:lnTo>
                  <a:pt x="2184704" y="909746"/>
                </a:lnTo>
                <a:moveTo>
                  <a:pt x="2377123" y="556593"/>
                </a:moveTo>
                <a:lnTo>
                  <a:pt x="2444640" y="495266"/>
                </a:lnTo>
                <a:moveTo>
                  <a:pt x="356605" y="665886"/>
                </a:moveTo>
                <a:lnTo>
                  <a:pt x="477478" y="695439"/>
                </a:lnTo>
                <a:moveTo>
                  <a:pt x="618992" y="704243"/>
                </a:moveTo>
                <a:lnTo>
                  <a:pt x="659003" y="823962"/>
                </a:lnTo>
                <a:moveTo>
                  <a:pt x="659003" y="823962"/>
                </a:moveTo>
                <a:lnTo>
                  <a:pt x="651213" y="722773"/>
                </a:lnTo>
                <a:moveTo>
                  <a:pt x="1006593" y="924542"/>
                </a:moveTo>
                <a:lnTo>
                  <a:pt x="1020611" y="933575"/>
                </a:lnTo>
                <a:moveTo>
                  <a:pt x="2059607" y="725094"/>
                </a:moveTo>
                <a:lnTo>
                  <a:pt x="2186270" y="677956"/>
                </a:lnTo>
                <a:moveTo>
                  <a:pt x="1019106" y="918634"/>
                </a:moveTo>
                <a:lnTo>
                  <a:pt x="1020611" y="933575"/>
                </a:lnTo>
                <a:moveTo>
                  <a:pt x="2226927" y="872966"/>
                </a:moveTo>
                <a:lnTo>
                  <a:pt x="2259775" y="839249"/>
                </a:lnTo>
                <a:moveTo>
                  <a:pt x="1019186" y="704349"/>
                </a:moveTo>
                <a:lnTo>
                  <a:pt x="1089455" y="737653"/>
                </a:lnTo>
                <a:moveTo>
                  <a:pt x="225509" y="965082"/>
                </a:moveTo>
                <a:lnTo>
                  <a:pt x="301914" y="1000017"/>
                </a:lnTo>
                <a:moveTo>
                  <a:pt x="913936" y="871242"/>
                </a:moveTo>
                <a:lnTo>
                  <a:pt x="1006593" y="924542"/>
                </a:lnTo>
                <a:moveTo>
                  <a:pt x="397776" y="926803"/>
                </a:moveTo>
                <a:lnTo>
                  <a:pt x="442557" y="939786"/>
                </a:lnTo>
                <a:moveTo>
                  <a:pt x="2186270" y="677956"/>
                </a:moveTo>
                <a:lnTo>
                  <a:pt x="2247624" y="601469"/>
                </a:lnTo>
                <a:moveTo>
                  <a:pt x="2263190" y="838158"/>
                </a:moveTo>
                <a:lnTo>
                  <a:pt x="2259775" y="839249"/>
                </a:lnTo>
                <a:moveTo>
                  <a:pt x="1912221" y="755707"/>
                </a:moveTo>
                <a:lnTo>
                  <a:pt x="1989812" y="794850"/>
                </a:lnTo>
                <a:moveTo>
                  <a:pt x="913936" y="871242"/>
                </a:moveTo>
                <a:lnTo>
                  <a:pt x="955713" y="779146"/>
                </a:lnTo>
                <a:moveTo>
                  <a:pt x="2247624" y="601469"/>
                </a:moveTo>
                <a:lnTo>
                  <a:pt x="2377123" y="556593"/>
                </a:lnTo>
                <a:moveTo>
                  <a:pt x="1006593" y="924542"/>
                </a:moveTo>
                <a:lnTo>
                  <a:pt x="1019106" y="918634"/>
                </a:lnTo>
                <a:moveTo>
                  <a:pt x="2328742" y="760170"/>
                </a:moveTo>
                <a:lnTo>
                  <a:pt x="2259775" y="839249"/>
                </a:lnTo>
                <a:moveTo>
                  <a:pt x="2164900" y="704619"/>
                </a:moveTo>
                <a:lnTo>
                  <a:pt x="2059607" y="725094"/>
                </a:lnTo>
                <a:moveTo>
                  <a:pt x="542235" y="768448"/>
                </a:moveTo>
                <a:lnTo>
                  <a:pt x="618992" y="704243"/>
                </a:lnTo>
                <a:moveTo>
                  <a:pt x="1989812" y="794850"/>
                </a:moveTo>
                <a:lnTo>
                  <a:pt x="2052609" y="731941"/>
                </a:lnTo>
                <a:moveTo>
                  <a:pt x="2015840" y="963214"/>
                </a:moveTo>
                <a:lnTo>
                  <a:pt x="1984108" y="1031336"/>
                </a:lnTo>
                <a:moveTo>
                  <a:pt x="447701" y="715796"/>
                </a:moveTo>
                <a:lnTo>
                  <a:pt x="477478" y="695439"/>
                </a:lnTo>
                <a:moveTo>
                  <a:pt x="1089455" y="737653"/>
                </a:moveTo>
                <a:lnTo>
                  <a:pt x="1133051" y="720956"/>
                </a:lnTo>
                <a:moveTo>
                  <a:pt x="226076" y="938031"/>
                </a:moveTo>
                <a:lnTo>
                  <a:pt x="253615" y="834582"/>
                </a:lnTo>
                <a:moveTo>
                  <a:pt x="2184704" y="909746"/>
                </a:moveTo>
                <a:lnTo>
                  <a:pt x="2226927" y="872966"/>
                </a:lnTo>
                <a:moveTo>
                  <a:pt x="356605" y="665886"/>
                </a:moveTo>
                <a:lnTo>
                  <a:pt x="447701" y="715796"/>
                </a:lnTo>
                <a:moveTo>
                  <a:pt x="1989812" y="794850"/>
                </a:moveTo>
                <a:lnTo>
                  <a:pt x="2073607" y="731389"/>
                </a:lnTo>
                <a:moveTo>
                  <a:pt x="2389849" y="679983"/>
                </a:moveTo>
                <a:lnTo>
                  <a:pt x="2437945" y="593356"/>
                </a:lnTo>
                <a:moveTo>
                  <a:pt x="298075" y="744624"/>
                </a:moveTo>
                <a:lnTo>
                  <a:pt x="356605" y="665886"/>
                </a:lnTo>
                <a:moveTo>
                  <a:pt x="1858911" y="838608"/>
                </a:moveTo>
                <a:lnTo>
                  <a:pt x="1989812" y="794850"/>
                </a:lnTo>
                <a:moveTo>
                  <a:pt x="1094584" y="857657"/>
                </a:moveTo>
                <a:lnTo>
                  <a:pt x="1137360" y="768399"/>
                </a:lnTo>
                <a:moveTo>
                  <a:pt x="2073607" y="731389"/>
                </a:moveTo>
                <a:lnTo>
                  <a:pt x="2164900" y="704619"/>
                </a:lnTo>
                <a:moveTo>
                  <a:pt x="477478" y="695439"/>
                </a:moveTo>
                <a:lnTo>
                  <a:pt x="508550" y="749646"/>
                </a:lnTo>
                <a:moveTo>
                  <a:pt x="1019106" y="918634"/>
                </a:moveTo>
                <a:lnTo>
                  <a:pt x="1094584" y="857657"/>
                </a:lnTo>
                <a:moveTo>
                  <a:pt x="2377123" y="556593"/>
                </a:moveTo>
                <a:lnTo>
                  <a:pt x="2437945" y="593356"/>
                </a:lnTo>
                <a:moveTo>
                  <a:pt x="2226927" y="872966"/>
                </a:moveTo>
                <a:lnTo>
                  <a:pt x="2263190" y="838158"/>
                </a:lnTo>
                <a:moveTo>
                  <a:pt x="1819802" y="932832"/>
                </a:moveTo>
                <a:lnTo>
                  <a:pt x="1935828" y="877214"/>
                </a:lnTo>
                <a:moveTo>
                  <a:pt x="225509" y="965082"/>
                </a:moveTo>
                <a:lnTo>
                  <a:pt x="294964" y="970234"/>
                </a:lnTo>
                <a:moveTo>
                  <a:pt x="2263190" y="838158"/>
                </a:moveTo>
                <a:lnTo>
                  <a:pt x="2328742" y="760170"/>
                </a:lnTo>
                <a:moveTo>
                  <a:pt x="2328742" y="760170"/>
                </a:moveTo>
                <a:lnTo>
                  <a:pt x="2389849" y="679983"/>
                </a:lnTo>
                <a:moveTo>
                  <a:pt x="2015840" y="963214"/>
                </a:moveTo>
                <a:lnTo>
                  <a:pt x="2063618" y="988796"/>
                </a:lnTo>
                <a:moveTo>
                  <a:pt x="1089455" y="737653"/>
                </a:moveTo>
                <a:lnTo>
                  <a:pt x="1137360" y="768399"/>
                </a:lnTo>
                <a:moveTo>
                  <a:pt x="955713" y="779146"/>
                </a:moveTo>
                <a:lnTo>
                  <a:pt x="1089455" y="737653"/>
                </a:lnTo>
                <a:moveTo>
                  <a:pt x="442557" y="939786"/>
                </a:moveTo>
                <a:lnTo>
                  <a:pt x="506060" y="921809"/>
                </a:lnTo>
                <a:moveTo>
                  <a:pt x="1858911" y="838608"/>
                </a:moveTo>
                <a:lnTo>
                  <a:pt x="1935828" y="877214"/>
                </a:lnTo>
                <a:moveTo>
                  <a:pt x="2015840" y="963214"/>
                </a:moveTo>
                <a:lnTo>
                  <a:pt x="2091827" y="974213"/>
                </a:lnTo>
                <a:moveTo>
                  <a:pt x="301914" y="1000017"/>
                </a:moveTo>
                <a:lnTo>
                  <a:pt x="315929" y="986951"/>
                </a:lnTo>
                <a:moveTo>
                  <a:pt x="298075" y="744624"/>
                </a:moveTo>
                <a:lnTo>
                  <a:pt x="447701" y="715796"/>
                </a:lnTo>
                <a:moveTo>
                  <a:pt x="2073607" y="731389"/>
                </a:moveTo>
                <a:lnTo>
                  <a:pt x="2124907" y="754436"/>
                </a:lnTo>
                <a:moveTo>
                  <a:pt x="2164900" y="704619"/>
                </a:moveTo>
                <a:lnTo>
                  <a:pt x="2186270" y="677956"/>
                </a:lnTo>
                <a:moveTo>
                  <a:pt x="2295846" y="620508"/>
                </a:moveTo>
                <a:lnTo>
                  <a:pt x="2247624" y="601469"/>
                </a:lnTo>
                <a:moveTo>
                  <a:pt x="253615" y="834582"/>
                </a:moveTo>
                <a:lnTo>
                  <a:pt x="298075" y="744624"/>
                </a:lnTo>
                <a:moveTo>
                  <a:pt x="226076" y="938031"/>
                </a:moveTo>
                <a:lnTo>
                  <a:pt x="294964" y="970234"/>
                </a:lnTo>
                <a:moveTo>
                  <a:pt x="447701" y="715796"/>
                </a:moveTo>
                <a:lnTo>
                  <a:pt x="508550" y="749646"/>
                </a:lnTo>
                <a:moveTo>
                  <a:pt x="2315642" y="610591"/>
                </a:moveTo>
                <a:lnTo>
                  <a:pt x="2247624" y="601469"/>
                </a:lnTo>
                <a:moveTo>
                  <a:pt x="2054820" y="942943"/>
                </a:moveTo>
                <a:lnTo>
                  <a:pt x="2091827" y="974213"/>
                </a:lnTo>
                <a:moveTo>
                  <a:pt x="913936" y="871242"/>
                </a:moveTo>
                <a:lnTo>
                  <a:pt x="1032253" y="817451"/>
                </a:lnTo>
                <a:moveTo>
                  <a:pt x="1006593" y="924542"/>
                </a:moveTo>
                <a:lnTo>
                  <a:pt x="1032253" y="817451"/>
                </a:lnTo>
                <a:moveTo>
                  <a:pt x="2204360" y="685664"/>
                </a:moveTo>
                <a:lnTo>
                  <a:pt x="2186270" y="677956"/>
                </a:lnTo>
                <a:moveTo>
                  <a:pt x="1032253" y="817451"/>
                </a:moveTo>
                <a:lnTo>
                  <a:pt x="1137360" y="768399"/>
                </a:lnTo>
                <a:moveTo>
                  <a:pt x="1032253" y="817451"/>
                </a:moveTo>
                <a:lnTo>
                  <a:pt x="1019106" y="918634"/>
                </a:lnTo>
                <a:moveTo>
                  <a:pt x="955713" y="779146"/>
                </a:moveTo>
                <a:lnTo>
                  <a:pt x="1032253" y="817451"/>
                </a:lnTo>
                <a:moveTo>
                  <a:pt x="340034" y="997534"/>
                </a:moveTo>
                <a:lnTo>
                  <a:pt x="315929" y="986951"/>
                </a:lnTo>
                <a:moveTo>
                  <a:pt x="508550" y="749646"/>
                </a:moveTo>
                <a:lnTo>
                  <a:pt x="542235" y="768448"/>
                </a:lnTo>
                <a:moveTo>
                  <a:pt x="2164900" y="704619"/>
                </a:moveTo>
                <a:lnTo>
                  <a:pt x="2204360" y="685664"/>
                </a:lnTo>
                <a:moveTo>
                  <a:pt x="1935828" y="877214"/>
                </a:moveTo>
                <a:lnTo>
                  <a:pt x="1989812" y="794850"/>
                </a:lnTo>
                <a:moveTo>
                  <a:pt x="301914" y="1000017"/>
                </a:moveTo>
                <a:lnTo>
                  <a:pt x="340034" y="997534"/>
                </a:lnTo>
                <a:moveTo>
                  <a:pt x="447701" y="715796"/>
                </a:moveTo>
                <a:lnTo>
                  <a:pt x="516799" y="794710"/>
                </a:lnTo>
                <a:moveTo>
                  <a:pt x="315929" y="986951"/>
                </a:moveTo>
                <a:lnTo>
                  <a:pt x="442557" y="939786"/>
                </a:lnTo>
                <a:moveTo>
                  <a:pt x="1032253" y="817451"/>
                </a:moveTo>
                <a:lnTo>
                  <a:pt x="1094584" y="857657"/>
                </a:lnTo>
                <a:moveTo>
                  <a:pt x="2054820" y="942943"/>
                </a:moveTo>
                <a:lnTo>
                  <a:pt x="2184704" y="909746"/>
                </a:lnTo>
                <a:moveTo>
                  <a:pt x="226076" y="938031"/>
                </a:moveTo>
                <a:lnTo>
                  <a:pt x="325641" y="869287"/>
                </a:lnTo>
                <a:moveTo>
                  <a:pt x="1989812" y="794850"/>
                </a:moveTo>
                <a:lnTo>
                  <a:pt x="2124907" y="754436"/>
                </a:lnTo>
                <a:moveTo>
                  <a:pt x="2124907" y="754436"/>
                </a:moveTo>
                <a:lnTo>
                  <a:pt x="2164900" y="704619"/>
                </a:lnTo>
                <a:moveTo>
                  <a:pt x="2295846" y="620508"/>
                </a:moveTo>
                <a:lnTo>
                  <a:pt x="2186270" y="677956"/>
                </a:lnTo>
                <a:moveTo>
                  <a:pt x="516799" y="794710"/>
                </a:moveTo>
                <a:lnTo>
                  <a:pt x="508550" y="749646"/>
                </a:lnTo>
                <a:moveTo>
                  <a:pt x="294964" y="970234"/>
                </a:moveTo>
                <a:lnTo>
                  <a:pt x="301914" y="1000017"/>
                </a:lnTo>
                <a:moveTo>
                  <a:pt x="379030" y="786449"/>
                </a:moveTo>
                <a:lnTo>
                  <a:pt x="447701" y="715796"/>
                </a:lnTo>
                <a:moveTo>
                  <a:pt x="2324121" y="634500"/>
                </a:moveTo>
                <a:lnTo>
                  <a:pt x="2437945" y="593356"/>
                </a:lnTo>
                <a:moveTo>
                  <a:pt x="1032253" y="817451"/>
                </a:moveTo>
                <a:lnTo>
                  <a:pt x="1089455" y="737653"/>
                </a:lnTo>
                <a:moveTo>
                  <a:pt x="2315642" y="610591"/>
                </a:moveTo>
                <a:lnTo>
                  <a:pt x="2377123" y="556593"/>
                </a:lnTo>
                <a:moveTo>
                  <a:pt x="516799" y="794710"/>
                </a:moveTo>
                <a:lnTo>
                  <a:pt x="542235" y="768448"/>
                </a:lnTo>
                <a:moveTo>
                  <a:pt x="253615" y="834582"/>
                </a:moveTo>
                <a:lnTo>
                  <a:pt x="379030" y="786449"/>
                </a:lnTo>
                <a:moveTo>
                  <a:pt x="298075" y="744624"/>
                </a:moveTo>
                <a:lnTo>
                  <a:pt x="379030" y="786449"/>
                </a:lnTo>
                <a:moveTo>
                  <a:pt x="2124907" y="754436"/>
                </a:moveTo>
                <a:lnTo>
                  <a:pt x="2204360" y="685664"/>
                </a:lnTo>
                <a:moveTo>
                  <a:pt x="2324121" y="634500"/>
                </a:moveTo>
                <a:lnTo>
                  <a:pt x="2389849" y="679983"/>
                </a:lnTo>
                <a:moveTo>
                  <a:pt x="2324121" y="634500"/>
                </a:moveTo>
                <a:lnTo>
                  <a:pt x="2377123" y="556593"/>
                </a:lnTo>
                <a:moveTo>
                  <a:pt x="294964" y="970234"/>
                </a:moveTo>
                <a:lnTo>
                  <a:pt x="340034" y="997534"/>
                </a:lnTo>
                <a:moveTo>
                  <a:pt x="2204360" y="685664"/>
                </a:moveTo>
                <a:lnTo>
                  <a:pt x="2295846" y="620508"/>
                </a:lnTo>
                <a:moveTo>
                  <a:pt x="447701" y="715796"/>
                </a:moveTo>
                <a:lnTo>
                  <a:pt x="472543" y="838287"/>
                </a:lnTo>
                <a:moveTo>
                  <a:pt x="1989812" y="794850"/>
                </a:moveTo>
                <a:lnTo>
                  <a:pt x="2065699" y="832634"/>
                </a:lnTo>
                <a:moveTo>
                  <a:pt x="253615" y="834582"/>
                </a:moveTo>
                <a:lnTo>
                  <a:pt x="325641" y="869287"/>
                </a:lnTo>
                <a:moveTo>
                  <a:pt x="2293028" y="729539"/>
                </a:moveTo>
                <a:lnTo>
                  <a:pt x="2389849" y="679983"/>
                </a:lnTo>
                <a:moveTo>
                  <a:pt x="2293028" y="729539"/>
                </a:moveTo>
                <a:lnTo>
                  <a:pt x="2328742" y="760170"/>
                </a:lnTo>
                <a:moveTo>
                  <a:pt x="2232385" y="809956"/>
                </a:moveTo>
                <a:lnTo>
                  <a:pt x="2263190" y="838158"/>
                </a:lnTo>
                <a:moveTo>
                  <a:pt x="2232385" y="809956"/>
                </a:moveTo>
                <a:lnTo>
                  <a:pt x="2328742" y="760170"/>
                </a:lnTo>
                <a:moveTo>
                  <a:pt x="1935828" y="877214"/>
                </a:moveTo>
                <a:lnTo>
                  <a:pt x="2065699" y="832634"/>
                </a:lnTo>
                <a:moveTo>
                  <a:pt x="2015840" y="963214"/>
                </a:moveTo>
                <a:lnTo>
                  <a:pt x="2054820" y="942943"/>
                </a:lnTo>
                <a:moveTo>
                  <a:pt x="340034" y="997534"/>
                </a:moveTo>
                <a:lnTo>
                  <a:pt x="428607" y="928662"/>
                </a:lnTo>
                <a:moveTo>
                  <a:pt x="2065699" y="832634"/>
                </a:moveTo>
                <a:lnTo>
                  <a:pt x="2124907" y="754436"/>
                </a:lnTo>
                <a:moveTo>
                  <a:pt x="2295846" y="620508"/>
                </a:moveTo>
                <a:lnTo>
                  <a:pt x="2315642" y="610591"/>
                </a:lnTo>
                <a:moveTo>
                  <a:pt x="1935828" y="877214"/>
                </a:moveTo>
                <a:lnTo>
                  <a:pt x="2017750" y="919810"/>
                </a:lnTo>
                <a:moveTo>
                  <a:pt x="2295846" y="620508"/>
                </a:moveTo>
                <a:lnTo>
                  <a:pt x="2303927" y="623638"/>
                </a:lnTo>
                <a:moveTo>
                  <a:pt x="472543" y="838287"/>
                </a:moveTo>
                <a:lnTo>
                  <a:pt x="516799" y="794710"/>
                </a:lnTo>
                <a:moveTo>
                  <a:pt x="294964" y="970234"/>
                </a:moveTo>
                <a:lnTo>
                  <a:pt x="428607" y="928662"/>
                </a:lnTo>
                <a:moveTo>
                  <a:pt x="294964" y="970234"/>
                </a:moveTo>
                <a:lnTo>
                  <a:pt x="325641" y="869287"/>
                </a:lnTo>
                <a:moveTo>
                  <a:pt x="2303927" y="623638"/>
                </a:moveTo>
                <a:lnTo>
                  <a:pt x="2315642" y="610591"/>
                </a:lnTo>
                <a:moveTo>
                  <a:pt x="2017750" y="919810"/>
                </a:moveTo>
                <a:lnTo>
                  <a:pt x="2015840" y="963214"/>
                </a:lnTo>
                <a:moveTo>
                  <a:pt x="2204360" y="685664"/>
                </a:moveTo>
                <a:lnTo>
                  <a:pt x="2244888" y="701971"/>
                </a:lnTo>
                <a:moveTo>
                  <a:pt x="2065699" y="832634"/>
                </a:moveTo>
                <a:lnTo>
                  <a:pt x="2054820" y="942943"/>
                </a:lnTo>
                <a:moveTo>
                  <a:pt x="325641" y="869287"/>
                </a:moveTo>
                <a:lnTo>
                  <a:pt x="379030" y="786449"/>
                </a:lnTo>
                <a:moveTo>
                  <a:pt x="2315642" y="610591"/>
                </a:moveTo>
                <a:lnTo>
                  <a:pt x="2324121" y="634500"/>
                </a:lnTo>
                <a:moveTo>
                  <a:pt x="379030" y="786449"/>
                </a:moveTo>
                <a:lnTo>
                  <a:pt x="472543" y="838287"/>
                </a:lnTo>
                <a:moveTo>
                  <a:pt x="2124907" y="754436"/>
                </a:moveTo>
                <a:lnTo>
                  <a:pt x="2244888" y="701971"/>
                </a:lnTo>
                <a:moveTo>
                  <a:pt x="2017750" y="919810"/>
                </a:moveTo>
                <a:lnTo>
                  <a:pt x="2054820" y="942943"/>
                </a:lnTo>
                <a:moveTo>
                  <a:pt x="2303927" y="623638"/>
                </a:moveTo>
                <a:lnTo>
                  <a:pt x="2324121" y="634500"/>
                </a:lnTo>
                <a:moveTo>
                  <a:pt x="428607" y="928662"/>
                </a:moveTo>
                <a:lnTo>
                  <a:pt x="452919" y="942968"/>
                </a:lnTo>
                <a:moveTo>
                  <a:pt x="2017750" y="919810"/>
                </a:moveTo>
                <a:lnTo>
                  <a:pt x="2065699" y="832634"/>
                </a:lnTo>
                <a:moveTo>
                  <a:pt x="472543" y="838287"/>
                </a:moveTo>
                <a:lnTo>
                  <a:pt x="452919" y="942968"/>
                </a:lnTo>
                <a:moveTo>
                  <a:pt x="2244888" y="701971"/>
                </a:moveTo>
                <a:lnTo>
                  <a:pt x="2295846" y="620508"/>
                </a:lnTo>
                <a:moveTo>
                  <a:pt x="2124907" y="754436"/>
                </a:moveTo>
                <a:lnTo>
                  <a:pt x="2193655" y="786528"/>
                </a:lnTo>
                <a:moveTo>
                  <a:pt x="325641" y="869287"/>
                </a:moveTo>
                <a:lnTo>
                  <a:pt x="428607" y="928662"/>
                </a:lnTo>
                <a:moveTo>
                  <a:pt x="428607" y="928662"/>
                </a:moveTo>
                <a:lnTo>
                  <a:pt x="472543" y="838287"/>
                </a:lnTo>
                <a:moveTo>
                  <a:pt x="325641" y="869287"/>
                </a:moveTo>
                <a:lnTo>
                  <a:pt x="472543" y="838287"/>
                </a:lnTo>
                <a:moveTo>
                  <a:pt x="2244888" y="701971"/>
                </a:moveTo>
                <a:lnTo>
                  <a:pt x="2303927" y="623638"/>
                </a:lnTo>
                <a:moveTo>
                  <a:pt x="2303927" y="623638"/>
                </a:moveTo>
                <a:lnTo>
                  <a:pt x="2293028" y="729539"/>
                </a:lnTo>
                <a:moveTo>
                  <a:pt x="2293028" y="729539"/>
                </a:moveTo>
                <a:lnTo>
                  <a:pt x="2324121" y="634500"/>
                </a:lnTo>
                <a:moveTo>
                  <a:pt x="2065699" y="832634"/>
                </a:moveTo>
                <a:lnTo>
                  <a:pt x="2193655" y="786528"/>
                </a:lnTo>
                <a:moveTo>
                  <a:pt x="2244888" y="701971"/>
                </a:moveTo>
                <a:lnTo>
                  <a:pt x="2293028" y="729539"/>
                </a:lnTo>
                <a:moveTo>
                  <a:pt x="2244888" y="701971"/>
                </a:moveTo>
                <a:lnTo>
                  <a:pt x="2232385" y="809956"/>
                </a:lnTo>
                <a:moveTo>
                  <a:pt x="2232385" y="809956"/>
                </a:moveTo>
                <a:lnTo>
                  <a:pt x="2293028" y="729539"/>
                </a:lnTo>
                <a:moveTo>
                  <a:pt x="2193655" y="786528"/>
                </a:moveTo>
                <a:lnTo>
                  <a:pt x="2244888" y="701971"/>
                </a:lnTo>
                <a:moveTo>
                  <a:pt x="1126066" y="749852"/>
                </a:moveTo>
                <a:lnTo>
                  <a:pt x="1150215" y="763375"/>
                </a:lnTo>
                <a:moveTo>
                  <a:pt x="2193655" y="786528"/>
                </a:moveTo>
                <a:lnTo>
                  <a:pt x="2232385" y="809956"/>
                </a:lnTo>
                <a:moveTo>
                  <a:pt x="1126066" y="749852"/>
                </a:moveTo>
                <a:lnTo>
                  <a:pt x="1160770" y="731885"/>
                </a:lnTo>
                <a:moveTo>
                  <a:pt x="1160770" y="731885"/>
                </a:moveTo>
                <a:lnTo>
                  <a:pt x="1150215" y="763375"/>
                </a:lnTo>
                <a:moveTo>
                  <a:pt x="1124454" y="794889"/>
                </a:moveTo>
                <a:lnTo>
                  <a:pt x="1126066" y="749852"/>
                </a:lnTo>
                <a:moveTo>
                  <a:pt x="1124454" y="794889"/>
                </a:moveTo>
                <a:lnTo>
                  <a:pt x="1150215" y="76337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43" name="9ub7_3_build_ReferenceLigand_0">
            <a:extLst>
              <a:ext uri="{FF2B5EF4-FFF2-40B4-BE49-F238E27FC236}">
                <a16:creationId xmlns:a16="http://schemas.microsoft.com/office/drawing/2014/main" id="{B2802449-384B-44CC-AFAF-BAA2F8F752C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588350" y="6760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ub7_3_build_ReferenceLigand_1">
            <a:extLst>
              <a:ext uri="{FF2B5EF4-FFF2-40B4-BE49-F238E27FC236}">
                <a16:creationId xmlns:a16="http://schemas.microsoft.com/office/drawing/2014/main" id="{D4B0F158-1299-4773-B8C5-A287411A0A1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18" y="685900"/>
                </a:moveTo>
                <a:lnTo>
                  <a:pt x="865171" y="6659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ub7_3_build_ReferenceLigand_2">
            <a:extLst>
              <a:ext uri="{FF2B5EF4-FFF2-40B4-BE49-F238E27FC236}">
                <a16:creationId xmlns:a16="http://schemas.microsoft.com/office/drawing/2014/main" id="{BC33ED89-1539-4B28-B01F-9B702DB91FC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5171" y="665961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ub7_3_build_ReferenceLigand_3">
            <a:extLst>
              <a:ext uri="{FF2B5EF4-FFF2-40B4-BE49-F238E27FC236}">
                <a16:creationId xmlns:a16="http://schemas.microsoft.com/office/drawing/2014/main" id="{7B66C0E6-4727-4F6D-AC81-835648F5DE9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44" y="677315"/>
                </a:moveTo>
                <a:lnTo>
                  <a:pt x="1465727" y="70612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ub7_3_build_ReferenceLigand_4">
            <a:extLst>
              <a:ext uri="{FF2B5EF4-FFF2-40B4-BE49-F238E27FC236}">
                <a16:creationId xmlns:a16="http://schemas.microsoft.com/office/drawing/2014/main" id="{3EC38F15-B45B-4899-805E-25347991420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11618" y="6859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ub7_3_build_ReferenceLigand_5">
            <a:extLst>
              <a:ext uri="{FF2B5EF4-FFF2-40B4-BE49-F238E27FC236}">
                <a16:creationId xmlns:a16="http://schemas.microsoft.com/office/drawing/2014/main" id="{D5445289-631C-4AAC-90DD-8C540F71C9A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777" y="723531"/>
                </a:moveTo>
                <a:lnTo>
                  <a:pt x="565994" y="7212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ub7_3_build_ReferenceLigand_6">
            <a:extLst>
              <a:ext uri="{FF2B5EF4-FFF2-40B4-BE49-F238E27FC236}">
                <a16:creationId xmlns:a16="http://schemas.microsoft.com/office/drawing/2014/main" id="{E3976C19-3836-4983-A9DE-02A55CB016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319944" y="6773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ub7_3_build_ReferenceLigand_7">
            <a:extLst>
              <a:ext uri="{FF2B5EF4-FFF2-40B4-BE49-F238E27FC236}">
                <a16:creationId xmlns:a16="http://schemas.microsoft.com/office/drawing/2014/main" id="{F73BC884-D571-40F2-A378-1640F020C99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5994" y="721253"/>
                </a:moveTo>
                <a:lnTo>
                  <a:pt x="658076" y="7807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ub7_3_build_ReferenceLigand_8">
            <a:extLst>
              <a:ext uri="{FF2B5EF4-FFF2-40B4-BE49-F238E27FC236}">
                <a16:creationId xmlns:a16="http://schemas.microsoft.com/office/drawing/2014/main" id="{7EFCC6E5-62C1-4D7D-A413-16A13B80DD5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727" y="706121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ub7_3_build_ReferenceLigand_9">
            <a:extLst>
              <a:ext uri="{FF2B5EF4-FFF2-40B4-BE49-F238E27FC236}">
                <a16:creationId xmlns:a16="http://schemas.microsoft.com/office/drawing/2014/main" id="{C146C14C-1C47-4C8C-84B6-D34D528A344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076" y="780760"/>
                </a:moveTo>
                <a:lnTo>
                  <a:pt x="794244" y="7972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ub7_3_build_ReferenceLigand_10">
            <a:extLst>
              <a:ext uri="{FF2B5EF4-FFF2-40B4-BE49-F238E27FC236}">
                <a16:creationId xmlns:a16="http://schemas.microsoft.com/office/drawing/2014/main" id="{39BD4D57-1D96-4E69-BA43-25E0CE413A4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039" y="800548"/>
                </a:moveTo>
                <a:lnTo>
                  <a:pt x="1086629" y="7704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ub7_3_build_ReferenceLigand_11">
            <a:extLst>
              <a:ext uri="{FF2B5EF4-FFF2-40B4-BE49-F238E27FC236}">
                <a16:creationId xmlns:a16="http://schemas.microsoft.com/office/drawing/2014/main" id="{641F5D60-1F12-4717-88CE-8F7AE5105BD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9412" y="918917"/>
                </a:moveTo>
                <a:lnTo>
                  <a:pt x="1230039" y="800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ub7_3_build_ReferenceLigand_12">
            <a:extLst>
              <a:ext uri="{FF2B5EF4-FFF2-40B4-BE49-F238E27FC236}">
                <a16:creationId xmlns:a16="http://schemas.microsoft.com/office/drawing/2014/main" id="{E0239AC5-227C-4A41-8090-E11B34A921F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661887" y="871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ub7_3_build_ReferenceLigand_13">
            <a:extLst>
              <a:ext uri="{FF2B5EF4-FFF2-40B4-BE49-F238E27FC236}">
                <a16:creationId xmlns:a16="http://schemas.microsoft.com/office/drawing/2014/main" id="{6BE88F52-C893-453D-9BC2-886F3AE1AB1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4244" y="797216"/>
                </a:moveTo>
                <a:lnTo>
                  <a:pt x="863267" y="8830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ub7_3_build_ReferenceLigand_14">
            <a:extLst>
              <a:ext uri="{FF2B5EF4-FFF2-40B4-BE49-F238E27FC236}">
                <a16:creationId xmlns:a16="http://schemas.microsoft.com/office/drawing/2014/main" id="{68BCE018-26F5-4FB9-80D1-A08AF5F72F2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801759" y="6581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ub7_3_build_ReferenceLigand_15">
            <a:extLst>
              <a:ext uri="{FF2B5EF4-FFF2-40B4-BE49-F238E27FC236}">
                <a16:creationId xmlns:a16="http://schemas.microsoft.com/office/drawing/2014/main" id="{EF669829-C9B5-482F-9BDE-7A09CB945B4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3114" y="1018272"/>
                </a:moveTo>
                <a:lnTo>
                  <a:pt x="1209146" y="10438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ub7_3_build_ReferenceLigand_16">
            <a:extLst>
              <a:ext uri="{FF2B5EF4-FFF2-40B4-BE49-F238E27FC236}">
                <a16:creationId xmlns:a16="http://schemas.microsoft.com/office/drawing/2014/main" id="{7552DF89-E7D1-40D1-9A99-5CFAF4481CB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788669" y="7998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ub7_3_build_ReferenceLigand_17">
            <a:extLst>
              <a:ext uri="{FF2B5EF4-FFF2-40B4-BE49-F238E27FC236}">
                <a16:creationId xmlns:a16="http://schemas.microsoft.com/office/drawing/2014/main" id="{AEF192A7-B5F8-40FD-950A-C231BC50AB5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522409" y="814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ub7_3_build_ReferenceLigand_18">
            <a:extLst>
              <a:ext uri="{FF2B5EF4-FFF2-40B4-BE49-F238E27FC236}">
                <a16:creationId xmlns:a16="http://schemas.microsoft.com/office/drawing/2014/main" id="{04CDBDA1-CB93-4EF5-BD53-826CAE20099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1887" y="871403"/>
                </a:moveTo>
                <a:lnTo>
                  <a:pt x="1656634" y="10180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ub7_3_build_ReferenceLigand_19">
            <a:extLst>
              <a:ext uri="{FF2B5EF4-FFF2-40B4-BE49-F238E27FC236}">
                <a16:creationId xmlns:a16="http://schemas.microsoft.com/office/drawing/2014/main" id="{9F73903C-54E0-4513-992F-86127D3C130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ub7_3_build_ReferenceLigand_20">
            <a:extLst>
              <a:ext uri="{FF2B5EF4-FFF2-40B4-BE49-F238E27FC236}">
                <a16:creationId xmlns:a16="http://schemas.microsoft.com/office/drawing/2014/main" id="{68401D25-16A1-43F3-AA68-CF7C772959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5309" y="938053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ub7_3_build_ReferenceLigand_21">
            <a:extLst>
              <a:ext uri="{FF2B5EF4-FFF2-40B4-BE49-F238E27FC236}">
                <a16:creationId xmlns:a16="http://schemas.microsoft.com/office/drawing/2014/main" id="{A59AD4AA-5EEE-4D88-8C7A-4CF6B7BC423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9169" y="899182"/>
                </a:moveTo>
                <a:lnTo>
                  <a:pt x="1063114" y="10182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ub7_3_build_ReferenceLigand_22">
            <a:extLst>
              <a:ext uri="{FF2B5EF4-FFF2-40B4-BE49-F238E27FC236}">
                <a16:creationId xmlns:a16="http://schemas.microsoft.com/office/drawing/2014/main" id="{CE383293-53EF-443C-95C1-ABD0F2A22AD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8669" y="799891"/>
                </a:moveTo>
                <a:lnTo>
                  <a:pt x="1912397" y="8834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ub7_3_build_ReferenceLigand_23">
            <a:extLst>
              <a:ext uri="{FF2B5EF4-FFF2-40B4-BE49-F238E27FC236}">
                <a16:creationId xmlns:a16="http://schemas.microsoft.com/office/drawing/2014/main" id="{67A45F44-E675-4DDB-B7AC-E0192D32D87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146" y="1043857"/>
                </a:moveTo>
                <a:lnTo>
                  <a:pt x="1289412" y="9189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ub7_3_build_ReferenceLigand_24">
            <a:extLst>
              <a:ext uri="{FF2B5EF4-FFF2-40B4-BE49-F238E27FC236}">
                <a16:creationId xmlns:a16="http://schemas.microsoft.com/office/drawing/2014/main" id="{E89F2C1C-CED3-4EF5-B7A2-F727487A823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2" y="1047892"/>
                </a:moveTo>
                <a:lnTo>
                  <a:pt x="1435309" y="938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ub7_3_build_ReferenceLigand_25">
            <a:extLst>
              <a:ext uri="{FF2B5EF4-FFF2-40B4-BE49-F238E27FC236}">
                <a16:creationId xmlns:a16="http://schemas.microsoft.com/office/drawing/2014/main" id="{D9DE7310-6089-420E-B36C-7C3D540B312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2397" y="883441"/>
                </a:moveTo>
                <a:lnTo>
                  <a:pt x="2038678" y="8514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ub7_3_build_ReferenceLigand_26">
            <a:extLst>
              <a:ext uri="{FF2B5EF4-FFF2-40B4-BE49-F238E27FC236}">
                <a16:creationId xmlns:a16="http://schemas.microsoft.com/office/drawing/2014/main" id="{2BA6B666-448F-42F7-B22C-CCAAC6E2B45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3267" y="883051"/>
                </a:moveTo>
                <a:lnTo>
                  <a:pt x="1009169" y="8991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ub7_3_build_ReferenceLigand_27">
            <a:extLst>
              <a:ext uri="{FF2B5EF4-FFF2-40B4-BE49-F238E27FC236}">
                <a16:creationId xmlns:a16="http://schemas.microsoft.com/office/drawing/2014/main" id="{3135D22E-F459-4AF7-80AA-0FA595E3CA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8678" y="851482"/>
                </a:moveTo>
                <a:lnTo>
                  <a:pt x="2123802" y="7409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ub7_3_build_ReferenceLigand_28">
            <a:extLst>
              <a:ext uri="{FF2B5EF4-FFF2-40B4-BE49-F238E27FC236}">
                <a16:creationId xmlns:a16="http://schemas.microsoft.com/office/drawing/2014/main" id="{93D2F3A6-1EE6-44D9-A2EF-68EEA54E45B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6634" y="1018002"/>
                </a:moveTo>
                <a:lnTo>
                  <a:pt x="1510932" y="10478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ub7_3_build_ReferenceLigand_29">
            <a:extLst>
              <a:ext uri="{FF2B5EF4-FFF2-40B4-BE49-F238E27FC236}">
                <a16:creationId xmlns:a16="http://schemas.microsoft.com/office/drawing/2014/main" id="{5E9DFAE5-1DE2-4C5B-BCCA-E606B1911EA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082" y="799785"/>
                </a:moveTo>
                <a:lnTo>
                  <a:pt x="431777" y="723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ub7_3_build_ReferenceLigand_30">
            <a:extLst>
              <a:ext uri="{FF2B5EF4-FFF2-40B4-BE49-F238E27FC236}">
                <a16:creationId xmlns:a16="http://schemas.microsoft.com/office/drawing/2014/main" id="{A7743BBA-C475-47BD-9462-C92F816286C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3802" y="740938"/>
                </a:moveTo>
                <a:lnTo>
                  <a:pt x="2245572" y="703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4" name="9ub7_3_build_ReferenceLigand_31">
            <a:extLst>
              <a:ext uri="{FF2B5EF4-FFF2-40B4-BE49-F238E27FC236}">
                <a16:creationId xmlns:a16="http://schemas.microsoft.com/office/drawing/2014/main" id="{36441DA6-C538-40FC-9890-8C6715D7B01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325568" y="5978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5" name="9ub7_3_build_ReferenceLigand_32">
            <a:extLst>
              <a:ext uri="{FF2B5EF4-FFF2-40B4-BE49-F238E27FC236}">
                <a16:creationId xmlns:a16="http://schemas.microsoft.com/office/drawing/2014/main" id="{82C04C6A-5350-4EEC-B2E4-B18B0DDD604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629" y="770459"/>
                </a:moveTo>
                <a:lnTo>
                  <a:pt x="1087634" y="6970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6" name="9ub7_3_build_ReferenceLigand_33">
            <a:extLst>
              <a:ext uri="{FF2B5EF4-FFF2-40B4-BE49-F238E27FC236}">
                <a16:creationId xmlns:a16="http://schemas.microsoft.com/office/drawing/2014/main" id="{76AFF934-64DD-4A6E-AD1C-61E9AAF9191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2409" y="814440"/>
                </a:moveTo>
                <a:lnTo>
                  <a:pt x="1520458" y="7705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7" name="9ub7_3_build_ReferenceLigand_34">
            <a:extLst>
              <a:ext uri="{FF2B5EF4-FFF2-40B4-BE49-F238E27FC236}">
                <a16:creationId xmlns:a16="http://schemas.microsoft.com/office/drawing/2014/main" id="{19FCD523-9CDA-4E28-BC28-3CE95AAD3C9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207604" y="874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8" name="9ub7_3_build_ReferenceLigand_35">
            <a:extLst>
              <a:ext uri="{FF2B5EF4-FFF2-40B4-BE49-F238E27FC236}">
                <a16:creationId xmlns:a16="http://schemas.microsoft.com/office/drawing/2014/main" id="{5DF6E407-4D3E-4BE4-8576-6084B813ED9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95545" y="815620"/>
                </a:moveTo>
                <a:lnTo>
                  <a:pt x="431082" y="7997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9" name="9ub7_3_build_ReferenceLigand_36">
            <a:extLst>
              <a:ext uri="{FF2B5EF4-FFF2-40B4-BE49-F238E27FC236}">
                <a16:creationId xmlns:a16="http://schemas.microsoft.com/office/drawing/2014/main" id="{A7CC9166-69E7-4E90-9A4F-A5F8AE7C4A0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5572" y="703118"/>
                </a:moveTo>
                <a:lnTo>
                  <a:pt x="2209978" y="656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0" name="9ub7_3_build_ReferenceLigand_37">
            <a:extLst>
              <a:ext uri="{FF2B5EF4-FFF2-40B4-BE49-F238E27FC236}">
                <a16:creationId xmlns:a16="http://schemas.microsoft.com/office/drawing/2014/main" id="{98F2AC50-A5F8-4F0F-B4BE-14BD710042F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505" y="769272"/>
                </a:moveTo>
                <a:lnTo>
                  <a:pt x="295545" y="8156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1" name="9ub7_3_build_PredictedLigand_0">
            <a:extLst>
              <a:ext uri="{FF2B5EF4-FFF2-40B4-BE49-F238E27FC236}">
                <a16:creationId xmlns:a16="http://schemas.microsoft.com/office/drawing/2014/main" id="{E493A7AD-D18A-4521-BDF2-2077AA017D8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311622" y="6971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2" name="9ub7_3_build_PredictedLigand_1">
            <a:extLst>
              <a:ext uri="{FF2B5EF4-FFF2-40B4-BE49-F238E27FC236}">
                <a16:creationId xmlns:a16="http://schemas.microsoft.com/office/drawing/2014/main" id="{12DDF44D-D039-4B68-AEC2-BD36575ED24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830821" y="797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3" name="9ub7_3_build_PredictedLigand_2">
            <a:extLst>
              <a:ext uri="{FF2B5EF4-FFF2-40B4-BE49-F238E27FC236}">
                <a16:creationId xmlns:a16="http://schemas.microsoft.com/office/drawing/2014/main" id="{52CAD5CC-42AB-4E55-99DB-1183DCD8F3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3359" y="903503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4" name="9ub7_3_build_PredictedLigand_3">
            <a:extLst>
              <a:ext uri="{FF2B5EF4-FFF2-40B4-BE49-F238E27FC236}">
                <a16:creationId xmlns:a16="http://schemas.microsoft.com/office/drawing/2014/main" id="{7949180B-3B7C-48AC-A9DD-56E7B9C0F62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8314" y="884073"/>
                </a:moveTo>
                <a:lnTo>
                  <a:pt x="638392" y="7820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5" name="9ub7_3_build_PredictedLigand_4">
            <a:extLst>
              <a:ext uri="{FF2B5EF4-FFF2-40B4-BE49-F238E27FC236}">
                <a16:creationId xmlns:a16="http://schemas.microsoft.com/office/drawing/2014/main" id="{BBF3A15A-DA66-4A89-8347-4411FF101C2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43869" y="8910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6" name="9ub7_3_build_PredictedLigand_5">
            <a:extLst>
              <a:ext uri="{FF2B5EF4-FFF2-40B4-BE49-F238E27FC236}">
                <a16:creationId xmlns:a16="http://schemas.microsoft.com/office/drawing/2014/main" id="{417BC58F-3854-4FF4-AE92-1387DFDD651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869" y="891088"/>
                </a:moveTo>
                <a:lnTo>
                  <a:pt x="1321498" y="10085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7" name="9ub7_3_build_PredictedLigand_6">
            <a:extLst>
              <a:ext uri="{FF2B5EF4-FFF2-40B4-BE49-F238E27FC236}">
                <a16:creationId xmlns:a16="http://schemas.microsoft.com/office/drawing/2014/main" id="{2923350B-FAB5-4F4B-8992-1D96080734D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523" y="1013804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8" name="9ub7_3_build_PredictedLigand_7">
            <a:extLst>
              <a:ext uri="{FF2B5EF4-FFF2-40B4-BE49-F238E27FC236}">
                <a16:creationId xmlns:a16="http://schemas.microsoft.com/office/drawing/2014/main" id="{42B71D23-3646-4871-AE4D-35B581DE1FF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5399" y="591906"/>
                </a:moveTo>
                <a:lnTo>
                  <a:pt x="2389781" y="516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9" name="9ub7_3_build_PredictedLigand_8">
            <a:extLst>
              <a:ext uri="{FF2B5EF4-FFF2-40B4-BE49-F238E27FC236}">
                <a16:creationId xmlns:a16="http://schemas.microsoft.com/office/drawing/2014/main" id="{F43E6096-5691-4E57-9F20-4561296AF16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1498" y="1008570"/>
                </a:moveTo>
                <a:lnTo>
                  <a:pt x="1466523" y="10138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0" name="9ub7_3_build_PredictedLigand_9">
            <a:extLst>
              <a:ext uri="{FF2B5EF4-FFF2-40B4-BE49-F238E27FC236}">
                <a16:creationId xmlns:a16="http://schemas.microsoft.com/office/drawing/2014/main" id="{F6A4FA6A-5ED2-422E-BB1E-ADFDA23E6B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8405" y="728207"/>
                </a:moveTo>
                <a:lnTo>
                  <a:pt x="2265399" y="591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1" name="9ub7_3_build_PredictedLigand_10">
            <a:extLst>
              <a:ext uri="{FF2B5EF4-FFF2-40B4-BE49-F238E27FC236}">
                <a16:creationId xmlns:a16="http://schemas.microsoft.com/office/drawing/2014/main" id="{A8621371-7573-4C0C-81A0-1596E04E9E3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392" y="782039"/>
                </a:moveTo>
                <a:lnTo>
                  <a:pt x="747489" y="8092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2" name="9ub7_3_build_PredictedLigand_11">
            <a:extLst>
              <a:ext uri="{FF2B5EF4-FFF2-40B4-BE49-F238E27FC236}">
                <a16:creationId xmlns:a16="http://schemas.microsoft.com/office/drawing/2014/main" id="{86112E3C-4486-48F5-B7FA-97C8183E324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053" y="889673"/>
                </a:moveTo>
                <a:lnTo>
                  <a:pt x="1458152" y="766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3" name="9ub7_3_build_PredictedLigand_12">
            <a:extLst>
              <a:ext uri="{FF2B5EF4-FFF2-40B4-BE49-F238E27FC236}">
                <a16:creationId xmlns:a16="http://schemas.microsoft.com/office/drawing/2014/main" id="{52BC37B3-D1D5-440D-A79C-0B39C2F5C6D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918" y="812940"/>
                </a:moveTo>
                <a:lnTo>
                  <a:pt x="1093359" y="9035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4" name="9ub7_3_build_PredictedLigand_13">
            <a:extLst>
              <a:ext uri="{FF2B5EF4-FFF2-40B4-BE49-F238E27FC236}">
                <a16:creationId xmlns:a16="http://schemas.microsoft.com/office/drawing/2014/main" id="{230998A8-F293-4B49-9ADF-D6FC5DCD98E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309943" y="751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5" name="9ub7_3_build_PredictedLigand_14">
            <a:extLst>
              <a:ext uri="{FF2B5EF4-FFF2-40B4-BE49-F238E27FC236}">
                <a16:creationId xmlns:a16="http://schemas.microsoft.com/office/drawing/2014/main" id="{A5F112A0-058B-45FD-9286-E0166EA999E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545053" y="889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6" name="9ub7_3_build_PredictedLigand_15">
            <a:extLst>
              <a:ext uri="{FF2B5EF4-FFF2-40B4-BE49-F238E27FC236}">
                <a16:creationId xmlns:a16="http://schemas.microsoft.com/office/drawing/2014/main" id="{95623F75-1C07-44A3-86E9-67BA58D7F0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347643" y="376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7" name="9ub7_3_build_PredictedLigand_16">
            <a:extLst>
              <a:ext uri="{FF2B5EF4-FFF2-40B4-BE49-F238E27FC236}">
                <a16:creationId xmlns:a16="http://schemas.microsoft.com/office/drawing/2014/main" id="{15364BF0-EE9B-482E-928C-86566B8C757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9943" y="751705"/>
                </a:moveTo>
                <a:lnTo>
                  <a:pt x="1203438" y="6601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8" name="9ub7_3_build_PredictedLigand_17">
            <a:extLst>
              <a:ext uri="{FF2B5EF4-FFF2-40B4-BE49-F238E27FC236}">
                <a16:creationId xmlns:a16="http://schemas.microsoft.com/office/drawing/2014/main" id="{7301181E-4302-4850-A3C6-74A66CDBA2E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0871" y="730862"/>
                </a:moveTo>
                <a:lnTo>
                  <a:pt x="2238405" y="7282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9" name="9ub7_3_build_PredictedLigand_18">
            <a:extLst>
              <a:ext uri="{FF2B5EF4-FFF2-40B4-BE49-F238E27FC236}">
                <a16:creationId xmlns:a16="http://schemas.microsoft.com/office/drawing/2014/main" id="{460BDE2E-35EB-48C7-9ADD-E6DB18CE7AD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4219" y="858952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0" name="9ub7_3_build_PredictedLigand_19">
            <a:extLst>
              <a:ext uri="{FF2B5EF4-FFF2-40B4-BE49-F238E27FC236}">
                <a16:creationId xmlns:a16="http://schemas.microsoft.com/office/drawing/2014/main" id="{1BE47E6C-0865-43C6-8A54-C9B446D5294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864219" y="8589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1" name="9ub7_3_build_PredictedLigand_20">
            <a:extLst>
              <a:ext uri="{FF2B5EF4-FFF2-40B4-BE49-F238E27FC236}">
                <a16:creationId xmlns:a16="http://schemas.microsoft.com/office/drawing/2014/main" id="{8CEF9879-AD5C-44B5-A608-4EC166FF172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8152" y="766337"/>
                </a:moveTo>
                <a:lnTo>
                  <a:pt x="1550730" y="651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2" name="9ub7_3_build_PredictedLigand_21">
            <a:extLst>
              <a:ext uri="{FF2B5EF4-FFF2-40B4-BE49-F238E27FC236}">
                <a16:creationId xmlns:a16="http://schemas.microsoft.com/office/drawing/2014/main" id="{B790FEC3-2B79-4049-B9D7-F195EB10818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702" y="912037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3" name="9ub7_3_build_PredictedLigand_22">
            <a:extLst>
              <a:ext uri="{FF2B5EF4-FFF2-40B4-BE49-F238E27FC236}">
                <a16:creationId xmlns:a16="http://schemas.microsoft.com/office/drawing/2014/main" id="{F8E73423-4BA4-429F-9BA5-6CDDD1D9BC5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5478" y="670561"/>
                </a:moveTo>
                <a:lnTo>
                  <a:pt x="999918" y="812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4" name="9ub7_3_build_PredictedLigand_23">
            <a:extLst>
              <a:ext uri="{FF2B5EF4-FFF2-40B4-BE49-F238E27FC236}">
                <a16:creationId xmlns:a16="http://schemas.microsoft.com/office/drawing/2014/main" id="{00E042C0-C592-438B-A397-2A5F4DC6D0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3438" y="660147"/>
                </a:moveTo>
                <a:lnTo>
                  <a:pt x="1045478" y="6705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5" name="9ub7_3_build_PredictedLigand_24">
            <a:extLst>
              <a:ext uri="{FF2B5EF4-FFF2-40B4-BE49-F238E27FC236}">
                <a16:creationId xmlns:a16="http://schemas.microsoft.com/office/drawing/2014/main" id="{89AAC344-1E0B-4767-86AA-8334E338EB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518314" y="8840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6" name="9ub7_3_build_PredictedLigand_25">
            <a:extLst>
              <a:ext uri="{FF2B5EF4-FFF2-40B4-BE49-F238E27FC236}">
                <a16:creationId xmlns:a16="http://schemas.microsoft.com/office/drawing/2014/main" id="{97E219F4-754B-477F-8F59-716243831F3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542" y="675898"/>
                </a:moveTo>
                <a:lnTo>
                  <a:pt x="1774933" y="8051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7" name="9ub7_3_build_PredictedLigand_26">
            <a:extLst>
              <a:ext uri="{FF2B5EF4-FFF2-40B4-BE49-F238E27FC236}">
                <a16:creationId xmlns:a16="http://schemas.microsoft.com/office/drawing/2014/main" id="{74B0434D-46D3-4EF2-8E1B-8ED4C1FFEA0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730" y="651352"/>
                </a:moveTo>
                <a:lnTo>
                  <a:pt x="1701542" y="6758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8" name="9ub7_3_build_PredictedLigand_27">
            <a:extLst>
              <a:ext uri="{FF2B5EF4-FFF2-40B4-BE49-F238E27FC236}">
                <a16:creationId xmlns:a16="http://schemas.microsoft.com/office/drawing/2014/main" id="{56544CFD-A4EE-4EB2-8BF5-14F2CA0392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73" y="1034586"/>
                </a:moveTo>
                <a:lnTo>
                  <a:pt x="1684702" y="912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9" name="9ub7_3_build_PredictedLigand_28">
            <a:extLst>
              <a:ext uri="{FF2B5EF4-FFF2-40B4-BE49-F238E27FC236}">
                <a16:creationId xmlns:a16="http://schemas.microsoft.com/office/drawing/2014/main" id="{C1773E5B-2BBD-4E03-A6DB-E4199B68CC5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4933" y="805125"/>
                </a:moveTo>
                <a:lnTo>
                  <a:pt x="1907111" y="8532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0" name="9ub7_3_build_PredictedLigand_29">
            <a:extLst>
              <a:ext uri="{FF2B5EF4-FFF2-40B4-BE49-F238E27FC236}">
                <a16:creationId xmlns:a16="http://schemas.microsoft.com/office/drawing/2014/main" id="{83089B3D-2646-4337-8F1E-656E4032CF3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6821" y="996024"/>
                </a:moveTo>
                <a:lnTo>
                  <a:pt x="1765873" y="1034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1" name="9ub7_3_build_PredictedLigand_30">
            <a:extLst>
              <a:ext uri="{FF2B5EF4-FFF2-40B4-BE49-F238E27FC236}">
                <a16:creationId xmlns:a16="http://schemas.microsoft.com/office/drawing/2014/main" id="{444E3A4F-9DED-4772-97EF-8B0AD3EC90B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100871" y="730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2" name="9ub7_3_build_PredictedLigand_31">
            <a:extLst>
              <a:ext uri="{FF2B5EF4-FFF2-40B4-BE49-F238E27FC236}">
                <a16:creationId xmlns:a16="http://schemas.microsoft.com/office/drawing/2014/main" id="{8E31D8A9-C7B8-45F1-8C91-0A01844568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5002" y="672239"/>
                </a:moveTo>
                <a:lnTo>
                  <a:pt x="407588" y="8027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3" name="9ub7_3_build_PredictedLigand_32">
            <a:extLst>
              <a:ext uri="{FF2B5EF4-FFF2-40B4-BE49-F238E27FC236}">
                <a16:creationId xmlns:a16="http://schemas.microsoft.com/office/drawing/2014/main" id="{6BCB1887-DEE3-4F3A-9A19-A6D846440EF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89781" y="516946"/>
                </a:moveTo>
                <a:lnTo>
                  <a:pt x="2428152" y="548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4" name="9ub7_3_build_PredictedLigand_33">
            <a:extLst>
              <a:ext uri="{FF2B5EF4-FFF2-40B4-BE49-F238E27FC236}">
                <a16:creationId xmlns:a16="http://schemas.microsoft.com/office/drawing/2014/main" id="{99C9AC0C-8494-402B-B936-C1E31743991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1906821" y="9960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5" name="9ub7_3_build_PredictedLigand_34">
            <a:extLst>
              <a:ext uri="{FF2B5EF4-FFF2-40B4-BE49-F238E27FC236}">
                <a16:creationId xmlns:a16="http://schemas.microsoft.com/office/drawing/2014/main" id="{C0076083-BE4E-4704-AAF0-F0311729C19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489" y="809236"/>
                </a:moveTo>
                <a:lnTo>
                  <a:pt x="748729" y="7516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6" name="9ub7_3_build_PredictedLigand_35">
            <a:extLst>
              <a:ext uri="{FF2B5EF4-FFF2-40B4-BE49-F238E27FC236}">
                <a16:creationId xmlns:a16="http://schemas.microsoft.com/office/drawing/2014/main" id="{A38B5F8F-2F6F-4767-A95C-6152D3ADF44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7588" y="802711"/>
                </a:moveTo>
                <a:lnTo>
                  <a:pt x="333795" y="860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7" name="9ub7_3_build_PredictedLigand_36">
            <a:extLst>
              <a:ext uri="{FF2B5EF4-FFF2-40B4-BE49-F238E27FC236}">
                <a16:creationId xmlns:a16="http://schemas.microsoft.com/office/drawing/2014/main" id="{D09F1105-84AE-4568-829B-2821E9791E0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111" y="853215"/>
                </a:moveTo>
                <a:lnTo>
                  <a:pt x="2017310" y="7666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8" name="9ub7_3_build_PredictedLigand_37">
            <a:extLst>
              <a:ext uri="{FF2B5EF4-FFF2-40B4-BE49-F238E27FC236}">
                <a16:creationId xmlns:a16="http://schemas.microsoft.com/office/drawing/2014/main" id="{375EB59A-FFE0-4D16-B493-8EEAE39BD2D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7310" y="766614"/>
                </a:moveTo>
                <a:lnTo>
                  <a:pt x="2096163" y="81141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9" name="9ub7_3_build_PredictedAtoms_0">
            <a:extLst>
              <a:ext uri="{FF2B5EF4-FFF2-40B4-BE49-F238E27FC236}">
                <a16:creationId xmlns:a16="http://schemas.microsoft.com/office/drawing/2014/main" id="{F4B6F8BC-331D-4182-8218-B096B0936995}"/>
              </a:ext>
            </a:extLst>
          </p:cNvPr>
          <p:cNvSpPr>
            <a:spLocks noGrp="1"/>
          </p:cNvSpPr>
          <p:nvPr/>
        </p:nvSpPr>
        <p:spPr>
          <a:xfrm>
            <a:off x="6571009" y="32373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0" name="9ub7_3_build_PredictedAtoms_1">
            <a:extLst>
              <a:ext uri="{FF2B5EF4-FFF2-40B4-BE49-F238E27FC236}">
                <a16:creationId xmlns:a16="http://schemas.microsoft.com/office/drawing/2014/main" id="{70E415EE-358D-4B8A-AE04-0F048F5F1F8B}"/>
              </a:ext>
            </a:extLst>
          </p:cNvPr>
          <p:cNvSpPr>
            <a:spLocks noGrp="1"/>
          </p:cNvSpPr>
          <p:nvPr/>
        </p:nvSpPr>
        <p:spPr>
          <a:xfrm>
            <a:off x="6563595" y="33677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1" name="9ub7_3_build_PredictedAtoms_2">
            <a:extLst>
              <a:ext uri="{FF2B5EF4-FFF2-40B4-BE49-F238E27FC236}">
                <a16:creationId xmlns:a16="http://schemas.microsoft.com/office/drawing/2014/main" id="{7E247BAC-73CC-43FB-8DAC-BF37A48260DA}"/>
              </a:ext>
            </a:extLst>
          </p:cNvPr>
          <p:cNvSpPr>
            <a:spLocks noGrp="1"/>
          </p:cNvSpPr>
          <p:nvPr/>
        </p:nvSpPr>
        <p:spPr>
          <a:xfrm>
            <a:off x="6489802" y="34250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2" name="9ub7_3_build_PredictedAtoms_3">
            <a:extLst>
              <a:ext uri="{FF2B5EF4-FFF2-40B4-BE49-F238E27FC236}">
                <a16:creationId xmlns:a16="http://schemas.microsoft.com/office/drawing/2014/main" id="{F1372681-ED7A-4F65-9D51-F9FFC3901E70}"/>
              </a:ext>
            </a:extLst>
          </p:cNvPr>
          <p:cNvSpPr>
            <a:spLocks noGrp="1"/>
          </p:cNvSpPr>
          <p:nvPr/>
        </p:nvSpPr>
        <p:spPr>
          <a:xfrm>
            <a:off x="6674322" y="34491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3" name="9ub7_3_build_PredictedAtoms_4">
            <a:extLst>
              <a:ext uri="{FF2B5EF4-FFF2-40B4-BE49-F238E27FC236}">
                <a16:creationId xmlns:a16="http://schemas.microsoft.com/office/drawing/2014/main" id="{034DCF78-2FC4-427F-8275-FD90356BF76C}"/>
              </a:ext>
            </a:extLst>
          </p:cNvPr>
          <p:cNvSpPr>
            <a:spLocks noGrp="1"/>
          </p:cNvSpPr>
          <p:nvPr/>
        </p:nvSpPr>
        <p:spPr>
          <a:xfrm>
            <a:off x="6794400" y="3347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4" name="9ub7_3_build_PredictedAtoms_5">
            <a:extLst>
              <a:ext uri="{FF2B5EF4-FFF2-40B4-BE49-F238E27FC236}">
                <a16:creationId xmlns:a16="http://schemas.microsoft.com/office/drawing/2014/main" id="{E1AE47B2-FDC2-40AE-B837-D572758A1649}"/>
              </a:ext>
            </a:extLst>
          </p:cNvPr>
          <p:cNvSpPr>
            <a:spLocks noGrp="1"/>
          </p:cNvSpPr>
          <p:nvPr/>
        </p:nvSpPr>
        <p:spPr>
          <a:xfrm>
            <a:off x="6903497" y="33743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5" name="9ub7_3_build_PredictedAtoms_6">
            <a:extLst>
              <a:ext uri="{FF2B5EF4-FFF2-40B4-BE49-F238E27FC236}">
                <a16:creationId xmlns:a16="http://schemas.microsoft.com/office/drawing/2014/main" id="{D314DB5D-0EB8-4F03-91A0-63701262DE96}"/>
              </a:ext>
            </a:extLst>
          </p:cNvPr>
          <p:cNvSpPr>
            <a:spLocks noGrp="1"/>
          </p:cNvSpPr>
          <p:nvPr/>
        </p:nvSpPr>
        <p:spPr>
          <a:xfrm>
            <a:off x="6904736" y="331675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6" name="9ub7_3_build_PredictedAtoms_7">
            <a:extLst>
              <a:ext uri="{FF2B5EF4-FFF2-40B4-BE49-F238E27FC236}">
                <a16:creationId xmlns:a16="http://schemas.microsoft.com/office/drawing/2014/main" id="{ABA20064-6959-4B36-BE40-1A9106532E51}"/>
              </a:ext>
            </a:extLst>
          </p:cNvPr>
          <p:cNvSpPr>
            <a:spLocks noGrp="1"/>
          </p:cNvSpPr>
          <p:nvPr/>
        </p:nvSpPr>
        <p:spPr>
          <a:xfrm>
            <a:off x="7020226" y="34240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7" name="9ub7_3_build_PredictedAtoms_8">
            <a:extLst>
              <a:ext uri="{FF2B5EF4-FFF2-40B4-BE49-F238E27FC236}">
                <a16:creationId xmlns:a16="http://schemas.microsoft.com/office/drawing/2014/main" id="{779733E3-917D-4B8A-945B-D6488E5E9BBB}"/>
              </a:ext>
            </a:extLst>
          </p:cNvPr>
          <p:cNvSpPr>
            <a:spLocks noGrp="1"/>
          </p:cNvSpPr>
          <p:nvPr/>
        </p:nvSpPr>
        <p:spPr>
          <a:xfrm>
            <a:off x="7155926" y="33780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8" name="9ub7_3_build_PredictedAtoms_9">
            <a:extLst>
              <a:ext uri="{FF2B5EF4-FFF2-40B4-BE49-F238E27FC236}">
                <a16:creationId xmlns:a16="http://schemas.microsoft.com/office/drawing/2014/main" id="{1516EE29-F5A7-4D31-9EB7-9339A3484F6A}"/>
              </a:ext>
            </a:extLst>
          </p:cNvPr>
          <p:cNvSpPr>
            <a:spLocks noGrp="1"/>
          </p:cNvSpPr>
          <p:nvPr/>
        </p:nvSpPr>
        <p:spPr>
          <a:xfrm>
            <a:off x="7249367" y="3468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9" name="9ub7_3_build_PredictedAtoms_10">
            <a:extLst>
              <a:ext uri="{FF2B5EF4-FFF2-40B4-BE49-F238E27FC236}">
                <a16:creationId xmlns:a16="http://schemas.microsoft.com/office/drawing/2014/main" id="{FD4982D2-FE9A-498E-87CD-3EC24A7722C8}"/>
              </a:ext>
            </a:extLst>
          </p:cNvPr>
          <p:cNvSpPr>
            <a:spLocks noGrp="1"/>
          </p:cNvSpPr>
          <p:nvPr/>
        </p:nvSpPr>
        <p:spPr>
          <a:xfrm>
            <a:off x="7399876" y="34561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0" name="9ub7_3_build_PredictedAtoms_11">
            <a:extLst>
              <a:ext uri="{FF2B5EF4-FFF2-40B4-BE49-F238E27FC236}">
                <a16:creationId xmlns:a16="http://schemas.microsoft.com/office/drawing/2014/main" id="{319F88CA-3162-4FA2-8869-839B5445FBDE}"/>
              </a:ext>
            </a:extLst>
          </p:cNvPr>
          <p:cNvSpPr>
            <a:spLocks noGrp="1"/>
          </p:cNvSpPr>
          <p:nvPr/>
        </p:nvSpPr>
        <p:spPr>
          <a:xfrm>
            <a:off x="7477506" y="35736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1" name="9ub7_3_build_PredictedAtoms_12">
            <a:extLst>
              <a:ext uri="{FF2B5EF4-FFF2-40B4-BE49-F238E27FC236}">
                <a16:creationId xmlns:a16="http://schemas.microsoft.com/office/drawing/2014/main" id="{CBC68A8E-73F9-4F06-8C69-FF5D33F66D37}"/>
              </a:ext>
            </a:extLst>
          </p:cNvPr>
          <p:cNvSpPr>
            <a:spLocks noGrp="1"/>
          </p:cNvSpPr>
          <p:nvPr/>
        </p:nvSpPr>
        <p:spPr>
          <a:xfrm>
            <a:off x="7622530" y="357888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2" name="9ub7_3_build_PredictedAtoms_13">
            <a:extLst>
              <a:ext uri="{FF2B5EF4-FFF2-40B4-BE49-F238E27FC236}">
                <a16:creationId xmlns:a16="http://schemas.microsoft.com/office/drawing/2014/main" id="{BA138233-839C-445E-94F9-3F215EB2D303}"/>
              </a:ext>
            </a:extLst>
          </p:cNvPr>
          <p:cNvSpPr>
            <a:spLocks noGrp="1"/>
          </p:cNvSpPr>
          <p:nvPr/>
        </p:nvSpPr>
        <p:spPr>
          <a:xfrm>
            <a:off x="7701061" y="34547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3" name="9ub7_3_build_PredictedAtoms_14">
            <a:extLst>
              <a:ext uri="{FF2B5EF4-FFF2-40B4-BE49-F238E27FC236}">
                <a16:creationId xmlns:a16="http://schemas.microsoft.com/office/drawing/2014/main" id="{54849F07-2BCA-4566-A364-5897D69B4826}"/>
              </a:ext>
            </a:extLst>
          </p:cNvPr>
          <p:cNvSpPr>
            <a:spLocks noGrp="1"/>
          </p:cNvSpPr>
          <p:nvPr/>
        </p:nvSpPr>
        <p:spPr>
          <a:xfrm>
            <a:off x="7614159" y="3331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4" name="9ub7_3_build_PredictedAtoms_15">
            <a:extLst>
              <a:ext uri="{FF2B5EF4-FFF2-40B4-BE49-F238E27FC236}">
                <a16:creationId xmlns:a16="http://schemas.microsoft.com/office/drawing/2014/main" id="{D339A070-2A0A-45B8-8243-159520ECB7AE}"/>
              </a:ext>
            </a:extLst>
          </p:cNvPr>
          <p:cNvSpPr>
            <a:spLocks noGrp="1"/>
          </p:cNvSpPr>
          <p:nvPr/>
        </p:nvSpPr>
        <p:spPr>
          <a:xfrm>
            <a:off x="7706738" y="32164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5" name="9ub7_3_build_PredictedAtoms_16">
            <a:extLst>
              <a:ext uri="{FF2B5EF4-FFF2-40B4-BE49-F238E27FC236}">
                <a16:creationId xmlns:a16="http://schemas.microsoft.com/office/drawing/2014/main" id="{9970B2CC-3F1F-45D3-AED6-0992CA162AA3}"/>
              </a:ext>
            </a:extLst>
          </p:cNvPr>
          <p:cNvSpPr>
            <a:spLocks noGrp="1"/>
          </p:cNvSpPr>
          <p:nvPr/>
        </p:nvSpPr>
        <p:spPr>
          <a:xfrm>
            <a:off x="7857550" y="3240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6" name="9ub7_3_build_PredictedAtoms_17">
            <a:extLst>
              <a:ext uri="{FF2B5EF4-FFF2-40B4-BE49-F238E27FC236}">
                <a16:creationId xmlns:a16="http://schemas.microsoft.com/office/drawing/2014/main" id="{36A6187D-7AA9-4417-912E-FA9042B8614F}"/>
              </a:ext>
            </a:extLst>
          </p:cNvPr>
          <p:cNvSpPr>
            <a:spLocks noGrp="1"/>
          </p:cNvSpPr>
          <p:nvPr/>
        </p:nvSpPr>
        <p:spPr>
          <a:xfrm>
            <a:off x="7930940" y="33702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7" name="9ub7_3_build_PredictedAtoms_18">
            <a:extLst>
              <a:ext uri="{FF2B5EF4-FFF2-40B4-BE49-F238E27FC236}">
                <a16:creationId xmlns:a16="http://schemas.microsoft.com/office/drawing/2014/main" id="{0D021DFD-AE6B-42EB-9A15-47C51EF568C6}"/>
              </a:ext>
            </a:extLst>
          </p:cNvPr>
          <p:cNvSpPr>
            <a:spLocks noGrp="1"/>
          </p:cNvSpPr>
          <p:nvPr/>
        </p:nvSpPr>
        <p:spPr>
          <a:xfrm>
            <a:off x="7986829" y="33621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8" name="9ub7_3_build_PredictedAtoms_19">
            <a:extLst>
              <a:ext uri="{FF2B5EF4-FFF2-40B4-BE49-F238E27FC236}">
                <a16:creationId xmlns:a16="http://schemas.microsoft.com/office/drawing/2014/main" id="{7E3F15CE-5AD7-4DE7-A17B-6880FC8D5E00}"/>
              </a:ext>
            </a:extLst>
          </p:cNvPr>
          <p:cNvSpPr>
            <a:spLocks noGrp="1"/>
          </p:cNvSpPr>
          <p:nvPr/>
        </p:nvSpPr>
        <p:spPr>
          <a:xfrm>
            <a:off x="8063119" y="34182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9" name="9ub7_3_build_PredictedAtoms_20">
            <a:extLst>
              <a:ext uri="{FF2B5EF4-FFF2-40B4-BE49-F238E27FC236}">
                <a16:creationId xmlns:a16="http://schemas.microsoft.com/office/drawing/2014/main" id="{EBF0F0E1-23C8-4E76-B600-C2B9F7E5F20E}"/>
              </a:ext>
            </a:extLst>
          </p:cNvPr>
          <p:cNvSpPr>
            <a:spLocks noGrp="1"/>
          </p:cNvSpPr>
          <p:nvPr/>
        </p:nvSpPr>
        <p:spPr>
          <a:xfrm>
            <a:off x="8173317" y="33316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0" name="9ub7_3_build_PredictedAtoms_21">
            <a:extLst>
              <a:ext uri="{FF2B5EF4-FFF2-40B4-BE49-F238E27FC236}">
                <a16:creationId xmlns:a16="http://schemas.microsoft.com/office/drawing/2014/main" id="{47C4CEBA-C8B1-4266-8132-DAA6D4283DC1}"/>
              </a:ext>
            </a:extLst>
          </p:cNvPr>
          <p:cNvSpPr>
            <a:spLocks noGrp="1"/>
          </p:cNvSpPr>
          <p:nvPr/>
        </p:nvSpPr>
        <p:spPr>
          <a:xfrm>
            <a:off x="8252170" y="33764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1" name="9ub7_3_build_PredictedAtoms_22">
            <a:extLst>
              <a:ext uri="{FF2B5EF4-FFF2-40B4-BE49-F238E27FC236}">
                <a16:creationId xmlns:a16="http://schemas.microsoft.com/office/drawing/2014/main" id="{6AD3CA02-2ACB-44C5-8D1D-538AF79DFC50}"/>
              </a:ext>
            </a:extLst>
          </p:cNvPr>
          <p:cNvSpPr>
            <a:spLocks noGrp="1"/>
          </p:cNvSpPr>
          <p:nvPr/>
        </p:nvSpPr>
        <p:spPr>
          <a:xfrm>
            <a:off x="8256878" y="3295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2" name="9ub7_3_build_PredictedAtoms_23">
            <a:extLst>
              <a:ext uri="{FF2B5EF4-FFF2-40B4-BE49-F238E27FC236}">
                <a16:creationId xmlns:a16="http://schemas.microsoft.com/office/drawing/2014/main" id="{967834DD-9FE9-4A9A-BA59-BC9AEF46582E}"/>
              </a:ext>
            </a:extLst>
          </p:cNvPr>
          <p:cNvSpPr>
            <a:spLocks noGrp="1"/>
          </p:cNvSpPr>
          <p:nvPr/>
        </p:nvSpPr>
        <p:spPr>
          <a:xfrm>
            <a:off x="8394412" y="32932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3" name="9ub7_3_build_PredictedAtoms_24">
            <a:extLst>
              <a:ext uri="{FF2B5EF4-FFF2-40B4-BE49-F238E27FC236}">
                <a16:creationId xmlns:a16="http://schemas.microsoft.com/office/drawing/2014/main" id="{0E7205E0-229A-4121-A6D3-617DF577F33C}"/>
              </a:ext>
            </a:extLst>
          </p:cNvPr>
          <p:cNvSpPr>
            <a:spLocks noGrp="1"/>
          </p:cNvSpPr>
          <p:nvPr/>
        </p:nvSpPr>
        <p:spPr>
          <a:xfrm>
            <a:off x="8421406" y="31569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4" name="9ub7_3_build_PredictedAtoms_25">
            <a:extLst>
              <a:ext uri="{FF2B5EF4-FFF2-40B4-BE49-F238E27FC236}">
                <a16:creationId xmlns:a16="http://schemas.microsoft.com/office/drawing/2014/main" id="{D11AFBCA-F48C-4680-9473-48ABCA2D0B90}"/>
              </a:ext>
            </a:extLst>
          </p:cNvPr>
          <p:cNvSpPr>
            <a:spLocks noGrp="1"/>
          </p:cNvSpPr>
          <p:nvPr/>
        </p:nvSpPr>
        <p:spPr>
          <a:xfrm>
            <a:off x="8545788" y="30820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5" name="9ub7_3_build_PredictedAtoms_26">
            <a:extLst>
              <a:ext uri="{FF2B5EF4-FFF2-40B4-BE49-F238E27FC236}">
                <a16:creationId xmlns:a16="http://schemas.microsoft.com/office/drawing/2014/main" id="{079689EF-32B4-4D60-BE1C-A7462D48AF71}"/>
              </a:ext>
            </a:extLst>
          </p:cNvPr>
          <p:cNvSpPr>
            <a:spLocks noGrp="1"/>
          </p:cNvSpPr>
          <p:nvPr/>
        </p:nvSpPr>
        <p:spPr>
          <a:xfrm>
            <a:off x="8503650" y="2941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6" name="9ub7_3_build_PredictedAtoms_27">
            <a:extLst>
              <a:ext uri="{FF2B5EF4-FFF2-40B4-BE49-F238E27FC236}">
                <a16:creationId xmlns:a16="http://schemas.microsoft.com/office/drawing/2014/main" id="{F25955E3-42A9-46E3-887F-BB8545124F4F}"/>
              </a:ext>
            </a:extLst>
          </p:cNvPr>
          <p:cNvSpPr>
            <a:spLocks noGrp="1"/>
          </p:cNvSpPr>
          <p:nvPr/>
        </p:nvSpPr>
        <p:spPr>
          <a:xfrm>
            <a:off x="8584159" y="31137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7" name="9ub7_3_build_PredictedAtoms_28">
            <a:extLst>
              <a:ext uri="{FF2B5EF4-FFF2-40B4-BE49-F238E27FC236}">
                <a16:creationId xmlns:a16="http://schemas.microsoft.com/office/drawing/2014/main" id="{EB082EA3-484E-4C3C-8D7F-215CB9AE72F4}"/>
              </a:ext>
            </a:extLst>
          </p:cNvPr>
          <p:cNvSpPr>
            <a:spLocks noGrp="1"/>
          </p:cNvSpPr>
          <p:nvPr/>
        </p:nvSpPr>
        <p:spPr>
          <a:xfrm>
            <a:off x="8062829" y="35611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8" name="9ub7_3_build_PredictedAtoms_29">
            <a:extLst>
              <a:ext uri="{FF2B5EF4-FFF2-40B4-BE49-F238E27FC236}">
                <a16:creationId xmlns:a16="http://schemas.microsoft.com/office/drawing/2014/main" id="{E05784D7-D731-40F8-B7F6-92BC497F0411}"/>
              </a:ext>
            </a:extLst>
          </p:cNvPr>
          <p:cNvSpPr>
            <a:spLocks noGrp="1"/>
          </p:cNvSpPr>
          <p:nvPr/>
        </p:nvSpPr>
        <p:spPr>
          <a:xfrm>
            <a:off x="7921881" y="35996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9" name="9ub7_3_build_PredictedAtoms_30">
            <a:extLst>
              <a:ext uri="{FF2B5EF4-FFF2-40B4-BE49-F238E27FC236}">
                <a16:creationId xmlns:a16="http://schemas.microsoft.com/office/drawing/2014/main" id="{30D3A348-8FB0-40AA-9CDD-8096B57D4989}"/>
              </a:ext>
            </a:extLst>
          </p:cNvPr>
          <p:cNvSpPr>
            <a:spLocks noGrp="1"/>
          </p:cNvSpPr>
          <p:nvPr/>
        </p:nvSpPr>
        <p:spPr>
          <a:xfrm>
            <a:off x="7840709" y="34771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0" name="9ub7_3_build_PredictedAtoms_31">
            <a:extLst>
              <a:ext uri="{FF2B5EF4-FFF2-40B4-BE49-F238E27FC236}">
                <a16:creationId xmlns:a16="http://schemas.microsoft.com/office/drawing/2014/main" id="{7409E8D7-F8EE-45D1-A5CB-8806D4941671}"/>
              </a:ext>
            </a:extLst>
          </p:cNvPr>
          <p:cNvSpPr>
            <a:spLocks noGrp="1"/>
          </p:cNvSpPr>
          <p:nvPr/>
        </p:nvSpPr>
        <p:spPr>
          <a:xfrm>
            <a:off x="7465950" y="3316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1" name="9ub7_3_build_PredictedAtoms_32">
            <a:extLst>
              <a:ext uri="{FF2B5EF4-FFF2-40B4-BE49-F238E27FC236}">
                <a16:creationId xmlns:a16="http://schemas.microsoft.com/office/drawing/2014/main" id="{0E4A77E7-9BE9-4085-97D6-D46DAFC6A196}"/>
              </a:ext>
            </a:extLst>
          </p:cNvPr>
          <p:cNvSpPr>
            <a:spLocks noGrp="1"/>
          </p:cNvSpPr>
          <p:nvPr/>
        </p:nvSpPr>
        <p:spPr>
          <a:xfrm>
            <a:off x="7467629" y="32622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2" name="9ub7_3_build_PredictedAtoms_33">
            <a:extLst>
              <a:ext uri="{FF2B5EF4-FFF2-40B4-BE49-F238E27FC236}">
                <a16:creationId xmlns:a16="http://schemas.microsoft.com/office/drawing/2014/main" id="{1541579D-E5DA-44BC-AA28-4FAEA3CCE572}"/>
              </a:ext>
            </a:extLst>
          </p:cNvPr>
          <p:cNvSpPr>
            <a:spLocks noGrp="1"/>
          </p:cNvSpPr>
          <p:nvPr/>
        </p:nvSpPr>
        <p:spPr>
          <a:xfrm>
            <a:off x="7359446" y="32252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3" name="9ub7_3_build_PredictedAtoms_34">
            <a:extLst>
              <a:ext uri="{FF2B5EF4-FFF2-40B4-BE49-F238E27FC236}">
                <a16:creationId xmlns:a16="http://schemas.microsoft.com/office/drawing/2014/main" id="{F76778B0-26BE-40BD-8582-387E658DC0F4}"/>
              </a:ext>
            </a:extLst>
          </p:cNvPr>
          <p:cNvSpPr>
            <a:spLocks noGrp="1"/>
          </p:cNvSpPr>
          <p:nvPr/>
        </p:nvSpPr>
        <p:spPr>
          <a:xfrm>
            <a:off x="7201485" y="32356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4" name="stage3-cases-density_20">
            <a:extLst>
              <a:ext uri="{FF2B5EF4-FFF2-40B4-BE49-F238E27FC236}">
                <a16:creationId xmlns:a16="http://schemas.microsoft.com/office/drawing/2014/main" id="{16631B99-A2DA-45B6-B73A-B8BEB104CA18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2.64 Å   D 83%   Clash 0</a:t>
            </a:r>
          </a:p>
        </p:txBody>
      </p:sp>
      <p:sp>
        <p:nvSpPr>
          <p:cNvPr id="655" name="stage3-cases-density_21">
            <a:extLst>
              <a:ext uri="{FF2B5EF4-FFF2-40B4-BE49-F238E27FC236}">
                <a16:creationId xmlns:a16="http://schemas.microsoft.com/office/drawing/2014/main" id="{EA55DC59-D285-465B-AD79-5EBC96986B6A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c  9R3D · IHP (A:2401)</a:t>
            </a:r>
          </a:p>
        </p:txBody>
      </p:sp>
      <p:sp>
        <p:nvSpPr>
          <p:cNvPr id="656" name="stage3-cases-density_22">
            <a:extLst>
              <a:ext uri="{FF2B5EF4-FFF2-40B4-BE49-F238E27FC236}">
                <a16:creationId xmlns:a16="http://schemas.microsoft.com/office/drawing/2014/main" id="{E23182A7-ACB2-4549-99A0-CC7B8916FC4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92767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57" name="stage3-cases-density_23">
            <a:extLst>
              <a:ext uri="{FF2B5EF4-FFF2-40B4-BE49-F238E27FC236}">
                <a16:creationId xmlns:a16="http://schemas.microsoft.com/office/drawing/2014/main" id="{53BD3A17-DFD2-455C-AAC1-9ACC5D18970F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58" name="9r3d_0_official_Receptor">
            <a:extLst>
              <a:ext uri="{FF2B5EF4-FFF2-40B4-BE49-F238E27FC236}">
                <a16:creationId xmlns:a16="http://schemas.microsoft.com/office/drawing/2014/main" id="{A4E49D5D-09B8-4CAB-B78D-D4CF85A4BE2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659" name="9r3d_0_official_ExperimentalDensity">
            <a:extLst>
              <a:ext uri="{FF2B5EF4-FFF2-40B4-BE49-F238E27FC236}">
                <a16:creationId xmlns:a16="http://schemas.microsoft.com/office/drawing/2014/main" id="{3FAB01D0-5231-474B-AEDC-BC57DE19EAA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60" name="9r3d_0_official_ReferenceLigand_0">
            <a:extLst>
              <a:ext uri="{FF2B5EF4-FFF2-40B4-BE49-F238E27FC236}">
                <a16:creationId xmlns:a16="http://schemas.microsoft.com/office/drawing/2014/main" id="{FDF136F2-F620-44B2-843E-A18346F2D79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1" name="9r3d_0_official_ReferenceLigand_1">
            <a:extLst>
              <a:ext uri="{FF2B5EF4-FFF2-40B4-BE49-F238E27FC236}">
                <a16:creationId xmlns:a16="http://schemas.microsoft.com/office/drawing/2014/main" id="{16848B82-7542-4B02-BAB1-2AB656B2D31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2" name="9r3d_0_official_ReferenceLigand_2">
            <a:extLst>
              <a:ext uri="{FF2B5EF4-FFF2-40B4-BE49-F238E27FC236}">
                <a16:creationId xmlns:a16="http://schemas.microsoft.com/office/drawing/2014/main" id="{605DC18F-07E3-405E-9FFB-4A66DBF8AD2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3" name="9r3d_0_official_ReferenceLigand_3">
            <a:extLst>
              <a:ext uri="{FF2B5EF4-FFF2-40B4-BE49-F238E27FC236}">
                <a16:creationId xmlns:a16="http://schemas.microsoft.com/office/drawing/2014/main" id="{8246E702-48E1-4425-95F3-A09C35C39FB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4" name="9r3d_0_official_ReferenceLigand_4">
            <a:extLst>
              <a:ext uri="{FF2B5EF4-FFF2-40B4-BE49-F238E27FC236}">
                <a16:creationId xmlns:a16="http://schemas.microsoft.com/office/drawing/2014/main" id="{85701D9B-71D4-498B-9D00-9CC07B2659F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5" name="9r3d_0_official_ReferenceLigand_5">
            <a:extLst>
              <a:ext uri="{FF2B5EF4-FFF2-40B4-BE49-F238E27FC236}">
                <a16:creationId xmlns:a16="http://schemas.microsoft.com/office/drawing/2014/main" id="{D2687649-4D79-4352-8D3A-6ED7015A268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6" name="9r3d_0_official_ReferenceLigand_6">
            <a:extLst>
              <a:ext uri="{FF2B5EF4-FFF2-40B4-BE49-F238E27FC236}">
                <a16:creationId xmlns:a16="http://schemas.microsoft.com/office/drawing/2014/main" id="{698A7A08-39B1-4E1E-A60A-18A3D203A1F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7" name="9r3d_0_official_ReferenceLigand_7">
            <a:extLst>
              <a:ext uri="{FF2B5EF4-FFF2-40B4-BE49-F238E27FC236}">
                <a16:creationId xmlns:a16="http://schemas.microsoft.com/office/drawing/2014/main" id="{2B3053A1-F816-4FAD-8FED-2EB6F0352F1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8" name="9r3d_0_official_ReferenceLigand_8">
            <a:extLst>
              <a:ext uri="{FF2B5EF4-FFF2-40B4-BE49-F238E27FC236}">
                <a16:creationId xmlns:a16="http://schemas.microsoft.com/office/drawing/2014/main" id="{E49EBF01-5742-4C6A-AAB0-47614FA1931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9" name="9r3d_0_official_ReferenceLigand_9">
            <a:extLst>
              <a:ext uri="{FF2B5EF4-FFF2-40B4-BE49-F238E27FC236}">
                <a16:creationId xmlns:a16="http://schemas.microsoft.com/office/drawing/2014/main" id="{9E41879D-B041-4DA7-8C82-8FE745D46DF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0" name="9r3d_0_official_ReferenceLigand_10">
            <a:extLst>
              <a:ext uri="{FF2B5EF4-FFF2-40B4-BE49-F238E27FC236}">
                <a16:creationId xmlns:a16="http://schemas.microsoft.com/office/drawing/2014/main" id="{A1FAF246-3164-483D-B458-214E015ECA9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1" name="9r3d_0_official_ReferenceLigand_11">
            <a:extLst>
              <a:ext uri="{FF2B5EF4-FFF2-40B4-BE49-F238E27FC236}">
                <a16:creationId xmlns:a16="http://schemas.microsoft.com/office/drawing/2014/main" id="{55D14F9B-A20D-4460-A901-EDCBBDA0FE5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2" name="9r3d_0_official_ReferenceLigand_12">
            <a:extLst>
              <a:ext uri="{FF2B5EF4-FFF2-40B4-BE49-F238E27FC236}">
                <a16:creationId xmlns:a16="http://schemas.microsoft.com/office/drawing/2014/main" id="{24E869F3-9574-4D27-9059-77E684CB293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3" name="9r3d_0_official_ReferenceLigand_13">
            <a:extLst>
              <a:ext uri="{FF2B5EF4-FFF2-40B4-BE49-F238E27FC236}">
                <a16:creationId xmlns:a16="http://schemas.microsoft.com/office/drawing/2014/main" id="{649DDF4F-22E4-46C5-983C-5C31877DBA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4" name="9r3d_0_official_ReferenceLigand_14">
            <a:extLst>
              <a:ext uri="{FF2B5EF4-FFF2-40B4-BE49-F238E27FC236}">
                <a16:creationId xmlns:a16="http://schemas.microsoft.com/office/drawing/2014/main" id="{86CD8867-F051-4246-AF21-1E6A1ABE5BE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5" name="9r3d_0_official_ReferenceLigand_15">
            <a:extLst>
              <a:ext uri="{FF2B5EF4-FFF2-40B4-BE49-F238E27FC236}">
                <a16:creationId xmlns:a16="http://schemas.microsoft.com/office/drawing/2014/main" id="{578F5DCA-3731-48F8-ADF1-2B8772EE7A3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6" name="9r3d_0_official_ReferenceLigand_16">
            <a:extLst>
              <a:ext uri="{FF2B5EF4-FFF2-40B4-BE49-F238E27FC236}">
                <a16:creationId xmlns:a16="http://schemas.microsoft.com/office/drawing/2014/main" id="{9F275D4B-A7DE-4CA2-96AE-EC00FF6CDA3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7" name="9r3d_0_official_ReferenceLigand_17">
            <a:extLst>
              <a:ext uri="{FF2B5EF4-FFF2-40B4-BE49-F238E27FC236}">
                <a16:creationId xmlns:a16="http://schemas.microsoft.com/office/drawing/2014/main" id="{1C22C88E-091A-4E4F-9DE7-73D0DA056B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8" name="9r3d_0_official_ReferenceLigand_18">
            <a:extLst>
              <a:ext uri="{FF2B5EF4-FFF2-40B4-BE49-F238E27FC236}">
                <a16:creationId xmlns:a16="http://schemas.microsoft.com/office/drawing/2014/main" id="{85AFF6B7-EA93-4CBB-ACBF-C920F754689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9" name="9r3d_0_official_ReferenceLigand_19">
            <a:extLst>
              <a:ext uri="{FF2B5EF4-FFF2-40B4-BE49-F238E27FC236}">
                <a16:creationId xmlns:a16="http://schemas.microsoft.com/office/drawing/2014/main" id="{C08E64BD-D665-44F9-9BE2-8A5DF0BD57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0" name="9r3d_0_official_ReferenceLigand_20">
            <a:extLst>
              <a:ext uri="{FF2B5EF4-FFF2-40B4-BE49-F238E27FC236}">
                <a16:creationId xmlns:a16="http://schemas.microsoft.com/office/drawing/2014/main" id="{D27A64A1-74C9-4233-8AC5-1AE2ADF5385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1" name="9r3d_0_official_ReferenceLigand_21">
            <a:extLst>
              <a:ext uri="{FF2B5EF4-FFF2-40B4-BE49-F238E27FC236}">
                <a16:creationId xmlns:a16="http://schemas.microsoft.com/office/drawing/2014/main" id="{30D04453-0E01-4C2A-B6E1-6856CD1437C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2" name="9r3d_0_official_ReferenceLigand_22">
            <a:extLst>
              <a:ext uri="{FF2B5EF4-FFF2-40B4-BE49-F238E27FC236}">
                <a16:creationId xmlns:a16="http://schemas.microsoft.com/office/drawing/2014/main" id="{F0C46993-675E-47CA-8BAB-ACF8E08F5F1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3" name="9r3d_0_official_ReferenceLigand_23">
            <a:extLst>
              <a:ext uri="{FF2B5EF4-FFF2-40B4-BE49-F238E27FC236}">
                <a16:creationId xmlns:a16="http://schemas.microsoft.com/office/drawing/2014/main" id="{66251E7E-CA4D-489F-BE4D-DE0F8FF263A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4" name="9r3d_0_official_ReferenceLigand_24">
            <a:extLst>
              <a:ext uri="{FF2B5EF4-FFF2-40B4-BE49-F238E27FC236}">
                <a16:creationId xmlns:a16="http://schemas.microsoft.com/office/drawing/2014/main" id="{0F098242-82E2-404D-B268-247E81C1755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5" name="9r3d_0_official_ReferenceLigand_25">
            <a:extLst>
              <a:ext uri="{FF2B5EF4-FFF2-40B4-BE49-F238E27FC236}">
                <a16:creationId xmlns:a16="http://schemas.microsoft.com/office/drawing/2014/main" id="{2ADB4E75-9C11-44F4-A86E-4EC2128614F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6" name="9r3d_0_official_ReferenceLigand_26">
            <a:extLst>
              <a:ext uri="{FF2B5EF4-FFF2-40B4-BE49-F238E27FC236}">
                <a16:creationId xmlns:a16="http://schemas.microsoft.com/office/drawing/2014/main" id="{6AA1A27A-F7E2-49E4-B55D-4E534F0D9AA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7" name="9r3d_0_official_ReferenceLigand_27">
            <a:extLst>
              <a:ext uri="{FF2B5EF4-FFF2-40B4-BE49-F238E27FC236}">
                <a16:creationId xmlns:a16="http://schemas.microsoft.com/office/drawing/2014/main" id="{641F885D-DAB1-458C-9A11-BDA6C8F849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8" name="9r3d_0_official_ReferenceLigand_28">
            <a:extLst>
              <a:ext uri="{FF2B5EF4-FFF2-40B4-BE49-F238E27FC236}">
                <a16:creationId xmlns:a16="http://schemas.microsoft.com/office/drawing/2014/main" id="{D44CC775-3269-40EB-9AB5-76B7BDFDAEE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9" name="9r3d_0_official_ReferenceLigand_29">
            <a:extLst>
              <a:ext uri="{FF2B5EF4-FFF2-40B4-BE49-F238E27FC236}">
                <a16:creationId xmlns:a16="http://schemas.microsoft.com/office/drawing/2014/main" id="{06AD61A4-D755-4854-AD96-20E7DA5CF2B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0" name="9r3d_0_official_ReferenceLigand_30">
            <a:extLst>
              <a:ext uri="{FF2B5EF4-FFF2-40B4-BE49-F238E27FC236}">
                <a16:creationId xmlns:a16="http://schemas.microsoft.com/office/drawing/2014/main" id="{80E833D7-CFDE-40D1-AF6B-22066CC53D6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1" name="9r3d_0_official_ReferenceLigand_31">
            <a:extLst>
              <a:ext uri="{FF2B5EF4-FFF2-40B4-BE49-F238E27FC236}">
                <a16:creationId xmlns:a16="http://schemas.microsoft.com/office/drawing/2014/main" id="{B3C29338-074B-437A-BAEC-6438C4CA832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2" name="9r3d_0_official_ReferenceLigand_32">
            <a:extLst>
              <a:ext uri="{FF2B5EF4-FFF2-40B4-BE49-F238E27FC236}">
                <a16:creationId xmlns:a16="http://schemas.microsoft.com/office/drawing/2014/main" id="{E1E7F62D-F813-46A7-9C3D-C0F1CA0C0AC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3" name="9r3d_0_official_ReferenceLigand_33">
            <a:extLst>
              <a:ext uri="{FF2B5EF4-FFF2-40B4-BE49-F238E27FC236}">
                <a16:creationId xmlns:a16="http://schemas.microsoft.com/office/drawing/2014/main" id="{489A8416-B82B-408C-B40D-4E5C16ABE5A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4" name="9r3d_0_official_ReferenceLigand_34">
            <a:extLst>
              <a:ext uri="{FF2B5EF4-FFF2-40B4-BE49-F238E27FC236}">
                <a16:creationId xmlns:a16="http://schemas.microsoft.com/office/drawing/2014/main" id="{53E4D1D9-1A25-4A93-AF73-F3250197466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5" name="9r3d_0_official_ReferenceLigand_35">
            <a:extLst>
              <a:ext uri="{FF2B5EF4-FFF2-40B4-BE49-F238E27FC236}">
                <a16:creationId xmlns:a16="http://schemas.microsoft.com/office/drawing/2014/main" id="{6FE3CF07-DF93-4346-9B1D-D77B0E7BEDA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6" name="9r3d_0_official_PredictedLigand_0">
            <a:extLst>
              <a:ext uri="{FF2B5EF4-FFF2-40B4-BE49-F238E27FC236}">
                <a16:creationId xmlns:a16="http://schemas.microsoft.com/office/drawing/2014/main" id="{126A632C-3635-42B9-BAE4-BBF926D6868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24430" y="6845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7" name="9r3d_0_official_PredictedLigand_1">
            <a:extLst>
              <a:ext uri="{FF2B5EF4-FFF2-40B4-BE49-F238E27FC236}">
                <a16:creationId xmlns:a16="http://schemas.microsoft.com/office/drawing/2014/main" id="{B0C4014C-4CA9-41A9-8FD2-91744FBB5D7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206273" y="443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8" name="9r3d_0_official_PredictedLigand_2">
            <a:extLst>
              <a:ext uri="{FF2B5EF4-FFF2-40B4-BE49-F238E27FC236}">
                <a16:creationId xmlns:a16="http://schemas.microsoft.com/office/drawing/2014/main" id="{75821FEA-4345-4CEE-9DBE-AE4EB978877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6083" y="597239"/>
                </a:moveTo>
                <a:lnTo>
                  <a:pt x="1025113" y="634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9" name="9r3d_0_official_PredictedLigand_3">
            <a:extLst>
              <a:ext uri="{FF2B5EF4-FFF2-40B4-BE49-F238E27FC236}">
                <a16:creationId xmlns:a16="http://schemas.microsoft.com/office/drawing/2014/main" id="{54F08D91-3E3A-4622-BA5A-E25EF581C50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4334" y="645247"/>
                </a:moveTo>
                <a:lnTo>
                  <a:pt x="1186083" y="5972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r3d_0_official_PredictedLigand_4">
            <a:extLst>
              <a:ext uri="{FF2B5EF4-FFF2-40B4-BE49-F238E27FC236}">
                <a16:creationId xmlns:a16="http://schemas.microsoft.com/office/drawing/2014/main" id="{BDC23C12-80E2-4752-AA32-B249F6EB4CB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658348" y="268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r3d_0_official_PredictedLigand_5">
            <a:extLst>
              <a:ext uri="{FF2B5EF4-FFF2-40B4-BE49-F238E27FC236}">
                <a16:creationId xmlns:a16="http://schemas.microsoft.com/office/drawing/2014/main" id="{19214BCA-DB5F-47D6-BB28-2FAA71808CA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94334" y="6452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r3d_0_official_PredictedLigand_6">
            <a:extLst>
              <a:ext uri="{FF2B5EF4-FFF2-40B4-BE49-F238E27FC236}">
                <a16:creationId xmlns:a16="http://schemas.microsoft.com/office/drawing/2014/main" id="{E0A0C4B4-682D-4F11-9217-0FA0CA2BDF4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58521" y="4941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r3d_0_official_PredictedLigand_7">
            <a:extLst>
              <a:ext uri="{FF2B5EF4-FFF2-40B4-BE49-F238E27FC236}">
                <a16:creationId xmlns:a16="http://schemas.microsoft.com/office/drawing/2014/main" id="{6716662E-DB81-42AE-AD60-449A2C548D5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488398" y="11752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r3d_0_official_PredictedLigand_8">
            <a:extLst>
              <a:ext uri="{FF2B5EF4-FFF2-40B4-BE49-F238E27FC236}">
                <a16:creationId xmlns:a16="http://schemas.microsoft.com/office/drawing/2014/main" id="{C7859DE4-1AD4-42F4-A80A-3FDFA37BA48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0482" y="389260"/>
                </a:moveTo>
                <a:lnTo>
                  <a:pt x="1650045" y="3511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5" name="9r3d_0_official_PredictedLigand_9">
            <a:extLst>
              <a:ext uri="{FF2B5EF4-FFF2-40B4-BE49-F238E27FC236}">
                <a16:creationId xmlns:a16="http://schemas.microsoft.com/office/drawing/2014/main" id="{5FFA4015-6FF9-43AC-8340-86F25C68FED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8521" y="494138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6" name="9r3d_0_official_PredictedLigand_10">
            <a:extLst>
              <a:ext uri="{FF2B5EF4-FFF2-40B4-BE49-F238E27FC236}">
                <a16:creationId xmlns:a16="http://schemas.microsoft.com/office/drawing/2014/main" id="{4BFB028D-8B93-4746-8C66-75909C00F44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0045" y="351171"/>
                </a:moveTo>
                <a:lnTo>
                  <a:pt x="1566772" y="2575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7" name="9r3d_0_official_PredictedLigand_11">
            <a:extLst>
              <a:ext uri="{FF2B5EF4-FFF2-40B4-BE49-F238E27FC236}">
                <a16:creationId xmlns:a16="http://schemas.microsoft.com/office/drawing/2014/main" id="{57E90530-196C-4DD0-90DC-70E7554903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348" y="947754"/>
                </a:moveTo>
                <a:lnTo>
                  <a:pt x="1423630" y="11168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8" name="9r3d_0_official_PredictedLigand_12">
            <a:extLst>
              <a:ext uri="{FF2B5EF4-FFF2-40B4-BE49-F238E27FC236}">
                <a16:creationId xmlns:a16="http://schemas.microsoft.com/office/drawing/2014/main" id="{78ADFD80-A9BD-4968-B168-92796165F5A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318" y="565087"/>
                </a:moveTo>
                <a:lnTo>
                  <a:pt x="1308948" y="5928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9" name="9r3d_0_official_PredictedLigand_13">
            <a:extLst>
              <a:ext uri="{FF2B5EF4-FFF2-40B4-BE49-F238E27FC236}">
                <a16:creationId xmlns:a16="http://schemas.microsoft.com/office/drawing/2014/main" id="{A9086728-D2CF-4D4B-9742-9B3A4D22C91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277983" y="12025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0" name="9r3d_0_official_PredictedLigand_14">
            <a:extLst>
              <a:ext uri="{FF2B5EF4-FFF2-40B4-BE49-F238E27FC236}">
                <a16:creationId xmlns:a16="http://schemas.microsoft.com/office/drawing/2014/main" id="{7C57AB13-AADA-489E-9912-A92D90642AA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941145" y="7936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1" name="9r3d_0_official_PredictedLigand_15">
            <a:extLst>
              <a:ext uri="{FF2B5EF4-FFF2-40B4-BE49-F238E27FC236}">
                <a16:creationId xmlns:a16="http://schemas.microsoft.com/office/drawing/2014/main" id="{FAB36C54-8D2C-434D-99BB-8CB1B16468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401348" y="947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2" name="9r3d_0_official_PredictedLigand_16">
            <a:extLst>
              <a:ext uri="{FF2B5EF4-FFF2-40B4-BE49-F238E27FC236}">
                <a16:creationId xmlns:a16="http://schemas.microsoft.com/office/drawing/2014/main" id="{BC8A5D3F-B8B5-4ABA-8992-C0743EDF2C1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681047" y="7205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3" name="9r3d_0_official_PredictedLigand_17">
            <a:extLst>
              <a:ext uri="{FF2B5EF4-FFF2-40B4-BE49-F238E27FC236}">
                <a16:creationId xmlns:a16="http://schemas.microsoft.com/office/drawing/2014/main" id="{F527D9F9-830E-4995-BF86-B52329BD94E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1047" y="720536"/>
                </a:moveTo>
                <a:lnTo>
                  <a:pt x="1826453" y="7501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4" name="9r3d_0_official_PredictedLigand_18">
            <a:extLst>
              <a:ext uri="{FF2B5EF4-FFF2-40B4-BE49-F238E27FC236}">
                <a16:creationId xmlns:a16="http://schemas.microsoft.com/office/drawing/2014/main" id="{804DB195-972A-4411-8D14-8CBCFB3B2B0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438" y="708049"/>
                </a:moveTo>
                <a:lnTo>
                  <a:pt x="1469318" y="5650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5" name="9r3d_0_official_PredictedLigand_19">
            <a:extLst>
              <a:ext uri="{FF2B5EF4-FFF2-40B4-BE49-F238E27FC236}">
                <a16:creationId xmlns:a16="http://schemas.microsoft.com/office/drawing/2014/main" id="{277B171A-CD1E-47BD-9471-A7B73C9AD7E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948" y="592825"/>
                </a:moveTo>
                <a:lnTo>
                  <a:pt x="1227661" y="6431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6" name="9r3d_0_official_PredictedLigand_20">
            <a:extLst>
              <a:ext uri="{FF2B5EF4-FFF2-40B4-BE49-F238E27FC236}">
                <a16:creationId xmlns:a16="http://schemas.microsoft.com/office/drawing/2014/main" id="{C664B841-9AF8-459A-8D1F-6ABED288885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630" y="1116855"/>
                </a:moveTo>
                <a:lnTo>
                  <a:pt x="1527795" y="11316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7" name="9r3d_0_official_PredictedLigand_21">
            <a:extLst>
              <a:ext uri="{FF2B5EF4-FFF2-40B4-BE49-F238E27FC236}">
                <a16:creationId xmlns:a16="http://schemas.microsoft.com/office/drawing/2014/main" id="{7EB5C448-0DB3-42CC-BE50-F410715A6AA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2301" y="838792"/>
                </a:moveTo>
                <a:lnTo>
                  <a:pt x="1532438" y="7080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8" name="9r3d_0_official_PredictedLigand_22">
            <a:extLst>
              <a:ext uri="{FF2B5EF4-FFF2-40B4-BE49-F238E27FC236}">
                <a16:creationId xmlns:a16="http://schemas.microsoft.com/office/drawing/2014/main" id="{71917D15-BD64-48C8-A64E-00EBF153561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066133" y="6140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9" name="9r3d_0_official_PredictedLigand_23">
            <a:extLst>
              <a:ext uri="{FF2B5EF4-FFF2-40B4-BE49-F238E27FC236}">
                <a16:creationId xmlns:a16="http://schemas.microsoft.com/office/drawing/2014/main" id="{F0223416-9E00-42E9-8B0E-67C492AB18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887661" y="6163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0" name="9r3d_0_official_PredictedLigand_24">
            <a:extLst>
              <a:ext uri="{FF2B5EF4-FFF2-40B4-BE49-F238E27FC236}">
                <a16:creationId xmlns:a16="http://schemas.microsoft.com/office/drawing/2014/main" id="{FB54E89F-C9D2-4115-92B3-212611C4EE2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422301" y="8387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1" name="9r3d_0_official_PredictedLigand_25">
            <a:extLst>
              <a:ext uri="{FF2B5EF4-FFF2-40B4-BE49-F238E27FC236}">
                <a16:creationId xmlns:a16="http://schemas.microsoft.com/office/drawing/2014/main" id="{62DA2C85-615B-47EA-9516-23265FDA2E4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6453" y="750121"/>
                </a:moveTo>
                <a:lnTo>
                  <a:pt x="1799019" y="8791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2" name="9r3d_0_official_PredictedLigand_26">
            <a:extLst>
              <a:ext uri="{FF2B5EF4-FFF2-40B4-BE49-F238E27FC236}">
                <a16:creationId xmlns:a16="http://schemas.microsoft.com/office/drawing/2014/main" id="{53D658C7-253A-48FB-AC79-E0E669F147D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859550" y="4331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3" name="9r3d_0_official_PredictedLigand_27">
            <a:extLst>
              <a:ext uri="{FF2B5EF4-FFF2-40B4-BE49-F238E27FC236}">
                <a16:creationId xmlns:a16="http://schemas.microsoft.com/office/drawing/2014/main" id="{88892951-CDED-4339-8C11-3735FF909B0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27661" y="643136"/>
                </a:moveTo>
                <a:lnTo>
                  <a:pt x="1273218" y="80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4" name="9r3d_0_official_PredictedLigand_28">
            <a:extLst>
              <a:ext uri="{FF2B5EF4-FFF2-40B4-BE49-F238E27FC236}">
                <a16:creationId xmlns:a16="http://schemas.microsoft.com/office/drawing/2014/main" id="{95221B48-8FC3-4145-A3FC-6FA557A0D3A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6133" y="614048"/>
                </a:moveTo>
                <a:lnTo>
                  <a:pt x="999653" y="4726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5" name="9r3d_0_official_PredictedLigand_29">
            <a:extLst>
              <a:ext uri="{FF2B5EF4-FFF2-40B4-BE49-F238E27FC236}">
                <a16:creationId xmlns:a16="http://schemas.microsoft.com/office/drawing/2014/main" id="{602531D9-7070-49CF-A42B-14349DC0245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218" y="804438"/>
                </a:moveTo>
                <a:lnTo>
                  <a:pt x="1183061" y="9430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6" name="9r3d_0_official_PredictedLigand_30">
            <a:extLst>
              <a:ext uri="{FF2B5EF4-FFF2-40B4-BE49-F238E27FC236}">
                <a16:creationId xmlns:a16="http://schemas.microsoft.com/office/drawing/2014/main" id="{D6AAA9C8-8209-4922-829F-8BB1A25C24E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1116805" y="3507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7" name="9r3d_0_official_PredictedLigand_31">
            <a:extLst>
              <a:ext uri="{FF2B5EF4-FFF2-40B4-BE49-F238E27FC236}">
                <a16:creationId xmlns:a16="http://schemas.microsoft.com/office/drawing/2014/main" id="{0F3F9B25-DD67-4F7A-9A65-DFE823BB2CA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08434" y="8801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8" name="9r3d_0_official_PredictedLigand_32">
            <a:extLst>
              <a:ext uri="{FF2B5EF4-FFF2-40B4-BE49-F238E27FC236}">
                <a16:creationId xmlns:a16="http://schemas.microsoft.com/office/drawing/2014/main" id="{E7C631F6-FCCA-4CE1-B9F2-3DA6612FFE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3061" y="943073"/>
                </a:moveTo>
                <a:lnTo>
                  <a:pt x="1018382" y="9338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9" name="9r3d_0_official_PredictedLigand_33">
            <a:extLst>
              <a:ext uri="{FF2B5EF4-FFF2-40B4-BE49-F238E27FC236}">
                <a16:creationId xmlns:a16="http://schemas.microsoft.com/office/drawing/2014/main" id="{BE97A875-F6F7-456E-A3C3-DD6AA4E863F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971771" y="10839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0" name="9r3d_0_official_PredictedLigand_34">
            <a:extLst>
              <a:ext uri="{FF2B5EF4-FFF2-40B4-BE49-F238E27FC236}">
                <a16:creationId xmlns:a16="http://schemas.microsoft.com/office/drawing/2014/main" id="{B434D313-C080-4492-B873-6A04EC355C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9653" y="472615"/>
                </a:moveTo>
                <a:lnTo>
                  <a:pt x="962350" y="495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1" name="9r3d_0_official_PredictedLigand_35">
            <a:extLst>
              <a:ext uri="{FF2B5EF4-FFF2-40B4-BE49-F238E27FC236}">
                <a16:creationId xmlns:a16="http://schemas.microsoft.com/office/drawing/2014/main" id="{C518BA0A-CBD3-4A68-9371-7A3FCF77EF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82" y="933847"/>
                </a:moveTo>
                <a:lnTo>
                  <a:pt x="1013016" y="82688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2" name="9r3d_0_official_PredictedAtoms_0">
            <a:extLst>
              <a:ext uri="{FF2B5EF4-FFF2-40B4-BE49-F238E27FC236}">
                <a16:creationId xmlns:a16="http://schemas.microsoft.com/office/drawing/2014/main" id="{F457054D-CBEF-4230-B0C5-027C7F757A47}"/>
              </a:ext>
            </a:extLst>
          </p:cNvPr>
          <p:cNvSpPr>
            <a:spLocks noGrp="1"/>
          </p:cNvSpPr>
          <p:nvPr/>
        </p:nvSpPr>
        <p:spPr>
          <a:xfrm>
            <a:off x="2022889" y="47450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3" name="9r3d_0_official_PredictedAtoms_1">
            <a:extLst>
              <a:ext uri="{FF2B5EF4-FFF2-40B4-BE49-F238E27FC236}">
                <a16:creationId xmlns:a16="http://schemas.microsoft.com/office/drawing/2014/main" id="{71A5A2FC-FBBA-4433-9EDA-9628977F6ECB}"/>
              </a:ext>
            </a:extLst>
          </p:cNvPr>
          <p:cNvSpPr>
            <a:spLocks noGrp="1"/>
          </p:cNvSpPr>
          <p:nvPr/>
        </p:nvSpPr>
        <p:spPr>
          <a:xfrm>
            <a:off x="1862453" y="47069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4" name="9r3d_0_official_PredictedAtoms_2">
            <a:extLst>
              <a:ext uri="{FF2B5EF4-FFF2-40B4-BE49-F238E27FC236}">
                <a16:creationId xmlns:a16="http://schemas.microsoft.com/office/drawing/2014/main" id="{D754DD70-1F75-42B9-AB9B-EFBA626B637F}"/>
              </a:ext>
            </a:extLst>
          </p:cNvPr>
          <p:cNvSpPr>
            <a:spLocks noGrp="1"/>
          </p:cNvSpPr>
          <p:nvPr/>
        </p:nvSpPr>
        <p:spPr>
          <a:xfrm>
            <a:off x="1870755" y="46245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5" name="9r3d_0_official_PredictedAtoms_3">
            <a:extLst>
              <a:ext uri="{FF2B5EF4-FFF2-40B4-BE49-F238E27FC236}">
                <a16:creationId xmlns:a16="http://schemas.microsoft.com/office/drawing/2014/main" id="{8333B45A-9D9B-4BAC-A414-F0EB6735BBB4}"/>
              </a:ext>
            </a:extLst>
          </p:cNvPr>
          <p:cNvSpPr>
            <a:spLocks noGrp="1"/>
          </p:cNvSpPr>
          <p:nvPr/>
        </p:nvSpPr>
        <p:spPr>
          <a:xfrm>
            <a:off x="1779179" y="46133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6" name="9r3d_0_official_PredictedAtoms_4">
            <a:extLst>
              <a:ext uri="{FF2B5EF4-FFF2-40B4-BE49-F238E27FC236}">
                <a16:creationId xmlns:a16="http://schemas.microsoft.com/office/drawing/2014/main" id="{7470E78A-BB96-4615-BF84-96EC32485F7A}"/>
              </a:ext>
            </a:extLst>
          </p:cNvPr>
          <p:cNvSpPr>
            <a:spLocks noGrp="1"/>
          </p:cNvSpPr>
          <p:nvPr/>
        </p:nvSpPr>
        <p:spPr>
          <a:xfrm>
            <a:off x="1770929" y="48499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7" name="9r3d_0_official_PredictedAtoms_5">
            <a:extLst>
              <a:ext uri="{FF2B5EF4-FFF2-40B4-BE49-F238E27FC236}">
                <a16:creationId xmlns:a16="http://schemas.microsoft.com/office/drawing/2014/main" id="{B1CF1A74-D097-4773-9704-FB8B0650E460}"/>
              </a:ext>
            </a:extLst>
          </p:cNvPr>
          <p:cNvSpPr>
            <a:spLocks noGrp="1"/>
          </p:cNvSpPr>
          <p:nvPr/>
        </p:nvSpPr>
        <p:spPr>
          <a:xfrm>
            <a:off x="1681726" y="492087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8" name="9r3d_0_official_PredictedAtoms_6">
            <a:extLst>
              <a:ext uri="{FF2B5EF4-FFF2-40B4-BE49-F238E27FC236}">
                <a16:creationId xmlns:a16="http://schemas.microsoft.com/office/drawing/2014/main" id="{F095678B-6444-46FC-8835-BCC0218E52EB}"/>
              </a:ext>
            </a:extLst>
          </p:cNvPr>
          <p:cNvSpPr>
            <a:spLocks noGrp="1"/>
          </p:cNvSpPr>
          <p:nvPr/>
        </p:nvSpPr>
        <p:spPr>
          <a:xfrm>
            <a:off x="1521356" y="4948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9" name="9r3d_0_official_PredictedAtoms_7">
            <a:extLst>
              <a:ext uri="{FF2B5EF4-FFF2-40B4-BE49-F238E27FC236}">
                <a16:creationId xmlns:a16="http://schemas.microsoft.com/office/drawing/2014/main" id="{3D15A81B-B726-4414-97B1-89E0BABC3020}"/>
              </a:ext>
            </a:extLst>
          </p:cNvPr>
          <p:cNvSpPr>
            <a:spLocks noGrp="1"/>
          </p:cNvSpPr>
          <p:nvPr/>
        </p:nvSpPr>
        <p:spPr>
          <a:xfrm>
            <a:off x="1506742" y="50010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0" name="9r3d_0_official_PredictedAtoms_8">
            <a:extLst>
              <a:ext uri="{FF2B5EF4-FFF2-40B4-BE49-F238E27FC236}">
                <a16:creationId xmlns:a16="http://schemas.microsoft.com/office/drawing/2014/main" id="{99A14FF7-AA4A-4713-AD0D-2C275E364138}"/>
              </a:ext>
            </a:extLst>
          </p:cNvPr>
          <p:cNvSpPr>
            <a:spLocks noGrp="1"/>
          </p:cNvSpPr>
          <p:nvPr/>
        </p:nvSpPr>
        <p:spPr>
          <a:xfrm>
            <a:off x="1398491" y="49530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1" name="9r3d_0_official_PredictedAtoms_9">
            <a:extLst>
              <a:ext uri="{FF2B5EF4-FFF2-40B4-BE49-F238E27FC236}">
                <a16:creationId xmlns:a16="http://schemas.microsoft.com/office/drawing/2014/main" id="{36E45ADF-F077-4E9C-8F93-49EBB7958265}"/>
              </a:ext>
            </a:extLst>
          </p:cNvPr>
          <p:cNvSpPr>
            <a:spLocks noGrp="1"/>
          </p:cNvSpPr>
          <p:nvPr/>
        </p:nvSpPr>
        <p:spPr>
          <a:xfrm>
            <a:off x="1418680" y="4799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2" name="9r3d_0_official_PredictedAtoms_10">
            <a:extLst>
              <a:ext uri="{FF2B5EF4-FFF2-40B4-BE49-F238E27FC236}">
                <a16:creationId xmlns:a16="http://schemas.microsoft.com/office/drawing/2014/main" id="{5B28DFD2-57C9-4623-AE03-89045A06053B}"/>
              </a:ext>
            </a:extLst>
          </p:cNvPr>
          <p:cNvSpPr>
            <a:spLocks noGrp="1"/>
          </p:cNvSpPr>
          <p:nvPr/>
        </p:nvSpPr>
        <p:spPr>
          <a:xfrm>
            <a:off x="1237520" y="49907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3" name="9r3d_0_official_PredictedAtoms_11">
            <a:extLst>
              <a:ext uri="{FF2B5EF4-FFF2-40B4-BE49-F238E27FC236}">
                <a16:creationId xmlns:a16="http://schemas.microsoft.com/office/drawing/2014/main" id="{88397C7B-4317-478D-AB33-D0AC8DF88429}"/>
              </a:ext>
            </a:extLst>
          </p:cNvPr>
          <p:cNvSpPr>
            <a:spLocks noGrp="1"/>
          </p:cNvSpPr>
          <p:nvPr/>
        </p:nvSpPr>
        <p:spPr>
          <a:xfrm>
            <a:off x="1436838" y="50403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4" name="9r3d_0_official_PredictedAtoms_12">
            <a:extLst>
              <a:ext uri="{FF2B5EF4-FFF2-40B4-BE49-F238E27FC236}">
                <a16:creationId xmlns:a16="http://schemas.microsoft.com/office/drawing/2014/main" id="{F71CA6DF-F4BC-48FB-A087-4A4F21B66AEA}"/>
              </a:ext>
            </a:extLst>
          </p:cNvPr>
          <p:cNvSpPr>
            <a:spLocks noGrp="1"/>
          </p:cNvSpPr>
          <p:nvPr/>
        </p:nvSpPr>
        <p:spPr>
          <a:xfrm>
            <a:off x="1440068" y="49989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5" name="9r3d_0_official_PredictedAtoms_13">
            <a:extLst>
              <a:ext uri="{FF2B5EF4-FFF2-40B4-BE49-F238E27FC236}">
                <a16:creationId xmlns:a16="http://schemas.microsoft.com/office/drawing/2014/main" id="{509E5ECB-AB58-41CF-9E5A-60ED3E777D08}"/>
              </a:ext>
            </a:extLst>
          </p:cNvPr>
          <p:cNvSpPr>
            <a:spLocks noGrp="1"/>
          </p:cNvSpPr>
          <p:nvPr/>
        </p:nvSpPr>
        <p:spPr>
          <a:xfrm>
            <a:off x="1278541" y="49698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6" name="9r3d_0_official_PredictedAtoms_14">
            <a:extLst>
              <a:ext uri="{FF2B5EF4-FFF2-40B4-BE49-F238E27FC236}">
                <a16:creationId xmlns:a16="http://schemas.microsoft.com/office/drawing/2014/main" id="{81C4710A-4D79-446B-B352-886432A9FD48}"/>
              </a:ext>
            </a:extLst>
          </p:cNvPr>
          <p:cNvSpPr>
            <a:spLocks noGrp="1"/>
          </p:cNvSpPr>
          <p:nvPr/>
        </p:nvSpPr>
        <p:spPr>
          <a:xfrm>
            <a:off x="1212060" y="4828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7" name="9r3d_0_official_PredictedAtoms_15">
            <a:extLst>
              <a:ext uri="{FF2B5EF4-FFF2-40B4-BE49-F238E27FC236}">
                <a16:creationId xmlns:a16="http://schemas.microsoft.com/office/drawing/2014/main" id="{5CB55658-25B9-419D-8B01-11721C875151}"/>
              </a:ext>
            </a:extLst>
          </p:cNvPr>
          <p:cNvSpPr>
            <a:spLocks noGrp="1"/>
          </p:cNvSpPr>
          <p:nvPr/>
        </p:nvSpPr>
        <p:spPr>
          <a:xfrm>
            <a:off x="1071958" y="47889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8" name="9r3d_0_official_PredictedAtoms_16">
            <a:extLst>
              <a:ext uri="{FF2B5EF4-FFF2-40B4-BE49-F238E27FC236}">
                <a16:creationId xmlns:a16="http://schemas.microsoft.com/office/drawing/2014/main" id="{B23F7C3B-EA34-4A69-8A50-348F8E0B635E}"/>
              </a:ext>
            </a:extLst>
          </p:cNvPr>
          <p:cNvSpPr>
            <a:spLocks noGrp="1"/>
          </p:cNvSpPr>
          <p:nvPr/>
        </p:nvSpPr>
        <p:spPr>
          <a:xfrm>
            <a:off x="1174757" y="48508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9" name="9r3d_0_official_PredictedAtoms_17">
            <a:extLst>
              <a:ext uri="{FF2B5EF4-FFF2-40B4-BE49-F238E27FC236}">
                <a16:creationId xmlns:a16="http://schemas.microsoft.com/office/drawing/2014/main" id="{A6E30860-E081-4EF3-9FDE-7D6526068910}"/>
              </a:ext>
            </a:extLst>
          </p:cNvPr>
          <p:cNvSpPr>
            <a:spLocks noGrp="1"/>
          </p:cNvSpPr>
          <p:nvPr/>
        </p:nvSpPr>
        <p:spPr>
          <a:xfrm>
            <a:off x="1329213" y="47065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0" name="9r3d_0_official_PredictedAtoms_18">
            <a:extLst>
              <a:ext uri="{FF2B5EF4-FFF2-40B4-BE49-F238E27FC236}">
                <a16:creationId xmlns:a16="http://schemas.microsoft.com/office/drawing/2014/main" id="{60894ABA-0528-499B-A521-0A0E8E6B8D9C}"/>
              </a:ext>
            </a:extLst>
          </p:cNvPr>
          <p:cNvSpPr>
            <a:spLocks noGrp="1"/>
          </p:cNvSpPr>
          <p:nvPr/>
        </p:nvSpPr>
        <p:spPr>
          <a:xfrm>
            <a:off x="1485625" y="51602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1" name="9r3d_0_official_PredictedAtoms_19">
            <a:extLst>
              <a:ext uri="{FF2B5EF4-FFF2-40B4-BE49-F238E27FC236}">
                <a16:creationId xmlns:a16="http://schemas.microsoft.com/office/drawing/2014/main" id="{9F5831CC-147E-44CC-B0D9-F6CA63C066D2}"/>
              </a:ext>
            </a:extLst>
          </p:cNvPr>
          <p:cNvSpPr>
            <a:spLocks noGrp="1"/>
          </p:cNvSpPr>
          <p:nvPr/>
        </p:nvSpPr>
        <p:spPr>
          <a:xfrm>
            <a:off x="1395468" y="52988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2" name="9r3d_0_official_PredictedAtoms_20">
            <a:extLst>
              <a:ext uri="{FF2B5EF4-FFF2-40B4-BE49-F238E27FC236}">
                <a16:creationId xmlns:a16="http://schemas.microsoft.com/office/drawing/2014/main" id="{5C028FF3-CC82-4B1F-A37B-7C3C0B110DC1}"/>
              </a:ext>
            </a:extLst>
          </p:cNvPr>
          <p:cNvSpPr>
            <a:spLocks noGrp="1"/>
          </p:cNvSpPr>
          <p:nvPr/>
        </p:nvSpPr>
        <p:spPr>
          <a:xfrm>
            <a:off x="1230790" y="52896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3" name="9r3d_0_official_PredictedAtoms_21">
            <a:extLst>
              <a:ext uri="{FF2B5EF4-FFF2-40B4-BE49-F238E27FC236}">
                <a16:creationId xmlns:a16="http://schemas.microsoft.com/office/drawing/2014/main" id="{226F10B5-05EB-4471-968B-08E58E688502}"/>
              </a:ext>
            </a:extLst>
          </p:cNvPr>
          <p:cNvSpPr>
            <a:spLocks noGrp="1"/>
          </p:cNvSpPr>
          <p:nvPr/>
        </p:nvSpPr>
        <p:spPr>
          <a:xfrm>
            <a:off x="1184178" y="54396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4" name="9r3d_0_official_PredictedAtoms_22">
            <a:extLst>
              <a:ext uri="{FF2B5EF4-FFF2-40B4-BE49-F238E27FC236}">
                <a16:creationId xmlns:a16="http://schemas.microsoft.com/office/drawing/2014/main" id="{C0AFC46C-4987-4D35-9FFC-498A9C849ECA}"/>
              </a:ext>
            </a:extLst>
          </p:cNvPr>
          <p:cNvSpPr>
            <a:spLocks noGrp="1"/>
          </p:cNvSpPr>
          <p:nvPr/>
        </p:nvSpPr>
        <p:spPr>
          <a:xfrm>
            <a:off x="1120842" y="52359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5" name="9r3d_0_official_PredictedAtoms_23">
            <a:extLst>
              <a:ext uri="{FF2B5EF4-FFF2-40B4-BE49-F238E27FC236}">
                <a16:creationId xmlns:a16="http://schemas.microsoft.com/office/drawing/2014/main" id="{48B9BCE8-F647-4D13-9436-0377A25CA4EE}"/>
              </a:ext>
            </a:extLst>
          </p:cNvPr>
          <p:cNvSpPr>
            <a:spLocks noGrp="1"/>
          </p:cNvSpPr>
          <p:nvPr/>
        </p:nvSpPr>
        <p:spPr>
          <a:xfrm>
            <a:off x="1225423" y="518266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6" name="9r3d_0_official_PredictedAtoms_24">
            <a:extLst>
              <a:ext uri="{FF2B5EF4-FFF2-40B4-BE49-F238E27FC236}">
                <a16:creationId xmlns:a16="http://schemas.microsoft.com/office/drawing/2014/main" id="{59237047-AA07-4224-9C5B-AD89C7D24883}"/>
              </a:ext>
            </a:extLst>
          </p:cNvPr>
          <p:cNvSpPr>
            <a:spLocks noGrp="1"/>
          </p:cNvSpPr>
          <p:nvPr/>
        </p:nvSpPr>
        <p:spPr>
          <a:xfrm>
            <a:off x="1634708" y="5194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7" name="9r3d_0_official_PredictedAtoms_25">
            <a:extLst>
              <a:ext uri="{FF2B5EF4-FFF2-40B4-BE49-F238E27FC236}">
                <a16:creationId xmlns:a16="http://schemas.microsoft.com/office/drawing/2014/main" id="{D855757B-49EB-44F1-A20C-7D57504689DF}"/>
              </a:ext>
            </a:extLst>
          </p:cNvPr>
          <p:cNvSpPr>
            <a:spLocks noGrp="1"/>
          </p:cNvSpPr>
          <p:nvPr/>
        </p:nvSpPr>
        <p:spPr>
          <a:xfrm>
            <a:off x="1613756" y="530353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8" name="9r3d_0_official_PredictedAtoms_26">
            <a:extLst>
              <a:ext uri="{FF2B5EF4-FFF2-40B4-BE49-F238E27FC236}">
                <a16:creationId xmlns:a16="http://schemas.microsoft.com/office/drawing/2014/main" id="{72D4AFAB-5AFE-4C8B-BE1A-1310F3AB0E80}"/>
              </a:ext>
            </a:extLst>
          </p:cNvPr>
          <p:cNvSpPr>
            <a:spLocks noGrp="1"/>
          </p:cNvSpPr>
          <p:nvPr/>
        </p:nvSpPr>
        <p:spPr>
          <a:xfrm>
            <a:off x="1636037" y="54726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9" name="9r3d_0_official_PredictedAtoms_27">
            <a:extLst>
              <a:ext uri="{FF2B5EF4-FFF2-40B4-BE49-F238E27FC236}">
                <a16:creationId xmlns:a16="http://schemas.microsoft.com/office/drawing/2014/main" id="{1B755652-1F40-45F2-8D9E-D023F4F9F9C9}"/>
              </a:ext>
            </a:extLst>
          </p:cNvPr>
          <p:cNvSpPr>
            <a:spLocks noGrp="1"/>
          </p:cNvSpPr>
          <p:nvPr/>
        </p:nvSpPr>
        <p:spPr>
          <a:xfrm>
            <a:off x="1700805" y="55309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0" name="9r3d_0_official_PredictedAtoms_28">
            <a:extLst>
              <a:ext uri="{FF2B5EF4-FFF2-40B4-BE49-F238E27FC236}">
                <a16:creationId xmlns:a16="http://schemas.microsoft.com/office/drawing/2014/main" id="{E7D953A4-FF3F-4341-98B3-B1CF8AC5969A}"/>
              </a:ext>
            </a:extLst>
          </p:cNvPr>
          <p:cNvSpPr>
            <a:spLocks noGrp="1"/>
          </p:cNvSpPr>
          <p:nvPr/>
        </p:nvSpPr>
        <p:spPr>
          <a:xfrm>
            <a:off x="1740202" y="54874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1" name="9r3d_0_official_PredictedAtoms_29">
            <a:extLst>
              <a:ext uri="{FF2B5EF4-FFF2-40B4-BE49-F238E27FC236}">
                <a16:creationId xmlns:a16="http://schemas.microsoft.com/office/drawing/2014/main" id="{FEFABE77-D5C0-4D04-B2D0-5219C55296F8}"/>
              </a:ext>
            </a:extLst>
          </p:cNvPr>
          <p:cNvSpPr>
            <a:spLocks noGrp="1"/>
          </p:cNvSpPr>
          <p:nvPr/>
        </p:nvSpPr>
        <p:spPr>
          <a:xfrm>
            <a:off x="1490391" y="55582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2" name="9r3d_0_official_PredictedAtoms_30">
            <a:extLst>
              <a:ext uri="{FF2B5EF4-FFF2-40B4-BE49-F238E27FC236}">
                <a16:creationId xmlns:a16="http://schemas.microsoft.com/office/drawing/2014/main" id="{60BA31EB-EEF9-4B25-81EE-26CA40C81869}"/>
              </a:ext>
            </a:extLst>
          </p:cNvPr>
          <p:cNvSpPr>
            <a:spLocks noGrp="1"/>
          </p:cNvSpPr>
          <p:nvPr/>
        </p:nvSpPr>
        <p:spPr>
          <a:xfrm>
            <a:off x="1744846" y="50638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3" name="9r3d_0_official_PredictedAtoms_31">
            <a:extLst>
              <a:ext uri="{FF2B5EF4-FFF2-40B4-BE49-F238E27FC236}">
                <a16:creationId xmlns:a16="http://schemas.microsoft.com/office/drawing/2014/main" id="{85AFC2EE-32F9-44F7-AD96-27349427F1AF}"/>
              </a:ext>
            </a:extLst>
          </p:cNvPr>
          <p:cNvSpPr>
            <a:spLocks noGrp="1"/>
          </p:cNvSpPr>
          <p:nvPr/>
        </p:nvSpPr>
        <p:spPr>
          <a:xfrm>
            <a:off x="1893455" y="507631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4" name="9r3d_0_official_PredictedAtoms_32">
            <a:extLst>
              <a:ext uri="{FF2B5EF4-FFF2-40B4-BE49-F238E27FC236}">
                <a16:creationId xmlns:a16="http://schemas.microsoft.com/office/drawing/2014/main" id="{57D90C0B-8B2E-42AA-B57B-51080AC5B216}"/>
              </a:ext>
            </a:extLst>
          </p:cNvPr>
          <p:cNvSpPr>
            <a:spLocks noGrp="1"/>
          </p:cNvSpPr>
          <p:nvPr/>
        </p:nvSpPr>
        <p:spPr>
          <a:xfrm>
            <a:off x="2038860" y="51059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5" name="9r3d_0_official_PredictedAtoms_33">
            <a:extLst>
              <a:ext uri="{FF2B5EF4-FFF2-40B4-BE49-F238E27FC236}">
                <a16:creationId xmlns:a16="http://schemas.microsoft.com/office/drawing/2014/main" id="{2D8A129D-7824-4188-B37B-62782FF8B33E}"/>
              </a:ext>
            </a:extLst>
          </p:cNvPr>
          <p:cNvSpPr>
            <a:spLocks noGrp="1"/>
          </p:cNvSpPr>
          <p:nvPr/>
        </p:nvSpPr>
        <p:spPr>
          <a:xfrm>
            <a:off x="2100069" y="49721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6" name="9r3d_0_official_PredictedAtoms_34">
            <a:extLst>
              <a:ext uri="{FF2B5EF4-FFF2-40B4-BE49-F238E27FC236}">
                <a16:creationId xmlns:a16="http://schemas.microsoft.com/office/drawing/2014/main" id="{FBFD9323-30C8-4FF8-9E44-E4C5C7893F49}"/>
              </a:ext>
            </a:extLst>
          </p:cNvPr>
          <p:cNvSpPr>
            <a:spLocks noGrp="1"/>
          </p:cNvSpPr>
          <p:nvPr/>
        </p:nvSpPr>
        <p:spPr>
          <a:xfrm>
            <a:off x="2011427" y="52349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7" name="9r3d_0_official_PredictedAtoms_35">
            <a:extLst>
              <a:ext uri="{FF2B5EF4-FFF2-40B4-BE49-F238E27FC236}">
                <a16:creationId xmlns:a16="http://schemas.microsoft.com/office/drawing/2014/main" id="{8DA5307F-7CFC-4260-A821-0F6408E1D0F4}"/>
              </a:ext>
            </a:extLst>
          </p:cNvPr>
          <p:cNvSpPr>
            <a:spLocks noGrp="1"/>
          </p:cNvSpPr>
          <p:nvPr/>
        </p:nvSpPr>
        <p:spPr>
          <a:xfrm>
            <a:off x="2153553" y="51494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8" name="stage3-cases-density_25">
            <a:extLst>
              <a:ext uri="{FF2B5EF4-FFF2-40B4-BE49-F238E27FC236}">
                <a16:creationId xmlns:a16="http://schemas.microsoft.com/office/drawing/2014/main" id="{74DC67EA-6A57-446C-AC7F-FC42A7443375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5.69 Å   D 56%   Clash 0</a:t>
            </a:r>
          </a:p>
        </p:txBody>
      </p:sp>
      <p:sp>
        <p:nvSpPr>
          <p:cNvPr id="769" name="9r3d_0_tuned_Receptor">
            <a:extLst>
              <a:ext uri="{FF2B5EF4-FFF2-40B4-BE49-F238E27FC236}">
                <a16:creationId xmlns:a16="http://schemas.microsoft.com/office/drawing/2014/main" id="{0E5AE2A1-967F-4EFE-889E-25CAC0F9437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70" name="9r3d_0_tuned_ExperimentalDensity">
            <a:extLst>
              <a:ext uri="{FF2B5EF4-FFF2-40B4-BE49-F238E27FC236}">
                <a16:creationId xmlns:a16="http://schemas.microsoft.com/office/drawing/2014/main" id="{23CDD66E-2E4F-45E8-9CBC-3741077AD01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71" name="9r3d_0_tuned_ReferenceLigand_0">
            <a:extLst>
              <a:ext uri="{FF2B5EF4-FFF2-40B4-BE49-F238E27FC236}">
                <a16:creationId xmlns:a16="http://schemas.microsoft.com/office/drawing/2014/main" id="{1609C127-F931-49D7-B2EE-B2F18A0CA8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r3d_0_tuned_ReferenceLigand_1">
            <a:extLst>
              <a:ext uri="{FF2B5EF4-FFF2-40B4-BE49-F238E27FC236}">
                <a16:creationId xmlns:a16="http://schemas.microsoft.com/office/drawing/2014/main" id="{B85B00E5-F337-461A-8B65-08A42374D36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3" name="9r3d_0_tuned_ReferenceLigand_2">
            <a:extLst>
              <a:ext uri="{FF2B5EF4-FFF2-40B4-BE49-F238E27FC236}">
                <a16:creationId xmlns:a16="http://schemas.microsoft.com/office/drawing/2014/main" id="{DEE26516-DF4E-4219-8319-25488641C6F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4" name="9r3d_0_tuned_ReferenceLigand_3">
            <a:extLst>
              <a:ext uri="{FF2B5EF4-FFF2-40B4-BE49-F238E27FC236}">
                <a16:creationId xmlns:a16="http://schemas.microsoft.com/office/drawing/2014/main" id="{865500DD-6D84-49E8-A3BE-98BC918AADB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5" name="9r3d_0_tuned_ReferenceLigand_4">
            <a:extLst>
              <a:ext uri="{FF2B5EF4-FFF2-40B4-BE49-F238E27FC236}">
                <a16:creationId xmlns:a16="http://schemas.microsoft.com/office/drawing/2014/main" id="{37DBE15E-6733-4292-BE69-D7FC039318B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6" name="9r3d_0_tuned_ReferenceLigand_5">
            <a:extLst>
              <a:ext uri="{FF2B5EF4-FFF2-40B4-BE49-F238E27FC236}">
                <a16:creationId xmlns:a16="http://schemas.microsoft.com/office/drawing/2014/main" id="{7BBE6E94-8029-4107-9207-A6D47FEE8BD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r3d_0_tuned_ReferenceLigand_6">
            <a:extLst>
              <a:ext uri="{FF2B5EF4-FFF2-40B4-BE49-F238E27FC236}">
                <a16:creationId xmlns:a16="http://schemas.microsoft.com/office/drawing/2014/main" id="{FF30F07A-3672-4961-A32E-D50173B7517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r3d_0_tuned_ReferenceLigand_7">
            <a:extLst>
              <a:ext uri="{FF2B5EF4-FFF2-40B4-BE49-F238E27FC236}">
                <a16:creationId xmlns:a16="http://schemas.microsoft.com/office/drawing/2014/main" id="{EF7EC66F-F699-45ED-845C-66FA0C6384E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r3d_0_tuned_ReferenceLigand_8">
            <a:extLst>
              <a:ext uri="{FF2B5EF4-FFF2-40B4-BE49-F238E27FC236}">
                <a16:creationId xmlns:a16="http://schemas.microsoft.com/office/drawing/2014/main" id="{54D39296-F05D-4386-9D7F-EC585D60A26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r3d_0_tuned_ReferenceLigand_9">
            <a:extLst>
              <a:ext uri="{FF2B5EF4-FFF2-40B4-BE49-F238E27FC236}">
                <a16:creationId xmlns:a16="http://schemas.microsoft.com/office/drawing/2014/main" id="{FDD69A86-FA44-435D-81B9-F1DB3C4282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r3d_0_tuned_ReferenceLigand_10">
            <a:extLst>
              <a:ext uri="{FF2B5EF4-FFF2-40B4-BE49-F238E27FC236}">
                <a16:creationId xmlns:a16="http://schemas.microsoft.com/office/drawing/2014/main" id="{7371CA48-B8CE-4B7B-A23D-6C3F95BA11A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r3d_0_tuned_ReferenceLigand_11">
            <a:extLst>
              <a:ext uri="{FF2B5EF4-FFF2-40B4-BE49-F238E27FC236}">
                <a16:creationId xmlns:a16="http://schemas.microsoft.com/office/drawing/2014/main" id="{06FFFB22-F517-4285-8A99-303B65C2DB0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r3d_0_tuned_ReferenceLigand_12">
            <a:extLst>
              <a:ext uri="{FF2B5EF4-FFF2-40B4-BE49-F238E27FC236}">
                <a16:creationId xmlns:a16="http://schemas.microsoft.com/office/drawing/2014/main" id="{F5AB609D-C2AC-40BB-BF79-24EBC1A0966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r3d_0_tuned_ReferenceLigand_13">
            <a:extLst>
              <a:ext uri="{FF2B5EF4-FFF2-40B4-BE49-F238E27FC236}">
                <a16:creationId xmlns:a16="http://schemas.microsoft.com/office/drawing/2014/main" id="{ADC6B627-D461-455F-AFC7-03E893BA26D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r3d_0_tuned_ReferenceLigand_14">
            <a:extLst>
              <a:ext uri="{FF2B5EF4-FFF2-40B4-BE49-F238E27FC236}">
                <a16:creationId xmlns:a16="http://schemas.microsoft.com/office/drawing/2014/main" id="{105AC43D-40C3-484C-B271-C5AA2E362C2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6" name="9r3d_0_tuned_ReferenceLigand_15">
            <a:extLst>
              <a:ext uri="{FF2B5EF4-FFF2-40B4-BE49-F238E27FC236}">
                <a16:creationId xmlns:a16="http://schemas.microsoft.com/office/drawing/2014/main" id="{D73386DF-6723-414C-BCB3-66E5143D5F0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7" name="9r3d_0_tuned_ReferenceLigand_16">
            <a:extLst>
              <a:ext uri="{FF2B5EF4-FFF2-40B4-BE49-F238E27FC236}">
                <a16:creationId xmlns:a16="http://schemas.microsoft.com/office/drawing/2014/main" id="{535C8D1F-CEA2-443D-9F1E-D05CB54F67E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8" name="9r3d_0_tuned_ReferenceLigand_17">
            <a:extLst>
              <a:ext uri="{FF2B5EF4-FFF2-40B4-BE49-F238E27FC236}">
                <a16:creationId xmlns:a16="http://schemas.microsoft.com/office/drawing/2014/main" id="{787EB32A-F61D-4EF4-8AE1-8F666122604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9" name="9r3d_0_tuned_ReferenceLigand_18">
            <a:extLst>
              <a:ext uri="{FF2B5EF4-FFF2-40B4-BE49-F238E27FC236}">
                <a16:creationId xmlns:a16="http://schemas.microsoft.com/office/drawing/2014/main" id="{F75E8195-9AC2-40B1-88E9-375DC9F34C2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0" name="9r3d_0_tuned_ReferenceLigand_19">
            <a:extLst>
              <a:ext uri="{FF2B5EF4-FFF2-40B4-BE49-F238E27FC236}">
                <a16:creationId xmlns:a16="http://schemas.microsoft.com/office/drawing/2014/main" id="{F450F5F3-E21D-4C61-B122-2F11F51CACA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1" name="9r3d_0_tuned_ReferenceLigand_20">
            <a:extLst>
              <a:ext uri="{FF2B5EF4-FFF2-40B4-BE49-F238E27FC236}">
                <a16:creationId xmlns:a16="http://schemas.microsoft.com/office/drawing/2014/main" id="{30450BE7-B404-4A49-AE21-8C61B22A555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2" name="9r3d_0_tuned_ReferenceLigand_21">
            <a:extLst>
              <a:ext uri="{FF2B5EF4-FFF2-40B4-BE49-F238E27FC236}">
                <a16:creationId xmlns:a16="http://schemas.microsoft.com/office/drawing/2014/main" id="{BE47EF20-B935-41A0-9823-E134A5D0878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3" name="9r3d_0_tuned_ReferenceLigand_22">
            <a:extLst>
              <a:ext uri="{FF2B5EF4-FFF2-40B4-BE49-F238E27FC236}">
                <a16:creationId xmlns:a16="http://schemas.microsoft.com/office/drawing/2014/main" id="{18A3F69E-A999-44F3-BFC0-5876C7A093A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4" name="9r3d_0_tuned_ReferenceLigand_23">
            <a:extLst>
              <a:ext uri="{FF2B5EF4-FFF2-40B4-BE49-F238E27FC236}">
                <a16:creationId xmlns:a16="http://schemas.microsoft.com/office/drawing/2014/main" id="{D38B87B7-904B-483C-ACA9-660E916DB61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5" name="9r3d_0_tuned_ReferenceLigand_24">
            <a:extLst>
              <a:ext uri="{FF2B5EF4-FFF2-40B4-BE49-F238E27FC236}">
                <a16:creationId xmlns:a16="http://schemas.microsoft.com/office/drawing/2014/main" id="{7AE8ADF4-6067-4D7F-9A82-842A96ECE19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6" name="9r3d_0_tuned_ReferenceLigand_25">
            <a:extLst>
              <a:ext uri="{FF2B5EF4-FFF2-40B4-BE49-F238E27FC236}">
                <a16:creationId xmlns:a16="http://schemas.microsoft.com/office/drawing/2014/main" id="{DBF90A00-4D66-4953-8145-0D1147B3B3F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7" name="9r3d_0_tuned_ReferenceLigand_26">
            <a:extLst>
              <a:ext uri="{FF2B5EF4-FFF2-40B4-BE49-F238E27FC236}">
                <a16:creationId xmlns:a16="http://schemas.microsoft.com/office/drawing/2014/main" id="{0AA4A84F-15DA-47F1-80FD-D7B396E7A6E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8" name="9r3d_0_tuned_ReferenceLigand_27">
            <a:extLst>
              <a:ext uri="{FF2B5EF4-FFF2-40B4-BE49-F238E27FC236}">
                <a16:creationId xmlns:a16="http://schemas.microsoft.com/office/drawing/2014/main" id="{DAD0B072-1E40-4E0F-B6BD-38FD43C1362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99" name="9r3d_0_tuned_ReferenceLigand_28">
            <a:extLst>
              <a:ext uri="{FF2B5EF4-FFF2-40B4-BE49-F238E27FC236}">
                <a16:creationId xmlns:a16="http://schemas.microsoft.com/office/drawing/2014/main" id="{0485C552-358D-4E20-B962-46DE58D0389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0" name="9r3d_0_tuned_ReferenceLigand_29">
            <a:extLst>
              <a:ext uri="{FF2B5EF4-FFF2-40B4-BE49-F238E27FC236}">
                <a16:creationId xmlns:a16="http://schemas.microsoft.com/office/drawing/2014/main" id="{78447A78-BC43-4027-9661-0D6DECCF7DA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1" name="9r3d_0_tuned_ReferenceLigand_30">
            <a:extLst>
              <a:ext uri="{FF2B5EF4-FFF2-40B4-BE49-F238E27FC236}">
                <a16:creationId xmlns:a16="http://schemas.microsoft.com/office/drawing/2014/main" id="{6CB616FF-048C-4B55-9A14-5BA2E544343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2" name="9r3d_0_tuned_ReferenceLigand_31">
            <a:extLst>
              <a:ext uri="{FF2B5EF4-FFF2-40B4-BE49-F238E27FC236}">
                <a16:creationId xmlns:a16="http://schemas.microsoft.com/office/drawing/2014/main" id="{2F1456EA-6A5A-44A1-8572-0DB96B2AC89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3" name="9r3d_0_tuned_ReferenceLigand_32">
            <a:extLst>
              <a:ext uri="{FF2B5EF4-FFF2-40B4-BE49-F238E27FC236}">
                <a16:creationId xmlns:a16="http://schemas.microsoft.com/office/drawing/2014/main" id="{D9726139-8EB3-4B27-B189-B19EF6BB632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4" name="9r3d_0_tuned_ReferenceLigand_33">
            <a:extLst>
              <a:ext uri="{FF2B5EF4-FFF2-40B4-BE49-F238E27FC236}">
                <a16:creationId xmlns:a16="http://schemas.microsoft.com/office/drawing/2014/main" id="{2CF085ED-CF43-4B33-9C3B-4C6EDFA58BC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5" name="9r3d_0_tuned_ReferenceLigand_34">
            <a:extLst>
              <a:ext uri="{FF2B5EF4-FFF2-40B4-BE49-F238E27FC236}">
                <a16:creationId xmlns:a16="http://schemas.microsoft.com/office/drawing/2014/main" id="{C3BD807C-668C-4144-8C47-AEBA70B7315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6" name="9r3d_0_tuned_ReferenceLigand_35">
            <a:extLst>
              <a:ext uri="{FF2B5EF4-FFF2-40B4-BE49-F238E27FC236}">
                <a16:creationId xmlns:a16="http://schemas.microsoft.com/office/drawing/2014/main" id="{6BE35B23-3E8C-4F63-B55C-F2EB20CE752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07" name="9r3d_0_tuned_PredictedLigand_0">
            <a:extLst>
              <a:ext uri="{FF2B5EF4-FFF2-40B4-BE49-F238E27FC236}">
                <a16:creationId xmlns:a16="http://schemas.microsoft.com/office/drawing/2014/main" id="{3FE6C19A-C5CC-4323-9385-D04C49310E8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500104" y="4354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8" name="9r3d_0_tuned_PredictedLigand_1">
            <a:extLst>
              <a:ext uri="{FF2B5EF4-FFF2-40B4-BE49-F238E27FC236}">
                <a16:creationId xmlns:a16="http://schemas.microsoft.com/office/drawing/2014/main" id="{26746505-5E17-4D25-9000-73D0EBE2B38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868235" y="64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9" name="9r3d_0_tuned_PredictedLigand_2">
            <a:extLst>
              <a:ext uri="{FF2B5EF4-FFF2-40B4-BE49-F238E27FC236}">
                <a16:creationId xmlns:a16="http://schemas.microsoft.com/office/drawing/2014/main" id="{E3D58208-EA6B-4679-9D2C-1AE88847498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751502" y="5238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0" name="9r3d_0_tuned_PredictedLigand_3">
            <a:extLst>
              <a:ext uri="{FF2B5EF4-FFF2-40B4-BE49-F238E27FC236}">
                <a16:creationId xmlns:a16="http://schemas.microsoft.com/office/drawing/2014/main" id="{FC48D988-3C56-4E74-8960-0040C2D503F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3172" y="415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1" name="9r3d_0_tuned_PredictedLigand_4">
            <a:extLst>
              <a:ext uri="{FF2B5EF4-FFF2-40B4-BE49-F238E27FC236}">
                <a16:creationId xmlns:a16="http://schemas.microsoft.com/office/drawing/2014/main" id="{D33CCDCD-AA59-417D-BC1A-F98F15D5EA1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1856" y="437087"/>
                </a:moveTo>
                <a:lnTo>
                  <a:pt x="1648380" y="2821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2" name="9r3d_0_tuned_PredictedLigand_5">
            <a:extLst>
              <a:ext uri="{FF2B5EF4-FFF2-40B4-BE49-F238E27FC236}">
                <a16:creationId xmlns:a16="http://schemas.microsoft.com/office/drawing/2014/main" id="{80BDFAC2-3B5A-4657-A662-5FE9BC36DF1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481029" y="11309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3" name="9r3d_0_tuned_PredictedLigand_6">
            <a:extLst>
              <a:ext uri="{FF2B5EF4-FFF2-40B4-BE49-F238E27FC236}">
                <a16:creationId xmlns:a16="http://schemas.microsoft.com/office/drawing/2014/main" id="{0314F3C5-5FCC-4110-95D1-5F0BEC7DD28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7168" y="518577"/>
                </a:moveTo>
                <a:lnTo>
                  <a:pt x="1611856" y="437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4" name="9r3d_0_tuned_PredictedLigand_7">
            <a:extLst>
              <a:ext uri="{FF2B5EF4-FFF2-40B4-BE49-F238E27FC236}">
                <a16:creationId xmlns:a16="http://schemas.microsoft.com/office/drawing/2014/main" id="{CEE3A28C-9140-497A-B661-625BA5C5073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1109" y="492854"/>
                </a:moveTo>
                <a:lnTo>
                  <a:pt x="912062" y="5449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r3d_0_tuned_PredictedLigand_8">
            <a:extLst>
              <a:ext uri="{FF2B5EF4-FFF2-40B4-BE49-F238E27FC236}">
                <a16:creationId xmlns:a16="http://schemas.microsoft.com/office/drawing/2014/main" id="{D2A33EE3-6738-442D-B518-2431B7BD210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2062" y="544902"/>
                </a:moveTo>
                <a:lnTo>
                  <a:pt x="1008598" y="6427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r3d_0_tuned_PredictedLigand_9">
            <a:extLst>
              <a:ext uri="{FF2B5EF4-FFF2-40B4-BE49-F238E27FC236}">
                <a16:creationId xmlns:a16="http://schemas.microsoft.com/office/drawing/2014/main" id="{FD90FAB1-5F4E-4773-8936-7CC41DAD0C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302585" y="12999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7" name="9r3d_0_tuned_PredictedLigand_10">
            <a:extLst>
              <a:ext uri="{FF2B5EF4-FFF2-40B4-BE49-F238E27FC236}">
                <a16:creationId xmlns:a16="http://schemas.microsoft.com/office/drawing/2014/main" id="{3414739F-280D-47CC-BE40-426F0896FC6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7888" y="678372"/>
                </a:moveTo>
                <a:lnTo>
                  <a:pt x="1182735" y="8365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8" name="9r3d_0_tuned_PredictedLigand_11">
            <a:extLst>
              <a:ext uri="{FF2B5EF4-FFF2-40B4-BE49-F238E27FC236}">
                <a16:creationId xmlns:a16="http://schemas.microsoft.com/office/drawing/2014/main" id="{6574C218-6E76-4FC4-80AC-561C982C75F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335212" y="896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9" name="9r3d_0_tuned_PredictedLigand_12">
            <a:extLst>
              <a:ext uri="{FF2B5EF4-FFF2-40B4-BE49-F238E27FC236}">
                <a16:creationId xmlns:a16="http://schemas.microsoft.com/office/drawing/2014/main" id="{AB448EF8-6C24-4774-98FD-4FF12C85139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424787" y="6255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0" name="9r3d_0_tuned_PredictedLigand_13">
            <a:extLst>
              <a:ext uri="{FF2B5EF4-FFF2-40B4-BE49-F238E27FC236}">
                <a16:creationId xmlns:a16="http://schemas.microsoft.com/office/drawing/2014/main" id="{B8C2C10A-7B3A-4345-88E9-8288CAAF8B4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455810" y="7807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1" name="9r3d_0_tuned_PredictedLigand_14">
            <a:extLst>
              <a:ext uri="{FF2B5EF4-FFF2-40B4-BE49-F238E27FC236}">
                <a16:creationId xmlns:a16="http://schemas.microsoft.com/office/drawing/2014/main" id="{3AF753DB-5CB1-48D8-94C5-9012022960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537168" y="5185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2" name="9r3d_0_tuned_PredictedLigand_15">
            <a:extLst>
              <a:ext uri="{FF2B5EF4-FFF2-40B4-BE49-F238E27FC236}">
                <a16:creationId xmlns:a16="http://schemas.microsoft.com/office/drawing/2014/main" id="{AC057E4C-10DA-48F6-98EA-91593B49D81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8598" y="642734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3" name="9r3d_0_tuned_PredictedLigand_16">
            <a:extLst>
              <a:ext uri="{FF2B5EF4-FFF2-40B4-BE49-F238E27FC236}">
                <a16:creationId xmlns:a16="http://schemas.microsoft.com/office/drawing/2014/main" id="{7C9376C5-307E-4D1F-B010-BD5557BFDF4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157888" y="678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4" name="9r3d_0_tuned_PredictedLigand_17">
            <a:extLst>
              <a:ext uri="{FF2B5EF4-FFF2-40B4-BE49-F238E27FC236}">
                <a16:creationId xmlns:a16="http://schemas.microsoft.com/office/drawing/2014/main" id="{A2C67BD6-9D21-41B3-90D9-DA68F5444EC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4787" y="625562"/>
                </a:moveTo>
                <a:lnTo>
                  <a:pt x="1280541" y="5884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5" name="9r3d_0_tuned_PredictedLigand_18">
            <a:extLst>
              <a:ext uri="{FF2B5EF4-FFF2-40B4-BE49-F238E27FC236}">
                <a16:creationId xmlns:a16="http://schemas.microsoft.com/office/drawing/2014/main" id="{2E1E3A90-4E34-4E0A-8E3D-9F6C16F7CFC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5212" y="896174"/>
                </a:moveTo>
                <a:lnTo>
                  <a:pt x="1339866" y="10352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6" name="9r3d_0_tuned_PredictedLigand_19">
            <a:extLst>
              <a:ext uri="{FF2B5EF4-FFF2-40B4-BE49-F238E27FC236}">
                <a16:creationId xmlns:a16="http://schemas.microsoft.com/office/drawing/2014/main" id="{BC359244-EFB2-450E-B18F-D5EF1F1952E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9866" y="1035287"/>
                </a:moveTo>
                <a:lnTo>
                  <a:pt x="1410620" y="1175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7" name="9r3d_0_tuned_PredictedLigand_20">
            <a:extLst>
              <a:ext uri="{FF2B5EF4-FFF2-40B4-BE49-F238E27FC236}">
                <a16:creationId xmlns:a16="http://schemas.microsoft.com/office/drawing/2014/main" id="{FA476405-6E37-4120-BBD4-4E259DA81A8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61141" y="9309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8" name="9r3d_0_tuned_PredictedLigand_21">
            <a:extLst>
              <a:ext uri="{FF2B5EF4-FFF2-40B4-BE49-F238E27FC236}">
                <a16:creationId xmlns:a16="http://schemas.microsoft.com/office/drawing/2014/main" id="{D7D16E1A-8406-4C82-8559-CC9F3C3B2D5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10620" y="1175711"/>
                </a:moveTo>
                <a:lnTo>
                  <a:pt x="1529473" y="12290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29" name="9r3d_0_tuned_PredictedLigand_22">
            <a:extLst>
              <a:ext uri="{FF2B5EF4-FFF2-40B4-BE49-F238E27FC236}">
                <a16:creationId xmlns:a16="http://schemas.microsoft.com/office/drawing/2014/main" id="{DC1C1049-87EB-4EDA-A5D0-963887FA663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2735" y="836534"/>
                </a:moveTo>
                <a:lnTo>
                  <a:pt x="1094349" y="8879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0" name="9r3d_0_tuned_PredictedLigand_23">
            <a:extLst>
              <a:ext uri="{FF2B5EF4-FFF2-40B4-BE49-F238E27FC236}">
                <a16:creationId xmlns:a16="http://schemas.microsoft.com/office/drawing/2014/main" id="{A70BF1F4-CBA1-4A49-9BD8-FB6F5CA917F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1028269" y="11515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1" name="9r3d_0_tuned_PredictedLigand_24">
            <a:extLst>
              <a:ext uri="{FF2B5EF4-FFF2-40B4-BE49-F238E27FC236}">
                <a16:creationId xmlns:a16="http://schemas.microsoft.com/office/drawing/2014/main" id="{0874C003-E4A2-4C82-83D3-BA7B49667FB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5810" y="780762"/>
                </a:moveTo>
                <a:lnTo>
                  <a:pt x="1539743" y="8239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2" name="9r3d_0_tuned_PredictedLigand_25">
            <a:extLst>
              <a:ext uri="{FF2B5EF4-FFF2-40B4-BE49-F238E27FC236}">
                <a16:creationId xmlns:a16="http://schemas.microsoft.com/office/drawing/2014/main" id="{B2F51498-6E19-4F46-81C3-36A961F7EBE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4349" y="887947"/>
                </a:moveTo>
                <a:lnTo>
                  <a:pt x="961357" y="99942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3" name="9r3d_0_tuned_PredictedLigand_26">
            <a:extLst>
              <a:ext uri="{FF2B5EF4-FFF2-40B4-BE49-F238E27FC236}">
                <a16:creationId xmlns:a16="http://schemas.microsoft.com/office/drawing/2014/main" id="{9CD881C2-90B6-4940-B9AA-14F86139D8C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89911" y="8204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4" name="9r3d_0_tuned_PredictedLigand_27">
            <a:extLst>
              <a:ext uri="{FF2B5EF4-FFF2-40B4-BE49-F238E27FC236}">
                <a16:creationId xmlns:a16="http://schemas.microsoft.com/office/drawing/2014/main" id="{555E7709-5B0A-4F26-A5B2-29770C728CE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0541" y="588423"/>
                </a:moveTo>
                <a:lnTo>
                  <a:pt x="1243408" y="536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5" name="9r3d_0_tuned_PredictedLigand_28">
            <a:extLst>
              <a:ext uri="{FF2B5EF4-FFF2-40B4-BE49-F238E27FC236}">
                <a16:creationId xmlns:a16="http://schemas.microsoft.com/office/drawing/2014/main" id="{C20C029C-5FC7-49AC-9B2A-35F3E480831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357" y="999424"/>
                </a:moveTo>
                <a:lnTo>
                  <a:pt x="875137" y="10259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6" name="9r3d_0_tuned_PredictedLigand_29">
            <a:extLst>
              <a:ext uri="{FF2B5EF4-FFF2-40B4-BE49-F238E27FC236}">
                <a16:creationId xmlns:a16="http://schemas.microsoft.com/office/drawing/2014/main" id="{55A9B15A-A46E-4DAA-992D-832420713F2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9743" y="823954"/>
                </a:moveTo>
                <a:lnTo>
                  <a:pt x="1707830" y="8488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7" name="9r3d_0_tuned_PredictedLigand_30">
            <a:extLst>
              <a:ext uri="{FF2B5EF4-FFF2-40B4-BE49-F238E27FC236}">
                <a16:creationId xmlns:a16="http://schemas.microsoft.com/office/drawing/2014/main" id="{7C0013F9-BA9E-43D4-8C45-94C79A83FB8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30988" y="10098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8" name="9r3d_0_tuned_PredictedLigand_31">
            <a:extLst>
              <a:ext uri="{FF2B5EF4-FFF2-40B4-BE49-F238E27FC236}">
                <a16:creationId xmlns:a16="http://schemas.microsoft.com/office/drawing/2014/main" id="{B5898E06-FB7F-477B-8017-B45F7D75D63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07342" y="2753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39" name="9r3d_0_tuned_PredictedLigand_32">
            <a:extLst>
              <a:ext uri="{FF2B5EF4-FFF2-40B4-BE49-F238E27FC236}">
                <a16:creationId xmlns:a16="http://schemas.microsoft.com/office/drawing/2014/main" id="{5A817713-09F6-4D54-BEB7-BD4DFC47D37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3408" y="536282"/>
                </a:moveTo>
                <a:lnTo>
                  <a:pt x="1269077" y="3804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0" name="9r3d_0_tuned_PredictedLigand_33">
            <a:extLst>
              <a:ext uri="{FF2B5EF4-FFF2-40B4-BE49-F238E27FC236}">
                <a16:creationId xmlns:a16="http://schemas.microsoft.com/office/drawing/2014/main" id="{480878C4-C9B9-411B-8B09-C8DA6196862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30" y="848831"/>
                </a:moveTo>
                <a:lnTo>
                  <a:pt x="1768269" y="7530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1" name="9r3d_0_tuned_PredictedLigand_34">
            <a:extLst>
              <a:ext uri="{FF2B5EF4-FFF2-40B4-BE49-F238E27FC236}">
                <a16:creationId xmlns:a16="http://schemas.microsoft.com/office/drawing/2014/main" id="{B85CF127-4212-4215-92A6-9F0C5772EC4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118613" y="3356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2" name="9r3d_0_tuned_PredictedLigand_35">
            <a:extLst>
              <a:ext uri="{FF2B5EF4-FFF2-40B4-BE49-F238E27FC236}">
                <a16:creationId xmlns:a16="http://schemas.microsoft.com/office/drawing/2014/main" id="{81FA73C0-B8CD-44B3-8101-F13EA397B2F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9077" y="380487"/>
                </a:moveTo>
                <a:lnTo>
                  <a:pt x="1392830" y="3935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43" name="9r3d_0_tuned_PredictedAtoms_0">
            <a:extLst>
              <a:ext uri="{FF2B5EF4-FFF2-40B4-BE49-F238E27FC236}">
                <a16:creationId xmlns:a16="http://schemas.microsoft.com/office/drawing/2014/main" id="{3C755B82-439E-4932-8005-CB9888DA6192}"/>
              </a:ext>
            </a:extLst>
          </p:cNvPr>
          <p:cNvSpPr>
            <a:spLocks noGrp="1"/>
          </p:cNvSpPr>
          <p:nvPr/>
        </p:nvSpPr>
        <p:spPr>
          <a:xfrm>
            <a:off x="3945317" y="48486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4" name="9r3d_0_tuned_PredictedAtoms_1">
            <a:extLst>
              <a:ext uri="{FF2B5EF4-FFF2-40B4-BE49-F238E27FC236}">
                <a16:creationId xmlns:a16="http://schemas.microsoft.com/office/drawing/2014/main" id="{A797587A-8086-477F-A8C9-D8876489C693}"/>
              </a:ext>
            </a:extLst>
          </p:cNvPr>
          <p:cNvSpPr>
            <a:spLocks noGrp="1"/>
          </p:cNvSpPr>
          <p:nvPr/>
        </p:nvSpPr>
        <p:spPr>
          <a:xfrm>
            <a:off x="4096269" y="49006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5" name="9r3d_0_tuned_PredictedAtoms_2">
            <a:extLst>
              <a:ext uri="{FF2B5EF4-FFF2-40B4-BE49-F238E27FC236}">
                <a16:creationId xmlns:a16="http://schemas.microsoft.com/office/drawing/2014/main" id="{8EE0CE37-92DC-4A20-A3B7-88F3249E7F46}"/>
              </a:ext>
            </a:extLst>
          </p:cNvPr>
          <p:cNvSpPr>
            <a:spLocks noGrp="1"/>
          </p:cNvSpPr>
          <p:nvPr/>
        </p:nvSpPr>
        <p:spPr>
          <a:xfrm>
            <a:off x="4187379" y="47713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6" name="9r3d_0_tuned_PredictedAtoms_3">
            <a:extLst>
              <a:ext uri="{FF2B5EF4-FFF2-40B4-BE49-F238E27FC236}">
                <a16:creationId xmlns:a16="http://schemas.microsoft.com/office/drawing/2014/main" id="{98980973-FC19-4050-8772-01D39322DC99}"/>
              </a:ext>
            </a:extLst>
          </p:cNvPr>
          <p:cNvSpPr>
            <a:spLocks noGrp="1"/>
          </p:cNvSpPr>
          <p:nvPr/>
        </p:nvSpPr>
        <p:spPr>
          <a:xfrm>
            <a:off x="4052442" y="49967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7" name="9r3d_0_tuned_PredictedAtoms_4">
            <a:extLst>
              <a:ext uri="{FF2B5EF4-FFF2-40B4-BE49-F238E27FC236}">
                <a16:creationId xmlns:a16="http://schemas.microsoft.com/office/drawing/2014/main" id="{BEA92FBC-0C94-4B82-B57C-6DBBCD15A7E5}"/>
              </a:ext>
            </a:extLst>
          </p:cNvPr>
          <p:cNvSpPr>
            <a:spLocks noGrp="1"/>
          </p:cNvSpPr>
          <p:nvPr/>
        </p:nvSpPr>
        <p:spPr>
          <a:xfrm>
            <a:off x="4192806" y="49985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8" name="9r3d_0_tuned_PredictedAtoms_5">
            <a:extLst>
              <a:ext uri="{FF2B5EF4-FFF2-40B4-BE49-F238E27FC236}">
                <a16:creationId xmlns:a16="http://schemas.microsoft.com/office/drawing/2014/main" id="{6C6F4399-133A-4623-860D-BF19B2C1A1A2}"/>
              </a:ext>
            </a:extLst>
          </p:cNvPr>
          <p:cNvSpPr>
            <a:spLocks noGrp="1"/>
          </p:cNvSpPr>
          <p:nvPr/>
        </p:nvSpPr>
        <p:spPr>
          <a:xfrm>
            <a:off x="4342095" y="50341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9" name="9r3d_0_tuned_PredictedAtoms_6">
            <a:extLst>
              <a:ext uri="{FF2B5EF4-FFF2-40B4-BE49-F238E27FC236}">
                <a16:creationId xmlns:a16="http://schemas.microsoft.com/office/drawing/2014/main" id="{6384195A-3AD9-4030-9DD2-543B06812E84}"/>
              </a:ext>
            </a:extLst>
          </p:cNvPr>
          <p:cNvSpPr>
            <a:spLocks noGrp="1"/>
          </p:cNvSpPr>
          <p:nvPr/>
        </p:nvSpPr>
        <p:spPr>
          <a:xfrm>
            <a:off x="4366942" y="51923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0" name="9r3d_0_tuned_PredictedAtoms_7">
            <a:extLst>
              <a:ext uri="{FF2B5EF4-FFF2-40B4-BE49-F238E27FC236}">
                <a16:creationId xmlns:a16="http://schemas.microsoft.com/office/drawing/2014/main" id="{20CA9B82-74FA-4728-928F-052B8895B65A}"/>
              </a:ext>
            </a:extLst>
          </p:cNvPr>
          <p:cNvSpPr>
            <a:spLocks noGrp="1"/>
          </p:cNvSpPr>
          <p:nvPr/>
        </p:nvSpPr>
        <p:spPr>
          <a:xfrm>
            <a:off x="4278556" y="52437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1" name="9r3d_0_tuned_PredictedAtoms_8">
            <a:extLst>
              <a:ext uri="{FF2B5EF4-FFF2-40B4-BE49-F238E27FC236}">
                <a16:creationId xmlns:a16="http://schemas.microsoft.com/office/drawing/2014/main" id="{14519275-FF5E-4159-9D47-AED06C113F9D}"/>
              </a:ext>
            </a:extLst>
          </p:cNvPr>
          <p:cNvSpPr>
            <a:spLocks noGrp="1"/>
          </p:cNvSpPr>
          <p:nvPr/>
        </p:nvSpPr>
        <p:spPr>
          <a:xfrm>
            <a:off x="4145564" y="5355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2" name="9r3d_0_tuned_PredictedAtoms_9">
            <a:extLst>
              <a:ext uri="{FF2B5EF4-FFF2-40B4-BE49-F238E27FC236}">
                <a16:creationId xmlns:a16="http://schemas.microsoft.com/office/drawing/2014/main" id="{B27F9FC6-104E-442E-B230-63D17B7C6750}"/>
              </a:ext>
            </a:extLst>
          </p:cNvPr>
          <p:cNvSpPr>
            <a:spLocks noGrp="1"/>
          </p:cNvSpPr>
          <p:nvPr/>
        </p:nvSpPr>
        <p:spPr>
          <a:xfrm>
            <a:off x="4059345" y="53817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3" name="9r3d_0_tuned_PredictedAtoms_10">
            <a:extLst>
              <a:ext uri="{FF2B5EF4-FFF2-40B4-BE49-F238E27FC236}">
                <a16:creationId xmlns:a16="http://schemas.microsoft.com/office/drawing/2014/main" id="{0F0F4F32-0B6F-4382-8612-9E4DB33D5ECC}"/>
              </a:ext>
            </a:extLst>
          </p:cNvPr>
          <p:cNvSpPr>
            <a:spLocks noGrp="1"/>
          </p:cNvSpPr>
          <p:nvPr/>
        </p:nvSpPr>
        <p:spPr>
          <a:xfrm>
            <a:off x="4045348" y="52866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4" name="9r3d_0_tuned_PredictedAtoms_11">
            <a:extLst>
              <a:ext uri="{FF2B5EF4-FFF2-40B4-BE49-F238E27FC236}">
                <a16:creationId xmlns:a16="http://schemas.microsoft.com/office/drawing/2014/main" id="{B97FD5F5-86BF-47A0-8648-198A8E681190}"/>
              </a:ext>
            </a:extLst>
          </p:cNvPr>
          <p:cNvSpPr>
            <a:spLocks noGrp="1"/>
          </p:cNvSpPr>
          <p:nvPr/>
        </p:nvSpPr>
        <p:spPr>
          <a:xfrm>
            <a:off x="4212476" y="55073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5" name="9r3d_0_tuned_PredictedAtoms_12">
            <a:extLst>
              <a:ext uri="{FF2B5EF4-FFF2-40B4-BE49-F238E27FC236}">
                <a16:creationId xmlns:a16="http://schemas.microsoft.com/office/drawing/2014/main" id="{502F9BA4-B6E7-4D92-9F07-5F0E397CDC5E}"/>
              </a:ext>
            </a:extLst>
          </p:cNvPr>
          <p:cNvSpPr>
            <a:spLocks noGrp="1"/>
          </p:cNvSpPr>
          <p:nvPr/>
        </p:nvSpPr>
        <p:spPr>
          <a:xfrm>
            <a:off x="4519419" y="52519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6" name="9r3d_0_tuned_PredictedAtoms_13">
            <a:extLst>
              <a:ext uri="{FF2B5EF4-FFF2-40B4-BE49-F238E27FC236}">
                <a16:creationId xmlns:a16="http://schemas.microsoft.com/office/drawing/2014/main" id="{21622895-BE2E-4899-B9BC-B0278F24DC81}"/>
              </a:ext>
            </a:extLst>
          </p:cNvPr>
          <p:cNvSpPr>
            <a:spLocks noGrp="1"/>
          </p:cNvSpPr>
          <p:nvPr/>
        </p:nvSpPr>
        <p:spPr>
          <a:xfrm>
            <a:off x="4524074" y="53910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7" name="9r3d_0_tuned_PredictedAtoms_14">
            <a:extLst>
              <a:ext uri="{FF2B5EF4-FFF2-40B4-BE49-F238E27FC236}">
                <a16:creationId xmlns:a16="http://schemas.microsoft.com/office/drawing/2014/main" id="{F82F256D-454C-4B06-8B12-116B2A045C42}"/>
              </a:ext>
            </a:extLst>
          </p:cNvPr>
          <p:cNvSpPr>
            <a:spLocks noGrp="1"/>
          </p:cNvSpPr>
          <p:nvPr/>
        </p:nvSpPr>
        <p:spPr>
          <a:xfrm>
            <a:off x="4594828" y="5531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8" name="9r3d_0_tuned_PredictedAtoms_15">
            <a:extLst>
              <a:ext uri="{FF2B5EF4-FFF2-40B4-BE49-F238E27FC236}">
                <a16:creationId xmlns:a16="http://schemas.microsoft.com/office/drawing/2014/main" id="{7B0C9ACB-B28C-455C-BA79-4214BB033E44}"/>
              </a:ext>
            </a:extLst>
          </p:cNvPr>
          <p:cNvSpPr>
            <a:spLocks noGrp="1"/>
          </p:cNvSpPr>
          <p:nvPr/>
        </p:nvSpPr>
        <p:spPr>
          <a:xfrm>
            <a:off x="4486792" y="56557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59" name="9r3d_0_tuned_PredictedAtoms_16">
            <a:extLst>
              <a:ext uri="{FF2B5EF4-FFF2-40B4-BE49-F238E27FC236}">
                <a16:creationId xmlns:a16="http://schemas.microsoft.com/office/drawing/2014/main" id="{B1CFAB24-FE14-4103-8FC3-466E50D5F4AA}"/>
              </a:ext>
            </a:extLst>
          </p:cNvPr>
          <p:cNvSpPr>
            <a:spLocks noGrp="1"/>
          </p:cNvSpPr>
          <p:nvPr/>
        </p:nvSpPr>
        <p:spPr>
          <a:xfrm>
            <a:off x="4713680" y="55848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0" name="9r3d_0_tuned_PredictedAtoms_17">
            <a:extLst>
              <a:ext uri="{FF2B5EF4-FFF2-40B4-BE49-F238E27FC236}">
                <a16:creationId xmlns:a16="http://schemas.microsoft.com/office/drawing/2014/main" id="{F3CE7033-00F2-4A5A-B0A5-3B06CB198ED6}"/>
              </a:ext>
            </a:extLst>
          </p:cNvPr>
          <p:cNvSpPr>
            <a:spLocks noGrp="1"/>
          </p:cNvSpPr>
          <p:nvPr/>
        </p:nvSpPr>
        <p:spPr>
          <a:xfrm>
            <a:off x="4665237" y="54867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1" name="9r3d_0_tuned_PredictedAtoms_18">
            <a:extLst>
              <a:ext uri="{FF2B5EF4-FFF2-40B4-BE49-F238E27FC236}">
                <a16:creationId xmlns:a16="http://schemas.microsoft.com/office/drawing/2014/main" id="{39476E56-FEF5-42C8-BDF2-BC379D0B55CB}"/>
              </a:ext>
            </a:extLst>
          </p:cNvPr>
          <p:cNvSpPr>
            <a:spLocks noGrp="1"/>
          </p:cNvSpPr>
          <p:nvPr/>
        </p:nvSpPr>
        <p:spPr>
          <a:xfrm>
            <a:off x="4640017" y="51365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2" name="9r3d_0_tuned_PredictedAtoms_19">
            <a:extLst>
              <a:ext uri="{FF2B5EF4-FFF2-40B4-BE49-F238E27FC236}">
                <a16:creationId xmlns:a16="http://schemas.microsoft.com/office/drawing/2014/main" id="{B00DB0BF-4BBA-49F4-B32D-C40210BF0A7D}"/>
              </a:ext>
            </a:extLst>
          </p:cNvPr>
          <p:cNvSpPr>
            <a:spLocks noGrp="1"/>
          </p:cNvSpPr>
          <p:nvPr/>
        </p:nvSpPr>
        <p:spPr>
          <a:xfrm>
            <a:off x="4723950" y="51797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3" name="9r3d_0_tuned_PredictedAtoms_20">
            <a:extLst>
              <a:ext uri="{FF2B5EF4-FFF2-40B4-BE49-F238E27FC236}">
                <a16:creationId xmlns:a16="http://schemas.microsoft.com/office/drawing/2014/main" id="{11B891FA-3D17-4E4B-98D4-EE1FA363FDCF}"/>
              </a:ext>
            </a:extLst>
          </p:cNvPr>
          <p:cNvSpPr>
            <a:spLocks noGrp="1"/>
          </p:cNvSpPr>
          <p:nvPr/>
        </p:nvSpPr>
        <p:spPr>
          <a:xfrm>
            <a:off x="4892038" y="52046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4" name="9r3d_0_tuned_PredictedAtoms_21">
            <a:extLst>
              <a:ext uri="{FF2B5EF4-FFF2-40B4-BE49-F238E27FC236}">
                <a16:creationId xmlns:a16="http://schemas.microsoft.com/office/drawing/2014/main" id="{D8C302C6-5C37-41CA-9138-DD2707204E33}"/>
              </a:ext>
            </a:extLst>
          </p:cNvPr>
          <p:cNvSpPr>
            <a:spLocks noGrp="1"/>
          </p:cNvSpPr>
          <p:nvPr/>
        </p:nvSpPr>
        <p:spPr>
          <a:xfrm>
            <a:off x="4974118" y="51762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5" name="9r3d_0_tuned_PredictedAtoms_22">
            <a:extLst>
              <a:ext uri="{FF2B5EF4-FFF2-40B4-BE49-F238E27FC236}">
                <a16:creationId xmlns:a16="http://schemas.microsoft.com/office/drawing/2014/main" id="{2638EA20-CD7D-4320-8958-81D79DBC955E}"/>
              </a:ext>
            </a:extLst>
          </p:cNvPr>
          <p:cNvSpPr>
            <a:spLocks noGrp="1"/>
          </p:cNvSpPr>
          <p:nvPr/>
        </p:nvSpPr>
        <p:spPr>
          <a:xfrm>
            <a:off x="4952477" y="51088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6" name="9r3d_0_tuned_PredictedAtoms_23">
            <a:extLst>
              <a:ext uri="{FF2B5EF4-FFF2-40B4-BE49-F238E27FC236}">
                <a16:creationId xmlns:a16="http://schemas.microsoft.com/office/drawing/2014/main" id="{F159CF95-90E5-4FAD-822C-A5374D251C75}"/>
              </a:ext>
            </a:extLst>
          </p:cNvPr>
          <p:cNvSpPr>
            <a:spLocks noGrp="1"/>
          </p:cNvSpPr>
          <p:nvPr/>
        </p:nvSpPr>
        <p:spPr>
          <a:xfrm>
            <a:off x="4915196" y="53655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7" name="9r3d_0_tuned_PredictedAtoms_24">
            <a:extLst>
              <a:ext uri="{FF2B5EF4-FFF2-40B4-BE49-F238E27FC236}">
                <a16:creationId xmlns:a16="http://schemas.microsoft.com/office/drawing/2014/main" id="{C796AFBA-1D46-4C00-A5B6-A1D67DB72D53}"/>
              </a:ext>
            </a:extLst>
          </p:cNvPr>
          <p:cNvSpPr>
            <a:spLocks noGrp="1"/>
          </p:cNvSpPr>
          <p:nvPr/>
        </p:nvSpPr>
        <p:spPr>
          <a:xfrm>
            <a:off x="4608994" y="49813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8" name="9r3d_0_tuned_PredictedAtoms_25">
            <a:extLst>
              <a:ext uri="{FF2B5EF4-FFF2-40B4-BE49-F238E27FC236}">
                <a16:creationId xmlns:a16="http://schemas.microsoft.com/office/drawing/2014/main" id="{400E0DC1-DC09-4443-94C6-35CF4A2B090B}"/>
              </a:ext>
            </a:extLst>
          </p:cNvPr>
          <p:cNvSpPr>
            <a:spLocks noGrp="1"/>
          </p:cNvSpPr>
          <p:nvPr/>
        </p:nvSpPr>
        <p:spPr>
          <a:xfrm>
            <a:off x="4721375" y="487435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69" name="9r3d_0_tuned_PredictedAtoms_26">
            <a:extLst>
              <a:ext uri="{FF2B5EF4-FFF2-40B4-BE49-F238E27FC236}">
                <a16:creationId xmlns:a16="http://schemas.microsoft.com/office/drawing/2014/main" id="{8E1CAAE3-4F20-4FF9-B598-F5F1E1E7561D}"/>
              </a:ext>
            </a:extLst>
          </p:cNvPr>
          <p:cNvSpPr>
            <a:spLocks noGrp="1"/>
          </p:cNvSpPr>
          <p:nvPr/>
        </p:nvSpPr>
        <p:spPr>
          <a:xfrm>
            <a:off x="4796064" y="47928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0" name="9r3d_0_tuned_PredictedAtoms_27">
            <a:extLst>
              <a:ext uri="{FF2B5EF4-FFF2-40B4-BE49-F238E27FC236}">
                <a16:creationId xmlns:a16="http://schemas.microsoft.com/office/drawing/2014/main" id="{248D49DB-5618-457C-8249-8385ECCCCB03}"/>
              </a:ext>
            </a:extLst>
          </p:cNvPr>
          <p:cNvSpPr>
            <a:spLocks noGrp="1"/>
          </p:cNvSpPr>
          <p:nvPr/>
        </p:nvSpPr>
        <p:spPr>
          <a:xfrm>
            <a:off x="4832587" y="46379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1" name="9r3d_0_tuned_PredictedAtoms_28">
            <a:extLst>
              <a:ext uri="{FF2B5EF4-FFF2-40B4-BE49-F238E27FC236}">
                <a16:creationId xmlns:a16="http://schemas.microsoft.com/office/drawing/2014/main" id="{DD852F4F-BF0C-41B0-B096-A215435ED8ED}"/>
              </a:ext>
            </a:extLst>
          </p:cNvPr>
          <p:cNvSpPr>
            <a:spLocks noGrp="1"/>
          </p:cNvSpPr>
          <p:nvPr/>
        </p:nvSpPr>
        <p:spPr>
          <a:xfrm>
            <a:off x="4684312" y="47912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2" name="9r3d_0_tuned_PredictedAtoms_29">
            <a:extLst>
              <a:ext uri="{FF2B5EF4-FFF2-40B4-BE49-F238E27FC236}">
                <a16:creationId xmlns:a16="http://schemas.microsoft.com/office/drawing/2014/main" id="{D47FF27C-C1D2-44B9-8C72-D9CE0843205D}"/>
              </a:ext>
            </a:extLst>
          </p:cNvPr>
          <p:cNvSpPr>
            <a:spLocks noGrp="1"/>
          </p:cNvSpPr>
          <p:nvPr/>
        </p:nvSpPr>
        <p:spPr>
          <a:xfrm>
            <a:off x="4935710" y="48796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3" name="9r3d_0_tuned_PredictedAtoms_30">
            <a:extLst>
              <a:ext uri="{FF2B5EF4-FFF2-40B4-BE49-F238E27FC236}">
                <a16:creationId xmlns:a16="http://schemas.microsoft.com/office/drawing/2014/main" id="{91FE865D-DB38-430A-9CC6-9D12D95A59A5}"/>
              </a:ext>
            </a:extLst>
          </p:cNvPr>
          <p:cNvSpPr>
            <a:spLocks noGrp="1"/>
          </p:cNvSpPr>
          <p:nvPr/>
        </p:nvSpPr>
        <p:spPr>
          <a:xfrm>
            <a:off x="4464749" y="49442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4" name="9r3d_0_tuned_PredictedAtoms_31">
            <a:extLst>
              <a:ext uri="{FF2B5EF4-FFF2-40B4-BE49-F238E27FC236}">
                <a16:creationId xmlns:a16="http://schemas.microsoft.com/office/drawing/2014/main" id="{41FCA3F3-53B3-4858-B94D-340750D52B99}"/>
              </a:ext>
            </a:extLst>
          </p:cNvPr>
          <p:cNvSpPr>
            <a:spLocks noGrp="1"/>
          </p:cNvSpPr>
          <p:nvPr/>
        </p:nvSpPr>
        <p:spPr>
          <a:xfrm>
            <a:off x="4427616" y="48920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5" name="9r3d_0_tuned_PredictedAtoms_32">
            <a:extLst>
              <a:ext uri="{FF2B5EF4-FFF2-40B4-BE49-F238E27FC236}">
                <a16:creationId xmlns:a16="http://schemas.microsoft.com/office/drawing/2014/main" id="{677C569D-32F1-4073-AA1C-ED073B14490B}"/>
              </a:ext>
            </a:extLst>
          </p:cNvPr>
          <p:cNvSpPr>
            <a:spLocks noGrp="1"/>
          </p:cNvSpPr>
          <p:nvPr/>
        </p:nvSpPr>
        <p:spPr>
          <a:xfrm>
            <a:off x="4453285" y="47362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6" name="9r3d_0_tuned_PredictedAtoms_33">
            <a:extLst>
              <a:ext uri="{FF2B5EF4-FFF2-40B4-BE49-F238E27FC236}">
                <a16:creationId xmlns:a16="http://schemas.microsoft.com/office/drawing/2014/main" id="{A3E4CA39-964B-4389-978C-2035CB890DB5}"/>
              </a:ext>
            </a:extLst>
          </p:cNvPr>
          <p:cNvSpPr>
            <a:spLocks noGrp="1"/>
          </p:cNvSpPr>
          <p:nvPr/>
        </p:nvSpPr>
        <p:spPr>
          <a:xfrm>
            <a:off x="4491550" y="4631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7" name="9r3d_0_tuned_PredictedAtoms_34">
            <a:extLst>
              <a:ext uri="{FF2B5EF4-FFF2-40B4-BE49-F238E27FC236}">
                <a16:creationId xmlns:a16="http://schemas.microsoft.com/office/drawing/2014/main" id="{0869924D-E3EE-41C7-8D5C-AE4423BE450A}"/>
              </a:ext>
            </a:extLst>
          </p:cNvPr>
          <p:cNvSpPr>
            <a:spLocks noGrp="1"/>
          </p:cNvSpPr>
          <p:nvPr/>
        </p:nvSpPr>
        <p:spPr>
          <a:xfrm>
            <a:off x="4302820" y="46914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8" name="9r3d_0_tuned_PredictedAtoms_35">
            <a:extLst>
              <a:ext uri="{FF2B5EF4-FFF2-40B4-BE49-F238E27FC236}">
                <a16:creationId xmlns:a16="http://schemas.microsoft.com/office/drawing/2014/main" id="{025F9123-1EF1-49BD-9E1B-881F8C57D990}"/>
              </a:ext>
            </a:extLst>
          </p:cNvPr>
          <p:cNvSpPr>
            <a:spLocks noGrp="1"/>
          </p:cNvSpPr>
          <p:nvPr/>
        </p:nvSpPr>
        <p:spPr>
          <a:xfrm>
            <a:off x="4577038" y="4749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79" name="stage3-cases-density_27">
            <a:extLst>
              <a:ext uri="{FF2B5EF4-FFF2-40B4-BE49-F238E27FC236}">
                <a16:creationId xmlns:a16="http://schemas.microsoft.com/office/drawing/2014/main" id="{24115E52-085E-4724-A798-32BF14DEAB3A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1.05 Å   D 86%   Clash 0</a:t>
            </a:r>
          </a:p>
        </p:txBody>
      </p:sp>
      <p:sp>
        <p:nvSpPr>
          <p:cNvPr id="880" name="9r3d_0_build_Receptor">
            <a:extLst>
              <a:ext uri="{FF2B5EF4-FFF2-40B4-BE49-F238E27FC236}">
                <a16:creationId xmlns:a16="http://schemas.microsoft.com/office/drawing/2014/main" id="{43CFA5A2-E607-4E5C-8B7C-97AEC616FA2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939" y="904862"/>
                </a:moveTo>
                <a:lnTo>
                  <a:pt x="1433184" y="953236"/>
                </a:lnTo>
                <a:moveTo>
                  <a:pt x="1090337" y="605129"/>
                </a:moveTo>
                <a:lnTo>
                  <a:pt x="960286" y="610540"/>
                </a:lnTo>
                <a:moveTo>
                  <a:pt x="430997" y="698971"/>
                </a:moveTo>
                <a:lnTo>
                  <a:pt x="301879" y="650068"/>
                </a:lnTo>
                <a:moveTo>
                  <a:pt x="1222926" y="587423"/>
                </a:moveTo>
                <a:lnTo>
                  <a:pt x="1090337" y="605129"/>
                </a:lnTo>
                <a:moveTo>
                  <a:pt x="1433184" y="953236"/>
                </a:moveTo>
                <a:lnTo>
                  <a:pt x="1308188" y="844631"/>
                </a:lnTo>
                <a:moveTo>
                  <a:pt x="1308188" y="844631"/>
                </a:moveTo>
                <a:lnTo>
                  <a:pt x="1339068" y="698432"/>
                </a:lnTo>
                <a:moveTo>
                  <a:pt x="548067" y="654062"/>
                </a:moveTo>
                <a:lnTo>
                  <a:pt x="430997" y="698971"/>
                </a:lnTo>
                <a:moveTo>
                  <a:pt x="1339068" y="698432"/>
                </a:moveTo>
                <a:lnTo>
                  <a:pt x="1222926" y="587423"/>
                </a:lnTo>
                <a:moveTo>
                  <a:pt x="1308188" y="844631"/>
                </a:moveTo>
                <a:lnTo>
                  <a:pt x="1184064" y="892009"/>
                </a:lnTo>
                <a:moveTo>
                  <a:pt x="1222926" y="587423"/>
                </a:moveTo>
                <a:lnTo>
                  <a:pt x="1287639" y="429044"/>
                </a:lnTo>
                <a:moveTo>
                  <a:pt x="1433184" y="953236"/>
                </a:moveTo>
                <a:lnTo>
                  <a:pt x="1543868" y="968055"/>
                </a:lnTo>
                <a:moveTo>
                  <a:pt x="548067" y="654062"/>
                </a:moveTo>
                <a:lnTo>
                  <a:pt x="599548" y="492451"/>
                </a:lnTo>
                <a:moveTo>
                  <a:pt x="676958" y="754113"/>
                </a:moveTo>
                <a:lnTo>
                  <a:pt x="548067" y="654062"/>
                </a:lnTo>
                <a:moveTo>
                  <a:pt x="883236" y="985793"/>
                </a:moveTo>
                <a:lnTo>
                  <a:pt x="805067" y="984796"/>
                </a:lnTo>
                <a:moveTo>
                  <a:pt x="1287639" y="429044"/>
                </a:moveTo>
                <a:lnTo>
                  <a:pt x="1383569" y="384931"/>
                </a:lnTo>
                <a:moveTo>
                  <a:pt x="664919" y="887776"/>
                </a:moveTo>
                <a:lnTo>
                  <a:pt x="676958" y="754113"/>
                </a:lnTo>
                <a:moveTo>
                  <a:pt x="599548" y="492451"/>
                </a:moveTo>
                <a:lnTo>
                  <a:pt x="648799" y="418765"/>
                </a:lnTo>
                <a:moveTo>
                  <a:pt x="805067" y="984796"/>
                </a:moveTo>
                <a:lnTo>
                  <a:pt x="664919" y="887776"/>
                </a:lnTo>
                <a:moveTo>
                  <a:pt x="664919" y="887776"/>
                </a:moveTo>
                <a:lnTo>
                  <a:pt x="545308" y="932447"/>
                </a:lnTo>
                <a:moveTo>
                  <a:pt x="1383569" y="384931"/>
                </a:moveTo>
                <a:lnTo>
                  <a:pt x="1530447" y="430305"/>
                </a:lnTo>
                <a:moveTo>
                  <a:pt x="1543868" y="968055"/>
                </a:moveTo>
                <a:lnTo>
                  <a:pt x="1472554" y="1020333"/>
                </a:lnTo>
                <a:moveTo>
                  <a:pt x="805067" y="984796"/>
                </a:moveTo>
                <a:lnTo>
                  <a:pt x="910310" y="929931"/>
                </a:lnTo>
                <a:moveTo>
                  <a:pt x="1383569" y="384931"/>
                </a:moveTo>
                <a:lnTo>
                  <a:pt x="1353616" y="298736"/>
                </a:lnTo>
                <a:moveTo>
                  <a:pt x="648799" y="418765"/>
                </a:moveTo>
                <a:lnTo>
                  <a:pt x="784095" y="456804"/>
                </a:lnTo>
                <a:moveTo>
                  <a:pt x="648799" y="418765"/>
                </a:moveTo>
                <a:lnTo>
                  <a:pt x="558635" y="313893"/>
                </a:lnTo>
                <a:moveTo>
                  <a:pt x="1530447" y="430305"/>
                </a:moveTo>
                <a:lnTo>
                  <a:pt x="1586859" y="374334"/>
                </a:lnTo>
                <a:moveTo>
                  <a:pt x="1037053" y="1182419"/>
                </a:moveTo>
                <a:lnTo>
                  <a:pt x="1122820" y="1294503"/>
                </a:lnTo>
                <a:moveTo>
                  <a:pt x="1004162" y="1052293"/>
                </a:moveTo>
                <a:lnTo>
                  <a:pt x="1037053" y="1182419"/>
                </a:lnTo>
                <a:moveTo>
                  <a:pt x="910310" y="929931"/>
                </a:moveTo>
                <a:lnTo>
                  <a:pt x="1004162" y="1052293"/>
                </a:lnTo>
                <a:moveTo>
                  <a:pt x="1472554" y="1020333"/>
                </a:moveTo>
                <a:lnTo>
                  <a:pt x="1571642" y="985597"/>
                </a:lnTo>
                <a:moveTo>
                  <a:pt x="784095" y="456804"/>
                </a:moveTo>
                <a:lnTo>
                  <a:pt x="829016" y="391029"/>
                </a:lnTo>
                <a:moveTo>
                  <a:pt x="1353616" y="298736"/>
                </a:moveTo>
                <a:lnTo>
                  <a:pt x="1481956" y="293993"/>
                </a:lnTo>
                <a:moveTo>
                  <a:pt x="558635" y="313893"/>
                </a:moveTo>
                <a:lnTo>
                  <a:pt x="602692" y="247519"/>
                </a:lnTo>
                <a:moveTo>
                  <a:pt x="1586859" y="374334"/>
                </a:moveTo>
                <a:lnTo>
                  <a:pt x="1481956" y="293993"/>
                </a:lnTo>
                <a:moveTo>
                  <a:pt x="1122820" y="1294503"/>
                </a:moveTo>
                <a:lnTo>
                  <a:pt x="1177088" y="1277215"/>
                </a:lnTo>
                <a:moveTo>
                  <a:pt x="1004162" y="1052293"/>
                </a:moveTo>
                <a:lnTo>
                  <a:pt x="1060124" y="1037535"/>
                </a:lnTo>
                <a:moveTo>
                  <a:pt x="1571642" y="985597"/>
                </a:moveTo>
                <a:lnTo>
                  <a:pt x="1544773" y="827553"/>
                </a:lnTo>
                <a:moveTo>
                  <a:pt x="829016" y="391029"/>
                </a:moveTo>
                <a:lnTo>
                  <a:pt x="738025" y="286327"/>
                </a:lnTo>
                <a:moveTo>
                  <a:pt x="602692" y="247519"/>
                </a:moveTo>
                <a:lnTo>
                  <a:pt x="738025" y="286327"/>
                </a:lnTo>
                <a:moveTo>
                  <a:pt x="1544773" y="827553"/>
                </a:moveTo>
                <a:lnTo>
                  <a:pt x="1647874" y="788855"/>
                </a:lnTo>
                <a:moveTo>
                  <a:pt x="1146031" y="1149059"/>
                </a:moveTo>
                <a:lnTo>
                  <a:pt x="1177088" y="1277215"/>
                </a:lnTo>
                <a:moveTo>
                  <a:pt x="1060124" y="1037535"/>
                </a:moveTo>
                <a:lnTo>
                  <a:pt x="1146031" y="1149059"/>
                </a:lnTo>
                <a:moveTo>
                  <a:pt x="738025" y="286327"/>
                </a:moveTo>
                <a:lnTo>
                  <a:pt x="782289" y="220343"/>
                </a:lnTo>
                <a:moveTo>
                  <a:pt x="1290670" y="28719"/>
                </a:moveTo>
                <a:lnTo>
                  <a:pt x="1156371" y="101810"/>
                </a:lnTo>
                <a:moveTo>
                  <a:pt x="1948840" y="1278432"/>
                </a:moveTo>
                <a:lnTo>
                  <a:pt x="1840290" y="1194658"/>
                </a:lnTo>
                <a:moveTo>
                  <a:pt x="2076814" y="1259703"/>
                </a:moveTo>
                <a:lnTo>
                  <a:pt x="1948840" y="1278432"/>
                </a:lnTo>
                <a:moveTo>
                  <a:pt x="1156371" y="101810"/>
                </a:moveTo>
                <a:lnTo>
                  <a:pt x="1201888" y="230759"/>
                </a:lnTo>
                <a:moveTo>
                  <a:pt x="1840290" y="1194658"/>
                </a:moveTo>
                <a:lnTo>
                  <a:pt x="1893396" y="1122195"/>
                </a:lnTo>
                <a:moveTo>
                  <a:pt x="2076814" y="1259703"/>
                </a:moveTo>
                <a:lnTo>
                  <a:pt x="2041105" y="1161042"/>
                </a:lnTo>
                <a:moveTo>
                  <a:pt x="2041105" y="1161042"/>
                </a:moveTo>
                <a:lnTo>
                  <a:pt x="1893396" y="1122195"/>
                </a:lnTo>
                <a:moveTo>
                  <a:pt x="325432" y="1029074"/>
                </a:moveTo>
                <a:lnTo>
                  <a:pt x="486371" y="1050407"/>
                </a:lnTo>
                <a:moveTo>
                  <a:pt x="486371" y="1050407"/>
                </a:moveTo>
                <a:lnTo>
                  <a:pt x="524647" y="1199859"/>
                </a:lnTo>
                <a:moveTo>
                  <a:pt x="486371" y="1050407"/>
                </a:moveTo>
                <a:lnTo>
                  <a:pt x="550773" y="924818"/>
                </a:lnTo>
                <a:moveTo>
                  <a:pt x="524647" y="1199859"/>
                </a:moveTo>
                <a:lnTo>
                  <a:pt x="666392" y="1243294"/>
                </a:lnTo>
                <a:moveTo>
                  <a:pt x="550773" y="924818"/>
                </a:moveTo>
                <a:lnTo>
                  <a:pt x="525521" y="769196"/>
                </a:lnTo>
                <a:moveTo>
                  <a:pt x="2207416" y="778697"/>
                </a:moveTo>
                <a:lnTo>
                  <a:pt x="2144554" y="919363"/>
                </a:lnTo>
                <a:moveTo>
                  <a:pt x="525521" y="769196"/>
                </a:moveTo>
                <a:lnTo>
                  <a:pt x="596101" y="649426"/>
                </a:lnTo>
                <a:moveTo>
                  <a:pt x="524647" y="1199859"/>
                </a:moveTo>
                <a:lnTo>
                  <a:pt x="427861" y="1274989"/>
                </a:lnTo>
                <a:moveTo>
                  <a:pt x="2207010" y="1001850"/>
                </a:moveTo>
                <a:lnTo>
                  <a:pt x="2144554" y="919363"/>
                </a:lnTo>
                <a:moveTo>
                  <a:pt x="2310770" y="777862"/>
                </a:moveTo>
                <a:lnTo>
                  <a:pt x="2207416" y="778697"/>
                </a:lnTo>
                <a:moveTo>
                  <a:pt x="596101" y="649426"/>
                </a:moveTo>
                <a:lnTo>
                  <a:pt x="530387" y="652544"/>
                </a:lnTo>
                <a:moveTo>
                  <a:pt x="2307742" y="919096"/>
                </a:moveTo>
                <a:lnTo>
                  <a:pt x="2207010" y="1001850"/>
                </a:lnTo>
                <a:moveTo>
                  <a:pt x="2413199" y="656681"/>
                </a:moveTo>
                <a:lnTo>
                  <a:pt x="2310770" y="777862"/>
                </a:lnTo>
                <a:moveTo>
                  <a:pt x="2310770" y="777862"/>
                </a:moveTo>
                <a:lnTo>
                  <a:pt x="2307742" y="919096"/>
                </a:lnTo>
                <a:moveTo>
                  <a:pt x="530387" y="652544"/>
                </a:moveTo>
                <a:lnTo>
                  <a:pt x="366321" y="620978"/>
                </a:lnTo>
                <a:moveTo>
                  <a:pt x="2361313" y="583100"/>
                </a:moveTo>
                <a:lnTo>
                  <a:pt x="2413199" y="656681"/>
                </a:lnTo>
                <a:moveTo>
                  <a:pt x="2442941" y="444547"/>
                </a:moveTo>
                <a:lnTo>
                  <a:pt x="2361313" y="583100"/>
                </a:lnTo>
                <a:moveTo>
                  <a:pt x="2361313" y="583100"/>
                </a:moveTo>
                <a:lnTo>
                  <a:pt x="2383485" y="689218"/>
                </a:lnTo>
                <a:moveTo>
                  <a:pt x="2383485" y="689218"/>
                </a:moveTo>
                <a:lnTo>
                  <a:pt x="2509444" y="70798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81" name="9r3d_0_build_ExperimentalDensity">
            <a:extLst>
              <a:ext uri="{FF2B5EF4-FFF2-40B4-BE49-F238E27FC236}">
                <a16:creationId xmlns:a16="http://schemas.microsoft.com/office/drawing/2014/main" id="{409D6F88-F3E9-446B-8C14-56C61689A70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310" y="629402"/>
                </a:moveTo>
                <a:lnTo>
                  <a:pt x="1474537" y="644926"/>
                </a:lnTo>
                <a:moveTo>
                  <a:pt x="1074319" y="625582"/>
                </a:moveTo>
                <a:lnTo>
                  <a:pt x="1051820" y="606651"/>
                </a:lnTo>
                <a:moveTo>
                  <a:pt x="1080969" y="595536"/>
                </a:moveTo>
                <a:lnTo>
                  <a:pt x="1051820" y="606651"/>
                </a:lnTo>
                <a:moveTo>
                  <a:pt x="1074319" y="625582"/>
                </a:moveTo>
                <a:lnTo>
                  <a:pt x="1080969" y="595536"/>
                </a:lnTo>
                <a:moveTo>
                  <a:pt x="1554310" y="629402"/>
                </a:moveTo>
                <a:lnTo>
                  <a:pt x="1547234" y="593778"/>
                </a:lnTo>
                <a:moveTo>
                  <a:pt x="1547234" y="593778"/>
                </a:moveTo>
                <a:lnTo>
                  <a:pt x="1474537" y="644926"/>
                </a:lnTo>
                <a:moveTo>
                  <a:pt x="1474537" y="644926"/>
                </a:moveTo>
                <a:lnTo>
                  <a:pt x="1541461" y="595908"/>
                </a:lnTo>
                <a:moveTo>
                  <a:pt x="1584815" y="489877"/>
                </a:moveTo>
                <a:lnTo>
                  <a:pt x="1480999" y="437858"/>
                </a:lnTo>
                <a:moveTo>
                  <a:pt x="1584815" y="489877"/>
                </a:moveTo>
                <a:lnTo>
                  <a:pt x="1500615" y="374630"/>
                </a:lnTo>
                <a:moveTo>
                  <a:pt x="1584815" y="489877"/>
                </a:moveTo>
                <a:lnTo>
                  <a:pt x="1613689" y="391297"/>
                </a:lnTo>
                <a:moveTo>
                  <a:pt x="1480999" y="437858"/>
                </a:moveTo>
                <a:lnTo>
                  <a:pt x="1500615" y="374630"/>
                </a:lnTo>
                <a:moveTo>
                  <a:pt x="1613689" y="391297"/>
                </a:moveTo>
                <a:lnTo>
                  <a:pt x="1500615" y="374630"/>
                </a:lnTo>
                <a:moveTo>
                  <a:pt x="1547234" y="593778"/>
                </a:moveTo>
                <a:lnTo>
                  <a:pt x="1584815" y="489877"/>
                </a:lnTo>
                <a:moveTo>
                  <a:pt x="1584815" y="489877"/>
                </a:moveTo>
                <a:lnTo>
                  <a:pt x="1541461" y="595908"/>
                </a:lnTo>
                <a:moveTo>
                  <a:pt x="1480999" y="437858"/>
                </a:moveTo>
                <a:lnTo>
                  <a:pt x="1442528" y="400425"/>
                </a:lnTo>
                <a:moveTo>
                  <a:pt x="1500615" y="374630"/>
                </a:moveTo>
                <a:lnTo>
                  <a:pt x="1442528" y="400425"/>
                </a:lnTo>
                <a:moveTo>
                  <a:pt x="1584815" y="489877"/>
                </a:moveTo>
                <a:lnTo>
                  <a:pt x="1443331" y="531492"/>
                </a:lnTo>
                <a:moveTo>
                  <a:pt x="1547234" y="593778"/>
                </a:moveTo>
                <a:lnTo>
                  <a:pt x="1541461" y="595908"/>
                </a:lnTo>
                <a:moveTo>
                  <a:pt x="1694433" y="486501"/>
                </a:moveTo>
                <a:lnTo>
                  <a:pt x="1584815" y="489877"/>
                </a:lnTo>
                <a:moveTo>
                  <a:pt x="1649789" y="646727"/>
                </a:moveTo>
                <a:lnTo>
                  <a:pt x="1558330" y="601203"/>
                </a:lnTo>
                <a:moveTo>
                  <a:pt x="1558330" y="601203"/>
                </a:moveTo>
                <a:lnTo>
                  <a:pt x="1547234" y="593778"/>
                </a:lnTo>
                <a:moveTo>
                  <a:pt x="1649789" y="646727"/>
                </a:moveTo>
                <a:lnTo>
                  <a:pt x="1543340" y="602615"/>
                </a:lnTo>
                <a:moveTo>
                  <a:pt x="1443331" y="531492"/>
                </a:moveTo>
                <a:lnTo>
                  <a:pt x="1480999" y="437858"/>
                </a:lnTo>
                <a:moveTo>
                  <a:pt x="1543340" y="602615"/>
                </a:moveTo>
                <a:lnTo>
                  <a:pt x="1541461" y="595908"/>
                </a:lnTo>
                <a:moveTo>
                  <a:pt x="1543340" y="60261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13689" y="391297"/>
                </a:lnTo>
                <a:moveTo>
                  <a:pt x="1699561" y="469690"/>
                </a:moveTo>
                <a:lnTo>
                  <a:pt x="1613689" y="391297"/>
                </a:lnTo>
                <a:moveTo>
                  <a:pt x="1500615" y="374630"/>
                </a:moveTo>
                <a:lnTo>
                  <a:pt x="1520263" y="278366"/>
                </a:lnTo>
                <a:moveTo>
                  <a:pt x="1613689" y="391297"/>
                </a:moveTo>
                <a:lnTo>
                  <a:pt x="1520263" y="278366"/>
                </a:lnTo>
                <a:moveTo>
                  <a:pt x="1654610" y="600705"/>
                </a:moveTo>
                <a:lnTo>
                  <a:pt x="1584815" y="489877"/>
                </a:lnTo>
                <a:moveTo>
                  <a:pt x="1541461" y="595908"/>
                </a:moveTo>
                <a:lnTo>
                  <a:pt x="1443331" y="531492"/>
                </a:lnTo>
                <a:moveTo>
                  <a:pt x="1543340" y="602615"/>
                </a:moveTo>
                <a:lnTo>
                  <a:pt x="1443331" y="531492"/>
                </a:lnTo>
                <a:moveTo>
                  <a:pt x="1649789" y="646727"/>
                </a:moveTo>
                <a:lnTo>
                  <a:pt x="1507171" y="699166"/>
                </a:lnTo>
                <a:moveTo>
                  <a:pt x="1480999" y="437858"/>
                </a:moveTo>
                <a:lnTo>
                  <a:pt x="1398206" y="480920"/>
                </a:lnTo>
                <a:moveTo>
                  <a:pt x="1507171" y="699166"/>
                </a:moveTo>
                <a:lnTo>
                  <a:pt x="1541461" y="595908"/>
                </a:lnTo>
                <a:moveTo>
                  <a:pt x="1520263" y="278366"/>
                </a:moveTo>
                <a:lnTo>
                  <a:pt x="1442528" y="400425"/>
                </a:lnTo>
                <a:moveTo>
                  <a:pt x="1507171" y="699166"/>
                </a:moveTo>
                <a:lnTo>
                  <a:pt x="1543340" y="602615"/>
                </a:lnTo>
                <a:moveTo>
                  <a:pt x="1654610" y="600705"/>
                </a:moveTo>
                <a:lnTo>
                  <a:pt x="1547234" y="593778"/>
                </a:lnTo>
                <a:moveTo>
                  <a:pt x="1654610" y="600705"/>
                </a:moveTo>
                <a:lnTo>
                  <a:pt x="1558330" y="601203"/>
                </a:lnTo>
                <a:moveTo>
                  <a:pt x="1694433" y="486501"/>
                </a:moveTo>
                <a:lnTo>
                  <a:pt x="1699561" y="469690"/>
                </a:lnTo>
                <a:moveTo>
                  <a:pt x="1398206" y="480920"/>
                </a:moveTo>
                <a:lnTo>
                  <a:pt x="1442528" y="400425"/>
                </a:lnTo>
                <a:moveTo>
                  <a:pt x="1614011" y="722311"/>
                </a:moveTo>
                <a:lnTo>
                  <a:pt x="1649789" y="646727"/>
                </a:lnTo>
                <a:moveTo>
                  <a:pt x="1711253" y="484772"/>
                </a:moveTo>
                <a:lnTo>
                  <a:pt x="1694433" y="486501"/>
                </a:lnTo>
                <a:moveTo>
                  <a:pt x="1711253" y="484772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94433" y="486501"/>
                </a:lnTo>
                <a:moveTo>
                  <a:pt x="1443331" y="531492"/>
                </a:moveTo>
                <a:lnTo>
                  <a:pt x="1398206" y="480920"/>
                </a:lnTo>
                <a:moveTo>
                  <a:pt x="1654610" y="600705"/>
                </a:moveTo>
                <a:lnTo>
                  <a:pt x="1711253" y="484772"/>
                </a:lnTo>
                <a:moveTo>
                  <a:pt x="985448" y="464339"/>
                </a:moveTo>
                <a:lnTo>
                  <a:pt x="992809" y="433931"/>
                </a:lnTo>
                <a:moveTo>
                  <a:pt x="1614011" y="722311"/>
                </a:moveTo>
                <a:lnTo>
                  <a:pt x="1507171" y="699166"/>
                </a:lnTo>
                <a:moveTo>
                  <a:pt x="985448" y="464339"/>
                </a:moveTo>
                <a:lnTo>
                  <a:pt x="966184" y="439724"/>
                </a:lnTo>
                <a:moveTo>
                  <a:pt x="1650624" y="580741"/>
                </a:moveTo>
                <a:lnTo>
                  <a:pt x="1558330" y="601203"/>
                </a:lnTo>
                <a:moveTo>
                  <a:pt x="1013787" y="454665"/>
                </a:moveTo>
                <a:lnTo>
                  <a:pt x="985448" y="464339"/>
                </a:lnTo>
                <a:moveTo>
                  <a:pt x="1650624" y="580741"/>
                </a:moveTo>
                <a:lnTo>
                  <a:pt x="1543340" y="602615"/>
                </a:lnTo>
                <a:moveTo>
                  <a:pt x="1543340" y="602615"/>
                </a:moveTo>
                <a:lnTo>
                  <a:pt x="1420379" y="556705"/>
                </a:lnTo>
                <a:moveTo>
                  <a:pt x="992809" y="433931"/>
                </a:moveTo>
                <a:lnTo>
                  <a:pt x="966184" y="439724"/>
                </a:lnTo>
                <a:moveTo>
                  <a:pt x="985448" y="464339"/>
                </a:moveTo>
                <a:lnTo>
                  <a:pt x="842414" y="520752"/>
                </a:lnTo>
                <a:moveTo>
                  <a:pt x="1013787" y="454665"/>
                </a:moveTo>
                <a:lnTo>
                  <a:pt x="992809" y="433931"/>
                </a:lnTo>
                <a:moveTo>
                  <a:pt x="947490" y="560735"/>
                </a:moveTo>
                <a:lnTo>
                  <a:pt x="985448" y="464339"/>
                </a:lnTo>
                <a:moveTo>
                  <a:pt x="985448" y="464339"/>
                </a:moveTo>
                <a:lnTo>
                  <a:pt x="856969" y="468927"/>
                </a:lnTo>
                <a:moveTo>
                  <a:pt x="1443331" y="531492"/>
                </a:moveTo>
                <a:lnTo>
                  <a:pt x="1420379" y="556705"/>
                </a:lnTo>
                <a:moveTo>
                  <a:pt x="1543340" y="602615"/>
                </a:moveTo>
                <a:lnTo>
                  <a:pt x="1520286" y="603249"/>
                </a:lnTo>
                <a:moveTo>
                  <a:pt x="1489066" y="1117201"/>
                </a:moveTo>
                <a:lnTo>
                  <a:pt x="1506554" y="1062709"/>
                </a:lnTo>
                <a:moveTo>
                  <a:pt x="1691208" y="572887"/>
                </a:moveTo>
                <a:lnTo>
                  <a:pt x="1711253" y="484772"/>
                </a:lnTo>
                <a:moveTo>
                  <a:pt x="1506554" y="1062709"/>
                </a:moveTo>
                <a:lnTo>
                  <a:pt x="1398021" y="1068560"/>
                </a:lnTo>
                <a:moveTo>
                  <a:pt x="966184" y="439724"/>
                </a:moveTo>
                <a:lnTo>
                  <a:pt x="884935" y="380797"/>
                </a:lnTo>
                <a:moveTo>
                  <a:pt x="1489066" y="1117201"/>
                </a:moveTo>
                <a:lnTo>
                  <a:pt x="1398021" y="1068560"/>
                </a:lnTo>
                <a:moveTo>
                  <a:pt x="1489066" y="1117201"/>
                </a:moveTo>
                <a:lnTo>
                  <a:pt x="1384145" y="1067225"/>
                </a:lnTo>
                <a:moveTo>
                  <a:pt x="856969" y="468927"/>
                </a:moveTo>
                <a:lnTo>
                  <a:pt x="966184" y="439724"/>
                </a:lnTo>
                <a:moveTo>
                  <a:pt x="1691208" y="572887"/>
                </a:moveTo>
                <a:lnTo>
                  <a:pt x="1654610" y="600705"/>
                </a:lnTo>
                <a:moveTo>
                  <a:pt x="1489066" y="1117201"/>
                </a:moveTo>
                <a:lnTo>
                  <a:pt x="1343996" y="1193051"/>
                </a:lnTo>
                <a:moveTo>
                  <a:pt x="947490" y="560735"/>
                </a:moveTo>
                <a:lnTo>
                  <a:pt x="1013787" y="454665"/>
                </a:lnTo>
                <a:moveTo>
                  <a:pt x="992809" y="433931"/>
                </a:moveTo>
                <a:lnTo>
                  <a:pt x="906504" y="304841"/>
                </a:lnTo>
                <a:moveTo>
                  <a:pt x="1795446" y="441175"/>
                </a:moveTo>
                <a:lnTo>
                  <a:pt x="1699561" y="469690"/>
                </a:lnTo>
                <a:moveTo>
                  <a:pt x="1654610" y="600705"/>
                </a:moveTo>
                <a:lnTo>
                  <a:pt x="1650624" y="580741"/>
                </a:lnTo>
                <a:moveTo>
                  <a:pt x="1384145" y="1067225"/>
                </a:moveTo>
                <a:lnTo>
                  <a:pt x="1398021" y="1068560"/>
                </a:lnTo>
                <a:moveTo>
                  <a:pt x="1398021" y="1068560"/>
                </a:moveTo>
                <a:lnTo>
                  <a:pt x="1385504" y="1062762"/>
                </a:lnTo>
                <a:moveTo>
                  <a:pt x="1384145" y="1067225"/>
                </a:moveTo>
                <a:lnTo>
                  <a:pt x="1385504" y="1062762"/>
                </a:lnTo>
                <a:moveTo>
                  <a:pt x="992809" y="433931"/>
                </a:moveTo>
                <a:lnTo>
                  <a:pt x="1018149" y="324749"/>
                </a:lnTo>
                <a:moveTo>
                  <a:pt x="966184" y="439724"/>
                </a:moveTo>
                <a:lnTo>
                  <a:pt x="906504" y="304841"/>
                </a:lnTo>
                <a:moveTo>
                  <a:pt x="1343996" y="1193051"/>
                </a:moveTo>
                <a:lnTo>
                  <a:pt x="1384145" y="1067225"/>
                </a:lnTo>
                <a:moveTo>
                  <a:pt x="947490" y="560735"/>
                </a:moveTo>
                <a:lnTo>
                  <a:pt x="842414" y="520752"/>
                </a:lnTo>
                <a:moveTo>
                  <a:pt x="1533374" y="1111044"/>
                </a:moveTo>
                <a:lnTo>
                  <a:pt x="1506554" y="1062709"/>
                </a:lnTo>
                <a:moveTo>
                  <a:pt x="1420379" y="556705"/>
                </a:moveTo>
                <a:lnTo>
                  <a:pt x="1398206" y="480920"/>
                </a:lnTo>
                <a:moveTo>
                  <a:pt x="1711253" y="484772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856969" y="468927"/>
                </a:lnTo>
                <a:moveTo>
                  <a:pt x="1533374" y="1111044"/>
                </a:moveTo>
                <a:lnTo>
                  <a:pt x="1489066" y="1117201"/>
                </a:lnTo>
                <a:moveTo>
                  <a:pt x="856969" y="468927"/>
                </a:moveTo>
                <a:lnTo>
                  <a:pt x="884935" y="380797"/>
                </a:lnTo>
                <a:moveTo>
                  <a:pt x="1450830" y="1216249"/>
                </a:moveTo>
                <a:lnTo>
                  <a:pt x="1489066" y="1117201"/>
                </a:lnTo>
                <a:moveTo>
                  <a:pt x="802943" y="631597"/>
                </a:moveTo>
                <a:lnTo>
                  <a:pt x="842414" y="520752"/>
                </a:lnTo>
                <a:moveTo>
                  <a:pt x="842414" y="520752"/>
                </a:moveTo>
                <a:lnTo>
                  <a:pt x="827642" y="490645"/>
                </a:lnTo>
                <a:moveTo>
                  <a:pt x="1506554" y="1062709"/>
                </a:moveTo>
                <a:lnTo>
                  <a:pt x="1416526" y="942065"/>
                </a:lnTo>
                <a:moveTo>
                  <a:pt x="884935" y="380797"/>
                </a:moveTo>
                <a:lnTo>
                  <a:pt x="906504" y="304841"/>
                </a:lnTo>
                <a:moveTo>
                  <a:pt x="947490" y="560735"/>
                </a:moveTo>
                <a:lnTo>
                  <a:pt x="802943" y="631597"/>
                </a:lnTo>
                <a:moveTo>
                  <a:pt x="884935" y="380797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43996" y="1193051"/>
                </a:lnTo>
                <a:moveTo>
                  <a:pt x="856969" y="468927"/>
                </a:moveTo>
                <a:lnTo>
                  <a:pt x="827642" y="490645"/>
                </a:lnTo>
                <a:moveTo>
                  <a:pt x="1398021" y="1068560"/>
                </a:moveTo>
                <a:lnTo>
                  <a:pt x="1416526" y="942065"/>
                </a:lnTo>
                <a:moveTo>
                  <a:pt x="1385504" y="1062762"/>
                </a:moveTo>
                <a:lnTo>
                  <a:pt x="1416526" y="942065"/>
                </a:lnTo>
                <a:moveTo>
                  <a:pt x="1506554" y="1062709"/>
                </a:moveTo>
                <a:lnTo>
                  <a:pt x="1521963" y="976062"/>
                </a:lnTo>
                <a:moveTo>
                  <a:pt x="1035486" y="555883"/>
                </a:moveTo>
                <a:lnTo>
                  <a:pt x="1013787" y="454665"/>
                </a:lnTo>
                <a:moveTo>
                  <a:pt x="884935" y="380797"/>
                </a:moveTo>
                <a:lnTo>
                  <a:pt x="810486" y="320830"/>
                </a:lnTo>
                <a:moveTo>
                  <a:pt x="1018149" y="324749"/>
                </a:moveTo>
                <a:lnTo>
                  <a:pt x="906504" y="304841"/>
                </a:lnTo>
                <a:moveTo>
                  <a:pt x="1384145" y="1067225"/>
                </a:moveTo>
                <a:lnTo>
                  <a:pt x="1272247" y="1123489"/>
                </a:lnTo>
                <a:moveTo>
                  <a:pt x="1691208" y="572887"/>
                </a:moveTo>
                <a:lnTo>
                  <a:pt x="1650624" y="580741"/>
                </a:lnTo>
                <a:moveTo>
                  <a:pt x="1450830" y="1216249"/>
                </a:moveTo>
                <a:lnTo>
                  <a:pt x="1533374" y="1111044"/>
                </a:lnTo>
                <a:moveTo>
                  <a:pt x="1343996" y="1193051"/>
                </a:moveTo>
                <a:lnTo>
                  <a:pt x="1272247" y="1123489"/>
                </a:lnTo>
                <a:moveTo>
                  <a:pt x="1088190" y="407995"/>
                </a:moveTo>
                <a:lnTo>
                  <a:pt x="992809" y="433931"/>
                </a:lnTo>
                <a:moveTo>
                  <a:pt x="906504" y="304841"/>
                </a:moveTo>
                <a:lnTo>
                  <a:pt x="810486" y="320830"/>
                </a:lnTo>
                <a:moveTo>
                  <a:pt x="1035486" y="555883"/>
                </a:moveTo>
                <a:lnTo>
                  <a:pt x="947490" y="560735"/>
                </a:lnTo>
                <a:moveTo>
                  <a:pt x="1385504" y="1062762"/>
                </a:moveTo>
                <a:lnTo>
                  <a:pt x="1290408" y="964759"/>
                </a:lnTo>
                <a:moveTo>
                  <a:pt x="827642" y="490645"/>
                </a:moveTo>
                <a:lnTo>
                  <a:pt x="810486" y="320830"/>
                </a:lnTo>
                <a:moveTo>
                  <a:pt x="1013787" y="454665"/>
                </a:moveTo>
                <a:lnTo>
                  <a:pt x="1088190" y="407995"/>
                </a:lnTo>
                <a:moveTo>
                  <a:pt x="781470" y="691932"/>
                </a:moveTo>
                <a:lnTo>
                  <a:pt x="802943" y="631597"/>
                </a:lnTo>
                <a:moveTo>
                  <a:pt x="1384145" y="1067225"/>
                </a:moveTo>
                <a:lnTo>
                  <a:pt x="1284604" y="968170"/>
                </a:lnTo>
                <a:moveTo>
                  <a:pt x="1385504" y="1062762"/>
                </a:moveTo>
                <a:lnTo>
                  <a:pt x="1284604" y="968170"/>
                </a:lnTo>
                <a:moveTo>
                  <a:pt x="1384145" y="1067225"/>
                </a:moveTo>
                <a:lnTo>
                  <a:pt x="1245357" y="1091616"/>
                </a:lnTo>
                <a:moveTo>
                  <a:pt x="1691208" y="572887"/>
                </a:moveTo>
                <a:lnTo>
                  <a:pt x="1795446" y="441175"/>
                </a:lnTo>
                <a:moveTo>
                  <a:pt x="842414" y="520752"/>
                </a:moveTo>
                <a:lnTo>
                  <a:pt x="761667" y="564344"/>
                </a:lnTo>
                <a:moveTo>
                  <a:pt x="1650624" y="580741"/>
                </a:moveTo>
                <a:lnTo>
                  <a:pt x="1520286" y="603249"/>
                </a:lnTo>
                <a:moveTo>
                  <a:pt x="1520286" y="603249"/>
                </a:moveTo>
                <a:lnTo>
                  <a:pt x="1420379" y="556705"/>
                </a:lnTo>
                <a:moveTo>
                  <a:pt x="911879" y="634730"/>
                </a:moveTo>
                <a:lnTo>
                  <a:pt x="947490" y="560735"/>
                </a:lnTo>
                <a:moveTo>
                  <a:pt x="1309015" y="1261027"/>
                </a:moveTo>
                <a:lnTo>
                  <a:pt x="1343996" y="1193051"/>
                </a:lnTo>
                <a:moveTo>
                  <a:pt x="1411681" y="567669"/>
                </a:moveTo>
                <a:lnTo>
                  <a:pt x="1420379" y="556705"/>
                </a:lnTo>
                <a:moveTo>
                  <a:pt x="1315033" y="479197"/>
                </a:moveTo>
                <a:lnTo>
                  <a:pt x="1398206" y="480920"/>
                </a:lnTo>
                <a:moveTo>
                  <a:pt x="1558243" y="1048826"/>
                </a:moveTo>
                <a:lnTo>
                  <a:pt x="1506554" y="1062709"/>
                </a:lnTo>
                <a:moveTo>
                  <a:pt x="1521963" y="976062"/>
                </a:moveTo>
                <a:lnTo>
                  <a:pt x="1416526" y="942065"/>
                </a:lnTo>
                <a:moveTo>
                  <a:pt x="763872" y="738619"/>
                </a:moveTo>
                <a:lnTo>
                  <a:pt x="781470" y="691932"/>
                </a:lnTo>
                <a:moveTo>
                  <a:pt x="1521413" y="1201697"/>
                </a:moveTo>
                <a:lnTo>
                  <a:pt x="1533374" y="1111044"/>
                </a:lnTo>
                <a:moveTo>
                  <a:pt x="1416526" y="942065"/>
                </a:moveTo>
                <a:lnTo>
                  <a:pt x="1290408" y="964759"/>
                </a:lnTo>
                <a:moveTo>
                  <a:pt x="911879" y="634730"/>
                </a:moveTo>
                <a:lnTo>
                  <a:pt x="802943" y="631597"/>
                </a:lnTo>
                <a:moveTo>
                  <a:pt x="1088190" y="407995"/>
                </a:moveTo>
                <a:lnTo>
                  <a:pt x="1018149" y="324749"/>
                </a:lnTo>
                <a:moveTo>
                  <a:pt x="802943" y="631597"/>
                </a:moveTo>
                <a:lnTo>
                  <a:pt x="761667" y="564344"/>
                </a:lnTo>
                <a:moveTo>
                  <a:pt x="761667" y="564344"/>
                </a:moveTo>
                <a:lnTo>
                  <a:pt x="827642" y="490645"/>
                </a:lnTo>
                <a:moveTo>
                  <a:pt x="1450830" y="1216249"/>
                </a:moveTo>
                <a:lnTo>
                  <a:pt x="1309015" y="1261027"/>
                </a:lnTo>
                <a:moveTo>
                  <a:pt x="1343996" y="1193051"/>
                </a:moveTo>
                <a:lnTo>
                  <a:pt x="1253342" y="1211962"/>
                </a:lnTo>
                <a:moveTo>
                  <a:pt x="1520286" y="603249"/>
                </a:moveTo>
                <a:lnTo>
                  <a:pt x="1411681" y="567669"/>
                </a:lnTo>
                <a:moveTo>
                  <a:pt x="1521413" y="1201697"/>
                </a:moveTo>
                <a:lnTo>
                  <a:pt x="1450830" y="1216249"/>
                </a:lnTo>
                <a:moveTo>
                  <a:pt x="801703" y="741341"/>
                </a:moveTo>
                <a:lnTo>
                  <a:pt x="781470" y="691932"/>
                </a:lnTo>
                <a:moveTo>
                  <a:pt x="1272247" y="1123489"/>
                </a:moveTo>
                <a:lnTo>
                  <a:pt x="1245357" y="1091616"/>
                </a:lnTo>
                <a:moveTo>
                  <a:pt x="906504" y="304841"/>
                </a:moveTo>
                <a:lnTo>
                  <a:pt x="916616" y="230213"/>
                </a:lnTo>
                <a:moveTo>
                  <a:pt x="1533374" y="1111044"/>
                </a:moveTo>
                <a:lnTo>
                  <a:pt x="1558243" y="1048826"/>
                </a:lnTo>
                <a:moveTo>
                  <a:pt x="1018149" y="324749"/>
                </a:moveTo>
                <a:lnTo>
                  <a:pt x="916616" y="230213"/>
                </a:lnTo>
                <a:moveTo>
                  <a:pt x="871887" y="750548"/>
                </a:moveTo>
                <a:lnTo>
                  <a:pt x="802943" y="631597"/>
                </a:lnTo>
                <a:moveTo>
                  <a:pt x="1517173" y="603682"/>
                </a:moveTo>
                <a:lnTo>
                  <a:pt x="1520286" y="603249"/>
                </a:lnTo>
                <a:moveTo>
                  <a:pt x="1057556" y="553086"/>
                </a:moveTo>
                <a:lnTo>
                  <a:pt x="1035486" y="555883"/>
                </a:lnTo>
                <a:moveTo>
                  <a:pt x="1517173" y="603682"/>
                </a:moveTo>
                <a:lnTo>
                  <a:pt x="1411681" y="567669"/>
                </a:lnTo>
                <a:moveTo>
                  <a:pt x="1691208" y="572887"/>
                </a:moveTo>
                <a:lnTo>
                  <a:pt x="1756772" y="523443"/>
                </a:lnTo>
                <a:moveTo>
                  <a:pt x="801703" y="741341"/>
                </a:moveTo>
                <a:lnTo>
                  <a:pt x="763872" y="738619"/>
                </a:lnTo>
                <a:moveTo>
                  <a:pt x="1290408" y="964759"/>
                </a:moveTo>
                <a:lnTo>
                  <a:pt x="1284604" y="968170"/>
                </a:lnTo>
                <a:moveTo>
                  <a:pt x="1290408" y="964759"/>
                </a:moveTo>
                <a:lnTo>
                  <a:pt x="1286955" y="960470"/>
                </a:lnTo>
                <a:moveTo>
                  <a:pt x="911879" y="634730"/>
                </a:moveTo>
                <a:lnTo>
                  <a:pt x="1035486" y="555883"/>
                </a:lnTo>
                <a:moveTo>
                  <a:pt x="1284604" y="968170"/>
                </a:moveTo>
                <a:lnTo>
                  <a:pt x="1286955" y="960470"/>
                </a:lnTo>
                <a:moveTo>
                  <a:pt x="1035486" y="555883"/>
                </a:moveTo>
                <a:lnTo>
                  <a:pt x="1088190" y="407995"/>
                </a:lnTo>
                <a:moveTo>
                  <a:pt x="1245357" y="1091616"/>
                </a:moveTo>
                <a:lnTo>
                  <a:pt x="1284604" y="968170"/>
                </a:lnTo>
                <a:moveTo>
                  <a:pt x="828507" y="898709"/>
                </a:moveTo>
                <a:lnTo>
                  <a:pt x="763872" y="738619"/>
                </a:lnTo>
                <a:moveTo>
                  <a:pt x="871887" y="750548"/>
                </a:moveTo>
                <a:lnTo>
                  <a:pt x="781470" y="691932"/>
                </a:lnTo>
                <a:moveTo>
                  <a:pt x="1420379" y="556705"/>
                </a:moveTo>
                <a:lnTo>
                  <a:pt x="1315033" y="479197"/>
                </a:lnTo>
                <a:moveTo>
                  <a:pt x="1722225" y="314902"/>
                </a:moveTo>
                <a:lnTo>
                  <a:pt x="1637922" y="232948"/>
                </a:lnTo>
                <a:moveTo>
                  <a:pt x="1416407" y="1278906"/>
                </a:moveTo>
                <a:lnTo>
                  <a:pt x="1450830" y="1216249"/>
                </a:lnTo>
                <a:moveTo>
                  <a:pt x="1057556" y="553086"/>
                </a:moveTo>
                <a:lnTo>
                  <a:pt x="1088190" y="407995"/>
                </a:lnTo>
                <a:moveTo>
                  <a:pt x="828507" y="898709"/>
                </a:moveTo>
                <a:lnTo>
                  <a:pt x="801703" y="741341"/>
                </a:lnTo>
                <a:moveTo>
                  <a:pt x="1416526" y="942065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72247" y="1123489"/>
                </a:lnTo>
                <a:moveTo>
                  <a:pt x="1057556" y="553086"/>
                </a:moveTo>
                <a:lnTo>
                  <a:pt x="1096902" y="419298"/>
                </a:lnTo>
                <a:moveTo>
                  <a:pt x="1558243" y="1048826"/>
                </a:moveTo>
                <a:lnTo>
                  <a:pt x="1521963" y="976062"/>
                </a:lnTo>
                <a:moveTo>
                  <a:pt x="1018149" y="324749"/>
                </a:moveTo>
                <a:lnTo>
                  <a:pt x="1009821" y="291967"/>
                </a:lnTo>
                <a:moveTo>
                  <a:pt x="726031" y="833900"/>
                </a:moveTo>
                <a:lnTo>
                  <a:pt x="763872" y="738619"/>
                </a:lnTo>
                <a:moveTo>
                  <a:pt x="1416526" y="942065"/>
                </a:moveTo>
                <a:lnTo>
                  <a:pt x="1423232" y="875169"/>
                </a:lnTo>
                <a:moveTo>
                  <a:pt x="1756772" y="523443"/>
                </a:moveTo>
                <a:lnTo>
                  <a:pt x="1795446" y="441175"/>
                </a:lnTo>
                <a:moveTo>
                  <a:pt x="1411681" y="567669"/>
                </a:moveTo>
                <a:lnTo>
                  <a:pt x="1269307" y="617785"/>
                </a:lnTo>
                <a:moveTo>
                  <a:pt x="1691208" y="572887"/>
                </a:moveTo>
                <a:lnTo>
                  <a:pt x="1638106" y="557466"/>
                </a:lnTo>
                <a:moveTo>
                  <a:pt x="1096902" y="419298"/>
                </a:moveTo>
                <a:lnTo>
                  <a:pt x="1088190" y="407995"/>
                </a:lnTo>
                <a:moveTo>
                  <a:pt x="864671" y="776387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5033" y="479197"/>
                </a:lnTo>
                <a:moveTo>
                  <a:pt x="1650624" y="580741"/>
                </a:moveTo>
                <a:lnTo>
                  <a:pt x="1638106" y="557466"/>
                </a:lnTo>
                <a:moveTo>
                  <a:pt x="871887" y="750548"/>
                </a:moveTo>
                <a:lnTo>
                  <a:pt x="801703" y="741341"/>
                </a:lnTo>
                <a:moveTo>
                  <a:pt x="1411681" y="567669"/>
                </a:moveTo>
                <a:lnTo>
                  <a:pt x="1310718" y="480613"/>
                </a:lnTo>
                <a:moveTo>
                  <a:pt x="994984" y="637577"/>
                </a:moveTo>
                <a:lnTo>
                  <a:pt x="1035486" y="555883"/>
                </a:lnTo>
                <a:moveTo>
                  <a:pt x="1795446" y="441175"/>
                </a:moveTo>
                <a:lnTo>
                  <a:pt x="1738424" y="353253"/>
                </a:lnTo>
                <a:moveTo>
                  <a:pt x="828507" y="898709"/>
                </a:moveTo>
                <a:lnTo>
                  <a:pt x="864671" y="776387"/>
                </a:lnTo>
                <a:moveTo>
                  <a:pt x="1024423" y="317956"/>
                </a:moveTo>
                <a:lnTo>
                  <a:pt x="1018149" y="324749"/>
                </a:lnTo>
                <a:moveTo>
                  <a:pt x="871887" y="750548"/>
                </a:moveTo>
                <a:lnTo>
                  <a:pt x="911879" y="634730"/>
                </a:lnTo>
                <a:moveTo>
                  <a:pt x="1521963" y="976062"/>
                </a:moveTo>
                <a:lnTo>
                  <a:pt x="1423232" y="875169"/>
                </a:lnTo>
                <a:moveTo>
                  <a:pt x="1165044" y="570039"/>
                </a:moveTo>
                <a:lnTo>
                  <a:pt x="1057556" y="553086"/>
                </a:lnTo>
                <a:moveTo>
                  <a:pt x="1290408" y="964759"/>
                </a:moveTo>
                <a:lnTo>
                  <a:pt x="1312110" y="854073"/>
                </a:lnTo>
                <a:moveTo>
                  <a:pt x="1253342" y="1211962"/>
                </a:moveTo>
                <a:lnTo>
                  <a:pt x="1245357" y="1091616"/>
                </a:lnTo>
                <a:moveTo>
                  <a:pt x="763872" y="738619"/>
                </a:moveTo>
                <a:lnTo>
                  <a:pt x="692469" y="801461"/>
                </a:lnTo>
                <a:moveTo>
                  <a:pt x="934790" y="927173"/>
                </a:moveTo>
                <a:lnTo>
                  <a:pt x="828507" y="898709"/>
                </a:lnTo>
                <a:moveTo>
                  <a:pt x="1286955" y="960470"/>
                </a:moveTo>
                <a:lnTo>
                  <a:pt x="1312110" y="854073"/>
                </a:lnTo>
                <a:moveTo>
                  <a:pt x="828507" y="898709"/>
                </a:moveTo>
                <a:lnTo>
                  <a:pt x="726031" y="833900"/>
                </a:lnTo>
                <a:moveTo>
                  <a:pt x="1284604" y="968170"/>
                </a:moveTo>
                <a:lnTo>
                  <a:pt x="1206788" y="1032919"/>
                </a:lnTo>
                <a:moveTo>
                  <a:pt x="1286955" y="960470"/>
                </a:moveTo>
                <a:lnTo>
                  <a:pt x="1206788" y="1032919"/>
                </a:lnTo>
                <a:moveTo>
                  <a:pt x="1521413" y="1201697"/>
                </a:moveTo>
                <a:lnTo>
                  <a:pt x="1558243" y="1048826"/>
                </a:lnTo>
                <a:moveTo>
                  <a:pt x="1020899" y="637062"/>
                </a:moveTo>
                <a:lnTo>
                  <a:pt x="1035486" y="555883"/>
                </a:lnTo>
                <a:moveTo>
                  <a:pt x="1245357" y="1091616"/>
                </a:moveTo>
                <a:lnTo>
                  <a:pt x="1206788" y="1032919"/>
                </a:lnTo>
                <a:moveTo>
                  <a:pt x="1375984" y="642487"/>
                </a:moveTo>
                <a:lnTo>
                  <a:pt x="1411681" y="567669"/>
                </a:lnTo>
                <a:moveTo>
                  <a:pt x="1286955" y="960470"/>
                </a:moveTo>
                <a:lnTo>
                  <a:pt x="1187383" y="867940"/>
                </a:lnTo>
                <a:moveTo>
                  <a:pt x="1286955" y="960470"/>
                </a:moveTo>
                <a:lnTo>
                  <a:pt x="1191751" y="853937"/>
                </a:lnTo>
                <a:moveTo>
                  <a:pt x="1309015" y="1261027"/>
                </a:moveTo>
                <a:lnTo>
                  <a:pt x="1253342" y="1211962"/>
                </a:lnTo>
                <a:moveTo>
                  <a:pt x="864671" y="776387"/>
                </a:moveTo>
                <a:lnTo>
                  <a:pt x="871887" y="750548"/>
                </a:lnTo>
                <a:moveTo>
                  <a:pt x="1165044" y="570039"/>
                </a:moveTo>
                <a:lnTo>
                  <a:pt x="1096902" y="419298"/>
                </a:lnTo>
                <a:moveTo>
                  <a:pt x="994984" y="637577"/>
                </a:moveTo>
                <a:lnTo>
                  <a:pt x="911879" y="634730"/>
                </a:lnTo>
                <a:moveTo>
                  <a:pt x="934790" y="927173"/>
                </a:moveTo>
                <a:lnTo>
                  <a:pt x="864671" y="776387"/>
                </a:lnTo>
                <a:moveTo>
                  <a:pt x="1638106" y="557466"/>
                </a:moveTo>
                <a:lnTo>
                  <a:pt x="1520286" y="603249"/>
                </a:lnTo>
                <a:moveTo>
                  <a:pt x="1416407" y="1278906"/>
                </a:moveTo>
                <a:lnTo>
                  <a:pt x="1309015" y="1261027"/>
                </a:lnTo>
                <a:moveTo>
                  <a:pt x="1416407" y="1278906"/>
                </a:moveTo>
                <a:lnTo>
                  <a:pt x="1521413" y="1201697"/>
                </a:lnTo>
                <a:moveTo>
                  <a:pt x="1517173" y="603682"/>
                </a:moveTo>
                <a:lnTo>
                  <a:pt x="1375984" y="642487"/>
                </a:lnTo>
                <a:moveTo>
                  <a:pt x="1020899" y="637062"/>
                </a:moveTo>
                <a:lnTo>
                  <a:pt x="1057556" y="553086"/>
                </a:lnTo>
                <a:moveTo>
                  <a:pt x="1874824" y="584611"/>
                </a:moveTo>
                <a:lnTo>
                  <a:pt x="1891604" y="528736"/>
                </a:lnTo>
                <a:moveTo>
                  <a:pt x="790583" y="994779"/>
                </a:moveTo>
                <a:lnTo>
                  <a:pt x="828507" y="898709"/>
                </a:lnTo>
                <a:moveTo>
                  <a:pt x="1637922" y="232948"/>
                </a:moveTo>
                <a:lnTo>
                  <a:pt x="1624018" y="212820"/>
                </a:lnTo>
                <a:moveTo>
                  <a:pt x="1521963" y="976062"/>
                </a:moveTo>
                <a:lnTo>
                  <a:pt x="1518509" y="932220"/>
                </a:lnTo>
                <a:moveTo>
                  <a:pt x="1269307" y="617785"/>
                </a:moveTo>
                <a:lnTo>
                  <a:pt x="1165044" y="570039"/>
                </a:lnTo>
                <a:moveTo>
                  <a:pt x="1258556" y="650662"/>
                </a:moveTo>
                <a:lnTo>
                  <a:pt x="1269307" y="617785"/>
                </a:lnTo>
                <a:moveTo>
                  <a:pt x="1638106" y="557466"/>
                </a:moveTo>
                <a:lnTo>
                  <a:pt x="1517173" y="603682"/>
                </a:lnTo>
                <a:moveTo>
                  <a:pt x="1186177" y="489970"/>
                </a:moveTo>
                <a:lnTo>
                  <a:pt x="1096902" y="419298"/>
                </a:lnTo>
                <a:moveTo>
                  <a:pt x="961984" y="828818"/>
                </a:moveTo>
                <a:lnTo>
                  <a:pt x="864671" y="776387"/>
                </a:lnTo>
                <a:moveTo>
                  <a:pt x="1269307" y="617785"/>
                </a:moveTo>
                <a:lnTo>
                  <a:pt x="1310718" y="480613"/>
                </a:lnTo>
                <a:moveTo>
                  <a:pt x="1228127" y="744947"/>
                </a:moveTo>
                <a:lnTo>
                  <a:pt x="1258556" y="650662"/>
                </a:lnTo>
                <a:moveTo>
                  <a:pt x="909879" y="998735"/>
                </a:moveTo>
                <a:lnTo>
                  <a:pt x="934790" y="927173"/>
                </a:lnTo>
                <a:moveTo>
                  <a:pt x="980042" y="761141"/>
                </a:moveTo>
                <a:lnTo>
                  <a:pt x="911879" y="634730"/>
                </a:lnTo>
                <a:moveTo>
                  <a:pt x="1738424" y="353253"/>
                </a:moveTo>
                <a:lnTo>
                  <a:pt x="1722225" y="314902"/>
                </a:lnTo>
                <a:moveTo>
                  <a:pt x="1449769" y="1273616"/>
                </a:moveTo>
                <a:lnTo>
                  <a:pt x="1521413" y="1201697"/>
                </a:lnTo>
                <a:moveTo>
                  <a:pt x="1874824" y="584611"/>
                </a:moveTo>
                <a:lnTo>
                  <a:pt x="1837834" y="548886"/>
                </a:lnTo>
                <a:moveTo>
                  <a:pt x="712799" y="643412"/>
                </a:moveTo>
                <a:lnTo>
                  <a:pt x="761667" y="564344"/>
                </a:lnTo>
                <a:moveTo>
                  <a:pt x="934790" y="927173"/>
                </a:moveTo>
                <a:lnTo>
                  <a:pt x="961984" y="828818"/>
                </a:lnTo>
                <a:moveTo>
                  <a:pt x="1564905" y="1170325"/>
                </a:moveTo>
                <a:lnTo>
                  <a:pt x="1521413" y="1201697"/>
                </a:lnTo>
                <a:moveTo>
                  <a:pt x="1600938" y="568936"/>
                </a:moveTo>
                <a:lnTo>
                  <a:pt x="1517173" y="603682"/>
                </a:lnTo>
                <a:moveTo>
                  <a:pt x="1310718" y="480613"/>
                </a:moveTo>
                <a:lnTo>
                  <a:pt x="1315033" y="479197"/>
                </a:lnTo>
                <a:moveTo>
                  <a:pt x="954890" y="1246448"/>
                </a:moveTo>
                <a:lnTo>
                  <a:pt x="954253" y="1212491"/>
                </a:lnTo>
                <a:moveTo>
                  <a:pt x="954890" y="1246448"/>
                </a:moveTo>
                <a:lnTo>
                  <a:pt x="958518" y="1213301"/>
                </a:lnTo>
                <a:moveTo>
                  <a:pt x="1269307" y="617785"/>
                </a:moveTo>
                <a:lnTo>
                  <a:pt x="1133748" y="660623"/>
                </a:lnTo>
                <a:moveTo>
                  <a:pt x="934790" y="927173"/>
                </a:moveTo>
                <a:lnTo>
                  <a:pt x="801383" y="1000077"/>
                </a:lnTo>
                <a:moveTo>
                  <a:pt x="959426" y="1214114"/>
                </a:moveTo>
                <a:lnTo>
                  <a:pt x="954890" y="1246448"/>
                </a:lnTo>
                <a:moveTo>
                  <a:pt x="726031" y="833900"/>
                </a:moveTo>
                <a:lnTo>
                  <a:pt x="692469" y="801461"/>
                </a:lnTo>
                <a:moveTo>
                  <a:pt x="1891604" y="528736"/>
                </a:moveTo>
                <a:lnTo>
                  <a:pt x="1837834" y="548886"/>
                </a:lnTo>
                <a:moveTo>
                  <a:pt x="934790" y="927173"/>
                </a:moveTo>
                <a:lnTo>
                  <a:pt x="790583" y="994779"/>
                </a:lnTo>
                <a:moveTo>
                  <a:pt x="954890" y="1246448"/>
                </a:moveTo>
                <a:lnTo>
                  <a:pt x="957303" y="1216057"/>
                </a:lnTo>
                <a:moveTo>
                  <a:pt x="1133748" y="660623"/>
                </a:moveTo>
                <a:lnTo>
                  <a:pt x="1165044" y="570039"/>
                </a:lnTo>
                <a:moveTo>
                  <a:pt x="790583" y="994779"/>
                </a:moveTo>
                <a:lnTo>
                  <a:pt x="726031" y="833900"/>
                </a:lnTo>
                <a:moveTo>
                  <a:pt x="1258556" y="650662"/>
                </a:moveTo>
                <a:lnTo>
                  <a:pt x="1133748" y="660623"/>
                </a:lnTo>
                <a:moveTo>
                  <a:pt x="1088190" y="407995"/>
                </a:moveTo>
                <a:lnTo>
                  <a:pt x="1024423" y="317956"/>
                </a:lnTo>
                <a:moveTo>
                  <a:pt x="1009821" y="291967"/>
                </a:moveTo>
                <a:lnTo>
                  <a:pt x="916616" y="230213"/>
                </a:lnTo>
                <a:moveTo>
                  <a:pt x="894234" y="1048374"/>
                </a:moveTo>
                <a:lnTo>
                  <a:pt x="909879" y="998735"/>
                </a:lnTo>
                <a:moveTo>
                  <a:pt x="1269307" y="617785"/>
                </a:moveTo>
                <a:lnTo>
                  <a:pt x="1186177" y="489970"/>
                </a:lnTo>
                <a:moveTo>
                  <a:pt x="1756772" y="523443"/>
                </a:moveTo>
                <a:lnTo>
                  <a:pt x="1738424" y="353253"/>
                </a:lnTo>
                <a:moveTo>
                  <a:pt x="1375984" y="642487"/>
                </a:moveTo>
                <a:lnTo>
                  <a:pt x="1269307" y="617785"/>
                </a:lnTo>
                <a:moveTo>
                  <a:pt x="1228127" y="744947"/>
                </a:moveTo>
                <a:lnTo>
                  <a:pt x="1133748" y="660623"/>
                </a:lnTo>
                <a:moveTo>
                  <a:pt x="980042" y="761141"/>
                </a:moveTo>
                <a:lnTo>
                  <a:pt x="864671" y="776387"/>
                </a:lnTo>
                <a:moveTo>
                  <a:pt x="1191751" y="853937"/>
                </a:moveTo>
                <a:lnTo>
                  <a:pt x="1228127" y="744947"/>
                </a:lnTo>
                <a:moveTo>
                  <a:pt x="1165044" y="570039"/>
                </a:moveTo>
                <a:lnTo>
                  <a:pt x="1186177" y="489970"/>
                </a:lnTo>
                <a:moveTo>
                  <a:pt x="1211860" y="1145433"/>
                </a:moveTo>
                <a:lnTo>
                  <a:pt x="1245357" y="1091616"/>
                </a:lnTo>
                <a:moveTo>
                  <a:pt x="1375984" y="642487"/>
                </a:moveTo>
                <a:lnTo>
                  <a:pt x="1258556" y="650662"/>
                </a:lnTo>
                <a:moveTo>
                  <a:pt x="1165044" y="570039"/>
                </a:moveTo>
                <a:lnTo>
                  <a:pt x="1088457" y="666916"/>
                </a:lnTo>
                <a:moveTo>
                  <a:pt x="1315033" y="479197"/>
                </a:moveTo>
                <a:lnTo>
                  <a:pt x="1312879" y="467794"/>
                </a:lnTo>
                <a:moveTo>
                  <a:pt x="1165044" y="570039"/>
                </a:moveTo>
                <a:lnTo>
                  <a:pt x="1020899" y="637062"/>
                </a:lnTo>
                <a:moveTo>
                  <a:pt x="1096902" y="419298"/>
                </a:moveTo>
                <a:lnTo>
                  <a:pt x="1024423" y="317956"/>
                </a:lnTo>
                <a:moveTo>
                  <a:pt x="1423232" y="875169"/>
                </a:moveTo>
                <a:lnTo>
                  <a:pt x="1312110" y="854073"/>
                </a:lnTo>
                <a:moveTo>
                  <a:pt x="1540706" y="973298"/>
                </a:moveTo>
                <a:lnTo>
                  <a:pt x="1521963" y="976062"/>
                </a:lnTo>
                <a:moveTo>
                  <a:pt x="1310718" y="480613"/>
                </a:moveTo>
                <a:lnTo>
                  <a:pt x="1312879" y="467794"/>
                </a:lnTo>
                <a:moveTo>
                  <a:pt x="1312110" y="854073"/>
                </a:moveTo>
                <a:lnTo>
                  <a:pt x="1191751" y="853937"/>
                </a:lnTo>
                <a:moveTo>
                  <a:pt x="1228127" y="744947"/>
                </a:moveTo>
                <a:lnTo>
                  <a:pt x="1173230" y="857955"/>
                </a:lnTo>
                <a:moveTo>
                  <a:pt x="980042" y="761141"/>
                </a:moveTo>
                <a:lnTo>
                  <a:pt x="871887" y="750548"/>
                </a:lnTo>
                <a:moveTo>
                  <a:pt x="1286955" y="960470"/>
                </a:moveTo>
                <a:lnTo>
                  <a:pt x="1149829" y="960480"/>
                </a:lnTo>
                <a:moveTo>
                  <a:pt x="1228127" y="744947"/>
                </a:moveTo>
                <a:lnTo>
                  <a:pt x="1125239" y="684069"/>
                </a:lnTo>
                <a:moveTo>
                  <a:pt x="909879" y="998735"/>
                </a:moveTo>
                <a:lnTo>
                  <a:pt x="801383" y="1000077"/>
                </a:lnTo>
                <a:moveTo>
                  <a:pt x="894234" y="1048374"/>
                </a:moveTo>
                <a:lnTo>
                  <a:pt x="801383" y="1000077"/>
                </a:lnTo>
                <a:moveTo>
                  <a:pt x="1985427" y="965704"/>
                </a:moveTo>
                <a:lnTo>
                  <a:pt x="1999895" y="944875"/>
                </a:lnTo>
                <a:moveTo>
                  <a:pt x="1310718" y="480613"/>
                </a:moveTo>
                <a:lnTo>
                  <a:pt x="1186177" y="489970"/>
                </a:lnTo>
                <a:moveTo>
                  <a:pt x="761667" y="564344"/>
                </a:moveTo>
                <a:lnTo>
                  <a:pt x="743543" y="488632"/>
                </a:lnTo>
                <a:moveTo>
                  <a:pt x="1484183" y="652654"/>
                </a:moveTo>
                <a:lnTo>
                  <a:pt x="1517173" y="603682"/>
                </a:lnTo>
                <a:moveTo>
                  <a:pt x="1564905" y="1170325"/>
                </a:moveTo>
                <a:lnTo>
                  <a:pt x="1558243" y="1048826"/>
                </a:lnTo>
                <a:moveTo>
                  <a:pt x="1334951" y="768241"/>
                </a:moveTo>
                <a:lnTo>
                  <a:pt x="1258556" y="650662"/>
                </a:lnTo>
                <a:moveTo>
                  <a:pt x="1353343" y="708826"/>
                </a:moveTo>
                <a:lnTo>
                  <a:pt x="1258556" y="650662"/>
                </a:lnTo>
                <a:moveTo>
                  <a:pt x="1020899" y="637062"/>
                </a:moveTo>
                <a:lnTo>
                  <a:pt x="994984" y="637577"/>
                </a:lnTo>
                <a:moveTo>
                  <a:pt x="1187383" y="867940"/>
                </a:moveTo>
                <a:lnTo>
                  <a:pt x="1191751" y="853937"/>
                </a:lnTo>
                <a:moveTo>
                  <a:pt x="1315033" y="479197"/>
                </a:moveTo>
                <a:lnTo>
                  <a:pt x="1381175" y="335527"/>
                </a:lnTo>
                <a:moveTo>
                  <a:pt x="954253" y="1212491"/>
                </a:moveTo>
                <a:lnTo>
                  <a:pt x="894234" y="1048374"/>
                </a:lnTo>
                <a:moveTo>
                  <a:pt x="1012388" y="662760"/>
                </a:moveTo>
                <a:lnTo>
                  <a:pt x="994984" y="637577"/>
                </a:lnTo>
                <a:moveTo>
                  <a:pt x="1334951" y="768241"/>
                </a:moveTo>
                <a:lnTo>
                  <a:pt x="1228127" y="744947"/>
                </a:lnTo>
                <a:moveTo>
                  <a:pt x="801383" y="1000077"/>
                </a:moveTo>
                <a:lnTo>
                  <a:pt x="790583" y="994779"/>
                </a:lnTo>
                <a:moveTo>
                  <a:pt x="1187383" y="867940"/>
                </a:moveTo>
                <a:lnTo>
                  <a:pt x="1173230" y="857955"/>
                </a:lnTo>
                <a:moveTo>
                  <a:pt x="1191751" y="853937"/>
                </a:moveTo>
                <a:lnTo>
                  <a:pt x="1173230" y="857955"/>
                </a:lnTo>
                <a:moveTo>
                  <a:pt x="1125239" y="684069"/>
                </a:moveTo>
                <a:lnTo>
                  <a:pt x="1133748" y="660623"/>
                </a:lnTo>
                <a:moveTo>
                  <a:pt x="1245357" y="1091616"/>
                </a:moveTo>
                <a:lnTo>
                  <a:pt x="1196261" y="1124021"/>
                </a:lnTo>
                <a:moveTo>
                  <a:pt x="1133748" y="660623"/>
                </a:moveTo>
                <a:lnTo>
                  <a:pt x="1088457" y="666916"/>
                </a:lnTo>
                <a:moveTo>
                  <a:pt x="1312110" y="854073"/>
                </a:moveTo>
                <a:lnTo>
                  <a:pt x="1334951" y="768241"/>
                </a:lnTo>
                <a:moveTo>
                  <a:pt x="1638106" y="557466"/>
                </a:moveTo>
                <a:lnTo>
                  <a:pt x="1756772" y="523443"/>
                </a:lnTo>
                <a:moveTo>
                  <a:pt x="1579429" y="1118917"/>
                </a:moveTo>
                <a:lnTo>
                  <a:pt x="1558243" y="1048826"/>
                </a:lnTo>
                <a:moveTo>
                  <a:pt x="1449769" y="1273616"/>
                </a:moveTo>
                <a:lnTo>
                  <a:pt x="1416407" y="1278906"/>
                </a:lnTo>
                <a:moveTo>
                  <a:pt x="1043694" y="930608"/>
                </a:moveTo>
                <a:lnTo>
                  <a:pt x="934790" y="927173"/>
                </a:lnTo>
                <a:moveTo>
                  <a:pt x="1712795" y="311203"/>
                </a:moveTo>
                <a:lnTo>
                  <a:pt x="1722225" y="314902"/>
                </a:lnTo>
                <a:moveTo>
                  <a:pt x="1309015" y="1261027"/>
                </a:moveTo>
                <a:lnTo>
                  <a:pt x="1278920" y="1306006"/>
                </a:lnTo>
                <a:moveTo>
                  <a:pt x="1879374" y="541175"/>
                </a:moveTo>
                <a:lnTo>
                  <a:pt x="1891604" y="528736"/>
                </a:lnTo>
                <a:moveTo>
                  <a:pt x="980042" y="761141"/>
                </a:moveTo>
                <a:lnTo>
                  <a:pt x="994984" y="637577"/>
                </a:lnTo>
                <a:moveTo>
                  <a:pt x="1228127" y="744947"/>
                </a:moveTo>
                <a:lnTo>
                  <a:pt x="1085074" y="801537"/>
                </a:lnTo>
                <a:moveTo>
                  <a:pt x="1125239" y="684069"/>
                </a:moveTo>
                <a:lnTo>
                  <a:pt x="1088457" y="666916"/>
                </a:lnTo>
                <a:moveTo>
                  <a:pt x="1722225" y="314902"/>
                </a:moveTo>
                <a:lnTo>
                  <a:pt x="1624018" y="212820"/>
                </a:lnTo>
                <a:moveTo>
                  <a:pt x="1088457" y="666916"/>
                </a:moveTo>
                <a:lnTo>
                  <a:pt x="1020899" y="637062"/>
                </a:lnTo>
                <a:moveTo>
                  <a:pt x="1125239" y="684069"/>
                </a:moveTo>
                <a:lnTo>
                  <a:pt x="1012388" y="662760"/>
                </a:lnTo>
                <a:moveTo>
                  <a:pt x="1334951" y="768241"/>
                </a:moveTo>
                <a:lnTo>
                  <a:pt x="1191751" y="853937"/>
                </a:lnTo>
                <a:moveTo>
                  <a:pt x="949929" y="1046703"/>
                </a:moveTo>
                <a:lnTo>
                  <a:pt x="909879" y="998735"/>
                </a:lnTo>
                <a:moveTo>
                  <a:pt x="894234" y="1048374"/>
                </a:moveTo>
                <a:lnTo>
                  <a:pt x="949929" y="1046703"/>
                </a:lnTo>
                <a:moveTo>
                  <a:pt x="1012388" y="662760"/>
                </a:moveTo>
                <a:lnTo>
                  <a:pt x="1088457" y="666916"/>
                </a:lnTo>
                <a:moveTo>
                  <a:pt x="1012388" y="662760"/>
                </a:moveTo>
                <a:lnTo>
                  <a:pt x="1020899" y="637062"/>
                </a:lnTo>
                <a:moveTo>
                  <a:pt x="961984" y="828818"/>
                </a:moveTo>
                <a:lnTo>
                  <a:pt x="980042" y="761141"/>
                </a:lnTo>
                <a:moveTo>
                  <a:pt x="692469" y="801461"/>
                </a:moveTo>
                <a:lnTo>
                  <a:pt x="712799" y="643412"/>
                </a:lnTo>
                <a:moveTo>
                  <a:pt x="958518" y="1213301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8518" y="1213301"/>
                </a:lnTo>
                <a:moveTo>
                  <a:pt x="1999895" y="944875"/>
                </a:moveTo>
                <a:lnTo>
                  <a:pt x="1901915" y="992267"/>
                </a:lnTo>
                <a:moveTo>
                  <a:pt x="957303" y="1216057"/>
                </a:moveTo>
                <a:lnTo>
                  <a:pt x="954253" y="1212491"/>
                </a:lnTo>
                <a:moveTo>
                  <a:pt x="959426" y="1214114"/>
                </a:moveTo>
                <a:lnTo>
                  <a:pt x="957303" y="1216057"/>
                </a:lnTo>
                <a:moveTo>
                  <a:pt x="1874824" y="584611"/>
                </a:moveTo>
                <a:lnTo>
                  <a:pt x="1853297" y="615664"/>
                </a:lnTo>
                <a:moveTo>
                  <a:pt x="1383589" y="1333500"/>
                </a:moveTo>
                <a:lnTo>
                  <a:pt x="1309015" y="1261027"/>
                </a:lnTo>
                <a:moveTo>
                  <a:pt x="726031" y="833900"/>
                </a:moveTo>
                <a:lnTo>
                  <a:pt x="706001" y="863187"/>
                </a:lnTo>
                <a:moveTo>
                  <a:pt x="855601" y="1151213"/>
                </a:moveTo>
                <a:lnTo>
                  <a:pt x="894234" y="1048374"/>
                </a:lnTo>
                <a:moveTo>
                  <a:pt x="1353343" y="708826"/>
                </a:moveTo>
                <a:lnTo>
                  <a:pt x="1375984" y="642487"/>
                </a:lnTo>
                <a:moveTo>
                  <a:pt x="1125239" y="684069"/>
                </a:moveTo>
                <a:lnTo>
                  <a:pt x="980042" y="761141"/>
                </a:lnTo>
                <a:moveTo>
                  <a:pt x="1085074" y="801537"/>
                </a:moveTo>
                <a:lnTo>
                  <a:pt x="961984" y="828818"/>
                </a:lnTo>
                <a:moveTo>
                  <a:pt x="1061219" y="876889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61219" y="876889"/>
                </a:lnTo>
                <a:moveTo>
                  <a:pt x="980042" y="761141"/>
                </a:moveTo>
                <a:lnTo>
                  <a:pt x="1012388" y="662760"/>
                </a:lnTo>
                <a:moveTo>
                  <a:pt x="1879374" y="541175"/>
                </a:moveTo>
                <a:lnTo>
                  <a:pt x="1837834" y="548886"/>
                </a:lnTo>
                <a:moveTo>
                  <a:pt x="1253342" y="1211962"/>
                </a:moveTo>
                <a:lnTo>
                  <a:pt x="1211860" y="1145433"/>
                </a:lnTo>
                <a:moveTo>
                  <a:pt x="1173230" y="857955"/>
                </a:moveTo>
                <a:lnTo>
                  <a:pt x="1085074" y="801537"/>
                </a:lnTo>
                <a:moveTo>
                  <a:pt x="1518509" y="932220"/>
                </a:moveTo>
                <a:lnTo>
                  <a:pt x="1423232" y="875169"/>
                </a:lnTo>
                <a:moveTo>
                  <a:pt x="1043694" y="930608"/>
                </a:moveTo>
                <a:lnTo>
                  <a:pt x="961984" y="828818"/>
                </a:lnTo>
                <a:moveTo>
                  <a:pt x="1187383" y="867940"/>
                </a:moveTo>
                <a:lnTo>
                  <a:pt x="1043694" y="930608"/>
                </a:lnTo>
                <a:moveTo>
                  <a:pt x="1061219" y="876889"/>
                </a:moveTo>
                <a:lnTo>
                  <a:pt x="1173230" y="857955"/>
                </a:lnTo>
                <a:moveTo>
                  <a:pt x="1085074" y="801537"/>
                </a:moveTo>
                <a:lnTo>
                  <a:pt x="1125239" y="684069"/>
                </a:lnTo>
                <a:moveTo>
                  <a:pt x="1003871" y="1044808"/>
                </a:moveTo>
                <a:lnTo>
                  <a:pt x="934790" y="927173"/>
                </a:lnTo>
                <a:moveTo>
                  <a:pt x="1334951" y="768241"/>
                </a:moveTo>
                <a:lnTo>
                  <a:pt x="1353343" y="708826"/>
                </a:lnTo>
                <a:moveTo>
                  <a:pt x="1738424" y="353253"/>
                </a:moveTo>
                <a:lnTo>
                  <a:pt x="1712795" y="311203"/>
                </a:lnTo>
                <a:moveTo>
                  <a:pt x="1024423" y="317956"/>
                </a:moveTo>
                <a:lnTo>
                  <a:pt x="1009821" y="291967"/>
                </a:lnTo>
                <a:moveTo>
                  <a:pt x="1278920" y="1306006"/>
                </a:moveTo>
                <a:lnTo>
                  <a:pt x="1253342" y="1211962"/>
                </a:lnTo>
                <a:moveTo>
                  <a:pt x="1315033" y="479197"/>
                </a:moveTo>
                <a:lnTo>
                  <a:pt x="1331466" y="381853"/>
                </a:lnTo>
                <a:moveTo>
                  <a:pt x="1558243" y="1048826"/>
                </a:moveTo>
                <a:lnTo>
                  <a:pt x="1540706" y="973298"/>
                </a:lnTo>
                <a:moveTo>
                  <a:pt x="954253" y="1212491"/>
                </a:moveTo>
                <a:lnTo>
                  <a:pt x="855601" y="1151213"/>
                </a:lnTo>
                <a:moveTo>
                  <a:pt x="1096902" y="419298"/>
                </a:moveTo>
                <a:lnTo>
                  <a:pt x="1084881" y="394897"/>
                </a:lnTo>
                <a:moveTo>
                  <a:pt x="1722225" y="314902"/>
                </a:moveTo>
                <a:lnTo>
                  <a:pt x="1642436" y="253101"/>
                </a:lnTo>
                <a:moveTo>
                  <a:pt x="957303" y="1216057"/>
                </a:moveTo>
                <a:lnTo>
                  <a:pt x="855601" y="1151213"/>
                </a:lnTo>
                <a:moveTo>
                  <a:pt x="706001" y="863187"/>
                </a:moveTo>
                <a:lnTo>
                  <a:pt x="692469" y="801461"/>
                </a:lnTo>
                <a:moveTo>
                  <a:pt x="1442503" y="784584"/>
                </a:moveTo>
                <a:lnTo>
                  <a:pt x="1312110" y="854073"/>
                </a:lnTo>
                <a:moveTo>
                  <a:pt x="1085074" y="801537"/>
                </a:moveTo>
                <a:lnTo>
                  <a:pt x="980042" y="761141"/>
                </a:lnTo>
                <a:moveTo>
                  <a:pt x="1853297" y="615664"/>
                </a:moveTo>
                <a:lnTo>
                  <a:pt x="1837834" y="548886"/>
                </a:lnTo>
                <a:moveTo>
                  <a:pt x="1206788" y="1032919"/>
                </a:moveTo>
                <a:lnTo>
                  <a:pt x="1149829" y="960480"/>
                </a:lnTo>
                <a:moveTo>
                  <a:pt x="1003871" y="1044808"/>
                </a:moveTo>
                <a:lnTo>
                  <a:pt x="909879" y="998735"/>
                </a:lnTo>
                <a:moveTo>
                  <a:pt x="1564905" y="1170325"/>
                </a:moveTo>
                <a:lnTo>
                  <a:pt x="1579429" y="1118917"/>
                </a:lnTo>
                <a:moveTo>
                  <a:pt x="988132" y="1094419"/>
                </a:moveTo>
                <a:lnTo>
                  <a:pt x="894234" y="1048374"/>
                </a:lnTo>
                <a:moveTo>
                  <a:pt x="1529112" y="1246053"/>
                </a:moveTo>
                <a:lnTo>
                  <a:pt x="1521413" y="1201697"/>
                </a:lnTo>
                <a:moveTo>
                  <a:pt x="709985" y="901366"/>
                </a:moveTo>
                <a:lnTo>
                  <a:pt x="726031" y="833900"/>
                </a:lnTo>
                <a:moveTo>
                  <a:pt x="1423232" y="875169"/>
                </a:moveTo>
                <a:lnTo>
                  <a:pt x="1442503" y="784584"/>
                </a:lnTo>
                <a:moveTo>
                  <a:pt x="1149829" y="960480"/>
                </a:moveTo>
                <a:lnTo>
                  <a:pt x="1187383" y="867940"/>
                </a:lnTo>
                <a:moveTo>
                  <a:pt x="1312879" y="467794"/>
                </a:moveTo>
                <a:lnTo>
                  <a:pt x="1331466" y="381853"/>
                </a:lnTo>
                <a:moveTo>
                  <a:pt x="1756772" y="523443"/>
                </a:moveTo>
                <a:lnTo>
                  <a:pt x="1721900" y="442473"/>
                </a:lnTo>
                <a:moveTo>
                  <a:pt x="1638106" y="557466"/>
                </a:moveTo>
                <a:lnTo>
                  <a:pt x="1600938" y="568936"/>
                </a:lnTo>
                <a:moveTo>
                  <a:pt x="1061219" y="876889"/>
                </a:moveTo>
                <a:lnTo>
                  <a:pt x="1085074" y="801537"/>
                </a:lnTo>
                <a:moveTo>
                  <a:pt x="1003132" y="295513"/>
                </a:moveTo>
                <a:lnTo>
                  <a:pt x="1009821" y="291967"/>
                </a:lnTo>
                <a:moveTo>
                  <a:pt x="1196261" y="1124021"/>
                </a:moveTo>
                <a:lnTo>
                  <a:pt x="1206788" y="1032919"/>
                </a:lnTo>
                <a:moveTo>
                  <a:pt x="712799" y="643412"/>
                </a:moveTo>
                <a:lnTo>
                  <a:pt x="743543" y="488632"/>
                </a:lnTo>
                <a:moveTo>
                  <a:pt x="1043694" y="930608"/>
                </a:moveTo>
                <a:lnTo>
                  <a:pt x="1061219" y="876889"/>
                </a:lnTo>
                <a:moveTo>
                  <a:pt x="1484183" y="652654"/>
                </a:moveTo>
                <a:lnTo>
                  <a:pt x="1375984" y="642487"/>
                </a:lnTo>
                <a:moveTo>
                  <a:pt x="1416407" y="1278906"/>
                </a:moveTo>
                <a:lnTo>
                  <a:pt x="1387444" y="1333500"/>
                </a:lnTo>
                <a:moveTo>
                  <a:pt x="1547717" y="823250"/>
                </a:moveTo>
                <a:lnTo>
                  <a:pt x="1423232" y="875169"/>
                </a:lnTo>
                <a:moveTo>
                  <a:pt x="1331466" y="381853"/>
                </a:moveTo>
                <a:lnTo>
                  <a:pt x="1381175" y="335527"/>
                </a:lnTo>
                <a:moveTo>
                  <a:pt x="1721900" y="442473"/>
                </a:moveTo>
                <a:lnTo>
                  <a:pt x="1738424" y="353253"/>
                </a:lnTo>
                <a:moveTo>
                  <a:pt x="1624018" y="212820"/>
                </a:moveTo>
                <a:lnTo>
                  <a:pt x="1502887" y="228905"/>
                </a:lnTo>
                <a:moveTo>
                  <a:pt x="988132" y="1094419"/>
                </a:moveTo>
                <a:lnTo>
                  <a:pt x="954253" y="1212491"/>
                </a:lnTo>
                <a:moveTo>
                  <a:pt x="958518" y="1213301"/>
                </a:moveTo>
                <a:lnTo>
                  <a:pt x="988132" y="1094419"/>
                </a:lnTo>
                <a:moveTo>
                  <a:pt x="1985427" y="965704"/>
                </a:moveTo>
                <a:lnTo>
                  <a:pt x="1901915" y="992267"/>
                </a:lnTo>
                <a:moveTo>
                  <a:pt x="894234" y="1048374"/>
                </a:moveTo>
                <a:lnTo>
                  <a:pt x="838315" y="1106076"/>
                </a:lnTo>
                <a:moveTo>
                  <a:pt x="1484183" y="652654"/>
                </a:moveTo>
                <a:lnTo>
                  <a:pt x="1353343" y="708826"/>
                </a:lnTo>
                <a:moveTo>
                  <a:pt x="1442503" y="784584"/>
                </a:moveTo>
                <a:lnTo>
                  <a:pt x="1334951" y="768241"/>
                </a:lnTo>
                <a:moveTo>
                  <a:pt x="1312879" y="467794"/>
                </a:moveTo>
                <a:lnTo>
                  <a:pt x="1290479" y="401466"/>
                </a:lnTo>
                <a:moveTo>
                  <a:pt x="1442503" y="784584"/>
                </a:moveTo>
                <a:lnTo>
                  <a:pt x="1353343" y="708826"/>
                </a:lnTo>
                <a:moveTo>
                  <a:pt x="1024423" y="317956"/>
                </a:moveTo>
                <a:lnTo>
                  <a:pt x="1003132" y="295513"/>
                </a:lnTo>
                <a:moveTo>
                  <a:pt x="1595930" y="1155062"/>
                </a:moveTo>
                <a:lnTo>
                  <a:pt x="1564905" y="1170325"/>
                </a:lnTo>
                <a:moveTo>
                  <a:pt x="1310718" y="480613"/>
                </a:moveTo>
                <a:lnTo>
                  <a:pt x="1197375" y="412878"/>
                </a:lnTo>
                <a:moveTo>
                  <a:pt x="790583" y="994779"/>
                </a:moveTo>
                <a:lnTo>
                  <a:pt x="709985" y="901366"/>
                </a:lnTo>
                <a:moveTo>
                  <a:pt x="1445764" y="772358"/>
                </a:moveTo>
                <a:lnTo>
                  <a:pt x="1353343" y="708826"/>
                </a:lnTo>
                <a:moveTo>
                  <a:pt x="1756772" y="523443"/>
                </a:moveTo>
                <a:lnTo>
                  <a:pt x="1654377" y="468864"/>
                </a:lnTo>
                <a:moveTo>
                  <a:pt x="1853297" y="615664"/>
                </a:moveTo>
                <a:lnTo>
                  <a:pt x="1879374" y="541175"/>
                </a:lnTo>
                <a:moveTo>
                  <a:pt x="838315" y="1106076"/>
                </a:moveTo>
                <a:lnTo>
                  <a:pt x="801383" y="1000077"/>
                </a:lnTo>
                <a:moveTo>
                  <a:pt x="1003871" y="1044808"/>
                </a:moveTo>
                <a:lnTo>
                  <a:pt x="949929" y="1046703"/>
                </a:lnTo>
                <a:moveTo>
                  <a:pt x="988132" y="1094419"/>
                </a:moveTo>
                <a:lnTo>
                  <a:pt x="949929" y="1046703"/>
                </a:lnTo>
                <a:moveTo>
                  <a:pt x="1572316" y="231091"/>
                </a:moveTo>
                <a:lnTo>
                  <a:pt x="1502887" y="228905"/>
                </a:lnTo>
                <a:moveTo>
                  <a:pt x="1149829" y="960480"/>
                </a:moveTo>
                <a:lnTo>
                  <a:pt x="1043694" y="930608"/>
                </a:lnTo>
                <a:moveTo>
                  <a:pt x="1595930" y="1155062"/>
                </a:moveTo>
                <a:lnTo>
                  <a:pt x="1579429" y="1118917"/>
                </a:lnTo>
                <a:moveTo>
                  <a:pt x="1449769" y="1273616"/>
                </a:moveTo>
                <a:lnTo>
                  <a:pt x="1388656" y="1333500"/>
                </a:lnTo>
                <a:moveTo>
                  <a:pt x="1484183" y="652654"/>
                </a:moveTo>
                <a:lnTo>
                  <a:pt x="1600938" y="568936"/>
                </a:lnTo>
                <a:moveTo>
                  <a:pt x="692469" y="801461"/>
                </a:moveTo>
                <a:lnTo>
                  <a:pt x="690130" y="730704"/>
                </a:lnTo>
                <a:moveTo>
                  <a:pt x="1312879" y="467794"/>
                </a:moveTo>
                <a:lnTo>
                  <a:pt x="1197375" y="412878"/>
                </a:lnTo>
                <a:moveTo>
                  <a:pt x="1186177" y="489970"/>
                </a:moveTo>
                <a:lnTo>
                  <a:pt x="1084881" y="394897"/>
                </a:lnTo>
                <a:moveTo>
                  <a:pt x="1003871" y="1044808"/>
                </a:moveTo>
                <a:lnTo>
                  <a:pt x="1043694" y="930608"/>
                </a:lnTo>
                <a:moveTo>
                  <a:pt x="1186177" y="489970"/>
                </a:moveTo>
                <a:lnTo>
                  <a:pt x="1197375" y="412878"/>
                </a:lnTo>
                <a:moveTo>
                  <a:pt x="1540706" y="973298"/>
                </a:moveTo>
                <a:lnTo>
                  <a:pt x="1518509" y="932220"/>
                </a:lnTo>
                <a:moveTo>
                  <a:pt x="1518509" y="932220"/>
                </a:moveTo>
                <a:lnTo>
                  <a:pt x="1547717" y="823250"/>
                </a:lnTo>
                <a:moveTo>
                  <a:pt x="1278920" y="1306006"/>
                </a:moveTo>
                <a:lnTo>
                  <a:pt x="1211860" y="1145433"/>
                </a:lnTo>
                <a:moveTo>
                  <a:pt x="1624018" y="212820"/>
                </a:moveTo>
                <a:lnTo>
                  <a:pt x="1572316" y="231091"/>
                </a:lnTo>
                <a:moveTo>
                  <a:pt x="1721900" y="442473"/>
                </a:moveTo>
                <a:lnTo>
                  <a:pt x="1712795" y="311203"/>
                </a:lnTo>
                <a:moveTo>
                  <a:pt x="690130" y="730704"/>
                </a:moveTo>
                <a:lnTo>
                  <a:pt x="712799" y="643412"/>
                </a:lnTo>
                <a:moveTo>
                  <a:pt x="1967199" y="991038"/>
                </a:moveTo>
                <a:lnTo>
                  <a:pt x="1985427" y="965704"/>
                </a:lnTo>
                <a:moveTo>
                  <a:pt x="1712795" y="311203"/>
                </a:moveTo>
                <a:lnTo>
                  <a:pt x="1642436" y="253101"/>
                </a:lnTo>
                <a:moveTo>
                  <a:pt x="1793937" y="802044"/>
                </a:moveTo>
                <a:lnTo>
                  <a:pt x="1797666" y="789268"/>
                </a:lnTo>
                <a:moveTo>
                  <a:pt x="1211860" y="1145433"/>
                </a:moveTo>
                <a:lnTo>
                  <a:pt x="1196261" y="1124021"/>
                </a:lnTo>
                <a:moveTo>
                  <a:pt x="1149829" y="960480"/>
                </a:moveTo>
                <a:lnTo>
                  <a:pt x="1003871" y="1044808"/>
                </a:lnTo>
                <a:moveTo>
                  <a:pt x="855601" y="1151213"/>
                </a:moveTo>
                <a:lnTo>
                  <a:pt x="838315" y="1106076"/>
                </a:lnTo>
                <a:moveTo>
                  <a:pt x="1529112" y="1246053"/>
                </a:moveTo>
                <a:lnTo>
                  <a:pt x="1449769" y="1273616"/>
                </a:lnTo>
                <a:moveTo>
                  <a:pt x="1084881" y="394897"/>
                </a:moveTo>
                <a:lnTo>
                  <a:pt x="1024423" y="317956"/>
                </a:lnTo>
                <a:moveTo>
                  <a:pt x="1445764" y="772358"/>
                </a:moveTo>
                <a:lnTo>
                  <a:pt x="1484183" y="652654"/>
                </a:lnTo>
                <a:moveTo>
                  <a:pt x="1383009" y="1331774"/>
                </a:moveTo>
                <a:lnTo>
                  <a:pt x="1449769" y="1273616"/>
                </a:lnTo>
                <a:moveTo>
                  <a:pt x="1642436" y="253101"/>
                </a:moveTo>
                <a:lnTo>
                  <a:pt x="1624018" y="212820"/>
                </a:lnTo>
                <a:moveTo>
                  <a:pt x="1467078" y="304789"/>
                </a:moveTo>
                <a:lnTo>
                  <a:pt x="1381175" y="335527"/>
                </a:lnTo>
                <a:moveTo>
                  <a:pt x="1442503" y="784584"/>
                </a:moveTo>
                <a:lnTo>
                  <a:pt x="1445764" y="772358"/>
                </a:lnTo>
                <a:moveTo>
                  <a:pt x="1529112" y="1246053"/>
                </a:moveTo>
                <a:lnTo>
                  <a:pt x="1564905" y="1170325"/>
                </a:lnTo>
                <a:moveTo>
                  <a:pt x="1638106" y="557466"/>
                </a:moveTo>
                <a:lnTo>
                  <a:pt x="1654377" y="468864"/>
                </a:lnTo>
                <a:moveTo>
                  <a:pt x="988132" y="1094419"/>
                </a:moveTo>
                <a:lnTo>
                  <a:pt x="1003871" y="1044808"/>
                </a:lnTo>
                <a:moveTo>
                  <a:pt x="1564286" y="1075106"/>
                </a:moveTo>
                <a:lnTo>
                  <a:pt x="1558243" y="1048826"/>
                </a:lnTo>
                <a:moveTo>
                  <a:pt x="1793937" y="802044"/>
                </a:moveTo>
                <a:lnTo>
                  <a:pt x="1672688" y="803930"/>
                </a:lnTo>
                <a:moveTo>
                  <a:pt x="1547717" y="823250"/>
                </a:moveTo>
                <a:lnTo>
                  <a:pt x="1442503" y="784584"/>
                </a:lnTo>
                <a:moveTo>
                  <a:pt x="1797666" y="789268"/>
                </a:moveTo>
                <a:lnTo>
                  <a:pt x="1672688" y="803930"/>
                </a:lnTo>
                <a:moveTo>
                  <a:pt x="709985" y="901366"/>
                </a:moveTo>
                <a:lnTo>
                  <a:pt x="706001" y="863187"/>
                </a:lnTo>
                <a:moveTo>
                  <a:pt x="1051289" y="1172924"/>
                </a:moveTo>
                <a:lnTo>
                  <a:pt x="958518" y="1213301"/>
                </a:lnTo>
                <a:moveTo>
                  <a:pt x="959426" y="1214114"/>
                </a:moveTo>
                <a:lnTo>
                  <a:pt x="1051289" y="1172924"/>
                </a:lnTo>
                <a:moveTo>
                  <a:pt x="1377287" y="1333500"/>
                </a:moveTo>
                <a:lnTo>
                  <a:pt x="1278920" y="1306006"/>
                </a:lnTo>
                <a:moveTo>
                  <a:pt x="1547717" y="823250"/>
                </a:moveTo>
                <a:lnTo>
                  <a:pt x="1445764" y="772358"/>
                </a:lnTo>
                <a:moveTo>
                  <a:pt x="1331466" y="381853"/>
                </a:moveTo>
                <a:lnTo>
                  <a:pt x="1290479" y="401466"/>
                </a:lnTo>
                <a:moveTo>
                  <a:pt x="1467078" y="304789"/>
                </a:moveTo>
                <a:lnTo>
                  <a:pt x="1502887" y="228905"/>
                </a:lnTo>
                <a:moveTo>
                  <a:pt x="1654377" y="468864"/>
                </a:moveTo>
                <a:lnTo>
                  <a:pt x="1600938" y="568936"/>
                </a:lnTo>
                <a:moveTo>
                  <a:pt x="1084881" y="394897"/>
                </a:moveTo>
                <a:lnTo>
                  <a:pt x="1003132" y="295513"/>
                </a:lnTo>
                <a:moveTo>
                  <a:pt x="1554131" y="799705"/>
                </a:moveTo>
                <a:lnTo>
                  <a:pt x="1445764" y="772358"/>
                </a:lnTo>
                <a:moveTo>
                  <a:pt x="1211860" y="1145433"/>
                </a:moveTo>
                <a:lnTo>
                  <a:pt x="1203490" y="1152236"/>
                </a:lnTo>
                <a:moveTo>
                  <a:pt x="1569664" y="653527"/>
                </a:moveTo>
                <a:lnTo>
                  <a:pt x="1600938" y="568936"/>
                </a:lnTo>
                <a:moveTo>
                  <a:pt x="706001" y="863187"/>
                </a:moveTo>
                <a:lnTo>
                  <a:pt x="690130" y="730704"/>
                </a:lnTo>
                <a:moveTo>
                  <a:pt x="712799" y="643412"/>
                </a:moveTo>
                <a:lnTo>
                  <a:pt x="759573" y="588070"/>
                </a:lnTo>
                <a:moveTo>
                  <a:pt x="1967199" y="991038"/>
                </a:moveTo>
                <a:lnTo>
                  <a:pt x="1901915" y="992267"/>
                </a:lnTo>
                <a:moveTo>
                  <a:pt x="1797666" y="789268"/>
                </a:moveTo>
                <a:lnTo>
                  <a:pt x="1835620" y="655776"/>
                </a:lnTo>
                <a:moveTo>
                  <a:pt x="1652649" y="864616"/>
                </a:moveTo>
                <a:lnTo>
                  <a:pt x="1672688" y="803930"/>
                </a:lnTo>
                <a:moveTo>
                  <a:pt x="1672688" y="803930"/>
                </a:moveTo>
                <a:lnTo>
                  <a:pt x="1554131" y="799705"/>
                </a:lnTo>
                <a:moveTo>
                  <a:pt x="1571833" y="1104192"/>
                </a:moveTo>
                <a:lnTo>
                  <a:pt x="1579429" y="1118917"/>
                </a:lnTo>
                <a:moveTo>
                  <a:pt x="1652649" y="864616"/>
                </a:moveTo>
                <a:lnTo>
                  <a:pt x="1547717" y="823250"/>
                </a:lnTo>
                <a:moveTo>
                  <a:pt x="1547717" y="823250"/>
                </a:moveTo>
                <a:lnTo>
                  <a:pt x="1554131" y="799705"/>
                </a:lnTo>
                <a:moveTo>
                  <a:pt x="1948956" y="1048467"/>
                </a:moveTo>
                <a:lnTo>
                  <a:pt x="1901915" y="992267"/>
                </a:lnTo>
                <a:moveTo>
                  <a:pt x="790583" y="994779"/>
                </a:moveTo>
                <a:lnTo>
                  <a:pt x="770878" y="989225"/>
                </a:lnTo>
                <a:moveTo>
                  <a:pt x="1758297" y="899135"/>
                </a:moveTo>
                <a:lnTo>
                  <a:pt x="1793937" y="802044"/>
                </a:lnTo>
                <a:moveTo>
                  <a:pt x="926077" y="1255537"/>
                </a:moveTo>
                <a:lnTo>
                  <a:pt x="959426" y="1214114"/>
                </a:lnTo>
                <a:moveTo>
                  <a:pt x="1167962" y="1045115"/>
                </a:moveTo>
                <a:lnTo>
                  <a:pt x="1206788" y="1032919"/>
                </a:lnTo>
                <a:moveTo>
                  <a:pt x="1652649" y="864616"/>
                </a:moveTo>
                <a:lnTo>
                  <a:pt x="1554131" y="799705"/>
                </a:lnTo>
                <a:moveTo>
                  <a:pt x="926077" y="1255537"/>
                </a:moveTo>
                <a:lnTo>
                  <a:pt x="957303" y="1216057"/>
                </a:lnTo>
                <a:moveTo>
                  <a:pt x="1279029" y="1281321"/>
                </a:moveTo>
                <a:lnTo>
                  <a:pt x="1211860" y="1145433"/>
                </a:lnTo>
                <a:moveTo>
                  <a:pt x="1203490" y="1152236"/>
                </a:moveTo>
                <a:lnTo>
                  <a:pt x="1196261" y="1124021"/>
                </a:lnTo>
                <a:moveTo>
                  <a:pt x="1529112" y="1246053"/>
                </a:moveTo>
                <a:lnTo>
                  <a:pt x="1595930" y="1155062"/>
                </a:lnTo>
                <a:moveTo>
                  <a:pt x="1600938" y="568936"/>
                </a:moveTo>
                <a:lnTo>
                  <a:pt x="1583465" y="493428"/>
                </a:lnTo>
                <a:moveTo>
                  <a:pt x="1758297" y="899135"/>
                </a:moveTo>
                <a:lnTo>
                  <a:pt x="1672688" y="803930"/>
                </a:lnTo>
                <a:moveTo>
                  <a:pt x="1467078" y="304789"/>
                </a:moveTo>
                <a:lnTo>
                  <a:pt x="1331466" y="381853"/>
                </a:lnTo>
                <a:moveTo>
                  <a:pt x="1569664" y="653527"/>
                </a:moveTo>
                <a:lnTo>
                  <a:pt x="1484183" y="652654"/>
                </a:lnTo>
                <a:moveTo>
                  <a:pt x="759573" y="588070"/>
                </a:moveTo>
                <a:lnTo>
                  <a:pt x="743543" y="488632"/>
                </a:lnTo>
                <a:moveTo>
                  <a:pt x="1797666" y="789268"/>
                </a:moveTo>
                <a:lnTo>
                  <a:pt x="1696796" y="709130"/>
                </a:lnTo>
                <a:moveTo>
                  <a:pt x="1758297" y="899135"/>
                </a:moveTo>
                <a:lnTo>
                  <a:pt x="1652649" y="864616"/>
                </a:lnTo>
                <a:moveTo>
                  <a:pt x="1677539" y="381810"/>
                </a:moveTo>
                <a:lnTo>
                  <a:pt x="1712795" y="311203"/>
                </a:lnTo>
                <a:moveTo>
                  <a:pt x="1279029" y="1281321"/>
                </a:moveTo>
                <a:lnTo>
                  <a:pt x="1278920" y="1306006"/>
                </a:lnTo>
                <a:moveTo>
                  <a:pt x="1445764" y="772358"/>
                </a:moveTo>
                <a:lnTo>
                  <a:pt x="1569664" y="653527"/>
                </a:lnTo>
                <a:moveTo>
                  <a:pt x="1290479" y="401466"/>
                </a:moveTo>
                <a:lnTo>
                  <a:pt x="1197375" y="412878"/>
                </a:lnTo>
                <a:moveTo>
                  <a:pt x="1467078" y="304789"/>
                </a:moveTo>
                <a:lnTo>
                  <a:pt x="1572316" y="231091"/>
                </a:lnTo>
                <a:moveTo>
                  <a:pt x="855601" y="1151213"/>
                </a:moveTo>
                <a:lnTo>
                  <a:pt x="833284" y="1172547"/>
                </a:lnTo>
                <a:moveTo>
                  <a:pt x="1654377" y="468864"/>
                </a:moveTo>
                <a:lnTo>
                  <a:pt x="1721900" y="442473"/>
                </a:lnTo>
                <a:moveTo>
                  <a:pt x="926077" y="1255537"/>
                </a:moveTo>
                <a:lnTo>
                  <a:pt x="855601" y="1151213"/>
                </a:lnTo>
                <a:moveTo>
                  <a:pt x="1595930" y="1155062"/>
                </a:moveTo>
                <a:lnTo>
                  <a:pt x="1571833" y="1104192"/>
                </a:lnTo>
                <a:moveTo>
                  <a:pt x="1672688" y="803930"/>
                </a:moveTo>
                <a:lnTo>
                  <a:pt x="1696796" y="709130"/>
                </a:lnTo>
                <a:moveTo>
                  <a:pt x="1383009" y="1331774"/>
                </a:moveTo>
                <a:lnTo>
                  <a:pt x="1384293" y="1333500"/>
                </a:lnTo>
                <a:moveTo>
                  <a:pt x="826679" y="1032401"/>
                </a:moveTo>
                <a:lnTo>
                  <a:pt x="801383" y="1000077"/>
                </a:lnTo>
                <a:moveTo>
                  <a:pt x="826679" y="1032401"/>
                </a:moveTo>
                <a:lnTo>
                  <a:pt x="790583" y="994779"/>
                </a:lnTo>
                <a:moveTo>
                  <a:pt x="1797666" y="789268"/>
                </a:moveTo>
                <a:lnTo>
                  <a:pt x="1703025" y="683409"/>
                </a:lnTo>
                <a:moveTo>
                  <a:pt x="1589542" y="667669"/>
                </a:moveTo>
                <a:lnTo>
                  <a:pt x="1445764" y="772358"/>
                </a:lnTo>
                <a:moveTo>
                  <a:pt x="1615897" y="949496"/>
                </a:moveTo>
                <a:lnTo>
                  <a:pt x="1518509" y="932220"/>
                </a:lnTo>
                <a:moveTo>
                  <a:pt x="1579429" y="1118917"/>
                </a:moveTo>
                <a:lnTo>
                  <a:pt x="1564286" y="1075106"/>
                </a:lnTo>
                <a:moveTo>
                  <a:pt x="1197375" y="412878"/>
                </a:moveTo>
                <a:lnTo>
                  <a:pt x="1084881" y="394897"/>
                </a:lnTo>
                <a:moveTo>
                  <a:pt x="1051289" y="1172924"/>
                </a:moveTo>
                <a:lnTo>
                  <a:pt x="988132" y="1094419"/>
                </a:lnTo>
                <a:moveTo>
                  <a:pt x="1381287" y="1333500"/>
                </a:moveTo>
                <a:lnTo>
                  <a:pt x="1279029" y="1281321"/>
                </a:lnTo>
                <a:moveTo>
                  <a:pt x="1672688" y="803930"/>
                </a:moveTo>
                <a:lnTo>
                  <a:pt x="1589542" y="667669"/>
                </a:lnTo>
                <a:moveTo>
                  <a:pt x="1948956" y="1048467"/>
                </a:moveTo>
                <a:lnTo>
                  <a:pt x="1967199" y="991038"/>
                </a:lnTo>
                <a:moveTo>
                  <a:pt x="1816973" y="895582"/>
                </a:moveTo>
                <a:lnTo>
                  <a:pt x="1793937" y="802044"/>
                </a:lnTo>
                <a:moveTo>
                  <a:pt x="1712795" y="311203"/>
                </a:moveTo>
                <a:lnTo>
                  <a:pt x="1617669" y="339734"/>
                </a:lnTo>
                <a:moveTo>
                  <a:pt x="1331466" y="381853"/>
                </a:moveTo>
                <a:lnTo>
                  <a:pt x="1233174" y="279963"/>
                </a:lnTo>
                <a:moveTo>
                  <a:pt x="955403" y="1237235"/>
                </a:moveTo>
                <a:lnTo>
                  <a:pt x="959426" y="1214114"/>
                </a:lnTo>
                <a:moveTo>
                  <a:pt x="1574176" y="1242641"/>
                </a:moveTo>
                <a:lnTo>
                  <a:pt x="1595930" y="1155062"/>
                </a:lnTo>
                <a:moveTo>
                  <a:pt x="1554131" y="799705"/>
                </a:moveTo>
                <a:lnTo>
                  <a:pt x="1589542" y="667669"/>
                </a:lnTo>
                <a:moveTo>
                  <a:pt x="1382632" y="1333500"/>
                </a:moveTo>
                <a:lnTo>
                  <a:pt x="1383009" y="1331774"/>
                </a:lnTo>
                <a:moveTo>
                  <a:pt x="1149829" y="960480"/>
                </a:moveTo>
                <a:lnTo>
                  <a:pt x="1120835" y="1014862"/>
                </a:lnTo>
                <a:moveTo>
                  <a:pt x="1331466" y="381853"/>
                </a:moveTo>
                <a:lnTo>
                  <a:pt x="1344877" y="299739"/>
                </a:lnTo>
                <a:moveTo>
                  <a:pt x="1524002" y="310333"/>
                </a:moveTo>
                <a:lnTo>
                  <a:pt x="1572316" y="231091"/>
                </a:lnTo>
                <a:moveTo>
                  <a:pt x="1120835" y="1014862"/>
                </a:moveTo>
                <a:lnTo>
                  <a:pt x="1003871" y="1044808"/>
                </a:lnTo>
                <a:moveTo>
                  <a:pt x="1350020" y="1333500"/>
                </a:moveTo>
                <a:lnTo>
                  <a:pt x="1279029" y="1281321"/>
                </a:lnTo>
                <a:moveTo>
                  <a:pt x="1279029" y="1281321"/>
                </a:moveTo>
                <a:lnTo>
                  <a:pt x="1203490" y="1152236"/>
                </a:lnTo>
                <a:moveTo>
                  <a:pt x="1721900" y="442473"/>
                </a:moveTo>
                <a:lnTo>
                  <a:pt x="1677539" y="381810"/>
                </a:lnTo>
                <a:moveTo>
                  <a:pt x="706001" y="863187"/>
                </a:moveTo>
                <a:lnTo>
                  <a:pt x="708608" y="805591"/>
                </a:lnTo>
                <a:moveTo>
                  <a:pt x="1426975" y="1290844"/>
                </a:moveTo>
                <a:lnTo>
                  <a:pt x="1449769" y="1273616"/>
                </a:lnTo>
                <a:moveTo>
                  <a:pt x="1835620" y="655776"/>
                </a:moveTo>
                <a:lnTo>
                  <a:pt x="1703025" y="683409"/>
                </a:lnTo>
                <a:moveTo>
                  <a:pt x="1290479" y="401466"/>
                </a:moveTo>
                <a:lnTo>
                  <a:pt x="1218151" y="329017"/>
                </a:lnTo>
                <a:moveTo>
                  <a:pt x="1107583" y="1026164"/>
                </a:moveTo>
                <a:lnTo>
                  <a:pt x="1003871" y="1044808"/>
                </a:lnTo>
                <a:moveTo>
                  <a:pt x="988132" y="1094419"/>
                </a:moveTo>
                <a:lnTo>
                  <a:pt x="1107583" y="1026164"/>
                </a:lnTo>
                <a:moveTo>
                  <a:pt x="1290479" y="401466"/>
                </a:moveTo>
                <a:lnTo>
                  <a:pt x="1233174" y="279963"/>
                </a:lnTo>
                <a:moveTo>
                  <a:pt x="1615897" y="949496"/>
                </a:moveTo>
                <a:lnTo>
                  <a:pt x="1540706" y="973298"/>
                </a:lnTo>
                <a:moveTo>
                  <a:pt x="1793937" y="802044"/>
                </a:moveTo>
                <a:lnTo>
                  <a:pt x="1850255" y="741598"/>
                </a:lnTo>
                <a:moveTo>
                  <a:pt x="1615897" y="949496"/>
                </a:moveTo>
                <a:lnTo>
                  <a:pt x="1547717" y="823250"/>
                </a:lnTo>
                <a:moveTo>
                  <a:pt x="1383009" y="1331774"/>
                </a:moveTo>
                <a:lnTo>
                  <a:pt x="1279029" y="1281321"/>
                </a:lnTo>
                <a:moveTo>
                  <a:pt x="1850255" y="741598"/>
                </a:moveTo>
                <a:lnTo>
                  <a:pt x="1797666" y="789268"/>
                </a:lnTo>
                <a:moveTo>
                  <a:pt x="1074484" y="391479"/>
                </a:moveTo>
                <a:lnTo>
                  <a:pt x="1003132" y="295513"/>
                </a:lnTo>
                <a:moveTo>
                  <a:pt x="1167962" y="1045115"/>
                </a:moveTo>
                <a:lnTo>
                  <a:pt x="1149829" y="960480"/>
                </a:lnTo>
                <a:moveTo>
                  <a:pt x="1564286" y="1075106"/>
                </a:moveTo>
                <a:lnTo>
                  <a:pt x="1540706" y="973298"/>
                </a:lnTo>
                <a:moveTo>
                  <a:pt x="690130" y="730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084881" y="394897"/>
                </a:lnTo>
                <a:moveTo>
                  <a:pt x="1615897" y="949496"/>
                </a:moveTo>
                <a:lnTo>
                  <a:pt x="1652649" y="864616"/>
                </a:lnTo>
                <a:moveTo>
                  <a:pt x="1589542" y="667669"/>
                </a:moveTo>
                <a:lnTo>
                  <a:pt x="1569664" y="653527"/>
                </a:lnTo>
                <a:moveTo>
                  <a:pt x="833284" y="1172547"/>
                </a:moveTo>
                <a:lnTo>
                  <a:pt x="838315" y="1106076"/>
                </a:lnTo>
                <a:moveTo>
                  <a:pt x="715503" y="833074"/>
                </a:moveTo>
                <a:lnTo>
                  <a:pt x="706001" y="863187"/>
                </a:lnTo>
                <a:moveTo>
                  <a:pt x="1696796" y="709130"/>
                </a:moveTo>
                <a:lnTo>
                  <a:pt x="1589542" y="667669"/>
                </a:lnTo>
                <a:moveTo>
                  <a:pt x="1816973" y="895582"/>
                </a:moveTo>
                <a:lnTo>
                  <a:pt x="1758297" y="899135"/>
                </a:lnTo>
                <a:moveTo>
                  <a:pt x="1197375" y="412878"/>
                </a:moveTo>
                <a:lnTo>
                  <a:pt x="1218151" y="329017"/>
                </a:lnTo>
                <a:moveTo>
                  <a:pt x="1617669" y="339734"/>
                </a:moveTo>
                <a:lnTo>
                  <a:pt x="1642436" y="253101"/>
                </a:lnTo>
                <a:moveTo>
                  <a:pt x="770878" y="989225"/>
                </a:moveTo>
                <a:lnTo>
                  <a:pt x="709985" y="901366"/>
                </a:lnTo>
                <a:moveTo>
                  <a:pt x="1196261" y="1124021"/>
                </a:moveTo>
                <a:lnTo>
                  <a:pt x="1167962" y="1045115"/>
                </a:lnTo>
                <a:moveTo>
                  <a:pt x="1654377" y="468864"/>
                </a:moveTo>
                <a:lnTo>
                  <a:pt x="1583465" y="493428"/>
                </a:lnTo>
                <a:moveTo>
                  <a:pt x="1696796" y="709130"/>
                </a:moveTo>
                <a:lnTo>
                  <a:pt x="1703025" y="683409"/>
                </a:lnTo>
                <a:moveTo>
                  <a:pt x="1696796" y="709130"/>
                </a:moveTo>
                <a:lnTo>
                  <a:pt x="1648576" y="678295"/>
                </a:lnTo>
                <a:moveTo>
                  <a:pt x="1654377" y="468864"/>
                </a:moveTo>
                <a:lnTo>
                  <a:pt x="1677539" y="381810"/>
                </a:lnTo>
                <a:moveTo>
                  <a:pt x="1569664" y="653527"/>
                </a:moveTo>
                <a:lnTo>
                  <a:pt x="1583465" y="493428"/>
                </a:lnTo>
                <a:moveTo>
                  <a:pt x="1574176" y="1242641"/>
                </a:moveTo>
                <a:lnTo>
                  <a:pt x="1529112" y="1246053"/>
                </a:lnTo>
                <a:moveTo>
                  <a:pt x="1758297" y="899135"/>
                </a:moveTo>
                <a:lnTo>
                  <a:pt x="1615897" y="949496"/>
                </a:lnTo>
                <a:moveTo>
                  <a:pt x="1648576" y="678295"/>
                </a:moveTo>
                <a:lnTo>
                  <a:pt x="1589542" y="667669"/>
                </a:lnTo>
                <a:moveTo>
                  <a:pt x="1003132" y="295513"/>
                </a:moveTo>
                <a:lnTo>
                  <a:pt x="974160" y="321210"/>
                </a:lnTo>
                <a:moveTo>
                  <a:pt x="1703025" y="683409"/>
                </a:moveTo>
                <a:lnTo>
                  <a:pt x="1648576" y="678295"/>
                </a:lnTo>
                <a:moveTo>
                  <a:pt x="1524002" y="310333"/>
                </a:moveTo>
                <a:lnTo>
                  <a:pt x="1467078" y="304789"/>
                </a:lnTo>
                <a:moveTo>
                  <a:pt x="1850255" y="741598"/>
                </a:moveTo>
                <a:lnTo>
                  <a:pt x="1835620" y="655776"/>
                </a:lnTo>
                <a:moveTo>
                  <a:pt x="708608" y="805591"/>
                </a:moveTo>
                <a:lnTo>
                  <a:pt x="690130" y="730704"/>
                </a:lnTo>
                <a:moveTo>
                  <a:pt x="1574176" y="1242641"/>
                </a:moveTo>
                <a:lnTo>
                  <a:pt x="1571833" y="1104192"/>
                </a:lnTo>
                <a:moveTo>
                  <a:pt x="1267588" y="1240816"/>
                </a:moveTo>
                <a:lnTo>
                  <a:pt x="1203490" y="1152236"/>
                </a:lnTo>
                <a:moveTo>
                  <a:pt x="1203490" y="1152236"/>
                </a:moveTo>
                <a:lnTo>
                  <a:pt x="1167962" y="1045115"/>
                </a:lnTo>
                <a:moveTo>
                  <a:pt x="1422909" y="373009"/>
                </a:moveTo>
                <a:lnTo>
                  <a:pt x="1331466" y="381853"/>
                </a:lnTo>
                <a:moveTo>
                  <a:pt x="1280239" y="1333500"/>
                </a:moveTo>
                <a:lnTo>
                  <a:pt x="1279029" y="1281321"/>
                </a:lnTo>
                <a:moveTo>
                  <a:pt x="739774" y="702704"/>
                </a:moveTo>
                <a:lnTo>
                  <a:pt x="690130" y="730704"/>
                </a:lnTo>
                <a:moveTo>
                  <a:pt x="1074484" y="391479"/>
                </a:moveTo>
                <a:lnTo>
                  <a:pt x="1084881" y="394897"/>
                </a:lnTo>
                <a:moveTo>
                  <a:pt x="709985" y="901366"/>
                </a:moveTo>
                <a:lnTo>
                  <a:pt x="715503" y="833074"/>
                </a:lnTo>
                <a:moveTo>
                  <a:pt x="1283267" y="1240869"/>
                </a:moveTo>
                <a:lnTo>
                  <a:pt x="1203490" y="1152236"/>
                </a:lnTo>
                <a:moveTo>
                  <a:pt x="1654377" y="468864"/>
                </a:moveTo>
                <a:lnTo>
                  <a:pt x="1565672" y="345219"/>
                </a:lnTo>
                <a:moveTo>
                  <a:pt x="1529112" y="1246053"/>
                </a:moveTo>
                <a:lnTo>
                  <a:pt x="1514131" y="1267091"/>
                </a:lnTo>
                <a:moveTo>
                  <a:pt x="838315" y="1106076"/>
                </a:moveTo>
                <a:lnTo>
                  <a:pt x="826679" y="1032401"/>
                </a:lnTo>
                <a:moveTo>
                  <a:pt x="1654377" y="468864"/>
                </a:moveTo>
                <a:lnTo>
                  <a:pt x="1533730" y="445624"/>
                </a:lnTo>
                <a:moveTo>
                  <a:pt x="1571833" y="1104192"/>
                </a:moveTo>
                <a:lnTo>
                  <a:pt x="1564286" y="1075106"/>
                </a:lnTo>
                <a:moveTo>
                  <a:pt x="1203490" y="1152236"/>
                </a:moveTo>
                <a:lnTo>
                  <a:pt x="1218255" y="1067051"/>
                </a:lnTo>
                <a:moveTo>
                  <a:pt x="1218151" y="329017"/>
                </a:moveTo>
                <a:lnTo>
                  <a:pt x="1233174" y="279963"/>
                </a:lnTo>
                <a:moveTo>
                  <a:pt x="1233174" y="279963"/>
                </a:moveTo>
                <a:lnTo>
                  <a:pt x="1260013" y="195353"/>
                </a:lnTo>
                <a:moveTo>
                  <a:pt x="1279029" y="1281321"/>
                </a:moveTo>
                <a:lnTo>
                  <a:pt x="1267588" y="1240816"/>
                </a:lnTo>
                <a:moveTo>
                  <a:pt x="1533730" y="445624"/>
                </a:moveTo>
                <a:lnTo>
                  <a:pt x="1467078" y="304789"/>
                </a:lnTo>
                <a:moveTo>
                  <a:pt x="1051289" y="1172924"/>
                </a:moveTo>
                <a:lnTo>
                  <a:pt x="1107583" y="1026164"/>
                </a:lnTo>
                <a:moveTo>
                  <a:pt x="1344877" y="299739"/>
                </a:moveTo>
                <a:lnTo>
                  <a:pt x="1233174" y="279963"/>
                </a:lnTo>
                <a:moveTo>
                  <a:pt x="1723140" y="968790"/>
                </a:moveTo>
                <a:lnTo>
                  <a:pt x="1758297" y="899135"/>
                </a:lnTo>
                <a:moveTo>
                  <a:pt x="1260013" y="195353"/>
                </a:moveTo>
                <a:lnTo>
                  <a:pt x="1284467" y="111887"/>
                </a:lnTo>
                <a:moveTo>
                  <a:pt x="1677539" y="381810"/>
                </a:moveTo>
                <a:lnTo>
                  <a:pt x="1617669" y="339734"/>
                </a:lnTo>
                <a:moveTo>
                  <a:pt x="926077" y="1255537"/>
                </a:moveTo>
                <a:lnTo>
                  <a:pt x="833284" y="1172547"/>
                </a:lnTo>
                <a:moveTo>
                  <a:pt x="763483" y="629388"/>
                </a:moveTo>
                <a:lnTo>
                  <a:pt x="759573" y="588070"/>
                </a:lnTo>
                <a:moveTo>
                  <a:pt x="781308" y="572168"/>
                </a:moveTo>
                <a:lnTo>
                  <a:pt x="759573" y="588070"/>
                </a:lnTo>
                <a:moveTo>
                  <a:pt x="1279029" y="1281321"/>
                </a:moveTo>
                <a:lnTo>
                  <a:pt x="1277906" y="1256626"/>
                </a:lnTo>
                <a:moveTo>
                  <a:pt x="739774" y="702704"/>
                </a:moveTo>
                <a:lnTo>
                  <a:pt x="759573" y="588070"/>
                </a:lnTo>
                <a:moveTo>
                  <a:pt x="1218151" y="329017"/>
                </a:moveTo>
                <a:lnTo>
                  <a:pt x="1192275" y="300618"/>
                </a:lnTo>
                <a:moveTo>
                  <a:pt x="1120835" y="1014862"/>
                </a:moveTo>
                <a:lnTo>
                  <a:pt x="1107583" y="1026164"/>
                </a:lnTo>
                <a:moveTo>
                  <a:pt x="1816973" y="895582"/>
                </a:moveTo>
                <a:lnTo>
                  <a:pt x="1850255" y="741598"/>
                </a:lnTo>
                <a:moveTo>
                  <a:pt x="1529112" y="1246053"/>
                </a:moveTo>
                <a:lnTo>
                  <a:pt x="1426975" y="1290844"/>
                </a:lnTo>
                <a:moveTo>
                  <a:pt x="1677539" y="381810"/>
                </a:moveTo>
                <a:lnTo>
                  <a:pt x="1565672" y="345219"/>
                </a:lnTo>
                <a:moveTo>
                  <a:pt x="1233174" y="279963"/>
                </a:moveTo>
                <a:lnTo>
                  <a:pt x="1192275" y="300618"/>
                </a:lnTo>
                <a:moveTo>
                  <a:pt x="1583465" y="493428"/>
                </a:moveTo>
                <a:lnTo>
                  <a:pt x="1533730" y="445624"/>
                </a:lnTo>
                <a:moveTo>
                  <a:pt x="1426975" y="1290844"/>
                </a:moveTo>
                <a:lnTo>
                  <a:pt x="1383009" y="1331774"/>
                </a:lnTo>
                <a:moveTo>
                  <a:pt x="1574176" y="1242641"/>
                </a:moveTo>
                <a:lnTo>
                  <a:pt x="1514131" y="1267091"/>
                </a:lnTo>
                <a:moveTo>
                  <a:pt x="1565672" y="345219"/>
                </a:moveTo>
                <a:lnTo>
                  <a:pt x="1524002" y="310333"/>
                </a:lnTo>
                <a:moveTo>
                  <a:pt x="1592084" y="986839"/>
                </a:moveTo>
                <a:lnTo>
                  <a:pt x="1540706" y="973298"/>
                </a:lnTo>
                <a:moveTo>
                  <a:pt x="1533730" y="445624"/>
                </a:moveTo>
                <a:lnTo>
                  <a:pt x="1524002" y="310333"/>
                </a:lnTo>
                <a:moveTo>
                  <a:pt x="1167962" y="1045115"/>
                </a:moveTo>
                <a:lnTo>
                  <a:pt x="1120835" y="1014862"/>
                </a:lnTo>
                <a:moveTo>
                  <a:pt x="1366874" y="218294"/>
                </a:moveTo>
                <a:lnTo>
                  <a:pt x="1260013" y="195353"/>
                </a:lnTo>
                <a:moveTo>
                  <a:pt x="1431418" y="379253"/>
                </a:moveTo>
                <a:lnTo>
                  <a:pt x="1467078" y="304789"/>
                </a:lnTo>
                <a:moveTo>
                  <a:pt x="1366874" y="218294"/>
                </a:moveTo>
                <a:lnTo>
                  <a:pt x="1233174" y="279963"/>
                </a:lnTo>
                <a:moveTo>
                  <a:pt x="1260013" y="195353"/>
                </a:moveTo>
                <a:lnTo>
                  <a:pt x="1172511" y="129984"/>
                </a:lnTo>
                <a:moveTo>
                  <a:pt x="1467078" y="304789"/>
                </a:moveTo>
                <a:lnTo>
                  <a:pt x="1422909" y="373009"/>
                </a:lnTo>
                <a:moveTo>
                  <a:pt x="1569664" y="653527"/>
                </a:moveTo>
                <a:lnTo>
                  <a:pt x="1528961" y="570727"/>
                </a:lnTo>
                <a:moveTo>
                  <a:pt x="955403" y="1237235"/>
                </a:moveTo>
                <a:lnTo>
                  <a:pt x="1051289" y="1172924"/>
                </a:lnTo>
                <a:moveTo>
                  <a:pt x="926077" y="1255537"/>
                </a:moveTo>
                <a:lnTo>
                  <a:pt x="820195" y="1202249"/>
                </a:lnTo>
                <a:moveTo>
                  <a:pt x="1702520" y="654484"/>
                </a:moveTo>
                <a:lnTo>
                  <a:pt x="1703025" y="683409"/>
                </a:lnTo>
                <a:moveTo>
                  <a:pt x="1344877" y="299739"/>
                </a:moveTo>
                <a:lnTo>
                  <a:pt x="1366874" y="218294"/>
                </a:lnTo>
                <a:moveTo>
                  <a:pt x="860990" y="1207600"/>
                </a:moveTo>
                <a:lnTo>
                  <a:pt x="833284" y="1172547"/>
                </a:lnTo>
                <a:moveTo>
                  <a:pt x="1702520" y="654484"/>
                </a:moveTo>
                <a:lnTo>
                  <a:pt x="1648576" y="678295"/>
                </a:lnTo>
                <a:moveTo>
                  <a:pt x="926077" y="1255537"/>
                </a:moveTo>
                <a:lnTo>
                  <a:pt x="860990" y="1207600"/>
                </a:lnTo>
                <a:moveTo>
                  <a:pt x="1106831" y="368206"/>
                </a:moveTo>
                <a:lnTo>
                  <a:pt x="1084881" y="394897"/>
                </a:lnTo>
                <a:moveTo>
                  <a:pt x="1366874" y="218294"/>
                </a:moveTo>
                <a:lnTo>
                  <a:pt x="1284467" y="111887"/>
                </a:lnTo>
                <a:moveTo>
                  <a:pt x="1565672" y="345219"/>
                </a:moveTo>
                <a:lnTo>
                  <a:pt x="1617669" y="339734"/>
                </a:lnTo>
                <a:moveTo>
                  <a:pt x="1555265" y="1002251"/>
                </a:moveTo>
                <a:lnTo>
                  <a:pt x="1540706" y="973298"/>
                </a:lnTo>
                <a:moveTo>
                  <a:pt x="1387601" y="151110"/>
                </a:moveTo>
                <a:lnTo>
                  <a:pt x="1284467" y="111887"/>
                </a:lnTo>
                <a:moveTo>
                  <a:pt x="1308817" y="1134803"/>
                </a:moveTo>
                <a:lnTo>
                  <a:pt x="1203490" y="1152236"/>
                </a:lnTo>
                <a:moveTo>
                  <a:pt x="1260013" y="195353"/>
                </a:moveTo>
                <a:lnTo>
                  <a:pt x="1151173" y="141104"/>
                </a:lnTo>
                <a:moveTo>
                  <a:pt x="1589542" y="667669"/>
                </a:moveTo>
                <a:lnTo>
                  <a:pt x="1528961" y="570727"/>
                </a:lnTo>
                <a:moveTo>
                  <a:pt x="1284467" y="111887"/>
                </a:moveTo>
                <a:lnTo>
                  <a:pt x="1172511" y="129984"/>
                </a:lnTo>
                <a:moveTo>
                  <a:pt x="1536287" y="1177556"/>
                </a:moveTo>
                <a:lnTo>
                  <a:pt x="1571833" y="1104192"/>
                </a:lnTo>
                <a:moveTo>
                  <a:pt x="1233174" y="279963"/>
                </a:moveTo>
                <a:lnTo>
                  <a:pt x="1151173" y="141104"/>
                </a:lnTo>
                <a:moveTo>
                  <a:pt x="1279965" y="1333500"/>
                </a:moveTo>
                <a:lnTo>
                  <a:pt x="1277906" y="1256626"/>
                </a:lnTo>
                <a:moveTo>
                  <a:pt x="763483" y="629388"/>
                </a:moveTo>
                <a:lnTo>
                  <a:pt x="781308" y="572168"/>
                </a:lnTo>
                <a:moveTo>
                  <a:pt x="1723140" y="968790"/>
                </a:moveTo>
                <a:lnTo>
                  <a:pt x="1816973" y="895582"/>
                </a:lnTo>
                <a:moveTo>
                  <a:pt x="708608" y="805591"/>
                </a:moveTo>
                <a:lnTo>
                  <a:pt x="739774" y="702704"/>
                </a:lnTo>
                <a:moveTo>
                  <a:pt x="1221356" y="1054770"/>
                </a:moveTo>
                <a:lnTo>
                  <a:pt x="1120835" y="1014862"/>
                </a:lnTo>
                <a:moveTo>
                  <a:pt x="833284" y="1172547"/>
                </a:moveTo>
                <a:lnTo>
                  <a:pt x="826679" y="1032401"/>
                </a:lnTo>
                <a:moveTo>
                  <a:pt x="739774" y="702704"/>
                </a:moveTo>
                <a:lnTo>
                  <a:pt x="763483" y="629388"/>
                </a:lnTo>
                <a:moveTo>
                  <a:pt x="1835620" y="655776"/>
                </a:moveTo>
                <a:lnTo>
                  <a:pt x="1816464" y="647566"/>
                </a:lnTo>
                <a:moveTo>
                  <a:pt x="1533730" y="445624"/>
                </a:moveTo>
                <a:lnTo>
                  <a:pt x="1565672" y="345219"/>
                </a:lnTo>
                <a:moveTo>
                  <a:pt x="1528961" y="570727"/>
                </a:moveTo>
                <a:lnTo>
                  <a:pt x="1583465" y="493428"/>
                </a:lnTo>
                <a:moveTo>
                  <a:pt x="955403" y="1237235"/>
                </a:moveTo>
                <a:lnTo>
                  <a:pt x="926077" y="1255537"/>
                </a:lnTo>
                <a:moveTo>
                  <a:pt x="770878" y="989225"/>
                </a:moveTo>
                <a:lnTo>
                  <a:pt x="715503" y="833074"/>
                </a:lnTo>
                <a:moveTo>
                  <a:pt x="826679" y="1032401"/>
                </a:moveTo>
                <a:lnTo>
                  <a:pt x="770878" y="989225"/>
                </a:lnTo>
                <a:moveTo>
                  <a:pt x="1283267" y="1240869"/>
                </a:moveTo>
                <a:lnTo>
                  <a:pt x="1267588" y="1240816"/>
                </a:lnTo>
                <a:moveTo>
                  <a:pt x="1723140" y="968790"/>
                </a:moveTo>
                <a:lnTo>
                  <a:pt x="1615897" y="949496"/>
                </a:lnTo>
                <a:moveTo>
                  <a:pt x="1277906" y="1256626"/>
                </a:moveTo>
                <a:lnTo>
                  <a:pt x="1267588" y="1240816"/>
                </a:lnTo>
                <a:moveTo>
                  <a:pt x="715503" y="833074"/>
                </a:moveTo>
                <a:lnTo>
                  <a:pt x="708608" y="805591"/>
                </a:lnTo>
                <a:moveTo>
                  <a:pt x="1818517" y="661613"/>
                </a:moveTo>
                <a:lnTo>
                  <a:pt x="1835620" y="655776"/>
                </a:lnTo>
                <a:moveTo>
                  <a:pt x="1218255" y="1067051"/>
                </a:moveTo>
                <a:lnTo>
                  <a:pt x="1167962" y="1045115"/>
                </a:lnTo>
                <a:moveTo>
                  <a:pt x="820195" y="1202249"/>
                </a:moveTo>
                <a:lnTo>
                  <a:pt x="860990" y="1207600"/>
                </a:lnTo>
                <a:moveTo>
                  <a:pt x="1756657" y="971057"/>
                </a:moveTo>
                <a:lnTo>
                  <a:pt x="1816973" y="895582"/>
                </a:lnTo>
                <a:moveTo>
                  <a:pt x="1366874" y="218294"/>
                </a:moveTo>
                <a:lnTo>
                  <a:pt x="1387601" y="151110"/>
                </a:lnTo>
                <a:moveTo>
                  <a:pt x="1574176" y="1242641"/>
                </a:moveTo>
                <a:lnTo>
                  <a:pt x="1536287" y="1177556"/>
                </a:lnTo>
                <a:moveTo>
                  <a:pt x="1571833" y="1104192"/>
                </a:moveTo>
                <a:lnTo>
                  <a:pt x="1527110" y="1157844"/>
                </a:lnTo>
                <a:moveTo>
                  <a:pt x="1422909" y="373009"/>
                </a:moveTo>
                <a:lnTo>
                  <a:pt x="1344877" y="299739"/>
                </a:lnTo>
                <a:moveTo>
                  <a:pt x="1221356" y="1054770"/>
                </a:moveTo>
                <a:lnTo>
                  <a:pt x="1167962" y="1045115"/>
                </a:lnTo>
                <a:moveTo>
                  <a:pt x="1277906" y="1256626"/>
                </a:moveTo>
                <a:lnTo>
                  <a:pt x="1283267" y="1240869"/>
                </a:lnTo>
                <a:moveTo>
                  <a:pt x="1051289" y="1172924"/>
                </a:moveTo>
                <a:lnTo>
                  <a:pt x="1056399" y="1104505"/>
                </a:lnTo>
                <a:moveTo>
                  <a:pt x="1233174" y="279963"/>
                </a:moveTo>
                <a:lnTo>
                  <a:pt x="1119083" y="231677"/>
                </a:lnTo>
                <a:moveTo>
                  <a:pt x="1514131" y="1267091"/>
                </a:moveTo>
                <a:lnTo>
                  <a:pt x="1426975" y="1290844"/>
                </a:lnTo>
                <a:moveTo>
                  <a:pt x="1589542" y="667669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589542" y="667669"/>
                </a:lnTo>
                <a:moveTo>
                  <a:pt x="1172511" y="129984"/>
                </a:moveTo>
                <a:lnTo>
                  <a:pt x="1151173" y="141104"/>
                </a:lnTo>
                <a:moveTo>
                  <a:pt x="1218151" y="329017"/>
                </a:moveTo>
                <a:lnTo>
                  <a:pt x="1106831" y="368206"/>
                </a:lnTo>
                <a:moveTo>
                  <a:pt x="1703783" y="630009"/>
                </a:moveTo>
                <a:lnTo>
                  <a:pt x="1648576" y="678295"/>
                </a:lnTo>
                <a:moveTo>
                  <a:pt x="833284" y="1172547"/>
                </a:moveTo>
                <a:lnTo>
                  <a:pt x="853750" y="1074426"/>
                </a:lnTo>
                <a:moveTo>
                  <a:pt x="1218255" y="1067051"/>
                </a:moveTo>
                <a:lnTo>
                  <a:pt x="1221356" y="1054770"/>
                </a:lnTo>
                <a:moveTo>
                  <a:pt x="1533730" y="445624"/>
                </a:moveTo>
                <a:lnTo>
                  <a:pt x="1431418" y="379253"/>
                </a:lnTo>
                <a:moveTo>
                  <a:pt x="1816464" y="647566"/>
                </a:moveTo>
                <a:lnTo>
                  <a:pt x="1703025" y="683409"/>
                </a:lnTo>
                <a:moveTo>
                  <a:pt x="781308" y="572168"/>
                </a:moveTo>
                <a:lnTo>
                  <a:pt x="799681" y="495566"/>
                </a:lnTo>
                <a:moveTo>
                  <a:pt x="1344877" y="299739"/>
                </a:moveTo>
                <a:lnTo>
                  <a:pt x="1444227" y="215270"/>
                </a:lnTo>
                <a:moveTo>
                  <a:pt x="708608" y="805591"/>
                </a:moveTo>
                <a:lnTo>
                  <a:pt x="771372" y="686180"/>
                </a:lnTo>
                <a:moveTo>
                  <a:pt x="1074484" y="391479"/>
                </a:moveTo>
                <a:lnTo>
                  <a:pt x="974160" y="321210"/>
                </a:lnTo>
                <a:moveTo>
                  <a:pt x="1528961" y="570727"/>
                </a:moveTo>
                <a:lnTo>
                  <a:pt x="1533730" y="445624"/>
                </a:lnTo>
                <a:moveTo>
                  <a:pt x="931844" y="1200481"/>
                </a:moveTo>
                <a:lnTo>
                  <a:pt x="833284" y="1172547"/>
                </a:lnTo>
                <a:moveTo>
                  <a:pt x="1514131" y="1267091"/>
                </a:moveTo>
                <a:lnTo>
                  <a:pt x="1536287" y="1177556"/>
                </a:lnTo>
                <a:moveTo>
                  <a:pt x="1192275" y="300618"/>
                </a:moveTo>
                <a:lnTo>
                  <a:pt x="1119083" y="231677"/>
                </a:lnTo>
                <a:moveTo>
                  <a:pt x="771372" y="686180"/>
                </a:moveTo>
                <a:lnTo>
                  <a:pt x="763483" y="629388"/>
                </a:lnTo>
                <a:moveTo>
                  <a:pt x="1712906" y="985924"/>
                </a:moveTo>
                <a:lnTo>
                  <a:pt x="1615897" y="949496"/>
                </a:lnTo>
                <a:moveTo>
                  <a:pt x="1514131" y="1267091"/>
                </a:moveTo>
                <a:lnTo>
                  <a:pt x="1390274" y="1262413"/>
                </a:lnTo>
                <a:moveTo>
                  <a:pt x="1074484" y="391479"/>
                </a:moveTo>
                <a:lnTo>
                  <a:pt x="981663" y="328918"/>
                </a:lnTo>
                <a:moveTo>
                  <a:pt x="1172511" y="129984"/>
                </a:moveTo>
                <a:lnTo>
                  <a:pt x="1160153" y="105571"/>
                </a:lnTo>
                <a:moveTo>
                  <a:pt x="739774" y="702704"/>
                </a:moveTo>
                <a:lnTo>
                  <a:pt x="771372" y="686180"/>
                </a:lnTo>
                <a:moveTo>
                  <a:pt x="890479" y="1329403"/>
                </a:moveTo>
                <a:lnTo>
                  <a:pt x="926077" y="1255537"/>
                </a:lnTo>
                <a:moveTo>
                  <a:pt x="1580668" y="263491"/>
                </a:moveTo>
                <a:lnTo>
                  <a:pt x="1524002" y="310333"/>
                </a:lnTo>
                <a:moveTo>
                  <a:pt x="1056399" y="1104505"/>
                </a:moveTo>
                <a:lnTo>
                  <a:pt x="1107583" y="1026164"/>
                </a:lnTo>
                <a:moveTo>
                  <a:pt x="1494983" y="549549"/>
                </a:moveTo>
                <a:lnTo>
                  <a:pt x="1533730" y="445624"/>
                </a:lnTo>
                <a:moveTo>
                  <a:pt x="1816973" y="895582"/>
                </a:moveTo>
                <a:lnTo>
                  <a:pt x="1871332" y="842621"/>
                </a:lnTo>
                <a:moveTo>
                  <a:pt x="1527110" y="1157844"/>
                </a:moveTo>
                <a:lnTo>
                  <a:pt x="1564286" y="1075106"/>
                </a:lnTo>
                <a:moveTo>
                  <a:pt x="1387601" y="151110"/>
                </a:moveTo>
                <a:lnTo>
                  <a:pt x="1411489" y="58341"/>
                </a:lnTo>
                <a:moveTo>
                  <a:pt x="1390274" y="1262413"/>
                </a:moveTo>
                <a:lnTo>
                  <a:pt x="1283267" y="1240869"/>
                </a:lnTo>
                <a:moveTo>
                  <a:pt x="1284467" y="111887"/>
                </a:moveTo>
                <a:lnTo>
                  <a:pt x="1298480" y="28408"/>
                </a:lnTo>
                <a:moveTo>
                  <a:pt x="1617669" y="339734"/>
                </a:moveTo>
                <a:lnTo>
                  <a:pt x="1590467" y="237275"/>
                </a:lnTo>
                <a:moveTo>
                  <a:pt x="1615897" y="949496"/>
                </a:moveTo>
                <a:lnTo>
                  <a:pt x="1592084" y="986839"/>
                </a:lnTo>
                <a:moveTo>
                  <a:pt x="1106831" y="368206"/>
                </a:moveTo>
                <a:lnTo>
                  <a:pt x="1192275" y="300618"/>
                </a:lnTo>
                <a:moveTo>
                  <a:pt x="1074484" y="391479"/>
                </a:moveTo>
                <a:lnTo>
                  <a:pt x="966137" y="339417"/>
                </a:lnTo>
                <a:moveTo>
                  <a:pt x="1390274" y="1262413"/>
                </a:moveTo>
                <a:lnTo>
                  <a:pt x="1277906" y="1256626"/>
                </a:lnTo>
                <a:moveTo>
                  <a:pt x="1151173" y="141104"/>
                </a:moveTo>
                <a:lnTo>
                  <a:pt x="1160153" y="105571"/>
                </a:lnTo>
                <a:moveTo>
                  <a:pt x="1241924" y="961662"/>
                </a:moveTo>
                <a:lnTo>
                  <a:pt x="1120835" y="1014862"/>
                </a:lnTo>
                <a:moveTo>
                  <a:pt x="715503" y="833074"/>
                </a:moveTo>
                <a:lnTo>
                  <a:pt x="771372" y="686180"/>
                </a:lnTo>
                <a:moveTo>
                  <a:pt x="1120835" y="1014862"/>
                </a:moveTo>
                <a:lnTo>
                  <a:pt x="1124247" y="955440"/>
                </a:lnTo>
                <a:moveTo>
                  <a:pt x="1444227" y="215270"/>
                </a:moveTo>
                <a:lnTo>
                  <a:pt x="1366874" y="218294"/>
                </a:lnTo>
                <a:moveTo>
                  <a:pt x="1617669" y="339734"/>
                </a:moveTo>
                <a:lnTo>
                  <a:pt x="1580668" y="263491"/>
                </a:lnTo>
                <a:moveTo>
                  <a:pt x="1756657" y="971057"/>
                </a:moveTo>
                <a:lnTo>
                  <a:pt x="1723140" y="968790"/>
                </a:lnTo>
                <a:moveTo>
                  <a:pt x="1444227" y="215270"/>
                </a:moveTo>
                <a:lnTo>
                  <a:pt x="1387601" y="151110"/>
                </a:lnTo>
                <a:moveTo>
                  <a:pt x="931844" y="1200481"/>
                </a:moveTo>
                <a:lnTo>
                  <a:pt x="820195" y="1202249"/>
                </a:lnTo>
                <a:moveTo>
                  <a:pt x="1119083" y="231677"/>
                </a:moveTo>
                <a:lnTo>
                  <a:pt x="1151173" y="141104"/>
                </a:lnTo>
                <a:moveTo>
                  <a:pt x="1106831" y="368206"/>
                </a:moveTo>
                <a:lnTo>
                  <a:pt x="1074484" y="391479"/>
                </a:lnTo>
                <a:moveTo>
                  <a:pt x="931844" y="1200481"/>
                </a:moveTo>
                <a:lnTo>
                  <a:pt x="860990" y="1207600"/>
                </a:lnTo>
                <a:moveTo>
                  <a:pt x="1431418" y="379253"/>
                </a:moveTo>
                <a:lnTo>
                  <a:pt x="1422909" y="373009"/>
                </a:lnTo>
                <a:moveTo>
                  <a:pt x="770878" y="989225"/>
                </a:moveTo>
                <a:lnTo>
                  <a:pt x="779932" y="917000"/>
                </a:lnTo>
                <a:moveTo>
                  <a:pt x="981663" y="328918"/>
                </a:moveTo>
                <a:lnTo>
                  <a:pt x="974160" y="321210"/>
                </a:lnTo>
                <a:moveTo>
                  <a:pt x="853750" y="1074426"/>
                </a:moveTo>
                <a:lnTo>
                  <a:pt x="826679" y="1032401"/>
                </a:lnTo>
                <a:moveTo>
                  <a:pt x="1283267" y="1240869"/>
                </a:moveTo>
                <a:lnTo>
                  <a:pt x="1308817" y="1134803"/>
                </a:lnTo>
                <a:moveTo>
                  <a:pt x="1426975" y="1290844"/>
                </a:moveTo>
                <a:lnTo>
                  <a:pt x="1390274" y="1262413"/>
                </a:lnTo>
                <a:moveTo>
                  <a:pt x="1284467" y="111887"/>
                </a:moveTo>
                <a:lnTo>
                  <a:pt x="1174244" y="37072"/>
                </a:lnTo>
                <a:moveTo>
                  <a:pt x="763483" y="629388"/>
                </a:moveTo>
                <a:lnTo>
                  <a:pt x="844034" y="544557"/>
                </a:lnTo>
                <a:moveTo>
                  <a:pt x="1124247" y="955440"/>
                </a:moveTo>
                <a:lnTo>
                  <a:pt x="1107583" y="1026164"/>
                </a:lnTo>
                <a:moveTo>
                  <a:pt x="781308" y="572168"/>
                </a:moveTo>
                <a:lnTo>
                  <a:pt x="844034" y="544557"/>
                </a:lnTo>
                <a:moveTo>
                  <a:pt x="1565672" y="345219"/>
                </a:moveTo>
                <a:lnTo>
                  <a:pt x="1580668" y="263491"/>
                </a:lnTo>
                <a:moveTo>
                  <a:pt x="871188" y="1002415"/>
                </a:moveTo>
                <a:lnTo>
                  <a:pt x="770878" y="989225"/>
                </a:lnTo>
                <a:moveTo>
                  <a:pt x="1564286" y="1075106"/>
                </a:moveTo>
                <a:lnTo>
                  <a:pt x="1555265" y="1002251"/>
                </a:lnTo>
                <a:moveTo>
                  <a:pt x="1871332" y="842621"/>
                </a:moveTo>
                <a:lnTo>
                  <a:pt x="1850255" y="741598"/>
                </a:lnTo>
                <a:moveTo>
                  <a:pt x="1308817" y="1134803"/>
                </a:moveTo>
                <a:lnTo>
                  <a:pt x="1218255" y="1067051"/>
                </a:lnTo>
                <a:moveTo>
                  <a:pt x="1107583" y="1026164"/>
                </a:moveTo>
                <a:lnTo>
                  <a:pt x="1114318" y="958254"/>
                </a:lnTo>
                <a:moveTo>
                  <a:pt x="946689" y="1136784"/>
                </a:moveTo>
                <a:lnTo>
                  <a:pt x="833284" y="1172547"/>
                </a:lnTo>
                <a:moveTo>
                  <a:pt x="1387601" y="151110"/>
                </a:moveTo>
                <a:lnTo>
                  <a:pt x="1298480" y="28408"/>
                </a:lnTo>
                <a:moveTo>
                  <a:pt x="1494983" y="549549"/>
                </a:moveTo>
                <a:lnTo>
                  <a:pt x="1431418" y="379253"/>
                </a:lnTo>
                <a:moveTo>
                  <a:pt x="1427696" y="385062"/>
                </a:moveTo>
                <a:lnTo>
                  <a:pt x="1431418" y="379253"/>
                </a:lnTo>
                <a:moveTo>
                  <a:pt x="1458122" y="264338"/>
                </a:moveTo>
                <a:lnTo>
                  <a:pt x="1344877" y="299739"/>
                </a:lnTo>
                <a:moveTo>
                  <a:pt x="1365327" y="1331505"/>
                </a:moveTo>
                <a:lnTo>
                  <a:pt x="1277906" y="1256626"/>
                </a:lnTo>
                <a:moveTo>
                  <a:pt x="973061" y="316619"/>
                </a:moveTo>
                <a:lnTo>
                  <a:pt x="974160" y="321210"/>
                </a:lnTo>
                <a:moveTo>
                  <a:pt x="1427696" y="385062"/>
                </a:moveTo>
                <a:lnTo>
                  <a:pt x="1422909" y="373009"/>
                </a:lnTo>
                <a:moveTo>
                  <a:pt x="1723140" y="968790"/>
                </a:moveTo>
                <a:lnTo>
                  <a:pt x="1712906" y="985924"/>
                </a:lnTo>
                <a:moveTo>
                  <a:pt x="1528961" y="570727"/>
                </a:moveTo>
                <a:lnTo>
                  <a:pt x="1494983" y="549549"/>
                </a:lnTo>
                <a:moveTo>
                  <a:pt x="955403" y="1237235"/>
                </a:moveTo>
                <a:lnTo>
                  <a:pt x="1056399" y="1104505"/>
                </a:lnTo>
                <a:moveTo>
                  <a:pt x="1850255" y="741598"/>
                </a:moveTo>
                <a:lnTo>
                  <a:pt x="1818517" y="661613"/>
                </a:lnTo>
                <a:moveTo>
                  <a:pt x="955403" y="1237235"/>
                </a:moveTo>
                <a:lnTo>
                  <a:pt x="931844" y="1200481"/>
                </a:lnTo>
                <a:moveTo>
                  <a:pt x="966137" y="339417"/>
                </a:moveTo>
                <a:lnTo>
                  <a:pt x="981663" y="328918"/>
                </a:lnTo>
                <a:moveTo>
                  <a:pt x="1514131" y="1267091"/>
                </a:moveTo>
                <a:lnTo>
                  <a:pt x="1411515" y="1175014"/>
                </a:lnTo>
                <a:moveTo>
                  <a:pt x="981663" y="328918"/>
                </a:moveTo>
                <a:lnTo>
                  <a:pt x="973061" y="316619"/>
                </a:lnTo>
                <a:moveTo>
                  <a:pt x="890479" y="1329403"/>
                </a:moveTo>
                <a:lnTo>
                  <a:pt x="955403" y="1237235"/>
                </a:lnTo>
                <a:moveTo>
                  <a:pt x="1365327" y="1331505"/>
                </a:moveTo>
                <a:lnTo>
                  <a:pt x="1426975" y="1290844"/>
                </a:lnTo>
                <a:moveTo>
                  <a:pt x="1172511" y="129984"/>
                </a:moveTo>
                <a:lnTo>
                  <a:pt x="1174244" y="37072"/>
                </a:lnTo>
                <a:moveTo>
                  <a:pt x="966137" y="339417"/>
                </a:moveTo>
                <a:lnTo>
                  <a:pt x="973061" y="316619"/>
                </a:lnTo>
                <a:moveTo>
                  <a:pt x="1221356" y="1054770"/>
                </a:moveTo>
                <a:lnTo>
                  <a:pt x="1241924" y="961662"/>
                </a:lnTo>
                <a:moveTo>
                  <a:pt x="1433539" y="359003"/>
                </a:moveTo>
                <a:lnTo>
                  <a:pt x="1422909" y="373009"/>
                </a:lnTo>
                <a:moveTo>
                  <a:pt x="1703783" y="630009"/>
                </a:moveTo>
                <a:lnTo>
                  <a:pt x="1702520" y="654484"/>
                </a:lnTo>
                <a:moveTo>
                  <a:pt x="779932" y="917000"/>
                </a:moveTo>
                <a:lnTo>
                  <a:pt x="715503" y="833074"/>
                </a:lnTo>
                <a:moveTo>
                  <a:pt x="1756657" y="971057"/>
                </a:moveTo>
                <a:lnTo>
                  <a:pt x="1712906" y="985924"/>
                </a:lnTo>
                <a:moveTo>
                  <a:pt x="1330889" y="1052210"/>
                </a:moveTo>
                <a:lnTo>
                  <a:pt x="1218255" y="1067051"/>
                </a:lnTo>
                <a:moveTo>
                  <a:pt x="1816464" y="647566"/>
                </a:moveTo>
                <a:lnTo>
                  <a:pt x="1702520" y="654484"/>
                </a:lnTo>
                <a:moveTo>
                  <a:pt x="1516938" y="94765"/>
                </a:moveTo>
                <a:lnTo>
                  <a:pt x="1411489" y="58341"/>
                </a:lnTo>
                <a:moveTo>
                  <a:pt x="1536287" y="1177556"/>
                </a:moveTo>
                <a:lnTo>
                  <a:pt x="1527110" y="1157844"/>
                </a:lnTo>
                <a:moveTo>
                  <a:pt x="1477788" y="202550"/>
                </a:moveTo>
                <a:lnTo>
                  <a:pt x="1387601" y="151110"/>
                </a:lnTo>
                <a:moveTo>
                  <a:pt x="877735" y="968318"/>
                </a:moveTo>
                <a:lnTo>
                  <a:pt x="770878" y="989225"/>
                </a:lnTo>
                <a:moveTo>
                  <a:pt x="1106831" y="368206"/>
                </a:moveTo>
                <a:lnTo>
                  <a:pt x="1119083" y="231677"/>
                </a:lnTo>
                <a:moveTo>
                  <a:pt x="871188" y="1002415"/>
                </a:moveTo>
                <a:lnTo>
                  <a:pt x="826679" y="1032401"/>
                </a:lnTo>
                <a:moveTo>
                  <a:pt x="1774143" y="647685"/>
                </a:moveTo>
                <a:lnTo>
                  <a:pt x="1702520" y="654484"/>
                </a:lnTo>
                <a:moveTo>
                  <a:pt x="1390274" y="1262413"/>
                </a:moveTo>
                <a:lnTo>
                  <a:pt x="1308817" y="1134803"/>
                </a:lnTo>
                <a:moveTo>
                  <a:pt x="1427696" y="385062"/>
                </a:moveTo>
                <a:lnTo>
                  <a:pt x="1433539" y="359003"/>
                </a:lnTo>
                <a:moveTo>
                  <a:pt x="1588916" y="617412"/>
                </a:moveTo>
                <a:lnTo>
                  <a:pt x="1528961" y="570727"/>
                </a:lnTo>
                <a:moveTo>
                  <a:pt x="1330889" y="1052210"/>
                </a:moveTo>
                <a:lnTo>
                  <a:pt x="1221356" y="1054770"/>
                </a:lnTo>
                <a:moveTo>
                  <a:pt x="1411489" y="58341"/>
                </a:moveTo>
                <a:lnTo>
                  <a:pt x="1378015" y="30057"/>
                </a:lnTo>
                <a:moveTo>
                  <a:pt x="1365327" y="1331505"/>
                </a:moveTo>
                <a:lnTo>
                  <a:pt x="1390274" y="1262413"/>
                </a:lnTo>
                <a:moveTo>
                  <a:pt x="844034" y="544557"/>
                </a:moveTo>
                <a:lnTo>
                  <a:pt x="799681" y="495566"/>
                </a:lnTo>
                <a:moveTo>
                  <a:pt x="1411489" y="58341"/>
                </a:moveTo>
                <a:lnTo>
                  <a:pt x="1298480" y="28408"/>
                </a:lnTo>
                <a:moveTo>
                  <a:pt x="1588916" y="617412"/>
                </a:moveTo>
                <a:lnTo>
                  <a:pt x="1494983" y="549549"/>
                </a:lnTo>
                <a:moveTo>
                  <a:pt x="899530" y="1314104"/>
                </a:moveTo>
                <a:lnTo>
                  <a:pt x="955403" y="1237235"/>
                </a:lnTo>
                <a:moveTo>
                  <a:pt x="771372" y="686180"/>
                </a:moveTo>
                <a:lnTo>
                  <a:pt x="844034" y="544557"/>
                </a:lnTo>
                <a:moveTo>
                  <a:pt x="955403" y="1237235"/>
                </a:moveTo>
                <a:lnTo>
                  <a:pt x="946689" y="1136784"/>
                </a:lnTo>
                <a:moveTo>
                  <a:pt x="1756657" y="971057"/>
                </a:moveTo>
                <a:lnTo>
                  <a:pt x="1871332" y="842621"/>
                </a:lnTo>
                <a:moveTo>
                  <a:pt x="1590467" y="237275"/>
                </a:moveTo>
                <a:lnTo>
                  <a:pt x="1516938" y="94765"/>
                </a:lnTo>
                <a:moveTo>
                  <a:pt x="1160153" y="105571"/>
                </a:moveTo>
                <a:lnTo>
                  <a:pt x="1174244" y="37072"/>
                </a:lnTo>
                <a:moveTo>
                  <a:pt x="1712906" y="985924"/>
                </a:moveTo>
                <a:lnTo>
                  <a:pt x="1592084" y="986839"/>
                </a:lnTo>
                <a:moveTo>
                  <a:pt x="1536287" y="1177556"/>
                </a:moveTo>
                <a:lnTo>
                  <a:pt x="1411515" y="1175014"/>
                </a:lnTo>
                <a:moveTo>
                  <a:pt x="1390274" y="1262413"/>
                </a:moveTo>
                <a:lnTo>
                  <a:pt x="1411515" y="1175014"/>
                </a:lnTo>
                <a:moveTo>
                  <a:pt x="1378015" y="30057"/>
                </a:moveTo>
                <a:lnTo>
                  <a:pt x="1298480" y="28408"/>
                </a:lnTo>
                <a:moveTo>
                  <a:pt x="1458122" y="264338"/>
                </a:moveTo>
                <a:lnTo>
                  <a:pt x="1422909" y="373009"/>
                </a:lnTo>
                <a:moveTo>
                  <a:pt x="1580668" y="263491"/>
                </a:moveTo>
                <a:lnTo>
                  <a:pt x="1590467" y="237275"/>
                </a:lnTo>
                <a:moveTo>
                  <a:pt x="853750" y="1074426"/>
                </a:moveTo>
                <a:lnTo>
                  <a:pt x="871188" y="1002415"/>
                </a:lnTo>
                <a:moveTo>
                  <a:pt x="1477788" y="202550"/>
                </a:moveTo>
                <a:lnTo>
                  <a:pt x="1411489" y="58341"/>
                </a:lnTo>
                <a:moveTo>
                  <a:pt x="1703783" y="630009"/>
                </a:moveTo>
                <a:lnTo>
                  <a:pt x="1588916" y="617412"/>
                </a:lnTo>
                <a:moveTo>
                  <a:pt x="715503" y="833074"/>
                </a:moveTo>
                <a:lnTo>
                  <a:pt x="800854" y="789840"/>
                </a:lnTo>
                <a:moveTo>
                  <a:pt x="1056399" y="1104505"/>
                </a:moveTo>
                <a:lnTo>
                  <a:pt x="1114318" y="958254"/>
                </a:lnTo>
                <a:moveTo>
                  <a:pt x="1420951" y="466801"/>
                </a:moveTo>
                <a:lnTo>
                  <a:pt x="1431418" y="379253"/>
                </a:lnTo>
                <a:moveTo>
                  <a:pt x="946689" y="1136784"/>
                </a:moveTo>
                <a:lnTo>
                  <a:pt x="853750" y="1074426"/>
                </a:lnTo>
                <a:moveTo>
                  <a:pt x="1581785" y="252832"/>
                </a:moveTo>
                <a:lnTo>
                  <a:pt x="1516938" y="94765"/>
                </a:lnTo>
                <a:moveTo>
                  <a:pt x="1527110" y="1157844"/>
                </a:moveTo>
                <a:lnTo>
                  <a:pt x="1555265" y="1002251"/>
                </a:lnTo>
                <a:moveTo>
                  <a:pt x="820195" y="1202249"/>
                </a:moveTo>
                <a:lnTo>
                  <a:pt x="807844" y="1178597"/>
                </a:lnTo>
                <a:moveTo>
                  <a:pt x="1411515" y="1175014"/>
                </a:moveTo>
                <a:lnTo>
                  <a:pt x="1308817" y="1134803"/>
                </a:lnTo>
                <a:moveTo>
                  <a:pt x="1411515" y="1175014"/>
                </a:moveTo>
                <a:lnTo>
                  <a:pt x="1527110" y="1157844"/>
                </a:lnTo>
                <a:moveTo>
                  <a:pt x="1774143" y="647685"/>
                </a:moveTo>
                <a:lnTo>
                  <a:pt x="1703783" y="630009"/>
                </a:lnTo>
                <a:moveTo>
                  <a:pt x="1308817" y="1134803"/>
                </a:moveTo>
                <a:lnTo>
                  <a:pt x="1330889" y="1052210"/>
                </a:lnTo>
                <a:moveTo>
                  <a:pt x="1581785" y="252832"/>
                </a:moveTo>
                <a:lnTo>
                  <a:pt x="1590467" y="237275"/>
                </a:lnTo>
                <a:moveTo>
                  <a:pt x="1477788" y="202550"/>
                </a:moveTo>
                <a:lnTo>
                  <a:pt x="1444227" y="215270"/>
                </a:lnTo>
                <a:moveTo>
                  <a:pt x="1833938" y="954149"/>
                </a:moveTo>
                <a:lnTo>
                  <a:pt x="1756657" y="971057"/>
                </a:lnTo>
                <a:moveTo>
                  <a:pt x="899530" y="1314104"/>
                </a:moveTo>
                <a:lnTo>
                  <a:pt x="931844" y="1200481"/>
                </a:lnTo>
                <a:moveTo>
                  <a:pt x="1477788" y="202550"/>
                </a:moveTo>
                <a:lnTo>
                  <a:pt x="1516938" y="94765"/>
                </a:lnTo>
                <a:moveTo>
                  <a:pt x="1592084" y="986839"/>
                </a:moveTo>
                <a:lnTo>
                  <a:pt x="1555265" y="1002251"/>
                </a:lnTo>
                <a:moveTo>
                  <a:pt x="1458122" y="264338"/>
                </a:moveTo>
                <a:lnTo>
                  <a:pt x="1444227" y="215270"/>
                </a:lnTo>
                <a:moveTo>
                  <a:pt x="946689" y="1136784"/>
                </a:moveTo>
                <a:lnTo>
                  <a:pt x="1056399" y="1104505"/>
                </a:lnTo>
                <a:moveTo>
                  <a:pt x="1816464" y="647566"/>
                </a:moveTo>
                <a:lnTo>
                  <a:pt x="1774143" y="647685"/>
                </a:lnTo>
                <a:moveTo>
                  <a:pt x="1298480" y="28408"/>
                </a:moveTo>
                <a:lnTo>
                  <a:pt x="1174244" y="37072"/>
                </a:lnTo>
                <a:moveTo>
                  <a:pt x="931844" y="1200481"/>
                </a:moveTo>
                <a:lnTo>
                  <a:pt x="946689" y="1136784"/>
                </a:lnTo>
                <a:moveTo>
                  <a:pt x="1433539" y="359003"/>
                </a:moveTo>
                <a:lnTo>
                  <a:pt x="1458122" y="264338"/>
                </a:lnTo>
                <a:moveTo>
                  <a:pt x="899530" y="1314104"/>
                </a:moveTo>
                <a:lnTo>
                  <a:pt x="890479" y="1329403"/>
                </a:lnTo>
                <a:moveTo>
                  <a:pt x="1494983" y="549549"/>
                </a:moveTo>
                <a:lnTo>
                  <a:pt x="1420951" y="466801"/>
                </a:lnTo>
                <a:moveTo>
                  <a:pt x="1420951" y="466801"/>
                </a:moveTo>
                <a:lnTo>
                  <a:pt x="1427696" y="385062"/>
                </a:lnTo>
                <a:moveTo>
                  <a:pt x="1241924" y="961662"/>
                </a:moveTo>
                <a:lnTo>
                  <a:pt x="1124247" y="955440"/>
                </a:lnTo>
                <a:moveTo>
                  <a:pt x="1818517" y="661613"/>
                </a:moveTo>
                <a:lnTo>
                  <a:pt x="1816464" y="647566"/>
                </a:lnTo>
                <a:moveTo>
                  <a:pt x="1871332" y="842621"/>
                </a:moveTo>
                <a:lnTo>
                  <a:pt x="1818517" y="661613"/>
                </a:lnTo>
                <a:moveTo>
                  <a:pt x="1869017" y="853248"/>
                </a:moveTo>
                <a:lnTo>
                  <a:pt x="1871332" y="842621"/>
                </a:lnTo>
                <a:moveTo>
                  <a:pt x="1330889" y="1052210"/>
                </a:moveTo>
                <a:lnTo>
                  <a:pt x="1241924" y="961662"/>
                </a:lnTo>
                <a:moveTo>
                  <a:pt x="1082883" y="311298"/>
                </a:moveTo>
                <a:lnTo>
                  <a:pt x="1119083" y="231677"/>
                </a:lnTo>
                <a:moveTo>
                  <a:pt x="893636" y="1299268"/>
                </a:moveTo>
                <a:lnTo>
                  <a:pt x="931844" y="1200481"/>
                </a:lnTo>
                <a:moveTo>
                  <a:pt x="1124247" y="955440"/>
                </a:moveTo>
                <a:lnTo>
                  <a:pt x="1114318" y="958254"/>
                </a:lnTo>
                <a:moveTo>
                  <a:pt x="1436890" y="1083357"/>
                </a:moveTo>
                <a:lnTo>
                  <a:pt x="1308817" y="1134803"/>
                </a:lnTo>
                <a:moveTo>
                  <a:pt x="1527110" y="1157844"/>
                </a:moveTo>
                <a:lnTo>
                  <a:pt x="1436890" y="1083357"/>
                </a:lnTo>
                <a:moveTo>
                  <a:pt x="800854" y="789840"/>
                </a:moveTo>
                <a:lnTo>
                  <a:pt x="771372" y="686180"/>
                </a:lnTo>
                <a:moveTo>
                  <a:pt x="1527110" y="1157844"/>
                </a:moveTo>
                <a:lnTo>
                  <a:pt x="1455641" y="1023202"/>
                </a:lnTo>
                <a:moveTo>
                  <a:pt x="1812213" y="650387"/>
                </a:moveTo>
                <a:lnTo>
                  <a:pt x="1816464" y="647566"/>
                </a:lnTo>
                <a:moveTo>
                  <a:pt x="1346463" y="997695"/>
                </a:moveTo>
                <a:lnTo>
                  <a:pt x="1241924" y="961662"/>
                </a:lnTo>
                <a:moveTo>
                  <a:pt x="1812213" y="650387"/>
                </a:moveTo>
                <a:lnTo>
                  <a:pt x="1774143" y="647685"/>
                </a:lnTo>
                <a:moveTo>
                  <a:pt x="1416907" y="6619"/>
                </a:moveTo>
                <a:lnTo>
                  <a:pt x="1378015" y="30057"/>
                </a:lnTo>
                <a:moveTo>
                  <a:pt x="1106831" y="368206"/>
                </a:moveTo>
                <a:lnTo>
                  <a:pt x="1082883" y="311298"/>
                </a:lnTo>
                <a:moveTo>
                  <a:pt x="1712906" y="985924"/>
                </a:moveTo>
                <a:lnTo>
                  <a:pt x="1584285" y="985313"/>
                </a:lnTo>
                <a:moveTo>
                  <a:pt x="1581785" y="252832"/>
                </a:moveTo>
                <a:lnTo>
                  <a:pt x="1477788" y="202550"/>
                </a:lnTo>
                <a:moveTo>
                  <a:pt x="1427696" y="385062"/>
                </a:moveTo>
                <a:lnTo>
                  <a:pt x="1458660" y="314207"/>
                </a:lnTo>
                <a:moveTo>
                  <a:pt x="978928" y="1016959"/>
                </a:moveTo>
                <a:lnTo>
                  <a:pt x="853750" y="1074426"/>
                </a:lnTo>
                <a:moveTo>
                  <a:pt x="1818517" y="661613"/>
                </a:moveTo>
                <a:lnTo>
                  <a:pt x="1812213" y="650387"/>
                </a:lnTo>
                <a:moveTo>
                  <a:pt x="1460140" y="616211"/>
                </a:moveTo>
                <a:lnTo>
                  <a:pt x="1494983" y="549549"/>
                </a:lnTo>
                <a:moveTo>
                  <a:pt x="846845" y="1227544"/>
                </a:moveTo>
                <a:lnTo>
                  <a:pt x="820195" y="1202249"/>
                </a:lnTo>
                <a:moveTo>
                  <a:pt x="1330889" y="1052210"/>
                </a:moveTo>
                <a:lnTo>
                  <a:pt x="1346463" y="997695"/>
                </a:lnTo>
                <a:moveTo>
                  <a:pt x="1833938" y="954149"/>
                </a:moveTo>
                <a:lnTo>
                  <a:pt x="1871332" y="842621"/>
                </a:lnTo>
                <a:moveTo>
                  <a:pt x="1056399" y="1104505"/>
                </a:moveTo>
                <a:lnTo>
                  <a:pt x="978928" y="1016959"/>
                </a:lnTo>
                <a:moveTo>
                  <a:pt x="1458122" y="264338"/>
                </a:moveTo>
                <a:lnTo>
                  <a:pt x="1477788" y="202550"/>
                </a:lnTo>
                <a:moveTo>
                  <a:pt x="1584285" y="985313"/>
                </a:moveTo>
                <a:lnTo>
                  <a:pt x="1592084" y="986839"/>
                </a:lnTo>
                <a:moveTo>
                  <a:pt x="1092580" y="458139"/>
                </a:moveTo>
                <a:lnTo>
                  <a:pt x="1106831" y="368206"/>
                </a:lnTo>
                <a:moveTo>
                  <a:pt x="1241924" y="961662"/>
                </a:moveTo>
                <a:lnTo>
                  <a:pt x="1270328" y="853229"/>
                </a:lnTo>
                <a:moveTo>
                  <a:pt x="771372" y="686180"/>
                </a:moveTo>
                <a:lnTo>
                  <a:pt x="830908" y="634843"/>
                </a:lnTo>
                <a:moveTo>
                  <a:pt x="1455641" y="1023202"/>
                </a:moveTo>
                <a:lnTo>
                  <a:pt x="1555265" y="1002251"/>
                </a:lnTo>
                <a:moveTo>
                  <a:pt x="1056399" y="1104505"/>
                </a:moveTo>
                <a:lnTo>
                  <a:pt x="982032" y="1004901"/>
                </a:lnTo>
                <a:moveTo>
                  <a:pt x="1411515" y="1175014"/>
                </a:moveTo>
                <a:lnTo>
                  <a:pt x="1436890" y="1083357"/>
                </a:lnTo>
                <a:moveTo>
                  <a:pt x="877735" y="968318"/>
                </a:moveTo>
                <a:lnTo>
                  <a:pt x="779932" y="917000"/>
                </a:lnTo>
                <a:moveTo>
                  <a:pt x="1436890" y="1083357"/>
                </a:moveTo>
                <a:lnTo>
                  <a:pt x="1330889" y="1052210"/>
                </a:lnTo>
                <a:moveTo>
                  <a:pt x="1833938" y="954149"/>
                </a:moveTo>
                <a:lnTo>
                  <a:pt x="1869017" y="853248"/>
                </a:lnTo>
                <a:moveTo>
                  <a:pt x="1691107" y="1008628"/>
                </a:moveTo>
                <a:lnTo>
                  <a:pt x="1756657" y="971057"/>
                </a:lnTo>
                <a:moveTo>
                  <a:pt x="1458660" y="314207"/>
                </a:moveTo>
                <a:lnTo>
                  <a:pt x="1433539" y="359003"/>
                </a:lnTo>
                <a:moveTo>
                  <a:pt x="1375245" y="894735"/>
                </a:moveTo>
                <a:lnTo>
                  <a:pt x="1241924" y="961662"/>
                </a:lnTo>
                <a:moveTo>
                  <a:pt x="899530" y="1314104"/>
                </a:moveTo>
                <a:lnTo>
                  <a:pt x="893636" y="1299268"/>
                </a:lnTo>
                <a:moveTo>
                  <a:pt x="871188" y="1002415"/>
                </a:moveTo>
                <a:lnTo>
                  <a:pt x="877735" y="968318"/>
                </a:lnTo>
                <a:moveTo>
                  <a:pt x="1124247" y="955440"/>
                </a:moveTo>
                <a:lnTo>
                  <a:pt x="1045800" y="808517"/>
                </a:lnTo>
                <a:moveTo>
                  <a:pt x="1114318" y="958254"/>
                </a:moveTo>
                <a:lnTo>
                  <a:pt x="1045800" y="808517"/>
                </a:lnTo>
                <a:moveTo>
                  <a:pt x="1436890" y="1083357"/>
                </a:moveTo>
                <a:lnTo>
                  <a:pt x="1346463" y="997695"/>
                </a:lnTo>
                <a:moveTo>
                  <a:pt x="1241924" y="961662"/>
                </a:moveTo>
                <a:lnTo>
                  <a:pt x="1156457" y="830667"/>
                </a:lnTo>
                <a:moveTo>
                  <a:pt x="779932" y="917000"/>
                </a:moveTo>
                <a:lnTo>
                  <a:pt x="800854" y="789840"/>
                </a:lnTo>
                <a:moveTo>
                  <a:pt x="1455641" y="1023202"/>
                </a:moveTo>
                <a:lnTo>
                  <a:pt x="1346463" y="997695"/>
                </a:lnTo>
                <a:moveTo>
                  <a:pt x="1584285" y="985313"/>
                </a:moveTo>
                <a:lnTo>
                  <a:pt x="1555265" y="1002251"/>
                </a:lnTo>
                <a:moveTo>
                  <a:pt x="1124247" y="955440"/>
                </a:moveTo>
                <a:lnTo>
                  <a:pt x="1156457" y="830667"/>
                </a:lnTo>
                <a:moveTo>
                  <a:pt x="1691107" y="1008628"/>
                </a:moveTo>
                <a:lnTo>
                  <a:pt x="1712906" y="985924"/>
                </a:lnTo>
                <a:moveTo>
                  <a:pt x="779932" y="917000"/>
                </a:moveTo>
                <a:lnTo>
                  <a:pt x="808741" y="799945"/>
                </a:lnTo>
                <a:moveTo>
                  <a:pt x="978928" y="1016959"/>
                </a:moveTo>
                <a:lnTo>
                  <a:pt x="871188" y="1002415"/>
                </a:lnTo>
                <a:moveTo>
                  <a:pt x="1114318" y="958254"/>
                </a:moveTo>
                <a:lnTo>
                  <a:pt x="1020802" y="883175"/>
                </a:lnTo>
                <a:moveTo>
                  <a:pt x="1436890" y="1083357"/>
                </a:moveTo>
                <a:lnTo>
                  <a:pt x="1455641" y="1023202"/>
                </a:lnTo>
                <a:moveTo>
                  <a:pt x="1346463" y="997695"/>
                </a:moveTo>
                <a:lnTo>
                  <a:pt x="1375245" y="894735"/>
                </a:lnTo>
                <a:moveTo>
                  <a:pt x="982032" y="1004901"/>
                </a:moveTo>
                <a:lnTo>
                  <a:pt x="1114318" y="958254"/>
                </a:lnTo>
                <a:moveTo>
                  <a:pt x="830908" y="634843"/>
                </a:moveTo>
                <a:lnTo>
                  <a:pt x="844034" y="544557"/>
                </a:lnTo>
                <a:moveTo>
                  <a:pt x="946689" y="1136784"/>
                </a:moveTo>
                <a:lnTo>
                  <a:pt x="978928" y="1016959"/>
                </a:lnTo>
                <a:moveTo>
                  <a:pt x="1494983" y="549549"/>
                </a:moveTo>
                <a:lnTo>
                  <a:pt x="1379146" y="548086"/>
                </a:lnTo>
                <a:moveTo>
                  <a:pt x="1458660" y="314207"/>
                </a:moveTo>
                <a:lnTo>
                  <a:pt x="1477788" y="202550"/>
                </a:lnTo>
                <a:moveTo>
                  <a:pt x="1045800" y="808517"/>
                </a:moveTo>
                <a:lnTo>
                  <a:pt x="1061052" y="764900"/>
                </a:lnTo>
                <a:moveTo>
                  <a:pt x="1458660" y="314207"/>
                </a:moveTo>
                <a:lnTo>
                  <a:pt x="1458122" y="264338"/>
                </a:lnTo>
                <a:moveTo>
                  <a:pt x="1568195" y="627755"/>
                </a:moveTo>
                <a:lnTo>
                  <a:pt x="1494983" y="549549"/>
                </a:lnTo>
                <a:moveTo>
                  <a:pt x="1061052" y="764900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61052" y="764900"/>
                </a:lnTo>
                <a:moveTo>
                  <a:pt x="931844" y="1200481"/>
                </a:moveTo>
                <a:lnTo>
                  <a:pt x="846845" y="1227544"/>
                </a:lnTo>
                <a:moveTo>
                  <a:pt x="1270328" y="853229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270328" y="853229"/>
                </a:lnTo>
                <a:moveTo>
                  <a:pt x="1270328" y="853229"/>
                </a:moveTo>
                <a:lnTo>
                  <a:pt x="1274694" y="835618"/>
                </a:lnTo>
                <a:moveTo>
                  <a:pt x="1866736" y="935585"/>
                </a:moveTo>
                <a:lnTo>
                  <a:pt x="1869017" y="853248"/>
                </a:lnTo>
                <a:moveTo>
                  <a:pt x="985918" y="619466"/>
                </a:moveTo>
                <a:lnTo>
                  <a:pt x="999269" y="577589"/>
                </a:lnTo>
                <a:moveTo>
                  <a:pt x="978928" y="1016959"/>
                </a:moveTo>
                <a:lnTo>
                  <a:pt x="877735" y="968318"/>
                </a:lnTo>
                <a:moveTo>
                  <a:pt x="1274694" y="835618"/>
                </a:moveTo>
                <a:lnTo>
                  <a:pt x="1222633" y="827821"/>
                </a:lnTo>
                <a:moveTo>
                  <a:pt x="1061052" y="764900"/>
                </a:moveTo>
                <a:lnTo>
                  <a:pt x="1095041" y="645099"/>
                </a:lnTo>
                <a:moveTo>
                  <a:pt x="1270328" y="853229"/>
                </a:moveTo>
                <a:lnTo>
                  <a:pt x="1156457" y="830667"/>
                </a:lnTo>
                <a:moveTo>
                  <a:pt x="1375245" y="894735"/>
                </a:moveTo>
                <a:lnTo>
                  <a:pt x="1274694" y="835618"/>
                </a:lnTo>
                <a:moveTo>
                  <a:pt x="1166626" y="800132"/>
                </a:moveTo>
                <a:lnTo>
                  <a:pt x="1045800" y="808517"/>
                </a:lnTo>
                <a:moveTo>
                  <a:pt x="1222633" y="827821"/>
                </a:moveTo>
                <a:lnTo>
                  <a:pt x="1166626" y="800132"/>
                </a:lnTo>
                <a:moveTo>
                  <a:pt x="1871332" y="842621"/>
                </a:moveTo>
                <a:lnTo>
                  <a:pt x="1851327" y="766318"/>
                </a:lnTo>
                <a:moveTo>
                  <a:pt x="1298480" y="28408"/>
                </a:moveTo>
                <a:lnTo>
                  <a:pt x="1297837" y="0"/>
                </a:lnTo>
                <a:moveTo>
                  <a:pt x="877735" y="968318"/>
                </a:moveTo>
                <a:lnTo>
                  <a:pt x="808741" y="799945"/>
                </a:lnTo>
                <a:moveTo>
                  <a:pt x="1420951" y="466801"/>
                </a:moveTo>
                <a:lnTo>
                  <a:pt x="1458660" y="314207"/>
                </a:lnTo>
                <a:moveTo>
                  <a:pt x="982032" y="1004901"/>
                </a:moveTo>
                <a:lnTo>
                  <a:pt x="877735" y="968318"/>
                </a:lnTo>
                <a:moveTo>
                  <a:pt x="1156457" y="830667"/>
                </a:moveTo>
                <a:lnTo>
                  <a:pt x="1045800" y="808517"/>
                </a:lnTo>
                <a:moveTo>
                  <a:pt x="1061052" y="764900"/>
                </a:moveTo>
                <a:lnTo>
                  <a:pt x="958829" y="697680"/>
                </a:lnTo>
                <a:moveTo>
                  <a:pt x="1156457" y="830667"/>
                </a:moveTo>
                <a:lnTo>
                  <a:pt x="1222633" y="827821"/>
                </a:lnTo>
                <a:moveTo>
                  <a:pt x="1375245" y="894735"/>
                </a:moveTo>
                <a:lnTo>
                  <a:pt x="1386489" y="855187"/>
                </a:lnTo>
                <a:moveTo>
                  <a:pt x="1020802" y="883175"/>
                </a:moveTo>
                <a:lnTo>
                  <a:pt x="1045800" y="808517"/>
                </a:lnTo>
                <a:moveTo>
                  <a:pt x="1386489" y="855187"/>
                </a:moveTo>
                <a:lnTo>
                  <a:pt x="1274694" y="835618"/>
                </a:lnTo>
                <a:moveTo>
                  <a:pt x="1156457" y="830667"/>
                </a:moveTo>
                <a:lnTo>
                  <a:pt x="1166626" y="800132"/>
                </a:lnTo>
                <a:moveTo>
                  <a:pt x="1851327" y="766318"/>
                </a:moveTo>
                <a:lnTo>
                  <a:pt x="1818517" y="661613"/>
                </a:lnTo>
                <a:moveTo>
                  <a:pt x="1568195" y="627755"/>
                </a:moveTo>
                <a:lnTo>
                  <a:pt x="1588916" y="617412"/>
                </a:lnTo>
                <a:moveTo>
                  <a:pt x="1095041" y="645099"/>
                </a:moveTo>
                <a:lnTo>
                  <a:pt x="985918" y="619466"/>
                </a:lnTo>
                <a:moveTo>
                  <a:pt x="1166626" y="800132"/>
                </a:moveTo>
                <a:lnTo>
                  <a:pt x="1095041" y="645099"/>
                </a:lnTo>
                <a:moveTo>
                  <a:pt x="1061052" y="764900"/>
                </a:moveTo>
                <a:lnTo>
                  <a:pt x="938157" y="832937"/>
                </a:lnTo>
                <a:moveTo>
                  <a:pt x="808741" y="799945"/>
                </a:moveTo>
                <a:lnTo>
                  <a:pt x="800854" y="789840"/>
                </a:lnTo>
                <a:moveTo>
                  <a:pt x="1346463" y="997695"/>
                </a:moveTo>
                <a:lnTo>
                  <a:pt x="1475525" y="907199"/>
                </a:lnTo>
                <a:moveTo>
                  <a:pt x="958829" y="697680"/>
                </a:moveTo>
                <a:lnTo>
                  <a:pt x="985918" y="619466"/>
                </a:lnTo>
                <a:moveTo>
                  <a:pt x="1082883" y="311298"/>
                </a:moveTo>
                <a:lnTo>
                  <a:pt x="1042654" y="278038"/>
                </a:lnTo>
                <a:moveTo>
                  <a:pt x="1866736" y="935585"/>
                </a:moveTo>
                <a:lnTo>
                  <a:pt x="1833938" y="954149"/>
                </a:lnTo>
                <a:moveTo>
                  <a:pt x="978928" y="1016959"/>
                </a:moveTo>
                <a:lnTo>
                  <a:pt x="982032" y="1004901"/>
                </a:lnTo>
                <a:moveTo>
                  <a:pt x="1833938" y="954149"/>
                </a:moveTo>
                <a:lnTo>
                  <a:pt x="1691107" y="1008628"/>
                </a:lnTo>
                <a:moveTo>
                  <a:pt x="982032" y="1004901"/>
                </a:moveTo>
                <a:lnTo>
                  <a:pt x="1020802" y="883175"/>
                </a:lnTo>
                <a:moveTo>
                  <a:pt x="1481474" y="912902"/>
                </a:moveTo>
                <a:lnTo>
                  <a:pt x="1346463" y="997695"/>
                </a:lnTo>
                <a:moveTo>
                  <a:pt x="1693219" y="602300"/>
                </a:moveTo>
                <a:lnTo>
                  <a:pt x="1588916" y="617412"/>
                </a:lnTo>
                <a:moveTo>
                  <a:pt x="1703783" y="630009"/>
                </a:moveTo>
                <a:lnTo>
                  <a:pt x="1693219" y="602300"/>
                </a:lnTo>
                <a:moveTo>
                  <a:pt x="1061052" y="764900"/>
                </a:moveTo>
                <a:lnTo>
                  <a:pt x="918510" y="816613"/>
                </a:lnTo>
                <a:moveTo>
                  <a:pt x="877735" y="968318"/>
                </a:moveTo>
                <a:lnTo>
                  <a:pt x="912263" y="838287"/>
                </a:lnTo>
                <a:moveTo>
                  <a:pt x="1045800" y="808517"/>
                </a:moveTo>
                <a:lnTo>
                  <a:pt x="938157" y="832937"/>
                </a:lnTo>
                <a:moveTo>
                  <a:pt x="800854" y="789840"/>
                </a:moveTo>
                <a:lnTo>
                  <a:pt x="830908" y="634843"/>
                </a:lnTo>
                <a:moveTo>
                  <a:pt x="1395273" y="30340"/>
                </a:moveTo>
                <a:lnTo>
                  <a:pt x="1378015" y="30057"/>
                </a:lnTo>
                <a:moveTo>
                  <a:pt x="1839817" y="898026"/>
                </a:moveTo>
                <a:lnTo>
                  <a:pt x="1869017" y="853248"/>
                </a:lnTo>
                <a:moveTo>
                  <a:pt x="1455641" y="1023202"/>
                </a:moveTo>
                <a:lnTo>
                  <a:pt x="1481474" y="912902"/>
                </a:lnTo>
                <a:moveTo>
                  <a:pt x="1106360" y="598328"/>
                </a:moveTo>
                <a:lnTo>
                  <a:pt x="999269" y="577589"/>
                </a:lnTo>
                <a:moveTo>
                  <a:pt x="1691107" y="1008628"/>
                </a:moveTo>
                <a:lnTo>
                  <a:pt x="1584285" y="985313"/>
                </a:lnTo>
                <a:moveTo>
                  <a:pt x="1106360" y="598328"/>
                </a:moveTo>
                <a:lnTo>
                  <a:pt x="985918" y="619466"/>
                </a:lnTo>
                <a:moveTo>
                  <a:pt x="999269" y="577589"/>
                </a:moveTo>
                <a:lnTo>
                  <a:pt x="890924" y="653681"/>
                </a:lnTo>
                <a:moveTo>
                  <a:pt x="1395273" y="30340"/>
                </a:moveTo>
                <a:lnTo>
                  <a:pt x="1298480" y="28408"/>
                </a:lnTo>
                <a:moveTo>
                  <a:pt x="1020802" y="883175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19269" y="740419"/>
                </a:lnTo>
                <a:moveTo>
                  <a:pt x="985918" y="619466"/>
                </a:moveTo>
                <a:lnTo>
                  <a:pt x="890924" y="653681"/>
                </a:lnTo>
                <a:moveTo>
                  <a:pt x="893636" y="1299268"/>
                </a:moveTo>
                <a:lnTo>
                  <a:pt x="846845" y="1227544"/>
                </a:lnTo>
                <a:moveTo>
                  <a:pt x="1475525" y="907199"/>
                </a:moveTo>
                <a:lnTo>
                  <a:pt x="1375245" y="894735"/>
                </a:lnTo>
                <a:moveTo>
                  <a:pt x="1082883" y="311298"/>
                </a:moveTo>
                <a:lnTo>
                  <a:pt x="1076636" y="310247"/>
                </a:lnTo>
                <a:moveTo>
                  <a:pt x="1020802" y="883175"/>
                </a:moveTo>
                <a:lnTo>
                  <a:pt x="912263" y="838287"/>
                </a:lnTo>
                <a:moveTo>
                  <a:pt x="1577600" y="968027"/>
                </a:moveTo>
                <a:lnTo>
                  <a:pt x="1555265" y="1002251"/>
                </a:lnTo>
                <a:moveTo>
                  <a:pt x="1107524" y="392806"/>
                </a:moveTo>
                <a:lnTo>
                  <a:pt x="1106831" y="368206"/>
                </a:lnTo>
                <a:moveTo>
                  <a:pt x="912263" y="838287"/>
                </a:moveTo>
                <a:lnTo>
                  <a:pt x="808741" y="799945"/>
                </a:lnTo>
                <a:moveTo>
                  <a:pt x="1106360" y="598328"/>
                </a:moveTo>
                <a:lnTo>
                  <a:pt x="1092580" y="458139"/>
                </a:lnTo>
                <a:moveTo>
                  <a:pt x="982032" y="1004901"/>
                </a:moveTo>
                <a:lnTo>
                  <a:pt x="912263" y="838287"/>
                </a:lnTo>
                <a:moveTo>
                  <a:pt x="1095041" y="645099"/>
                </a:moveTo>
                <a:lnTo>
                  <a:pt x="1106360" y="598328"/>
                </a:lnTo>
                <a:moveTo>
                  <a:pt x="1430647" y="703303"/>
                </a:moveTo>
                <a:lnTo>
                  <a:pt x="1460140" y="616211"/>
                </a:lnTo>
                <a:moveTo>
                  <a:pt x="1222633" y="827821"/>
                </a:moveTo>
                <a:lnTo>
                  <a:pt x="1191061" y="700464"/>
                </a:lnTo>
                <a:moveTo>
                  <a:pt x="1274694" y="835618"/>
                </a:moveTo>
                <a:lnTo>
                  <a:pt x="1306931" y="710786"/>
                </a:lnTo>
                <a:moveTo>
                  <a:pt x="1475525" y="907199"/>
                </a:moveTo>
                <a:lnTo>
                  <a:pt x="1386489" y="855187"/>
                </a:lnTo>
                <a:moveTo>
                  <a:pt x="1274694" y="835618"/>
                </a:moveTo>
                <a:lnTo>
                  <a:pt x="1191061" y="700464"/>
                </a:lnTo>
                <a:moveTo>
                  <a:pt x="1379146" y="548086"/>
                </a:moveTo>
                <a:lnTo>
                  <a:pt x="1420951" y="466801"/>
                </a:lnTo>
                <a:moveTo>
                  <a:pt x="1166626" y="800132"/>
                </a:moveTo>
                <a:lnTo>
                  <a:pt x="1191061" y="700464"/>
                </a:lnTo>
                <a:moveTo>
                  <a:pt x="958829" y="697680"/>
                </a:moveTo>
                <a:lnTo>
                  <a:pt x="890924" y="653681"/>
                </a:lnTo>
                <a:moveTo>
                  <a:pt x="1386489" y="855187"/>
                </a:moveTo>
                <a:lnTo>
                  <a:pt x="1306931" y="710786"/>
                </a:lnTo>
                <a:moveTo>
                  <a:pt x="918510" y="816613"/>
                </a:moveTo>
                <a:lnTo>
                  <a:pt x="958829" y="697680"/>
                </a:lnTo>
                <a:moveTo>
                  <a:pt x="1419269" y="740419"/>
                </a:moveTo>
                <a:lnTo>
                  <a:pt x="1430647" y="703303"/>
                </a:lnTo>
                <a:moveTo>
                  <a:pt x="1191061" y="700464"/>
                </a:moveTo>
                <a:lnTo>
                  <a:pt x="1095041" y="645099"/>
                </a:lnTo>
                <a:moveTo>
                  <a:pt x="912263" y="838287"/>
                </a:moveTo>
                <a:lnTo>
                  <a:pt x="938157" y="832937"/>
                </a:lnTo>
                <a:moveTo>
                  <a:pt x="1386489" y="855187"/>
                </a:moveTo>
                <a:lnTo>
                  <a:pt x="1446159" y="733551"/>
                </a:lnTo>
                <a:moveTo>
                  <a:pt x="1076636" y="310247"/>
                </a:moveTo>
                <a:lnTo>
                  <a:pt x="1042654" y="278038"/>
                </a:lnTo>
                <a:moveTo>
                  <a:pt x="938157" y="832937"/>
                </a:moveTo>
                <a:lnTo>
                  <a:pt x="918510" y="816613"/>
                </a:lnTo>
                <a:moveTo>
                  <a:pt x="1581785" y="252832"/>
                </a:moveTo>
                <a:lnTo>
                  <a:pt x="1563172" y="247533"/>
                </a:lnTo>
                <a:moveTo>
                  <a:pt x="1785795" y="665481"/>
                </a:moveTo>
                <a:lnTo>
                  <a:pt x="1703783" y="630009"/>
                </a:lnTo>
                <a:moveTo>
                  <a:pt x="1127519" y="519717"/>
                </a:moveTo>
                <a:lnTo>
                  <a:pt x="1092580" y="458139"/>
                </a:lnTo>
                <a:moveTo>
                  <a:pt x="1577600" y="968027"/>
                </a:moveTo>
                <a:lnTo>
                  <a:pt x="1455641" y="1023202"/>
                </a:lnTo>
                <a:moveTo>
                  <a:pt x="1419269" y="740419"/>
                </a:moveTo>
                <a:lnTo>
                  <a:pt x="1373263" y="710671"/>
                </a:lnTo>
                <a:moveTo>
                  <a:pt x="912263" y="838287"/>
                </a:moveTo>
                <a:lnTo>
                  <a:pt x="918510" y="816613"/>
                </a:lnTo>
                <a:moveTo>
                  <a:pt x="846845" y="1227544"/>
                </a:moveTo>
                <a:lnTo>
                  <a:pt x="807844" y="1178597"/>
                </a:lnTo>
                <a:moveTo>
                  <a:pt x="1430647" y="703303"/>
                </a:moveTo>
                <a:lnTo>
                  <a:pt x="1373263" y="710671"/>
                </a:lnTo>
                <a:moveTo>
                  <a:pt x="1563172" y="247533"/>
                </a:moveTo>
                <a:lnTo>
                  <a:pt x="1477788" y="202550"/>
                </a:lnTo>
                <a:moveTo>
                  <a:pt x="1818929" y="850556"/>
                </a:moveTo>
                <a:lnTo>
                  <a:pt x="1871332" y="842621"/>
                </a:lnTo>
                <a:moveTo>
                  <a:pt x="1420951" y="466801"/>
                </a:moveTo>
                <a:lnTo>
                  <a:pt x="1422087" y="397134"/>
                </a:lnTo>
                <a:moveTo>
                  <a:pt x="1460140" y="616211"/>
                </a:moveTo>
                <a:lnTo>
                  <a:pt x="1379146" y="548086"/>
                </a:lnTo>
                <a:moveTo>
                  <a:pt x="1419269" y="740419"/>
                </a:moveTo>
                <a:lnTo>
                  <a:pt x="1306931" y="710786"/>
                </a:lnTo>
                <a:moveTo>
                  <a:pt x="1785795" y="665481"/>
                </a:moveTo>
                <a:lnTo>
                  <a:pt x="1774143" y="647685"/>
                </a:lnTo>
                <a:moveTo>
                  <a:pt x="1799973" y="1012434"/>
                </a:moveTo>
                <a:lnTo>
                  <a:pt x="1833938" y="954149"/>
                </a:lnTo>
                <a:moveTo>
                  <a:pt x="1568195" y="627755"/>
                </a:moveTo>
                <a:lnTo>
                  <a:pt x="1460140" y="616211"/>
                </a:lnTo>
                <a:moveTo>
                  <a:pt x="1869017" y="853248"/>
                </a:moveTo>
                <a:lnTo>
                  <a:pt x="1818929" y="850556"/>
                </a:lnTo>
                <a:moveTo>
                  <a:pt x="1446159" y="733551"/>
                </a:moveTo>
                <a:lnTo>
                  <a:pt x="1419269" y="740419"/>
                </a:lnTo>
                <a:moveTo>
                  <a:pt x="1486521" y="119176"/>
                </a:moveTo>
                <a:lnTo>
                  <a:pt x="1416907" y="6619"/>
                </a:lnTo>
                <a:moveTo>
                  <a:pt x="1584285" y="985313"/>
                </a:moveTo>
                <a:lnTo>
                  <a:pt x="1577600" y="968027"/>
                </a:lnTo>
                <a:moveTo>
                  <a:pt x="1395273" y="30340"/>
                </a:moveTo>
                <a:lnTo>
                  <a:pt x="1416907" y="6619"/>
                </a:lnTo>
                <a:moveTo>
                  <a:pt x="1446159" y="733551"/>
                </a:moveTo>
                <a:lnTo>
                  <a:pt x="1430647" y="703303"/>
                </a:lnTo>
                <a:moveTo>
                  <a:pt x="1481474" y="912902"/>
                </a:moveTo>
                <a:lnTo>
                  <a:pt x="1475525" y="907199"/>
                </a:lnTo>
                <a:moveTo>
                  <a:pt x="1306931" y="710786"/>
                </a:moveTo>
                <a:lnTo>
                  <a:pt x="1373263" y="710671"/>
                </a:lnTo>
                <a:moveTo>
                  <a:pt x="1430647" y="703303"/>
                </a:moveTo>
                <a:lnTo>
                  <a:pt x="1317017" y="673477"/>
                </a:lnTo>
                <a:moveTo>
                  <a:pt x="1483263" y="906624"/>
                </a:moveTo>
                <a:lnTo>
                  <a:pt x="1475525" y="907199"/>
                </a:lnTo>
                <a:moveTo>
                  <a:pt x="1460140" y="616211"/>
                </a:moveTo>
                <a:lnTo>
                  <a:pt x="1349777" y="561877"/>
                </a:lnTo>
                <a:moveTo>
                  <a:pt x="1106360" y="598328"/>
                </a:moveTo>
                <a:lnTo>
                  <a:pt x="1127519" y="519717"/>
                </a:lnTo>
                <a:moveTo>
                  <a:pt x="1785672" y="675686"/>
                </a:moveTo>
                <a:lnTo>
                  <a:pt x="1818517" y="661613"/>
                </a:lnTo>
                <a:moveTo>
                  <a:pt x="1481474" y="912902"/>
                </a:moveTo>
                <a:lnTo>
                  <a:pt x="1483263" y="906624"/>
                </a:lnTo>
                <a:moveTo>
                  <a:pt x="1812213" y="650387"/>
                </a:moveTo>
                <a:lnTo>
                  <a:pt x="1785795" y="665481"/>
                </a:lnTo>
                <a:moveTo>
                  <a:pt x="1306931" y="710786"/>
                </a:moveTo>
                <a:lnTo>
                  <a:pt x="1191061" y="700464"/>
                </a:lnTo>
                <a:moveTo>
                  <a:pt x="1866736" y="935585"/>
                </a:moveTo>
                <a:lnTo>
                  <a:pt x="1839817" y="898026"/>
                </a:lnTo>
                <a:moveTo>
                  <a:pt x="1422087" y="397134"/>
                </a:moveTo>
                <a:lnTo>
                  <a:pt x="1458660" y="314207"/>
                </a:lnTo>
                <a:moveTo>
                  <a:pt x="1373263" y="710671"/>
                </a:moveTo>
                <a:lnTo>
                  <a:pt x="1317017" y="673477"/>
                </a:lnTo>
                <a:moveTo>
                  <a:pt x="1785672" y="675686"/>
                </a:moveTo>
                <a:lnTo>
                  <a:pt x="1812213" y="650387"/>
                </a:lnTo>
                <a:moveTo>
                  <a:pt x="1430647" y="703303"/>
                </a:moveTo>
                <a:lnTo>
                  <a:pt x="1349777" y="561877"/>
                </a:lnTo>
                <a:moveTo>
                  <a:pt x="1306931" y="710786"/>
                </a:moveTo>
                <a:lnTo>
                  <a:pt x="1317017" y="673477"/>
                </a:lnTo>
                <a:moveTo>
                  <a:pt x="1107524" y="392806"/>
                </a:moveTo>
                <a:lnTo>
                  <a:pt x="1082883" y="311298"/>
                </a:lnTo>
                <a:moveTo>
                  <a:pt x="1317017" y="673477"/>
                </a:moveTo>
                <a:lnTo>
                  <a:pt x="1191061" y="700464"/>
                </a:lnTo>
                <a:moveTo>
                  <a:pt x="1404013" y="62601"/>
                </a:moveTo>
                <a:lnTo>
                  <a:pt x="1416907" y="6619"/>
                </a:lnTo>
                <a:moveTo>
                  <a:pt x="1678804" y="1011628"/>
                </a:moveTo>
                <a:lnTo>
                  <a:pt x="1584285" y="985313"/>
                </a:lnTo>
                <a:moveTo>
                  <a:pt x="1215635" y="598229"/>
                </a:moveTo>
                <a:lnTo>
                  <a:pt x="1095041" y="645099"/>
                </a:lnTo>
                <a:moveTo>
                  <a:pt x="1563172" y="247533"/>
                </a:moveTo>
                <a:lnTo>
                  <a:pt x="1458660" y="314207"/>
                </a:lnTo>
                <a:moveTo>
                  <a:pt x="1504453" y="809078"/>
                </a:moveTo>
                <a:lnTo>
                  <a:pt x="1386489" y="855187"/>
                </a:lnTo>
                <a:moveTo>
                  <a:pt x="1092580" y="458139"/>
                </a:moveTo>
                <a:lnTo>
                  <a:pt x="1107524" y="392806"/>
                </a:lnTo>
                <a:moveTo>
                  <a:pt x="958829" y="697680"/>
                </a:moveTo>
                <a:lnTo>
                  <a:pt x="831210" y="729345"/>
                </a:lnTo>
                <a:moveTo>
                  <a:pt x="1799973" y="1012434"/>
                </a:moveTo>
                <a:lnTo>
                  <a:pt x="1866736" y="935585"/>
                </a:lnTo>
                <a:moveTo>
                  <a:pt x="1799973" y="1012434"/>
                </a:moveTo>
                <a:lnTo>
                  <a:pt x="1691107" y="1008628"/>
                </a:lnTo>
                <a:moveTo>
                  <a:pt x="1042654" y="278038"/>
                </a:moveTo>
                <a:lnTo>
                  <a:pt x="1002533" y="195422"/>
                </a:lnTo>
                <a:moveTo>
                  <a:pt x="1577600" y="968027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866736" y="935585"/>
                </a:lnTo>
                <a:moveTo>
                  <a:pt x="1317017" y="673477"/>
                </a:moveTo>
                <a:lnTo>
                  <a:pt x="1349777" y="561877"/>
                </a:lnTo>
                <a:moveTo>
                  <a:pt x="1458660" y="314207"/>
                </a:moveTo>
                <a:lnTo>
                  <a:pt x="1526894" y="265601"/>
                </a:lnTo>
                <a:moveTo>
                  <a:pt x="1349777" y="561877"/>
                </a:moveTo>
                <a:lnTo>
                  <a:pt x="1379146" y="548086"/>
                </a:lnTo>
                <a:moveTo>
                  <a:pt x="1215635" y="598229"/>
                </a:moveTo>
                <a:lnTo>
                  <a:pt x="1106360" y="598328"/>
                </a:lnTo>
                <a:moveTo>
                  <a:pt x="831210" y="729345"/>
                </a:moveTo>
                <a:lnTo>
                  <a:pt x="890924" y="653681"/>
                </a:lnTo>
                <a:moveTo>
                  <a:pt x="918510" y="816613"/>
                </a:moveTo>
                <a:lnTo>
                  <a:pt x="831210" y="729345"/>
                </a:lnTo>
                <a:moveTo>
                  <a:pt x="1693219" y="602300"/>
                </a:moveTo>
                <a:lnTo>
                  <a:pt x="1568195" y="627755"/>
                </a:lnTo>
                <a:moveTo>
                  <a:pt x="1691107" y="1008628"/>
                </a:moveTo>
                <a:lnTo>
                  <a:pt x="1678804" y="1011628"/>
                </a:lnTo>
                <a:moveTo>
                  <a:pt x="1379146" y="548086"/>
                </a:moveTo>
                <a:lnTo>
                  <a:pt x="1422087" y="397134"/>
                </a:lnTo>
                <a:moveTo>
                  <a:pt x="1395273" y="30340"/>
                </a:moveTo>
                <a:lnTo>
                  <a:pt x="1337127" y="0"/>
                </a:lnTo>
                <a:moveTo>
                  <a:pt x="1191061" y="700464"/>
                </a:moveTo>
                <a:lnTo>
                  <a:pt x="1215635" y="598229"/>
                </a:lnTo>
                <a:moveTo>
                  <a:pt x="1076636" y="310247"/>
                </a:moveTo>
                <a:lnTo>
                  <a:pt x="1002533" y="195422"/>
                </a:lnTo>
                <a:moveTo>
                  <a:pt x="1107524" y="392806"/>
                </a:moveTo>
                <a:lnTo>
                  <a:pt x="1076636" y="310247"/>
                </a:lnTo>
                <a:moveTo>
                  <a:pt x="1789752" y="1033120"/>
                </a:moveTo>
                <a:lnTo>
                  <a:pt x="1691107" y="1008628"/>
                </a:lnTo>
                <a:moveTo>
                  <a:pt x="1504453" y="809078"/>
                </a:moveTo>
                <a:lnTo>
                  <a:pt x="1475525" y="907199"/>
                </a:lnTo>
                <a:moveTo>
                  <a:pt x="1215635" y="598229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5635" y="598229"/>
                </a:lnTo>
                <a:moveTo>
                  <a:pt x="1483263" y="906624"/>
                </a:moveTo>
                <a:lnTo>
                  <a:pt x="1504453" y="809078"/>
                </a:lnTo>
                <a:moveTo>
                  <a:pt x="1218815" y="585804"/>
                </a:moveTo>
                <a:lnTo>
                  <a:pt x="1127519" y="519717"/>
                </a:lnTo>
                <a:moveTo>
                  <a:pt x="1317017" y="673477"/>
                </a:moveTo>
                <a:lnTo>
                  <a:pt x="1218815" y="585804"/>
                </a:lnTo>
                <a:moveTo>
                  <a:pt x="1532500" y="702555"/>
                </a:moveTo>
                <a:lnTo>
                  <a:pt x="1460140" y="616211"/>
                </a:lnTo>
                <a:moveTo>
                  <a:pt x="1818929" y="850556"/>
                </a:moveTo>
                <a:lnTo>
                  <a:pt x="1851327" y="766318"/>
                </a:lnTo>
                <a:moveTo>
                  <a:pt x="1803559" y="1010162"/>
                </a:moveTo>
                <a:lnTo>
                  <a:pt x="1839817" y="898026"/>
                </a:lnTo>
                <a:moveTo>
                  <a:pt x="1504453" y="809078"/>
                </a:moveTo>
                <a:lnTo>
                  <a:pt x="1446159" y="733551"/>
                </a:lnTo>
                <a:moveTo>
                  <a:pt x="1379146" y="548086"/>
                </a:moveTo>
                <a:lnTo>
                  <a:pt x="1362329" y="506873"/>
                </a:lnTo>
                <a:moveTo>
                  <a:pt x="1617049" y="622759"/>
                </a:moveTo>
                <a:lnTo>
                  <a:pt x="1568195" y="627755"/>
                </a:lnTo>
                <a:moveTo>
                  <a:pt x="1127519" y="519717"/>
                </a:moveTo>
                <a:lnTo>
                  <a:pt x="1107524" y="392806"/>
                </a:lnTo>
                <a:moveTo>
                  <a:pt x="1800517" y="1007240"/>
                </a:moveTo>
                <a:lnTo>
                  <a:pt x="1839817" y="898026"/>
                </a:lnTo>
                <a:moveTo>
                  <a:pt x="1851327" y="766318"/>
                </a:moveTo>
                <a:lnTo>
                  <a:pt x="1785672" y="675686"/>
                </a:lnTo>
                <a:moveTo>
                  <a:pt x="1379146" y="548086"/>
                </a:moveTo>
                <a:lnTo>
                  <a:pt x="1383585" y="433479"/>
                </a:lnTo>
                <a:moveTo>
                  <a:pt x="1693219" y="602300"/>
                </a:moveTo>
                <a:lnTo>
                  <a:pt x="1617049" y="622759"/>
                </a:lnTo>
                <a:moveTo>
                  <a:pt x="1532500" y="702555"/>
                </a:moveTo>
                <a:lnTo>
                  <a:pt x="1430647" y="703303"/>
                </a:lnTo>
                <a:moveTo>
                  <a:pt x="1349777" y="561877"/>
                </a:moveTo>
                <a:lnTo>
                  <a:pt x="1218815" y="585804"/>
                </a:lnTo>
                <a:moveTo>
                  <a:pt x="1349777" y="561877"/>
                </a:moveTo>
                <a:lnTo>
                  <a:pt x="1362329" y="506873"/>
                </a:lnTo>
                <a:moveTo>
                  <a:pt x="1839817" y="898026"/>
                </a:moveTo>
                <a:lnTo>
                  <a:pt x="1818929" y="850556"/>
                </a:lnTo>
                <a:moveTo>
                  <a:pt x="1594893" y="884045"/>
                </a:moveTo>
                <a:lnTo>
                  <a:pt x="1481474" y="912902"/>
                </a:lnTo>
                <a:moveTo>
                  <a:pt x="1803559" y="1010162"/>
                </a:moveTo>
                <a:lnTo>
                  <a:pt x="1799973" y="1012434"/>
                </a:lnTo>
                <a:moveTo>
                  <a:pt x="1594893" y="884045"/>
                </a:moveTo>
                <a:lnTo>
                  <a:pt x="1483263" y="906624"/>
                </a:lnTo>
                <a:moveTo>
                  <a:pt x="1678804" y="1011628"/>
                </a:moveTo>
                <a:lnTo>
                  <a:pt x="1577600" y="968027"/>
                </a:lnTo>
                <a:moveTo>
                  <a:pt x="1839817" y="898026"/>
                </a:moveTo>
                <a:lnTo>
                  <a:pt x="1698180" y="941102"/>
                </a:lnTo>
                <a:moveTo>
                  <a:pt x="1803559" y="1010162"/>
                </a:moveTo>
                <a:lnTo>
                  <a:pt x="1800517" y="1007240"/>
                </a:lnTo>
                <a:moveTo>
                  <a:pt x="1785795" y="665481"/>
                </a:moveTo>
                <a:lnTo>
                  <a:pt x="1693219" y="602300"/>
                </a:lnTo>
                <a:moveTo>
                  <a:pt x="1532500" y="702555"/>
                </a:moveTo>
                <a:lnTo>
                  <a:pt x="1446159" y="733551"/>
                </a:lnTo>
                <a:moveTo>
                  <a:pt x="1383585" y="433479"/>
                </a:moveTo>
                <a:lnTo>
                  <a:pt x="1422087" y="397134"/>
                </a:lnTo>
                <a:moveTo>
                  <a:pt x="1215635" y="598229"/>
                </a:moveTo>
                <a:lnTo>
                  <a:pt x="1218815" y="585804"/>
                </a:lnTo>
                <a:moveTo>
                  <a:pt x="1422087" y="397134"/>
                </a:moveTo>
                <a:lnTo>
                  <a:pt x="1526894" y="265601"/>
                </a:lnTo>
                <a:moveTo>
                  <a:pt x="1486521" y="119176"/>
                </a:moveTo>
                <a:lnTo>
                  <a:pt x="1404013" y="62601"/>
                </a:lnTo>
                <a:moveTo>
                  <a:pt x="1076636" y="310247"/>
                </a:moveTo>
                <a:lnTo>
                  <a:pt x="1071885" y="269348"/>
                </a:lnTo>
                <a:moveTo>
                  <a:pt x="1404013" y="62601"/>
                </a:moveTo>
                <a:lnTo>
                  <a:pt x="1395273" y="30340"/>
                </a:lnTo>
                <a:moveTo>
                  <a:pt x="1800517" y="1007240"/>
                </a:moveTo>
                <a:lnTo>
                  <a:pt x="1678804" y="1011628"/>
                </a:lnTo>
                <a:moveTo>
                  <a:pt x="1799973" y="1012434"/>
                </a:moveTo>
                <a:lnTo>
                  <a:pt x="1789752" y="1033120"/>
                </a:lnTo>
                <a:moveTo>
                  <a:pt x="1698180" y="941102"/>
                </a:moveTo>
                <a:lnTo>
                  <a:pt x="1577600" y="968027"/>
                </a:lnTo>
                <a:moveTo>
                  <a:pt x="1532500" y="702555"/>
                </a:moveTo>
                <a:lnTo>
                  <a:pt x="1568195" y="627755"/>
                </a:lnTo>
                <a:moveTo>
                  <a:pt x="1384692" y="48190"/>
                </a:moveTo>
                <a:lnTo>
                  <a:pt x="1395273" y="30340"/>
                </a:lnTo>
                <a:moveTo>
                  <a:pt x="1127519" y="519717"/>
                </a:moveTo>
                <a:lnTo>
                  <a:pt x="1133051" y="455485"/>
                </a:lnTo>
                <a:moveTo>
                  <a:pt x="1803559" y="1010162"/>
                </a:moveTo>
                <a:lnTo>
                  <a:pt x="1789752" y="1033120"/>
                </a:lnTo>
                <a:moveTo>
                  <a:pt x="1789752" y="1033120"/>
                </a:moveTo>
                <a:lnTo>
                  <a:pt x="1800517" y="1007240"/>
                </a:lnTo>
                <a:moveTo>
                  <a:pt x="1563172" y="247533"/>
                </a:moveTo>
                <a:lnTo>
                  <a:pt x="1526894" y="265601"/>
                </a:lnTo>
                <a:moveTo>
                  <a:pt x="1362329" y="506873"/>
                </a:moveTo>
                <a:lnTo>
                  <a:pt x="1383585" y="433479"/>
                </a:lnTo>
                <a:moveTo>
                  <a:pt x="1839817" y="898026"/>
                </a:moveTo>
                <a:lnTo>
                  <a:pt x="1709740" y="889748"/>
                </a:lnTo>
                <a:moveTo>
                  <a:pt x="1577600" y="968027"/>
                </a:moveTo>
                <a:lnTo>
                  <a:pt x="1594893" y="884045"/>
                </a:lnTo>
                <a:moveTo>
                  <a:pt x="1789752" y="1033120"/>
                </a:moveTo>
                <a:lnTo>
                  <a:pt x="1678804" y="1011628"/>
                </a:lnTo>
                <a:moveTo>
                  <a:pt x="1800517" y="1007240"/>
                </a:moveTo>
                <a:lnTo>
                  <a:pt x="1698180" y="941102"/>
                </a:lnTo>
                <a:moveTo>
                  <a:pt x="1486521" y="119176"/>
                </a:moveTo>
                <a:lnTo>
                  <a:pt x="1368956" y="90060"/>
                </a:lnTo>
                <a:moveTo>
                  <a:pt x="1159738" y="354726"/>
                </a:moveTo>
                <a:lnTo>
                  <a:pt x="1076636" y="310247"/>
                </a:lnTo>
                <a:moveTo>
                  <a:pt x="1448899" y="212368"/>
                </a:moveTo>
                <a:lnTo>
                  <a:pt x="1486521" y="119176"/>
                </a:lnTo>
                <a:moveTo>
                  <a:pt x="1678804" y="1011628"/>
                </a:moveTo>
                <a:lnTo>
                  <a:pt x="1698180" y="941102"/>
                </a:lnTo>
                <a:moveTo>
                  <a:pt x="1404013" y="62601"/>
                </a:moveTo>
                <a:lnTo>
                  <a:pt x="1384692" y="48190"/>
                </a:lnTo>
                <a:moveTo>
                  <a:pt x="1818929" y="850556"/>
                </a:moveTo>
                <a:lnTo>
                  <a:pt x="1785672" y="675686"/>
                </a:lnTo>
                <a:moveTo>
                  <a:pt x="1164904" y="331524"/>
                </a:moveTo>
                <a:lnTo>
                  <a:pt x="1076636" y="310247"/>
                </a:lnTo>
                <a:moveTo>
                  <a:pt x="1532500" y="702555"/>
                </a:moveTo>
                <a:lnTo>
                  <a:pt x="1617049" y="622759"/>
                </a:lnTo>
                <a:moveTo>
                  <a:pt x="1680619" y="597598"/>
                </a:moveTo>
                <a:lnTo>
                  <a:pt x="1693219" y="602300"/>
                </a:lnTo>
                <a:moveTo>
                  <a:pt x="1785672" y="675686"/>
                </a:moveTo>
                <a:lnTo>
                  <a:pt x="1785795" y="665481"/>
                </a:lnTo>
                <a:moveTo>
                  <a:pt x="1362329" y="506873"/>
                </a:moveTo>
                <a:lnTo>
                  <a:pt x="1338849" y="465415"/>
                </a:lnTo>
                <a:moveTo>
                  <a:pt x="1594893" y="884045"/>
                </a:moveTo>
                <a:lnTo>
                  <a:pt x="1504453" y="809078"/>
                </a:lnTo>
                <a:moveTo>
                  <a:pt x="1782333" y="669671"/>
                </a:moveTo>
                <a:lnTo>
                  <a:pt x="1785795" y="665481"/>
                </a:lnTo>
                <a:moveTo>
                  <a:pt x="1368956" y="90060"/>
                </a:moveTo>
                <a:lnTo>
                  <a:pt x="1404013" y="62601"/>
                </a:lnTo>
                <a:moveTo>
                  <a:pt x="1504453" y="809078"/>
                </a:moveTo>
                <a:lnTo>
                  <a:pt x="1532500" y="702555"/>
                </a:lnTo>
                <a:moveTo>
                  <a:pt x="1349777" y="561877"/>
                </a:moveTo>
                <a:lnTo>
                  <a:pt x="1233948" y="499784"/>
                </a:lnTo>
                <a:moveTo>
                  <a:pt x="1218815" y="585804"/>
                </a:moveTo>
                <a:lnTo>
                  <a:pt x="1133051" y="455485"/>
                </a:lnTo>
                <a:moveTo>
                  <a:pt x="1526894" y="265601"/>
                </a:moveTo>
                <a:lnTo>
                  <a:pt x="1448899" y="212368"/>
                </a:lnTo>
                <a:moveTo>
                  <a:pt x="1133051" y="455485"/>
                </a:moveTo>
                <a:lnTo>
                  <a:pt x="1107524" y="392806"/>
                </a:lnTo>
                <a:moveTo>
                  <a:pt x="1383585" y="433479"/>
                </a:moveTo>
                <a:lnTo>
                  <a:pt x="1338849" y="465415"/>
                </a:lnTo>
                <a:moveTo>
                  <a:pt x="1785672" y="675686"/>
                </a:moveTo>
                <a:lnTo>
                  <a:pt x="1782333" y="669671"/>
                </a:lnTo>
                <a:moveTo>
                  <a:pt x="1368956" y="90060"/>
                </a:moveTo>
                <a:lnTo>
                  <a:pt x="1384692" y="48190"/>
                </a:lnTo>
                <a:moveTo>
                  <a:pt x="1596706" y="872990"/>
                </a:moveTo>
                <a:lnTo>
                  <a:pt x="1504453" y="809078"/>
                </a:lnTo>
                <a:moveTo>
                  <a:pt x="1486521" y="119176"/>
                </a:moveTo>
                <a:lnTo>
                  <a:pt x="1346900" y="143003"/>
                </a:lnTo>
                <a:moveTo>
                  <a:pt x="1818929" y="850556"/>
                </a:moveTo>
                <a:lnTo>
                  <a:pt x="1771349" y="698264"/>
                </a:lnTo>
                <a:moveTo>
                  <a:pt x="1554146" y="697422"/>
                </a:moveTo>
                <a:lnTo>
                  <a:pt x="1617049" y="622759"/>
                </a:lnTo>
                <a:moveTo>
                  <a:pt x="1071885" y="269348"/>
                </a:moveTo>
                <a:lnTo>
                  <a:pt x="1002533" y="195422"/>
                </a:lnTo>
                <a:moveTo>
                  <a:pt x="1698180" y="941102"/>
                </a:moveTo>
                <a:lnTo>
                  <a:pt x="1594893" y="884045"/>
                </a:lnTo>
                <a:moveTo>
                  <a:pt x="1680619" y="597598"/>
                </a:moveTo>
                <a:lnTo>
                  <a:pt x="1617049" y="622759"/>
                </a:lnTo>
                <a:moveTo>
                  <a:pt x="1709740" y="889748"/>
                </a:moveTo>
                <a:lnTo>
                  <a:pt x="1818929" y="850556"/>
                </a:lnTo>
                <a:moveTo>
                  <a:pt x="1504453" y="809078"/>
                </a:moveTo>
                <a:lnTo>
                  <a:pt x="1554146" y="697422"/>
                </a:lnTo>
                <a:moveTo>
                  <a:pt x="1422087" y="397134"/>
                </a:moveTo>
                <a:lnTo>
                  <a:pt x="1509410" y="354520"/>
                </a:lnTo>
                <a:moveTo>
                  <a:pt x="1771349" y="698264"/>
                </a:moveTo>
                <a:lnTo>
                  <a:pt x="1785672" y="675686"/>
                </a:lnTo>
                <a:moveTo>
                  <a:pt x="1698180" y="941102"/>
                </a:moveTo>
                <a:lnTo>
                  <a:pt x="1596706" y="872990"/>
                </a:lnTo>
                <a:moveTo>
                  <a:pt x="1771349" y="698264"/>
                </a:moveTo>
                <a:lnTo>
                  <a:pt x="1782333" y="669671"/>
                </a:lnTo>
                <a:moveTo>
                  <a:pt x="1698180" y="941102"/>
                </a:moveTo>
                <a:lnTo>
                  <a:pt x="1709740" y="889748"/>
                </a:lnTo>
                <a:moveTo>
                  <a:pt x="1218815" y="585804"/>
                </a:moveTo>
                <a:lnTo>
                  <a:pt x="1233948" y="499784"/>
                </a:lnTo>
                <a:moveTo>
                  <a:pt x="1362329" y="506873"/>
                </a:moveTo>
                <a:lnTo>
                  <a:pt x="1233948" y="499784"/>
                </a:lnTo>
                <a:moveTo>
                  <a:pt x="1785795" y="665481"/>
                </a:moveTo>
                <a:lnTo>
                  <a:pt x="1680619" y="597598"/>
                </a:lnTo>
                <a:moveTo>
                  <a:pt x="1159738" y="354726"/>
                </a:moveTo>
                <a:lnTo>
                  <a:pt x="1107524" y="392806"/>
                </a:lnTo>
                <a:moveTo>
                  <a:pt x="1594893" y="884045"/>
                </a:moveTo>
                <a:lnTo>
                  <a:pt x="1596706" y="872990"/>
                </a:lnTo>
                <a:moveTo>
                  <a:pt x="1384692" y="48190"/>
                </a:moveTo>
                <a:lnTo>
                  <a:pt x="1322900" y="131548"/>
                </a:lnTo>
                <a:moveTo>
                  <a:pt x="1422087" y="397134"/>
                </a:moveTo>
                <a:lnTo>
                  <a:pt x="1387515" y="372883"/>
                </a:lnTo>
                <a:moveTo>
                  <a:pt x="1110112" y="130922"/>
                </a:moveTo>
                <a:lnTo>
                  <a:pt x="1002533" y="195422"/>
                </a:lnTo>
                <a:moveTo>
                  <a:pt x="1097840" y="168508"/>
                </a:moveTo>
                <a:lnTo>
                  <a:pt x="1002533" y="195422"/>
                </a:lnTo>
                <a:moveTo>
                  <a:pt x="1782333" y="669671"/>
                </a:moveTo>
                <a:lnTo>
                  <a:pt x="1680619" y="597598"/>
                </a:lnTo>
                <a:moveTo>
                  <a:pt x="1818929" y="850556"/>
                </a:moveTo>
                <a:lnTo>
                  <a:pt x="1744648" y="763461"/>
                </a:lnTo>
                <a:moveTo>
                  <a:pt x="1509410" y="354520"/>
                </a:moveTo>
                <a:lnTo>
                  <a:pt x="1526894" y="265601"/>
                </a:lnTo>
                <a:moveTo>
                  <a:pt x="1554146" y="697422"/>
                </a:moveTo>
                <a:lnTo>
                  <a:pt x="1532500" y="702555"/>
                </a:lnTo>
                <a:moveTo>
                  <a:pt x="1709740" y="889748"/>
                </a:moveTo>
                <a:lnTo>
                  <a:pt x="1596706" y="872990"/>
                </a:lnTo>
                <a:moveTo>
                  <a:pt x="1346900" y="143003"/>
                </a:moveTo>
                <a:lnTo>
                  <a:pt x="1368956" y="90060"/>
                </a:lnTo>
                <a:moveTo>
                  <a:pt x="1368956" y="90060"/>
                </a:moveTo>
                <a:lnTo>
                  <a:pt x="1322900" y="131548"/>
                </a:lnTo>
                <a:moveTo>
                  <a:pt x="1448899" y="212368"/>
                </a:moveTo>
                <a:lnTo>
                  <a:pt x="1346900" y="143003"/>
                </a:lnTo>
                <a:moveTo>
                  <a:pt x="1233948" y="499784"/>
                </a:moveTo>
                <a:lnTo>
                  <a:pt x="1338849" y="465415"/>
                </a:lnTo>
                <a:moveTo>
                  <a:pt x="1782333" y="669671"/>
                </a:moveTo>
                <a:lnTo>
                  <a:pt x="1731551" y="753106"/>
                </a:lnTo>
                <a:moveTo>
                  <a:pt x="1412340" y="295410"/>
                </a:moveTo>
                <a:lnTo>
                  <a:pt x="1526894" y="265601"/>
                </a:lnTo>
                <a:moveTo>
                  <a:pt x="1383585" y="433479"/>
                </a:moveTo>
                <a:lnTo>
                  <a:pt x="1272827" y="359878"/>
                </a:lnTo>
                <a:moveTo>
                  <a:pt x="1616819" y="775671"/>
                </a:moveTo>
                <a:lnTo>
                  <a:pt x="1504453" y="809078"/>
                </a:lnTo>
                <a:moveTo>
                  <a:pt x="1383585" y="433479"/>
                </a:moveTo>
                <a:lnTo>
                  <a:pt x="1387515" y="372883"/>
                </a:lnTo>
                <a:moveTo>
                  <a:pt x="1744648" y="763461"/>
                </a:moveTo>
                <a:lnTo>
                  <a:pt x="1771349" y="698264"/>
                </a:lnTo>
                <a:moveTo>
                  <a:pt x="1233948" y="499784"/>
                </a:moveTo>
                <a:lnTo>
                  <a:pt x="1133051" y="455485"/>
                </a:lnTo>
                <a:moveTo>
                  <a:pt x="1771349" y="698264"/>
                </a:moveTo>
                <a:lnTo>
                  <a:pt x="1731551" y="753106"/>
                </a:lnTo>
                <a:moveTo>
                  <a:pt x="1133051" y="455485"/>
                </a:moveTo>
                <a:lnTo>
                  <a:pt x="1159738" y="354726"/>
                </a:lnTo>
                <a:moveTo>
                  <a:pt x="1709740" y="889748"/>
                </a:moveTo>
                <a:lnTo>
                  <a:pt x="1744648" y="763461"/>
                </a:lnTo>
                <a:moveTo>
                  <a:pt x="1346900" y="143003"/>
                </a:moveTo>
                <a:lnTo>
                  <a:pt x="1322900" y="131548"/>
                </a:lnTo>
                <a:moveTo>
                  <a:pt x="1338849" y="465415"/>
                </a:moveTo>
                <a:lnTo>
                  <a:pt x="1265732" y="385946"/>
                </a:lnTo>
                <a:moveTo>
                  <a:pt x="1448899" y="21236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448899" y="212368"/>
                </a:lnTo>
                <a:moveTo>
                  <a:pt x="1071885" y="269348"/>
                </a:moveTo>
                <a:lnTo>
                  <a:pt x="1097840" y="168508"/>
                </a:lnTo>
                <a:moveTo>
                  <a:pt x="1338849" y="465415"/>
                </a:moveTo>
                <a:lnTo>
                  <a:pt x="1272827" y="359878"/>
                </a:lnTo>
                <a:moveTo>
                  <a:pt x="1164904" y="331524"/>
                </a:moveTo>
                <a:lnTo>
                  <a:pt x="1071885" y="269348"/>
                </a:lnTo>
                <a:moveTo>
                  <a:pt x="1265732" y="385946"/>
                </a:moveTo>
                <a:lnTo>
                  <a:pt x="1133051" y="455485"/>
                </a:lnTo>
                <a:moveTo>
                  <a:pt x="1203125" y="206494"/>
                </a:moveTo>
                <a:lnTo>
                  <a:pt x="1071885" y="269348"/>
                </a:lnTo>
                <a:moveTo>
                  <a:pt x="1346900" y="143003"/>
                </a:moveTo>
                <a:lnTo>
                  <a:pt x="1225876" y="141483"/>
                </a:lnTo>
                <a:moveTo>
                  <a:pt x="1225876" y="141483"/>
                </a:moveTo>
                <a:lnTo>
                  <a:pt x="1322900" y="131548"/>
                </a:lnTo>
                <a:moveTo>
                  <a:pt x="1646574" y="656632"/>
                </a:moveTo>
                <a:lnTo>
                  <a:pt x="1617049" y="622759"/>
                </a:lnTo>
                <a:moveTo>
                  <a:pt x="1596706" y="872990"/>
                </a:moveTo>
                <a:lnTo>
                  <a:pt x="1616819" y="775671"/>
                </a:lnTo>
                <a:moveTo>
                  <a:pt x="1709740" y="889748"/>
                </a:moveTo>
                <a:lnTo>
                  <a:pt x="1616819" y="775671"/>
                </a:lnTo>
                <a:moveTo>
                  <a:pt x="1744648" y="763461"/>
                </a:moveTo>
                <a:lnTo>
                  <a:pt x="1731551" y="753106"/>
                </a:lnTo>
                <a:moveTo>
                  <a:pt x="1346900" y="143003"/>
                </a:moveTo>
                <a:lnTo>
                  <a:pt x="1203125" y="206494"/>
                </a:lnTo>
                <a:moveTo>
                  <a:pt x="1225876" y="141483"/>
                </a:moveTo>
                <a:lnTo>
                  <a:pt x="1110112" y="130922"/>
                </a:lnTo>
                <a:moveTo>
                  <a:pt x="1616819" y="775671"/>
                </a:moveTo>
                <a:lnTo>
                  <a:pt x="1554146" y="697422"/>
                </a:lnTo>
                <a:moveTo>
                  <a:pt x="1307857" y="249769"/>
                </a:moveTo>
                <a:lnTo>
                  <a:pt x="1346900" y="143003"/>
                </a:lnTo>
                <a:moveTo>
                  <a:pt x="1159738" y="354726"/>
                </a:moveTo>
                <a:lnTo>
                  <a:pt x="1164904" y="331524"/>
                </a:lnTo>
                <a:moveTo>
                  <a:pt x="1233948" y="499784"/>
                </a:moveTo>
                <a:lnTo>
                  <a:pt x="1265732" y="385946"/>
                </a:lnTo>
                <a:moveTo>
                  <a:pt x="1097840" y="168508"/>
                </a:moveTo>
                <a:lnTo>
                  <a:pt x="1110112" y="130922"/>
                </a:lnTo>
                <a:moveTo>
                  <a:pt x="1265732" y="385946"/>
                </a:moveTo>
                <a:lnTo>
                  <a:pt x="1159738" y="354726"/>
                </a:lnTo>
                <a:moveTo>
                  <a:pt x="1203125" y="206494"/>
                </a:moveTo>
                <a:lnTo>
                  <a:pt x="1225876" y="141483"/>
                </a:lnTo>
                <a:moveTo>
                  <a:pt x="1203125" y="206494"/>
                </a:moveTo>
                <a:lnTo>
                  <a:pt x="1110112" y="130922"/>
                </a:lnTo>
                <a:moveTo>
                  <a:pt x="1509410" y="354520"/>
                </a:moveTo>
                <a:lnTo>
                  <a:pt x="1412340" y="295410"/>
                </a:lnTo>
                <a:moveTo>
                  <a:pt x="1203125" y="206494"/>
                </a:moveTo>
                <a:lnTo>
                  <a:pt x="1097840" y="168508"/>
                </a:lnTo>
                <a:moveTo>
                  <a:pt x="1782333" y="669671"/>
                </a:moveTo>
                <a:lnTo>
                  <a:pt x="1646574" y="656632"/>
                </a:lnTo>
                <a:moveTo>
                  <a:pt x="1387515" y="372883"/>
                </a:moveTo>
                <a:lnTo>
                  <a:pt x="1509410" y="354520"/>
                </a:lnTo>
                <a:moveTo>
                  <a:pt x="1265732" y="385946"/>
                </a:moveTo>
                <a:lnTo>
                  <a:pt x="1164904" y="331524"/>
                </a:lnTo>
                <a:moveTo>
                  <a:pt x="1164904" y="331524"/>
                </a:moveTo>
                <a:lnTo>
                  <a:pt x="1203125" y="206494"/>
                </a:lnTo>
                <a:moveTo>
                  <a:pt x="1744648" y="763461"/>
                </a:moveTo>
                <a:lnTo>
                  <a:pt x="1616819" y="775671"/>
                </a:lnTo>
                <a:moveTo>
                  <a:pt x="1307857" y="249769"/>
                </a:moveTo>
                <a:lnTo>
                  <a:pt x="1164904" y="331524"/>
                </a:lnTo>
                <a:moveTo>
                  <a:pt x="1616819" y="775671"/>
                </a:moveTo>
                <a:lnTo>
                  <a:pt x="1731551" y="753106"/>
                </a:lnTo>
                <a:moveTo>
                  <a:pt x="1272827" y="359878"/>
                </a:moveTo>
                <a:lnTo>
                  <a:pt x="1164904" y="331524"/>
                </a:lnTo>
                <a:moveTo>
                  <a:pt x="1307857" y="249769"/>
                </a:moveTo>
                <a:lnTo>
                  <a:pt x="1203125" y="206494"/>
                </a:lnTo>
                <a:moveTo>
                  <a:pt x="1265732" y="385946"/>
                </a:moveTo>
                <a:lnTo>
                  <a:pt x="1272827" y="359878"/>
                </a:lnTo>
                <a:moveTo>
                  <a:pt x="1412340" y="295410"/>
                </a:moveTo>
                <a:lnTo>
                  <a:pt x="1307857" y="249769"/>
                </a:lnTo>
                <a:moveTo>
                  <a:pt x="1272827" y="359878"/>
                </a:moveTo>
                <a:lnTo>
                  <a:pt x="1307857" y="249769"/>
                </a:lnTo>
                <a:moveTo>
                  <a:pt x="1412340" y="295410"/>
                </a:moveTo>
                <a:lnTo>
                  <a:pt x="1272827" y="359878"/>
                </a:lnTo>
                <a:moveTo>
                  <a:pt x="1387515" y="372883"/>
                </a:moveTo>
                <a:lnTo>
                  <a:pt x="1412340" y="295410"/>
                </a:lnTo>
                <a:moveTo>
                  <a:pt x="1387515" y="372883"/>
                </a:moveTo>
                <a:lnTo>
                  <a:pt x="1272827" y="359878"/>
                </a:lnTo>
                <a:moveTo>
                  <a:pt x="1646574" y="656632"/>
                </a:moveTo>
                <a:lnTo>
                  <a:pt x="1554146" y="697422"/>
                </a:lnTo>
                <a:moveTo>
                  <a:pt x="1646574" y="656632"/>
                </a:moveTo>
                <a:lnTo>
                  <a:pt x="1680619" y="597598"/>
                </a:lnTo>
                <a:moveTo>
                  <a:pt x="1731551" y="753106"/>
                </a:moveTo>
                <a:lnTo>
                  <a:pt x="1646574" y="656632"/>
                </a:lnTo>
                <a:moveTo>
                  <a:pt x="1616819" y="775671"/>
                </a:moveTo>
                <a:lnTo>
                  <a:pt x="1646574" y="656632"/>
                </a:lnTo>
                <a:moveTo>
                  <a:pt x="1479719" y="429305"/>
                </a:moveTo>
                <a:lnTo>
                  <a:pt x="1522183" y="289883"/>
                </a:lnTo>
                <a:moveTo>
                  <a:pt x="1479719" y="429305"/>
                </a:moveTo>
                <a:lnTo>
                  <a:pt x="1522862" y="288718"/>
                </a:lnTo>
                <a:moveTo>
                  <a:pt x="1522183" y="289883"/>
                </a:moveTo>
                <a:lnTo>
                  <a:pt x="1522347" y="288494"/>
                </a:lnTo>
                <a:moveTo>
                  <a:pt x="1522183" y="289883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183" y="289883"/>
                </a:lnTo>
                <a:moveTo>
                  <a:pt x="1522347" y="288494"/>
                </a:moveTo>
                <a:lnTo>
                  <a:pt x="1522238" y="288522"/>
                </a:lnTo>
                <a:moveTo>
                  <a:pt x="1522328" y="288499"/>
                </a:moveTo>
                <a:lnTo>
                  <a:pt x="1522347" y="288494"/>
                </a:lnTo>
                <a:moveTo>
                  <a:pt x="1522862" y="288718"/>
                </a:moveTo>
                <a:lnTo>
                  <a:pt x="1522347" y="288494"/>
                </a:lnTo>
                <a:moveTo>
                  <a:pt x="1522328" y="288499"/>
                </a:moveTo>
                <a:lnTo>
                  <a:pt x="1522238" y="288522"/>
                </a:lnTo>
                <a:moveTo>
                  <a:pt x="1522862" y="288718"/>
                </a:moveTo>
                <a:lnTo>
                  <a:pt x="1522328" y="288499"/>
                </a:lnTo>
                <a:moveTo>
                  <a:pt x="1479719" y="429305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79719" y="429305"/>
                </a:lnTo>
                <a:moveTo>
                  <a:pt x="1522183" y="289883"/>
                </a:moveTo>
                <a:lnTo>
                  <a:pt x="1469928" y="366510"/>
                </a:lnTo>
                <a:moveTo>
                  <a:pt x="1469928" y="366510"/>
                </a:moveTo>
                <a:lnTo>
                  <a:pt x="1522238" y="288522"/>
                </a:lnTo>
                <a:moveTo>
                  <a:pt x="1479719" y="429305"/>
                </a:moveTo>
                <a:lnTo>
                  <a:pt x="1480043" y="384492"/>
                </a:lnTo>
                <a:moveTo>
                  <a:pt x="1508546" y="378632"/>
                </a:moveTo>
                <a:lnTo>
                  <a:pt x="1522328" y="288499"/>
                </a:lnTo>
                <a:moveTo>
                  <a:pt x="1508546" y="378632"/>
                </a:moveTo>
                <a:lnTo>
                  <a:pt x="1522862" y="288718"/>
                </a:lnTo>
                <a:moveTo>
                  <a:pt x="1480043" y="384492"/>
                </a:moveTo>
                <a:lnTo>
                  <a:pt x="1469928" y="366510"/>
                </a:lnTo>
                <a:moveTo>
                  <a:pt x="1508546" y="378632"/>
                </a:moveTo>
                <a:lnTo>
                  <a:pt x="1480043" y="38449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82" name="9r3d_0_build_ReferenceLigand_0">
            <a:extLst>
              <a:ext uri="{FF2B5EF4-FFF2-40B4-BE49-F238E27FC236}">
                <a16:creationId xmlns:a16="http://schemas.microsoft.com/office/drawing/2014/main" id="{9535F4FA-67C4-4266-86AE-B73FD37723C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24980" y="495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3" name="9r3d_0_build_ReferenceLigand_1">
            <a:extLst>
              <a:ext uri="{FF2B5EF4-FFF2-40B4-BE49-F238E27FC236}">
                <a16:creationId xmlns:a16="http://schemas.microsoft.com/office/drawing/2014/main" id="{8629C024-B6EE-4C84-B795-98DF16B8443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922279" y="6514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4" name="9r3d_0_build_ReferenceLigand_2">
            <a:extLst>
              <a:ext uri="{FF2B5EF4-FFF2-40B4-BE49-F238E27FC236}">
                <a16:creationId xmlns:a16="http://schemas.microsoft.com/office/drawing/2014/main" id="{B289C5F1-C366-41FB-8AC3-808E84225A8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462158" y="1168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5" name="9r3d_0_build_ReferenceLigand_3">
            <a:extLst>
              <a:ext uri="{FF2B5EF4-FFF2-40B4-BE49-F238E27FC236}">
                <a16:creationId xmlns:a16="http://schemas.microsoft.com/office/drawing/2014/main" id="{1AF90FDD-882E-4603-B63E-1869D20210B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715188" y="6054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6" name="9r3d_0_build_ReferenceLigand_4">
            <a:extLst>
              <a:ext uri="{FF2B5EF4-FFF2-40B4-BE49-F238E27FC236}">
                <a16:creationId xmlns:a16="http://schemas.microsoft.com/office/drawing/2014/main" id="{F28E0B2B-5309-4BB5-ACF5-DD519999B93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4516" y="630440"/>
                </a:moveTo>
                <a:lnTo>
                  <a:pt x="1570781" y="519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7" name="9r3d_0_build_ReferenceLigand_5">
            <a:extLst>
              <a:ext uri="{FF2B5EF4-FFF2-40B4-BE49-F238E27FC236}">
                <a16:creationId xmlns:a16="http://schemas.microsoft.com/office/drawing/2014/main" id="{5F916B74-1939-48CA-8A77-BA44478AA9E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9989" y="416506"/>
                </a:moveTo>
                <a:lnTo>
                  <a:pt x="960058" y="5842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8" name="9r3d_0_build_ReferenceLigand_6">
            <a:extLst>
              <a:ext uri="{FF2B5EF4-FFF2-40B4-BE49-F238E27FC236}">
                <a16:creationId xmlns:a16="http://schemas.microsoft.com/office/drawing/2014/main" id="{1992585D-F4F4-4863-BCDF-F6982DB5B05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0781" y="519720"/>
                </a:moveTo>
                <a:lnTo>
                  <a:pt x="1559442" y="38184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89" name="9r3d_0_build_ReferenceLigand_7">
            <a:extLst>
              <a:ext uri="{FF2B5EF4-FFF2-40B4-BE49-F238E27FC236}">
                <a16:creationId xmlns:a16="http://schemas.microsoft.com/office/drawing/2014/main" id="{FE879B0B-405A-4874-8370-F52A6442E3D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1124312" y="6496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0" name="9r3d_0_build_ReferenceLigand_8">
            <a:extLst>
              <a:ext uri="{FF2B5EF4-FFF2-40B4-BE49-F238E27FC236}">
                <a16:creationId xmlns:a16="http://schemas.microsoft.com/office/drawing/2014/main" id="{76B31175-418D-46A1-80F7-834FB52430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717" y="980308"/>
                </a:moveTo>
                <a:lnTo>
                  <a:pt x="1408985" y="11541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1" name="9r3d_0_build_ReferenceLigand_9">
            <a:extLst>
              <a:ext uri="{FF2B5EF4-FFF2-40B4-BE49-F238E27FC236}">
                <a16:creationId xmlns:a16="http://schemas.microsoft.com/office/drawing/2014/main" id="{E7E934D3-E941-4B22-A9A4-8EB25B8CE0C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266438" y="1238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2" name="9r3d_0_build_ReferenceLigand_10">
            <a:extLst>
              <a:ext uri="{FF2B5EF4-FFF2-40B4-BE49-F238E27FC236}">
                <a16:creationId xmlns:a16="http://schemas.microsoft.com/office/drawing/2014/main" id="{257C74C8-B660-4EE8-9FE9-1771C2EF5BC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58" y="584284"/>
                </a:moveTo>
                <a:lnTo>
                  <a:pt x="864849" y="641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3" name="9r3d_0_build_ReferenceLigand_11">
            <a:extLst>
              <a:ext uri="{FF2B5EF4-FFF2-40B4-BE49-F238E27FC236}">
                <a16:creationId xmlns:a16="http://schemas.microsoft.com/office/drawing/2014/main" id="{73220275-B5F7-4619-BBB8-338BDA78E19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20885" y="9325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4" name="9r3d_0_build_ReferenceLigand_12">
            <a:extLst>
              <a:ext uri="{FF2B5EF4-FFF2-40B4-BE49-F238E27FC236}">
                <a16:creationId xmlns:a16="http://schemas.microsoft.com/office/drawing/2014/main" id="{AA1870AA-22D4-43ED-BD6A-C4597774772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8985" y="1154185"/>
                </a:moveTo>
                <a:lnTo>
                  <a:pt x="1530628" y="117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5" name="9r3d_0_build_ReferenceLigand_13">
            <a:extLst>
              <a:ext uri="{FF2B5EF4-FFF2-40B4-BE49-F238E27FC236}">
                <a16:creationId xmlns:a16="http://schemas.microsoft.com/office/drawing/2014/main" id="{E958BBDC-8E3F-4256-A677-F5BFE33FFB4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444516" y="630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6" name="9r3d_0_build_ReferenceLigand_14">
            <a:extLst>
              <a:ext uri="{FF2B5EF4-FFF2-40B4-BE49-F238E27FC236}">
                <a16:creationId xmlns:a16="http://schemas.microsoft.com/office/drawing/2014/main" id="{987E2D63-0034-4068-9E73-644DAFC01B3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362717" y="9803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7" name="9r3d_0_build_ReferenceLigand_15">
            <a:extLst>
              <a:ext uri="{FF2B5EF4-FFF2-40B4-BE49-F238E27FC236}">
                <a16:creationId xmlns:a16="http://schemas.microsoft.com/office/drawing/2014/main" id="{4D1C5933-51C8-48F1-9A9C-0DC279DDDF7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312" y="649696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8" name="9r3d_0_build_ReferenceLigand_16">
            <a:extLst>
              <a:ext uri="{FF2B5EF4-FFF2-40B4-BE49-F238E27FC236}">
                <a16:creationId xmlns:a16="http://schemas.microsoft.com/office/drawing/2014/main" id="{48D7EEDE-ACE6-49E4-BC12-F949BB1499D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433" y="930302"/>
                </a:moveTo>
                <a:lnTo>
                  <a:pt x="923996" y="993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99" name="9r3d_0_build_ReferenceLigand_17">
            <a:extLst>
              <a:ext uri="{FF2B5EF4-FFF2-40B4-BE49-F238E27FC236}">
                <a16:creationId xmlns:a16="http://schemas.microsoft.com/office/drawing/2014/main" id="{D8DFA384-EDB0-4DE4-A38F-3D77377E531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944273" y="1161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0" name="9r3d_0_build_ReferenceLigand_18">
            <a:extLst>
              <a:ext uri="{FF2B5EF4-FFF2-40B4-BE49-F238E27FC236}">
                <a16:creationId xmlns:a16="http://schemas.microsoft.com/office/drawing/2014/main" id="{8B88A90D-F17E-41E6-BC5B-5D7BCD0E887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086433" y="9303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1" name="9r3d_0_build_ReferenceLigand_19">
            <a:extLst>
              <a:ext uri="{FF2B5EF4-FFF2-40B4-BE49-F238E27FC236}">
                <a16:creationId xmlns:a16="http://schemas.microsoft.com/office/drawing/2014/main" id="{6A93EF7B-C82D-4A6C-9D77-FE725BD4E5D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871167" y="8605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2" name="9r3d_0_build_ReferenceLigand_20">
            <a:extLst>
              <a:ext uri="{FF2B5EF4-FFF2-40B4-BE49-F238E27FC236}">
                <a16:creationId xmlns:a16="http://schemas.microsoft.com/office/drawing/2014/main" id="{F249FB67-B108-4766-B671-D4CCE509952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597839" y="8613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3" name="9r3d_0_build_ReferenceLigand_21">
            <a:extLst>
              <a:ext uri="{FF2B5EF4-FFF2-40B4-BE49-F238E27FC236}">
                <a16:creationId xmlns:a16="http://schemas.microsoft.com/office/drawing/2014/main" id="{8C350B0F-89F1-481D-8BF5-DA3FF7D731A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8469" y="860541"/>
                </a:moveTo>
                <a:lnTo>
                  <a:pt x="1338957" y="92355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4" name="9r3d_0_build_ReferenceLigand_22">
            <a:extLst>
              <a:ext uri="{FF2B5EF4-FFF2-40B4-BE49-F238E27FC236}">
                <a16:creationId xmlns:a16="http://schemas.microsoft.com/office/drawing/2014/main" id="{85962BEB-1E23-4E3F-A28A-F8C3AA64E86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5936" y="690115"/>
                </a:moveTo>
                <a:lnTo>
                  <a:pt x="1178469" y="8605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5" name="9r3d_0_build_ReferenceLigand_23">
            <a:extLst>
              <a:ext uri="{FF2B5EF4-FFF2-40B4-BE49-F238E27FC236}">
                <a16:creationId xmlns:a16="http://schemas.microsoft.com/office/drawing/2014/main" id="{C7353473-EF83-47DF-BEB0-8A8478AE9C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839" y="861337"/>
                </a:moveTo>
                <a:lnTo>
                  <a:pt x="1752580" y="8786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6" name="9r3d_0_build_ReferenceLigand_24">
            <a:extLst>
              <a:ext uri="{FF2B5EF4-FFF2-40B4-BE49-F238E27FC236}">
                <a16:creationId xmlns:a16="http://schemas.microsoft.com/office/drawing/2014/main" id="{BB975E07-0308-4D8A-B35C-77A50D9B8B4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5395" y="814190"/>
                </a:moveTo>
                <a:lnTo>
                  <a:pt x="1437793" y="6508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7" name="9r3d_0_build_ReferenceLigand_25">
            <a:extLst>
              <a:ext uri="{FF2B5EF4-FFF2-40B4-BE49-F238E27FC236}">
                <a16:creationId xmlns:a16="http://schemas.microsoft.com/office/drawing/2014/main" id="{70C7AADD-BB9F-45C5-B20B-17F2A0A3504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8957" y="923557"/>
                </a:moveTo>
                <a:lnTo>
                  <a:pt x="1465395" y="8141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8" name="9r3d_0_build_ReferenceLigand_26">
            <a:extLst>
              <a:ext uri="{FF2B5EF4-FFF2-40B4-BE49-F238E27FC236}">
                <a16:creationId xmlns:a16="http://schemas.microsoft.com/office/drawing/2014/main" id="{05ABF26E-2825-436D-B527-E116A76C4CA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996" y="993972"/>
                </a:moveTo>
                <a:lnTo>
                  <a:pt x="897529" y="9299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09" name="9r3d_0_build_ReferenceLigand_27">
            <a:extLst>
              <a:ext uri="{FF2B5EF4-FFF2-40B4-BE49-F238E27FC236}">
                <a16:creationId xmlns:a16="http://schemas.microsoft.com/office/drawing/2014/main" id="{173FEF37-2C6D-4825-81DC-D99CE58D48E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3" y="650880"/>
                </a:moveTo>
                <a:lnTo>
                  <a:pt x="1288028" y="5978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0" name="9r3d_0_build_ReferenceLigand_28">
            <a:extLst>
              <a:ext uri="{FF2B5EF4-FFF2-40B4-BE49-F238E27FC236}">
                <a16:creationId xmlns:a16="http://schemas.microsoft.com/office/drawing/2014/main" id="{A6712401-8800-4E14-A1D7-4369ACDC246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155936" y="6901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1" name="9r3d_0_build_ReferenceLigand_29">
            <a:extLst>
              <a:ext uri="{FF2B5EF4-FFF2-40B4-BE49-F238E27FC236}">
                <a16:creationId xmlns:a16="http://schemas.microsoft.com/office/drawing/2014/main" id="{341DD0C0-AB0B-40AD-8636-5506E65AA93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028" y="597833"/>
                </a:moveTo>
                <a:lnTo>
                  <a:pt x="1265383" y="4461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2" name="9r3d_0_build_ReferenceLigand_30">
            <a:extLst>
              <a:ext uri="{FF2B5EF4-FFF2-40B4-BE49-F238E27FC236}">
                <a16:creationId xmlns:a16="http://schemas.microsoft.com/office/drawing/2014/main" id="{BF5480E8-B4B7-44C1-8FFE-8A51FA5B5BC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383" y="446125"/>
                </a:moveTo>
                <a:lnTo>
                  <a:pt x="1288940" y="3131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3" name="9r3d_0_build_ReferenceLigand_31">
            <a:extLst>
              <a:ext uri="{FF2B5EF4-FFF2-40B4-BE49-F238E27FC236}">
                <a16:creationId xmlns:a16="http://schemas.microsoft.com/office/drawing/2014/main" id="{28BA3C78-1D6F-4DCB-B780-4ACC02B9403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312220" y="1760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4" name="9r3d_0_build_ReferenceLigand_32">
            <a:extLst>
              <a:ext uri="{FF2B5EF4-FFF2-40B4-BE49-F238E27FC236}">
                <a16:creationId xmlns:a16="http://schemas.microsoft.com/office/drawing/2014/main" id="{C754F73D-F2E9-4D43-8E7E-D29F52422F9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3786" y="103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r3d_0_build_ReferenceLigand_33">
            <a:extLst>
              <a:ext uri="{FF2B5EF4-FFF2-40B4-BE49-F238E27FC236}">
                <a16:creationId xmlns:a16="http://schemas.microsoft.com/office/drawing/2014/main" id="{33208F42-3933-4920-8294-AB555FBCC02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2580" y="878681"/>
                </a:moveTo>
                <a:lnTo>
                  <a:pt x="1747786" y="75321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r3d_0_build_ReferenceLigand_34">
            <a:extLst>
              <a:ext uri="{FF2B5EF4-FFF2-40B4-BE49-F238E27FC236}">
                <a16:creationId xmlns:a16="http://schemas.microsoft.com/office/drawing/2014/main" id="{F60C2E9F-A3B5-45F4-92AB-8A7A186720F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425885" y="3616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r3d_0_build_ReferenceLigand_35">
            <a:extLst>
              <a:ext uri="{FF2B5EF4-FFF2-40B4-BE49-F238E27FC236}">
                <a16:creationId xmlns:a16="http://schemas.microsoft.com/office/drawing/2014/main" id="{F56D8E47-F33C-459D-8CDA-3174890F931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8940" y="313114"/>
                </a:moveTo>
                <a:lnTo>
                  <a:pt x="1145275" y="3127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r3d_0_build_PredictedLigand_0">
            <a:extLst>
              <a:ext uri="{FF2B5EF4-FFF2-40B4-BE49-F238E27FC236}">
                <a16:creationId xmlns:a16="http://schemas.microsoft.com/office/drawing/2014/main" id="{3D5AED97-7D1A-4052-98DE-C18A7B88139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478360" y="5043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19" name="9r3d_0_build_PredictedLigand_1">
            <a:extLst>
              <a:ext uri="{FF2B5EF4-FFF2-40B4-BE49-F238E27FC236}">
                <a16:creationId xmlns:a16="http://schemas.microsoft.com/office/drawing/2014/main" id="{F9794D47-8729-4310-92D1-84A87A5C6E0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728447" y="59000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0" name="9r3d_0_build_PredictedLigand_2">
            <a:extLst>
              <a:ext uri="{FF2B5EF4-FFF2-40B4-BE49-F238E27FC236}">
                <a16:creationId xmlns:a16="http://schemas.microsoft.com/office/drawing/2014/main" id="{54B10B51-C198-4618-B2A8-FC6C7A1E34A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7383" y="487826"/>
                </a:moveTo>
                <a:lnTo>
                  <a:pt x="1627481" y="336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1" name="9r3d_0_build_PredictedLigand_3">
            <a:extLst>
              <a:ext uri="{FF2B5EF4-FFF2-40B4-BE49-F238E27FC236}">
                <a16:creationId xmlns:a16="http://schemas.microsoft.com/office/drawing/2014/main" id="{1D034F80-2694-4DED-A76C-9524901170A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461064" y="10781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2" name="9r3d_0_build_PredictedLigand_4">
            <a:extLst>
              <a:ext uri="{FF2B5EF4-FFF2-40B4-BE49-F238E27FC236}">
                <a16:creationId xmlns:a16="http://schemas.microsoft.com/office/drawing/2014/main" id="{C379D432-FC5C-4054-96A4-2E0AA696EEE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026" y="557342"/>
                </a:moveTo>
                <a:lnTo>
                  <a:pt x="1597383" y="4878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3" name="9r3d_0_build_PredictedLigand_5">
            <a:extLst>
              <a:ext uri="{FF2B5EF4-FFF2-40B4-BE49-F238E27FC236}">
                <a16:creationId xmlns:a16="http://schemas.microsoft.com/office/drawing/2014/main" id="{3F4429BE-0DDC-4364-BAB8-8C44606B30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63533" y="6199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4" name="9r3d_0_build_PredictedLigand_6">
            <a:extLst>
              <a:ext uri="{FF2B5EF4-FFF2-40B4-BE49-F238E27FC236}">
                <a16:creationId xmlns:a16="http://schemas.microsoft.com/office/drawing/2014/main" id="{989B7ECE-796D-4406-9A62-013A7E40FCC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1008125" y="4136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5" name="9r3d_0_build_PredictedLigand_7">
            <a:extLst>
              <a:ext uri="{FF2B5EF4-FFF2-40B4-BE49-F238E27FC236}">
                <a16:creationId xmlns:a16="http://schemas.microsoft.com/office/drawing/2014/main" id="{CCFA5C9F-03E9-48ED-BAB9-B77DB598BFD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268648" y="12386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6" name="9r3d_0_build_PredictedLigand_8">
            <a:extLst>
              <a:ext uri="{FF2B5EF4-FFF2-40B4-BE49-F238E27FC236}">
                <a16:creationId xmlns:a16="http://schemas.microsoft.com/office/drawing/2014/main" id="{94A375BA-B5F0-404F-B265-1D65B06E27E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8008" y="11281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7" name="9r3d_0_build_PredictedLigand_9">
            <a:extLst>
              <a:ext uri="{FF2B5EF4-FFF2-40B4-BE49-F238E27FC236}">
                <a16:creationId xmlns:a16="http://schemas.microsoft.com/office/drawing/2014/main" id="{CE63B944-7C93-4D34-BD9F-95A61DE28A6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819243" y="90573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8" name="9r3d_0_build_PredictedLigand_10">
            <a:extLst>
              <a:ext uri="{FF2B5EF4-FFF2-40B4-BE49-F238E27FC236}">
                <a16:creationId xmlns:a16="http://schemas.microsoft.com/office/drawing/2014/main" id="{4708945F-8AC7-4EAA-A921-3E5CD6307E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5735" y="1164541"/>
                </a:moveTo>
                <a:lnTo>
                  <a:pt x="1503362" y="12746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29" name="9r3d_0_build_PredictedLigand_11">
            <a:extLst>
              <a:ext uri="{FF2B5EF4-FFF2-40B4-BE49-F238E27FC236}">
                <a16:creationId xmlns:a16="http://schemas.microsoft.com/office/drawing/2014/main" id="{743EBD81-ACA2-450A-AF3C-7C452CB73E7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307" y="872363"/>
                </a:moveTo>
                <a:lnTo>
                  <a:pt x="947656" y="98091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0" name="9r3d_0_build_PredictedLigand_12">
            <a:extLst>
              <a:ext uri="{FF2B5EF4-FFF2-40B4-BE49-F238E27FC236}">
                <a16:creationId xmlns:a16="http://schemas.microsoft.com/office/drawing/2014/main" id="{EA8332FF-9A68-476C-9E44-0AFB759F38F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557026" y="5573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1" name="9r3d_0_build_PredictedLigand_13">
            <a:extLst>
              <a:ext uri="{FF2B5EF4-FFF2-40B4-BE49-F238E27FC236}">
                <a16:creationId xmlns:a16="http://schemas.microsoft.com/office/drawing/2014/main" id="{9B03701D-A9D6-4C23-B280-4075786793A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1269" y="502127"/>
                </a:moveTo>
                <a:lnTo>
                  <a:pt x="817178" y="4163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2" name="9r3d_0_build_PredictedLigand_14">
            <a:extLst>
              <a:ext uri="{FF2B5EF4-FFF2-40B4-BE49-F238E27FC236}">
                <a16:creationId xmlns:a16="http://schemas.microsoft.com/office/drawing/2014/main" id="{EB98E6F9-93F9-43F0-8FD3-DEEA44FB8E5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2030" y="791025"/>
                </a:moveTo>
                <a:lnTo>
                  <a:pt x="1432969" y="6379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3" name="9r3d_0_build_PredictedLigand_15">
            <a:extLst>
              <a:ext uri="{FF2B5EF4-FFF2-40B4-BE49-F238E27FC236}">
                <a16:creationId xmlns:a16="http://schemas.microsoft.com/office/drawing/2014/main" id="{7768E8E8-EE3F-4FCA-8F80-CD9327402A5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091307" y="8723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4" name="9r3d_0_build_PredictedLigand_16">
            <a:extLst>
              <a:ext uri="{FF2B5EF4-FFF2-40B4-BE49-F238E27FC236}">
                <a16:creationId xmlns:a16="http://schemas.microsoft.com/office/drawing/2014/main" id="{11EF4D71-8936-44D9-9066-01FB960E88D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4321" y="1038756"/>
                </a:moveTo>
                <a:lnTo>
                  <a:pt x="1395735" y="1164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5" name="9r3d_0_build_PredictedLigand_17">
            <a:extLst>
              <a:ext uri="{FF2B5EF4-FFF2-40B4-BE49-F238E27FC236}">
                <a16:creationId xmlns:a16="http://schemas.microsoft.com/office/drawing/2014/main" id="{47DD9F00-EEEE-4513-8810-484826BE64B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8981" y="591831"/>
                </a:moveTo>
                <a:lnTo>
                  <a:pt x="931269" y="5021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6" name="9r3d_0_build_PredictedLigand_18">
            <a:extLst>
              <a:ext uri="{FF2B5EF4-FFF2-40B4-BE49-F238E27FC236}">
                <a16:creationId xmlns:a16="http://schemas.microsoft.com/office/drawing/2014/main" id="{94721F8C-2C13-4361-9EF9-D80A19BADFB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2969" y="637917"/>
                </a:moveTo>
                <a:lnTo>
                  <a:pt x="1310198" y="5590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7" name="9r3d_0_build_PredictedLigand_19">
            <a:extLst>
              <a:ext uri="{FF2B5EF4-FFF2-40B4-BE49-F238E27FC236}">
                <a16:creationId xmlns:a16="http://schemas.microsoft.com/office/drawing/2014/main" id="{DA6EB6DE-264B-486F-B8BC-AE25DE5D4F3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8" name="9r3d_0_build_PredictedLigand_20">
            <a:extLst>
              <a:ext uri="{FF2B5EF4-FFF2-40B4-BE49-F238E27FC236}">
                <a16:creationId xmlns:a16="http://schemas.microsoft.com/office/drawing/2014/main" id="{8B7DD4AE-D79D-4197-BDD4-9AAFAFB9419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32" y="816451"/>
                </a:moveTo>
                <a:lnTo>
                  <a:pt x="1326340" y="8928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39" name="9r3d_0_build_PredictedLigand_21">
            <a:extLst>
              <a:ext uri="{FF2B5EF4-FFF2-40B4-BE49-F238E27FC236}">
                <a16:creationId xmlns:a16="http://schemas.microsoft.com/office/drawing/2014/main" id="{FD565499-430B-479E-964B-284812183CF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340" y="892863"/>
                </a:moveTo>
                <a:lnTo>
                  <a:pt x="1354321" y="1038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0" name="9r3d_0_build_PredictedLigand_22">
            <a:extLst>
              <a:ext uri="{FF2B5EF4-FFF2-40B4-BE49-F238E27FC236}">
                <a16:creationId xmlns:a16="http://schemas.microsoft.com/office/drawing/2014/main" id="{FB25A68D-CF9E-4B73-820E-CA2126F39B8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176732" y="8164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1" name="9r3d_0_build_PredictedLigand_23">
            <a:extLst>
              <a:ext uri="{FF2B5EF4-FFF2-40B4-BE49-F238E27FC236}">
                <a16:creationId xmlns:a16="http://schemas.microsoft.com/office/drawing/2014/main" id="{9B6EDA80-BA4B-45EC-A1CE-83BFD6E2D5B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160692" y="6464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2" name="9r3d_0_build_PredictedLigand_24">
            <a:extLst>
              <a:ext uri="{FF2B5EF4-FFF2-40B4-BE49-F238E27FC236}">
                <a16:creationId xmlns:a16="http://schemas.microsoft.com/office/drawing/2014/main" id="{DC1A9522-453E-4443-A60D-FD5FC6F63C8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8255" y="867907"/>
                </a:moveTo>
                <a:lnTo>
                  <a:pt x="1462030" y="79102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3" name="9r3d_0_build_PredictedLigand_25">
            <a:extLst>
              <a:ext uri="{FF2B5EF4-FFF2-40B4-BE49-F238E27FC236}">
                <a16:creationId xmlns:a16="http://schemas.microsoft.com/office/drawing/2014/main" id="{12587A72-8781-4264-A85E-09A0F5FA655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0692" y="646469"/>
                </a:moveTo>
                <a:lnTo>
                  <a:pt x="1028981" y="591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4" name="9r3d_0_build_PredictedLigand_26">
            <a:extLst>
              <a:ext uri="{FF2B5EF4-FFF2-40B4-BE49-F238E27FC236}">
                <a16:creationId xmlns:a16="http://schemas.microsoft.com/office/drawing/2014/main" id="{D601C225-8AA1-4348-9FC2-19A734B68BE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656" y="980911"/>
                </a:moveTo>
                <a:lnTo>
                  <a:pt x="954338" y="10120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5" name="9r3d_0_build_PredictedLigand_27">
            <a:extLst>
              <a:ext uri="{FF2B5EF4-FFF2-40B4-BE49-F238E27FC236}">
                <a16:creationId xmlns:a16="http://schemas.microsoft.com/office/drawing/2014/main" id="{6D8B186E-B136-4577-ADEB-34655AD6144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4116" y="856750"/>
                </a:moveTo>
                <a:lnTo>
                  <a:pt x="1728945" y="9104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6" name="9r3d_0_build_PredictedLigand_28">
            <a:extLst>
              <a:ext uri="{FF2B5EF4-FFF2-40B4-BE49-F238E27FC236}">
                <a16:creationId xmlns:a16="http://schemas.microsoft.com/office/drawing/2014/main" id="{CD0B0ACB-D774-4A9F-B566-EEF63599E0F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0198" y="559057"/>
                </a:moveTo>
                <a:lnTo>
                  <a:pt x="1285042" y="4566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7" name="9r3d_0_build_PredictedLigand_29">
            <a:extLst>
              <a:ext uri="{FF2B5EF4-FFF2-40B4-BE49-F238E27FC236}">
                <a16:creationId xmlns:a16="http://schemas.microsoft.com/office/drawing/2014/main" id="{A6BD6B25-824B-4286-A412-ADB8CABA9B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568255" y="8679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8" name="9r3d_0_build_PredictedLigand_30">
            <a:extLst>
              <a:ext uri="{FF2B5EF4-FFF2-40B4-BE49-F238E27FC236}">
                <a16:creationId xmlns:a16="http://schemas.microsoft.com/office/drawing/2014/main" id="{E98B5A14-AE06-4281-B737-36E25AC1A3F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27624" y="2248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49" name="9r3d_0_build_PredictedLigand_31">
            <a:extLst>
              <a:ext uri="{FF2B5EF4-FFF2-40B4-BE49-F238E27FC236}">
                <a16:creationId xmlns:a16="http://schemas.microsoft.com/office/drawing/2014/main" id="{2BB43284-BFB0-4E54-9715-81E079AAF4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2177" y="10655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0" name="9r3d_0_build_PredictedLigand_32">
            <a:extLst>
              <a:ext uri="{FF2B5EF4-FFF2-40B4-BE49-F238E27FC236}">
                <a16:creationId xmlns:a16="http://schemas.microsoft.com/office/drawing/2014/main" id="{ADEE5191-A02C-4732-B1A4-46077DC75D5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5042" y="456631"/>
                </a:moveTo>
                <a:lnTo>
                  <a:pt x="1345955" y="27684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1" name="9r3d_0_build_PredictedLigand_33">
            <a:extLst>
              <a:ext uri="{FF2B5EF4-FFF2-40B4-BE49-F238E27FC236}">
                <a16:creationId xmlns:a16="http://schemas.microsoft.com/office/drawing/2014/main" id="{2810F985-042C-4066-97B3-F0A88D0FEF4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211539" y="1857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2" name="9r3d_0_build_PredictedLigand_34">
            <a:extLst>
              <a:ext uri="{FF2B5EF4-FFF2-40B4-BE49-F238E27FC236}">
                <a16:creationId xmlns:a16="http://schemas.microsoft.com/office/drawing/2014/main" id="{244FE3F1-F954-48D3-AF25-B9670214B70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945" y="910431"/>
                </a:moveTo>
                <a:lnTo>
                  <a:pt x="1739245" y="830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3" name="9r3d_0_build_PredictedLigand_35">
            <a:extLst>
              <a:ext uri="{FF2B5EF4-FFF2-40B4-BE49-F238E27FC236}">
                <a16:creationId xmlns:a16="http://schemas.microsoft.com/office/drawing/2014/main" id="{C1911399-8BE0-4B22-B606-DD73085EA24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955" y="276845"/>
                </a:moveTo>
                <a:lnTo>
                  <a:pt x="1434540" y="305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54" name="9r3d_0_build_PredictedAtoms_0">
            <a:extLst>
              <a:ext uri="{FF2B5EF4-FFF2-40B4-BE49-F238E27FC236}">
                <a16:creationId xmlns:a16="http://schemas.microsoft.com/office/drawing/2014/main" id="{5C62F162-5529-4702-88B5-26AD38DE6FD8}"/>
              </a:ext>
            </a:extLst>
          </p:cNvPr>
          <p:cNvSpPr>
            <a:spLocks noGrp="1"/>
          </p:cNvSpPr>
          <p:nvPr/>
        </p:nvSpPr>
        <p:spPr>
          <a:xfrm>
            <a:off x="7990124" y="52125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5" name="9r3d_0_build_PredictedAtoms_1">
            <a:extLst>
              <a:ext uri="{FF2B5EF4-FFF2-40B4-BE49-F238E27FC236}">
                <a16:creationId xmlns:a16="http://schemas.microsoft.com/office/drawing/2014/main" id="{9E1DCD5B-6D72-4DC5-9DF9-8AF0B61FCAB4}"/>
              </a:ext>
            </a:extLst>
          </p:cNvPr>
          <p:cNvSpPr>
            <a:spLocks noGrp="1"/>
          </p:cNvSpPr>
          <p:nvPr/>
        </p:nvSpPr>
        <p:spPr>
          <a:xfrm>
            <a:off x="7884953" y="52662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6" name="9r3d_0_build_PredictedAtoms_2">
            <a:extLst>
              <a:ext uri="{FF2B5EF4-FFF2-40B4-BE49-F238E27FC236}">
                <a16:creationId xmlns:a16="http://schemas.microsoft.com/office/drawing/2014/main" id="{3B4E69DD-881C-4AE5-A151-4818D7A532DB}"/>
              </a:ext>
            </a:extLst>
          </p:cNvPr>
          <p:cNvSpPr>
            <a:spLocks noGrp="1"/>
          </p:cNvSpPr>
          <p:nvPr/>
        </p:nvSpPr>
        <p:spPr>
          <a:xfrm>
            <a:off x="7895252" y="51862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7" name="9r3d_0_build_PredictedAtoms_3">
            <a:extLst>
              <a:ext uri="{FF2B5EF4-FFF2-40B4-BE49-F238E27FC236}">
                <a16:creationId xmlns:a16="http://schemas.microsoft.com/office/drawing/2014/main" id="{58FEE9F6-1463-44BA-8581-97A37B0ADA71}"/>
              </a:ext>
            </a:extLst>
          </p:cNvPr>
          <p:cNvSpPr>
            <a:spLocks noGrp="1"/>
          </p:cNvSpPr>
          <p:nvPr/>
        </p:nvSpPr>
        <p:spPr>
          <a:xfrm>
            <a:off x="7888185" y="54213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8" name="9r3d_0_build_PredictedAtoms_4">
            <a:extLst>
              <a:ext uri="{FF2B5EF4-FFF2-40B4-BE49-F238E27FC236}">
                <a16:creationId xmlns:a16="http://schemas.microsoft.com/office/drawing/2014/main" id="{44657727-ABBD-4FE5-8E96-7207D0E33CDB}"/>
              </a:ext>
            </a:extLst>
          </p:cNvPr>
          <p:cNvSpPr>
            <a:spLocks noGrp="1"/>
          </p:cNvSpPr>
          <p:nvPr/>
        </p:nvSpPr>
        <p:spPr>
          <a:xfrm>
            <a:off x="7724262" y="522368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59" name="9r3d_0_build_PredictedAtoms_5">
            <a:extLst>
              <a:ext uri="{FF2B5EF4-FFF2-40B4-BE49-F238E27FC236}">
                <a16:creationId xmlns:a16="http://schemas.microsoft.com/office/drawing/2014/main" id="{CAED6F75-36F0-46D4-9F19-1E17D4727FD6}"/>
              </a:ext>
            </a:extLst>
          </p:cNvPr>
          <p:cNvSpPr>
            <a:spLocks noGrp="1"/>
          </p:cNvSpPr>
          <p:nvPr/>
        </p:nvSpPr>
        <p:spPr>
          <a:xfrm>
            <a:off x="7618038" y="51468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0" name="9r3d_0_build_PredictedAtoms_6">
            <a:extLst>
              <a:ext uri="{FF2B5EF4-FFF2-40B4-BE49-F238E27FC236}">
                <a16:creationId xmlns:a16="http://schemas.microsoft.com/office/drawing/2014/main" id="{9CEE6FDC-C948-43B2-B595-9B531271326B}"/>
              </a:ext>
            </a:extLst>
          </p:cNvPr>
          <p:cNvSpPr>
            <a:spLocks noGrp="1"/>
          </p:cNvSpPr>
          <p:nvPr/>
        </p:nvSpPr>
        <p:spPr>
          <a:xfrm>
            <a:off x="7588976" y="49936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1" name="9r3d_0_build_PredictedAtoms_7">
            <a:extLst>
              <a:ext uri="{FF2B5EF4-FFF2-40B4-BE49-F238E27FC236}">
                <a16:creationId xmlns:a16="http://schemas.microsoft.com/office/drawing/2014/main" id="{8B6D4A40-853A-4E60-990F-8EAE30C1582A}"/>
              </a:ext>
            </a:extLst>
          </p:cNvPr>
          <p:cNvSpPr>
            <a:spLocks noGrp="1"/>
          </p:cNvSpPr>
          <p:nvPr/>
        </p:nvSpPr>
        <p:spPr>
          <a:xfrm>
            <a:off x="7713034" y="491312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2" name="9r3d_0_build_PredictedAtoms_8">
            <a:extLst>
              <a:ext uri="{FF2B5EF4-FFF2-40B4-BE49-F238E27FC236}">
                <a16:creationId xmlns:a16="http://schemas.microsoft.com/office/drawing/2014/main" id="{9A096DBF-7352-4528-9313-AC9FF55EAD3B}"/>
              </a:ext>
            </a:extLst>
          </p:cNvPr>
          <p:cNvSpPr>
            <a:spLocks noGrp="1"/>
          </p:cNvSpPr>
          <p:nvPr/>
        </p:nvSpPr>
        <p:spPr>
          <a:xfrm>
            <a:off x="7753391" y="48436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3" name="9r3d_0_build_PredictedAtoms_9">
            <a:extLst>
              <a:ext uri="{FF2B5EF4-FFF2-40B4-BE49-F238E27FC236}">
                <a16:creationId xmlns:a16="http://schemas.microsoft.com/office/drawing/2014/main" id="{4CBCA4BC-1E9C-45EB-969F-7F227FC44A75}"/>
              </a:ext>
            </a:extLst>
          </p:cNvPr>
          <p:cNvSpPr>
            <a:spLocks noGrp="1"/>
          </p:cNvSpPr>
          <p:nvPr/>
        </p:nvSpPr>
        <p:spPr>
          <a:xfrm>
            <a:off x="7783489" y="4691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4" name="9r3d_0_build_PredictedAtoms_10">
            <a:extLst>
              <a:ext uri="{FF2B5EF4-FFF2-40B4-BE49-F238E27FC236}">
                <a16:creationId xmlns:a16="http://schemas.microsoft.com/office/drawing/2014/main" id="{FDA6091C-D8DD-43EC-ACC0-7965B0819A4E}"/>
              </a:ext>
            </a:extLst>
          </p:cNvPr>
          <p:cNvSpPr>
            <a:spLocks noGrp="1"/>
          </p:cNvSpPr>
          <p:nvPr/>
        </p:nvSpPr>
        <p:spPr>
          <a:xfrm>
            <a:off x="7884455" y="49457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5" name="9r3d_0_build_PredictedAtoms_11">
            <a:extLst>
              <a:ext uri="{FF2B5EF4-FFF2-40B4-BE49-F238E27FC236}">
                <a16:creationId xmlns:a16="http://schemas.microsoft.com/office/drawing/2014/main" id="{568372EF-E6B6-4EE3-8EDF-FE477ED4BC6D}"/>
              </a:ext>
            </a:extLst>
          </p:cNvPr>
          <p:cNvSpPr>
            <a:spLocks noGrp="1"/>
          </p:cNvSpPr>
          <p:nvPr/>
        </p:nvSpPr>
        <p:spPr>
          <a:xfrm>
            <a:off x="7634367" y="48601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6" name="9r3d_0_build_PredictedAtoms_12">
            <a:extLst>
              <a:ext uri="{FF2B5EF4-FFF2-40B4-BE49-F238E27FC236}">
                <a16:creationId xmlns:a16="http://schemas.microsoft.com/office/drawing/2014/main" id="{E19F7080-BEB8-4554-96D2-300EE5ACAF9C}"/>
              </a:ext>
            </a:extLst>
          </p:cNvPr>
          <p:cNvSpPr>
            <a:spLocks noGrp="1"/>
          </p:cNvSpPr>
          <p:nvPr/>
        </p:nvSpPr>
        <p:spPr>
          <a:xfrm>
            <a:off x="7466205" y="49148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7" name="9r3d_0_build_PredictedAtoms_13">
            <a:extLst>
              <a:ext uri="{FF2B5EF4-FFF2-40B4-BE49-F238E27FC236}">
                <a16:creationId xmlns:a16="http://schemas.microsoft.com/office/drawing/2014/main" id="{2C4DD5BC-5D50-4CF0-88A9-ABFD9D864B61}"/>
              </a:ext>
            </a:extLst>
          </p:cNvPr>
          <p:cNvSpPr>
            <a:spLocks noGrp="1"/>
          </p:cNvSpPr>
          <p:nvPr/>
        </p:nvSpPr>
        <p:spPr>
          <a:xfrm>
            <a:off x="7441050" y="48124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8" name="9r3d_0_build_PredictedAtoms_14">
            <a:extLst>
              <a:ext uri="{FF2B5EF4-FFF2-40B4-BE49-F238E27FC236}">
                <a16:creationId xmlns:a16="http://schemas.microsoft.com/office/drawing/2014/main" id="{1890B112-114E-4869-B8A7-D8E2C7012036}"/>
              </a:ext>
            </a:extLst>
          </p:cNvPr>
          <p:cNvSpPr>
            <a:spLocks noGrp="1"/>
          </p:cNvSpPr>
          <p:nvPr/>
        </p:nvSpPr>
        <p:spPr>
          <a:xfrm>
            <a:off x="7501963" y="463262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69" name="9r3d_0_build_PredictedAtoms_15">
            <a:extLst>
              <a:ext uri="{FF2B5EF4-FFF2-40B4-BE49-F238E27FC236}">
                <a16:creationId xmlns:a16="http://schemas.microsoft.com/office/drawing/2014/main" id="{E1915F6A-B83D-44F5-8D98-BF5C624B5783}"/>
              </a:ext>
            </a:extLst>
          </p:cNvPr>
          <p:cNvSpPr>
            <a:spLocks noGrp="1"/>
          </p:cNvSpPr>
          <p:nvPr/>
        </p:nvSpPr>
        <p:spPr>
          <a:xfrm>
            <a:off x="7590547" y="466150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0" name="9r3d_0_build_PredictedAtoms_16">
            <a:extLst>
              <a:ext uri="{FF2B5EF4-FFF2-40B4-BE49-F238E27FC236}">
                <a16:creationId xmlns:a16="http://schemas.microsoft.com/office/drawing/2014/main" id="{25FCFF8C-B707-4876-89A3-816CF2C5234C}"/>
              </a:ext>
            </a:extLst>
          </p:cNvPr>
          <p:cNvSpPr>
            <a:spLocks noGrp="1"/>
          </p:cNvSpPr>
          <p:nvPr/>
        </p:nvSpPr>
        <p:spPr>
          <a:xfrm>
            <a:off x="7367547" y="45414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1" name="9r3d_0_build_PredictedAtoms_17">
            <a:extLst>
              <a:ext uri="{FF2B5EF4-FFF2-40B4-BE49-F238E27FC236}">
                <a16:creationId xmlns:a16="http://schemas.microsoft.com/office/drawing/2014/main" id="{8D432B32-6485-40F0-979A-230718F105FC}"/>
              </a:ext>
            </a:extLst>
          </p:cNvPr>
          <p:cNvSpPr>
            <a:spLocks noGrp="1"/>
          </p:cNvSpPr>
          <p:nvPr/>
        </p:nvSpPr>
        <p:spPr>
          <a:xfrm>
            <a:off x="7583632" y="45806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2" name="9r3d_0_build_PredictedAtoms_18">
            <a:extLst>
              <a:ext uri="{FF2B5EF4-FFF2-40B4-BE49-F238E27FC236}">
                <a16:creationId xmlns:a16="http://schemas.microsoft.com/office/drawing/2014/main" id="{BF62DB9B-3450-487D-9EF3-E2506E09FBE9}"/>
              </a:ext>
            </a:extLst>
          </p:cNvPr>
          <p:cNvSpPr>
            <a:spLocks noGrp="1"/>
          </p:cNvSpPr>
          <p:nvPr/>
        </p:nvSpPr>
        <p:spPr>
          <a:xfrm>
            <a:off x="7316700" y="50022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3" name="9r3d_0_build_PredictedAtoms_19">
            <a:extLst>
              <a:ext uri="{FF2B5EF4-FFF2-40B4-BE49-F238E27FC236}">
                <a16:creationId xmlns:a16="http://schemas.microsoft.com/office/drawing/2014/main" id="{99E9DE5F-34D7-42E4-9E0A-CD07FEE32395}"/>
              </a:ext>
            </a:extLst>
          </p:cNvPr>
          <p:cNvSpPr>
            <a:spLocks noGrp="1"/>
          </p:cNvSpPr>
          <p:nvPr/>
        </p:nvSpPr>
        <p:spPr>
          <a:xfrm>
            <a:off x="7184989" y="49476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4" name="9r3d_0_build_PredictedAtoms_20">
            <a:extLst>
              <a:ext uri="{FF2B5EF4-FFF2-40B4-BE49-F238E27FC236}">
                <a16:creationId xmlns:a16="http://schemas.microsoft.com/office/drawing/2014/main" id="{2702834C-1A25-4F66-BE51-4908C12C2FDA}"/>
              </a:ext>
            </a:extLst>
          </p:cNvPr>
          <p:cNvSpPr>
            <a:spLocks noGrp="1"/>
          </p:cNvSpPr>
          <p:nvPr/>
        </p:nvSpPr>
        <p:spPr>
          <a:xfrm>
            <a:off x="7087276" y="48579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5" name="9r3d_0_build_PredictedAtoms_21">
            <a:extLst>
              <a:ext uri="{FF2B5EF4-FFF2-40B4-BE49-F238E27FC236}">
                <a16:creationId xmlns:a16="http://schemas.microsoft.com/office/drawing/2014/main" id="{CEFAD223-59BF-43D8-9524-5C0D465F7625}"/>
              </a:ext>
            </a:extLst>
          </p:cNvPr>
          <p:cNvSpPr>
            <a:spLocks noGrp="1"/>
          </p:cNvSpPr>
          <p:nvPr/>
        </p:nvSpPr>
        <p:spPr>
          <a:xfrm>
            <a:off x="7164132" y="47694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6" name="9r3d_0_build_PredictedAtoms_22">
            <a:extLst>
              <a:ext uri="{FF2B5EF4-FFF2-40B4-BE49-F238E27FC236}">
                <a16:creationId xmlns:a16="http://schemas.microsoft.com/office/drawing/2014/main" id="{BA00E4B1-2720-46BE-BD56-6099190B180A}"/>
              </a:ext>
            </a:extLst>
          </p:cNvPr>
          <p:cNvSpPr>
            <a:spLocks noGrp="1"/>
          </p:cNvSpPr>
          <p:nvPr/>
        </p:nvSpPr>
        <p:spPr>
          <a:xfrm>
            <a:off x="7019541" y="49757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7" name="9r3d_0_build_PredictedAtoms_23">
            <a:extLst>
              <a:ext uri="{FF2B5EF4-FFF2-40B4-BE49-F238E27FC236}">
                <a16:creationId xmlns:a16="http://schemas.microsoft.com/office/drawing/2014/main" id="{24A65F82-9BCE-4835-9EC6-D1E88B521657}"/>
              </a:ext>
            </a:extLst>
          </p:cNvPr>
          <p:cNvSpPr>
            <a:spLocks noGrp="1"/>
          </p:cNvSpPr>
          <p:nvPr/>
        </p:nvSpPr>
        <p:spPr>
          <a:xfrm>
            <a:off x="6973185" y="47721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8" name="9r3d_0_build_PredictedAtoms_24">
            <a:extLst>
              <a:ext uri="{FF2B5EF4-FFF2-40B4-BE49-F238E27FC236}">
                <a16:creationId xmlns:a16="http://schemas.microsoft.com/office/drawing/2014/main" id="{DBC5DAD8-E642-4C25-9D62-24BE3325E2A6}"/>
              </a:ext>
            </a:extLst>
          </p:cNvPr>
          <p:cNvSpPr>
            <a:spLocks noGrp="1"/>
          </p:cNvSpPr>
          <p:nvPr/>
        </p:nvSpPr>
        <p:spPr>
          <a:xfrm>
            <a:off x="7332739" y="51722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79" name="9r3d_0_build_PredictedAtoms_25">
            <a:extLst>
              <a:ext uri="{FF2B5EF4-FFF2-40B4-BE49-F238E27FC236}">
                <a16:creationId xmlns:a16="http://schemas.microsoft.com/office/drawing/2014/main" id="{D619C605-F07B-496D-A5F6-35605D31DBE0}"/>
              </a:ext>
            </a:extLst>
          </p:cNvPr>
          <p:cNvSpPr>
            <a:spLocks noGrp="1"/>
          </p:cNvSpPr>
          <p:nvPr/>
        </p:nvSpPr>
        <p:spPr>
          <a:xfrm>
            <a:off x="7247314" y="52281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0" name="9r3d_0_build_PredictedAtoms_26">
            <a:extLst>
              <a:ext uri="{FF2B5EF4-FFF2-40B4-BE49-F238E27FC236}">
                <a16:creationId xmlns:a16="http://schemas.microsoft.com/office/drawing/2014/main" id="{2CF21CB9-641D-4134-A5E3-19D369907956}"/>
              </a:ext>
            </a:extLst>
          </p:cNvPr>
          <p:cNvSpPr>
            <a:spLocks noGrp="1"/>
          </p:cNvSpPr>
          <p:nvPr/>
        </p:nvSpPr>
        <p:spPr>
          <a:xfrm>
            <a:off x="7103664" y="5336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1" name="9r3d_0_build_PredictedAtoms_27">
            <a:extLst>
              <a:ext uri="{FF2B5EF4-FFF2-40B4-BE49-F238E27FC236}">
                <a16:creationId xmlns:a16="http://schemas.microsoft.com/office/drawing/2014/main" id="{81ECA648-0E9C-4112-BF81-0EB5E863E94C}"/>
              </a:ext>
            </a:extLst>
          </p:cNvPr>
          <p:cNvSpPr>
            <a:spLocks noGrp="1"/>
          </p:cNvSpPr>
          <p:nvPr/>
        </p:nvSpPr>
        <p:spPr>
          <a:xfrm>
            <a:off x="6975250" y="52615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2" name="9r3d_0_build_PredictedAtoms_28">
            <a:extLst>
              <a:ext uri="{FF2B5EF4-FFF2-40B4-BE49-F238E27FC236}">
                <a16:creationId xmlns:a16="http://schemas.microsoft.com/office/drawing/2014/main" id="{535E6DC3-4844-4B4E-AE6C-CCE19AAB35CA}"/>
              </a:ext>
            </a:extLst>
          </p:cNvPr>
          <p:cNvSpPr>
            <a:spLocks noGrp="1"/>
          </p:cNvSpPr>
          <p:nvPr/>
        </p:nvSpPr>
        <p:spPr>
          <a:xfrm>
            <a:off x="7110345" y="53678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3" name="9r3d_0_build_PredictedAtoms_29">
            <a:extLst>
              <a:ext uri="{FF2B5EF4-FFF2-40B4-BE49-F238E27FC236}">
                <a16:creationId xmlns:a16="http://schemas.microsoft.com/office/drawing/2014/main" id="{1793F3E8-3ABE-4981-B3D7-77E67F22D790}"/>
              </a:ext>
            </a:extLst>
          </p:cNvPr>
          <p:cNvSpPr>
            <a:spLocks noGrp="1"/>
          </p:cNvSpPr>
          <p:nvPr/>
        </p:nvSpPr>
        <p:spPr>
          <a:xfrm>
            <a:off x="7114016" y="54839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4" name="9r3d_0_build_PredictedAtoms_30">
            <a:extLst>
              <a:ext uri="{FF2B5EF4-FFF2-40B4-BE49-F238E27FC236}">
                <a16:creationId xmlns:a16="http://schemas.microsoft.com/office/drawing/2014/main" id="{EA082D22-C4E4-4301-A7F0-358DA5A22E20}"/>
              </a:ext>
            </a:extLst>
          </p:cNvPr>
          <p:cNvSpPr>
            <a:spLocks noGrp="1"/>
          </p:cNvSpPr>
          <p:nvPr/>
        </p:nvSpPr>
        <p:spPr>
          <a:xfrm>
            <a:off x="7482348" y="52486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5" name="9r3d_0_build_PredictedAtoms_31">
            <a:extLst>
              <a:ext uri="{FF2B5EF4-FFF2-40B4-BE49-F238E27FC236}">
                <a16:creationId xmlns:a16="http://schemas.microsoft.com/office/drawing/2014/main" id="{28BD7058-5C2F-4780-957E-00CA3E58C3E4}"/>
              </a:ext>
            </a:extLst>
          </p:cNvPr>
          <p:cNvSpPr>
            <a:spLocks noGrp="1"/>
          </p:cNvSpPr>
          <p:nvPr/>
        </p:nvSpPr>
        <p:spPr>
          <a:xfrm>
            <a:off x="7510329" y="53945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6" name="9r3d_0_build_PredictedAtoms_32">
            <a:extLst>
              <a:ext uri="{FF2B5EF4-FFF2-40B4-BE49-F238E27FC236}">
                <a16:creationId xmlns:a16="http://schemas.microsoft.com/office/drawing/2014/main" id="{209EA31C-0FFD-4A94-8657-EEB47D914CFE}"/>
              </a:ext>
            </a:extLst>
          </p:cNvPr>
          <p:cNvSpPr>
            <a:spLocks noGrp="1"/>
          </p:cNvSpPr>
          <p:nvPr/>
        </p:nvSpPr>
        <p:spPr>
          <a:xfrm>
            <a:off x="7551742" y="55203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7" name="9r3d_0_build_PredictedAtoms_33">
            <a:extLst>
              <a:ext uri="{FF2B5EF4-FFF2-40B4-BE49-F238E27FC236}">
                <a16:creationId xmlns:a16="http://schemas.microsoft.com/office/drawing/2014/main" id="{2C3C2050-7DAA-44FD-9166-D424C95604F7}"/>
              </a:ext>
            </a:extLst>
          </p:cNvPr>
          <p:cNvSpPr>
            <a:spLocks noGrp="1"/>
          </p:cNvSpPr>
          <p:nvPr/>
        </p:nvSpPr>
        <p:spPr>
          <a:xfrm>
            <a:off x="7617071" y="54339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8" name="9r3d_0_build_PredictedAtoms_34">
            <a:extLst>
              <a:ext uri="{FF2B5EF4-FFF2-40B4-BE49-F238E27FC236}">
                <a16:creationId xmlns:a16="http://schemas.microsoft.com/office/drawing/2014/main" id="{92175FC7-239C-44C5-85E7-CC0A1FE681E1}"/>
              </a:ext>
            </a:extLst>
          </p:cNvPr>
          <p:cNvSpPr>
            <a:spLocks noGrp="1"/>
          </p:cNvSpPr>
          <p:nvPr/>
        </p:nvSpPr>
        <p:spPr>
          <a:xfrm>
            <a:off x="7659369" y="56304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89" name="9r3d_0_build_PredictedAtoms_35">
            <a:extLst>
              <a:ext uri="{FF2B5EF4-FFF2-40B4-BE49-F238E27FC236}">
                <a16:creationId xmlns:a16="http://schemas.microsoft.com/office/drawing/2014/main" id="{DD77F88B-5D07-4FC9-84AB-1AC489069440}"/>
              </a:ext>
            </a:extLst>
          </p:cNvPr>
          <p:cNvSpPr>
            <a:spLocks noGrp="1"/>
          </p:cNvSpPr>
          <p:nvPr/>
        </p:nvSpPr>
        <p:spPr>
          <a:xfrm>
            <a:off x="7424656" y="55943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90" name="9r3d_0_build_Clashes_0">
            <a:extLst>
              <a:ext uri="{FF2B5EF4-FFF2-40B4-BE49-F238E27FC236}">
                <a16:creationId xmlns:a16="http://schemas.microsoft.com/office/drawing/2014/main" id="{696C96DA-7ADA-497A-AECA-22D1043825A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447" y="590004"/>
                </a:moveTo>
                <a:lnTo>
                  <a:pt x="1647874" y="788855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91" name="9r3d_0_build_ClashingReceptorAtoms_0">
            <a:extLst>
              <a:ext uri="{FF2B5EF4-FFF2-40B4-BE49-F238E27FC236}">
                <a16:creationId xmlns:a16="http://schemas.microsoft.com/office/drawing/2014/main" id="{8AC5EDB5-423E-45EA-ACE9-142F77390B52}"/>
              </a:ext>
            </a:extLst>
          </p:cNvPr>
          <p:cNvSpPr>
            <a:spLocks noGrp="1"/>
          </p:cNvSpPr>
          <p:nvPr/>
        </p:nvSpPr>
        <p:spPr>
          <a:xfrm>
            <a:off x="7796261" y="513701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92" name="stage3-cases-density_29">
            <a:extLst>
              <a:ext uri="{FF2B5EF4-FFF2-40B4-BE49-F238E27FC236}">
                <a16:creationId xmlns:a16="http://schemas.microsoft.com/office/drawing/2014/main" id="{82F85D9A-5FDE-4F79-AEEB-982844D039F6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5.56 Å   D 86%   Clash 1</a:t>
            </a:r>
          </a:p>
        </p:txBody>
      </p:sp>
      <p:sp>
        <p:nvSpPr>
          <p:cNvPr id="993" name="stage3-cases-density_30">
            <a:extLst>
              <a:ext uri="{FF2B5EF4-FFF2-40B4-BE49-F238E27FC236}">
                <a16:creationId xmlns:a16="http://schemas.microsoft.com/office/drawing/2014/main" id="{9A935AB5-1B21-43D9-ABB8-1E56EDC5096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6334125"/>
                </a:moveTo>
                <a:lnTo>
                  <a:pt x="419100" y="63341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994" name="stage3-cases-density_31">
            <a:extLst>
              <a:ext uri="{FF2B5EF4-FFF2-40B4-BE49-F238E27FC236}">
                <a16:creationId xmlns:a16="http://schemas.microsoft.com/office/drawing/2014/main" id="{9FBA1521-3507-4ABC-8DE9-4395F1CE45D9}"/>
              </a:ext>
            </a:extLst>
          </p:cNvPr>
          <p:cNvSpPr>
            <a:spLocks noGrp="1"/>
          </p:cNvSpPr>
          <p:nvPr/>
        </p:nvSpPr>
        <p:spPr>
          <a:xfrm>
            <a:off x="48577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995" name="stage3-cases-density_32">
            <a:extLst>
              <a:ext uri="{FF2B5EF4-FFF2-40B4-BE49-F238E27FC236}">
                <a16:creationId xmlns:a16="http://schemas.microsoft.com/office/drawing/2014/main" id="{46DAB055-1DD3-4B5B-8584-7575925D9EA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6334125"/>
                </a:moveTo>
                <a:lnTo>
                  <a:pt x="2619375" y="63341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996" name="stage3-cases-density_33">
            <a:extLst>
              <a:ext uri="{FF2B5EF4-FFF2-40B4-BE49-F238E27FC236}">
                <a16:creationId xmlns:a16="http://schemas.microsoft.com/office/drawing/2014/main" id="{DA2258FD-5D71-43BD-8EAE-4C388764F7F1}"/>
              </a:ext>
            </a:extLst>
          </p:cNvPr>
          <p:cNvSpPr>
            <a:spLocks noGrp="1"/>
          </p:cNvSpPr>
          <p:nvPr/>
        </p:nvSpPr>
        <p:spPr>
          <a:xfrm>
            <a:off x="2686050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997" name="stage3-cases-density_34">
            <a:extLst>
              <a:ext uri="{FF2B5EF4-FFF2-40B4-BE49-F238E27FC236}">
                <a16:creationId xmlns:a16="http://schemas.microsoft.com/office/drawing/2014/main" id="{BC806866-0B80-44AD-A204-3B139F6B4D6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6334125"/>
                </a:moveTo>
                <a:lnTo>
                  <a:pt x="5505450" y="63341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998" name="stage3-cases-density_35">
            <a:extLst>
              <a:ext uri="{FF2B5EF4-FFF2-40B4-BE49-F238E27FC236}">
                <a16:creationId xmlns:a16="http://schemas.microsoft.com/office/drawing/2014/main" id="{36B8B868-06FB-4B65-B84A-8EE6E5D3F0EC}"/>
              </a:ext>
            </a:extLst>
          </p:cNvPr>
          <p:cNvSpPr>
            <a:spLocks noGrp="1"/>
          </p:cNvSpPr>
          <p:nvPr/>
        </p:nvSpPr>
        <p:spPr>
          <a:xfrm>
            <a:off x="557212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999" name="stage3-cases-density_36">
            <a:extLst>
              <a:ext uri="{FF2B5EF4-FFF2-40B4-BE49-F238E27FC236}">
                <a16:creationId xmlns:a16="http://schemas.microsoft.com/office/drawing/2014/main" id="{4A38C7AD-C6EB-4DD0-A021-D820B5494EC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6334125"/>
                </a:moveTo>
                <a:lnTo>
                  <a:pt x="7239000" y="63341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1000" name="stage3-cases-density_37">
            <a:extLst>
              <a:ext uri="{FF2B5EF4-FFF2-40B4-BE49-F238E27FC236}">
                <a16:creationId xmlns:a16="http://schemas.microsoft.com/office/drawing/2014/main" id="{6CFC46B1-6527-4F8C-A6E2-17CE51D6BF9C}"/>
              </a:ext>
            </a:extLst>
          </p:cNvPr>
          <p:cNvSpPr>
            <a:spLocks noGrp="1"/>
          </p:cNvSpPr>
          <p:nvPr/>
        </p:nvSpPr>
        <p:spPr>
          <a:xfrm>
            <a:off x="7305675" y="62103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56568193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6" name="stage3-cases-clash_0">
            <a:extLst>
              <a:ext uri="{FF2B5EF4-FFF2-40B4-BE49-F238E27FC236}">
                <a16:creationId xmlns:a16="http://schemas.microsoft.com/office/drawing/2014/main" id="{B5B9B5BA-D5B4-4956-A21C-6DE2C5282F34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clash_1">
            <a:extLst>
              <a:ext uri="{FF2B5EF4-FFF2-40B4-BE49-F238E27FC236}">
                <a16:creationId xmlns:a16="http://schemas.microsoft.com/office/drawing/2014/main" id="{DAFDF18C-2169-43E7-946F-3AB37B95F042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clash_2">
            <a:extLst>
              <a:ext uri="{FF2B5EF4-FFF2-40B4-BE49-F238E27FC236}">
                <a16:creationId xmlns:a16="http://schemas.microsoft.com/office/drawing/2014/main" id="{7BA51DDC-5CBF-4F6E-BC3C-F685993CD1D5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clash_3">
            <a:extLst>
              <a:ext uri="{FF2B5EF4-FFF2-40B4-BE49-F238E27FC236}">
                <a16:creationId xmlns:a16="http://schemas.microsoft.com/office/drawing/2014/main" id="{E1ABA795-1DFF-4A9E-A371-B99FB5C7261C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d  9U7J · GDU (A:801)</a:t>
            </a:r>
          </a:p>
        </p:txBody>
      </p:sp>
      <p:sp>
        <p:nvSpPr>
          <p:cNvPr id="5" name="stage3-cases-clash_4">
            <a:extLst>
              <a:ext uri="{FF2B5EF4-FFF2-40B4-BE49-F238E27FC236}">
                <a16:creationId xmlns:a16="http://schemas.microsoft.com/office/drawing/2014/main" id="{68A01F32-2270-45B8-ADD8-CB84AC5586B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417919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clash_5">
            <a:extLst>
              <a:ext uri="{FF2B5EF4-FFF2-40B4-BE49-F238E27FC236}">
                <a16:creationId xmlns:a16="http://schemas.microsoft.com/office/drawing/2014/main" id="{9AD0F7C0-3578-443C-BCB5-3826739B8CD0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u7j_2_official_Receptor">
            <a:extLst>
              <a:ext uri="{FF2B5EF4-FFF2-40B4-BE49-F238E27FC236}">
                <a16:creationId xmlns:a16="http://schemas.microsoft.com/office/drawing/2014/main" id="{DA876881-C7AF-4669-B2DE-C827CA26F5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u7j_2_official_ExperimentalDensity">
            <a:extLst>
              <a:ext uri="{FF2B5EF4-FFF2-40B4-BE49-F238E27FC236}">
                <a16:creationId xmlns:a16="http://schemas.microsoft.com/office/drawing/2014/main" id="{846993A6-0513-4CF4-8A23-FE50E335CCC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u7j_2_official_ReferenceLigand_0">
            <a:extLst>
              <a:ext uri="{FF2B5EF4-FFF2-40B4-BE49-F238E27FC236}">
                <a16:creationId xmlns:a16="http://schemas.microsoft.com/office/drawing/2014/main" id="{9DCC84DF-DBB8-401D-8070-3206797BA9E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u7j_2_official_ReferenceLigand_1">
            <a:extLst>
              <a:ext uri="{FF2B5EF4-FFF2-40B4-BE49-F238E27FC236}">
                <a16:creationId xmlns:a16="http://schemas.microsoft.com/office/drawing/2014/main" id="{3A937E09-8D67-4796-8D80-659D20C9E01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u7j_2_official_ReferenceLigand_2">
            <a:extLst>
              <a:ext uri="{FF2B5EF4-FFF2-40B4-BE49-F238E27FC236}">
                <a16:creationId xmlns:a16="http://schemas.microsoft.com/office/drawing/2014/main" id="{D7CA3121-D5BC-48B0-BF9D-D20D38FCB3D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u7j_2_official_ReferenceLigand_3">
            <a:extLst>
              <a:ext uri="{FF2B5EF4-FFF2-40B4-BE49-F238E27FC236}">
                <a16:creationId xmlns:a16="http://schemas.microsoft.com/office/drawing/2014/main" id="{E2F26ED4-C8E9-4D70-8E62-0435FA25152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u7j_2_official_ReferenceLigand_4">
            <a:extLst>
              <a:ext uri="{FF2B5EF4-FFF2-40B4-BE49-F238E27FC236}">
                <a16:creationId xmlns:a16="http://schemas.microsoft.com/office/drawing/2014/main" id="{D77239A8-74E3-419F-B0A9-4EEB702A54F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u7j_2_official_ReferenceLigand_5">
            <a:extLst>
              <a:ext uri="{FF2B5EF4-FFF2-40B4-BE49-F238E27FC236}">
                <a16:creationId xmlns:a16="http://schemas.microsoft.com/office/drawing/2014/main" id="{D1569AE4-64D1-47D5-8255-4609274661C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u7j_2_official_ReferenceLigand_6">
            <a:extLst>
              <a:ext uri="{FF2B5EF4-FFF2-40B4-BE49-F238E27FC236}">
                <a16:creationId xmlns:a16="http://schemas.microsoft.com/office/drawing/2014/main" id="{31DF8E21-DD97-4257-BD07-42595431E59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u7j_2_official_ReferenceLigand_7">
            <a:extLst>
              <a:ext uri="{FF2B5EF4-FFF2-40B4-BE49-F238E27FC236}">
                <a16:creationId xmlns:a16="http://schemas.microsoft.com/office/drawing/2014/main" id="{45DD0DD3-98A9-4CDA-B332-A9DBBD5C406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u7j_2_official_ReferenceLigand_8">
            <a:extLst>
              <a:ext uri="{FF2B5EF4-FFF2-40B4-BE49-F238E27FC236}">
                <a16:creationId xmlns:a16="http://schemas.microsoft.com/office/drawing/2014/main" id="{6054091E-2A15-47CE-B70D-E4EBE336245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u7j_2_official_ReferenceLigand_9">
            <a:extLst>
              <a:ext uri="{FF2B5EF4-FFF2-40B4-BE49-F238E27FC236}">
                <a16:creationId xmlns:a16="http://schemas.microsoft.com/office/drawing/2014/main" id="{E95503E3-1888-47E9-858E-B7A2FFFAAFB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u7j_2_official_ReferenceLigand_10">
            <a:extLst>
              <a:ext uri="{FF2B5EF4-FFF2-40B4-BE49-F238E27FC236}">
                <a16:creationId xmlns:a16="http://schemas.microsoft.com/office/drawing/2014/main" id="{01CE75F4-F129-4882-A578-224CFF682C4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u7j_2_official_ReferenceLigand_11">
            <a:extLst>
              <a:ext uri="{FF2B5EF4-FFF2-40B4-BE49-F238E27FC236}">
                <a16:creationId xmlns:a16="http://schemas.microsoft.com/office/drawing/2014/main" id="{00A8741E-2055-48EA-98A4-3AC3CCB91AE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u7j_2_official_ReferenceLigand_12">
            <a:extLst>
              <a:ext uri="{FF2B5EF4-FFF2-40B4-BE49-F238E27FC236}">
                <a16:creationId xmlns:a16="http://schemas.microsoft.com/office/drawing/2014/main" id="{16E7B716-01A6-4505-A7CA-0AE3052B28D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u7j_2_official_ReferenceLigand_13">
            <a:extLst>
              <a:ext uri="{FF2B5EF4-FFF2-40B4-BE49-F238E27FC236}">
                <a16:creationId xmlns:a16="http://schemas.microsoft.com/office/drawing/2014/main" id="{ECB48BD6-FD6A-4D2F-BDB4-499F88B273F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u7j_2_official_ReferenceLigand_14">
            <a:extLst>
              <a:ext uri="{FF2B5EF4-FFF2-40B4-BE49-F238E27FC236}">
                <a16:creationId xmlns:a16="http://schemas.microsoft.com/office/drawing/2014/main" id="{F3946CE6-0C42-4C67-A2FA-8749A93D9A8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u7j_2_official_ReferenceLigand_15">
            <a:extLst>
              <a:ext uri="{FF2B5EF4-FFF2-40B4-BE49-F238E27FC236}">
                <a16:creationId xmlns:a16="http://schemas.microsoft.com/office/drawing/2014/main" id="{B799EFE6-0A7E-4089-8A70-3D1D5910330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u7j_2_official_ReferenceLigand_16">
            <a:extLst>
              <a:ext uri="{FF2B5EF4-FFF2-40B4-BE49-F238E27FC236}">
                <a16:creationId xmlns:a16="http://schemas.microsoft.com/office/drawing/2014/main" id="{7A8E27D5-F00E-46A4-ADBD-258148C1B1B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u7j_2_official_ReferenceLigand_17">
            <a:extLst>
              <a:ext uri="{FF2B5EF4-FFF2-40B4-BE49-F238E27FC236}">
                <a16:creationId xmlns:a16="http://schemas.microsoft.com/office/drawing/2014/main" id="{65FFEA96-6714-48DE-97E6-68AD6D91EC8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u7j_2_official_ReferenceLigand_18">
            <a:extLst>
              <a:ext uri="{FF2B5EF4-FFF2-40B4-BE49-F238E27FC236}">
                <a16:creationId xmlns:a16="http://schemas.microsoft.com/office/drawing/2014/main" id="{1680FC4F-2A34-4C67-A121-7A0C35C370E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u7j_2_official_ReferenceLigand_19">
            <a:extLst>
              <a:ext uri="{FF2B5EF4-FFF2-40B4-BE49-F238E27FC236}">
                <a16:creationId xmlns:a16="http://schemas.microsoft.com/office/drawing/2014/main" id="{F8CA2ACA-2163-4072-A2FF-9DE38D4A2A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u7j_2_official_ReferenceLigand_20">
            <a:extLst>
              <a:ext uri="{FF2B5EF4-FFF2-40B4-BE49-F238E27FC236}">
                <a16:creationId xmlns:a16="http://schemas.microsoft.com/office/drawing/2014/main" id="{C611AC42-8CD5-47E0-8EDC-7DA99260A82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u7j_2_official_ReferenceLigand_21">
            <a:extLst>
              <a:ext uri="{FF2B5EF4-FFF2-40B4-BE49-F238E27FC236}">
                <a16:creationId xmlns:a16="http://schemas.microsoft.com/office/drawing/2014/main" id="{439BBEA6-00BE-40B8-964A-75F2001E181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u7j_2_official_ReferenceLigand_22">
            <a:extLst>
              <a:ext uri="{FF2B5EF4-FFF2-40B4-BE49-F238E27FC236}">
                <a16:creationId xmlns:a16="http://schemas.microsoft.com/office/drawing/2014/main" id="{8F5AD3EA-B24A-4C7A-836C-CBCA00F2F3F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u7j_2_official_ReferenceLigand_23">
            <a:extLst>
              <a:ext uri="{FF2B5EF4-FFF2-40B4-BE49-F238E27FC236}">
                <a16:creationId xmlns:a16="http://schemas.microsoft.com/office/drawing/2014/main" id="{302C1DBA-266F-41C6-8987-AB721CE83D7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u7j_2_official_ReferenceLigand_24">
            <a:extLst>
              <a:ext uri="{FF2B5EF4-FFF2-40B4-BE49-F238E27FC236}">
                <a16:creationId xmlns:a16="http://schemas.microsoft.com/office/drawing/2014/main" id="{71A29FFC-0A56-4C8D-B951-4049AEE78A8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u7j_2_official_ReferenceLigand_25">
            <a:extLst>
              <a:ext uri="{FF2B5EF4-FFF2-40B4-BE49-F238E27FC236}">
                <a16:creationId xmlns:a16="http://schemas.microsoft.com/office/drawing/2014/main" id="{E089355B-134A-4330-8A4E-EDADA903421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u7j_2_official_ReferenceLigand_26">
            <a:extLst>
              <a:ext uri="{FF2B5EF4-FFF2-40B4-BE49-F238E27FC236}">
                <a16:creationId xmlns:a16="http://schemas.microsoft.com/office/drawing/2014/main" id="{38E6B3F7-DBE6-42BF-B819-02B66F496A4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u7j_2_official_ReferenceLigand_27">
            <a:extLst>
              <a:ext uri="{FF2B5EF4-FFF2-40B4-BE49-F238E27FC236}">
                <a16:creationId xmlns:a16="http://schemas.microsoft.com/office/drawing/2014/main" id="{43CE4CEB-6FFE-42F2-944F-15EE6531162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u7j_2_official_ReferenceLigand_28">
            <a:extLst>
              <a:ext uri="{FF2B5EF4-FFF2-40B4-BE49-F238E27FC236}">
                <a16:creationId xmlns:a16="http://schemas.microsoft.com/office/drawing/2014/main" id="{BD907DC7-7264-464C-9DEA-C6CA5ACFE83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u7j_2_official_ReferenceLigand_29">
            <a:extLst>
              <a:ext uri="{FF2B5EF4-FFF2-40B4-BE49-F238E27FC236}">
                <a16:creationId xmlns:a16="http://schemas.microsoft.com/office/drawing/2014/main" id="{59BAED6A-2B39-4D7D-9C1E-0A894BFF2A6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u7j_2_official_ReferenceLigand_30">
            <a:extLst>
              <a:ext uri="{FF2B5EF4-FFF2-40B4-BE49-F238E27FC236}">
                <a16:creationId xmlns:a16="http://schemas.microsoft.com/office/drawing/2014/main" id="{8099F656-DF08-494C-8EA8-1949355803F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u7j_2_official_ReferenceLigand_31">
            <a:extLst>
              <a:ext uri="{FF2B5EF4-FFF2-40B4-BE49-F238E27FC236}">
                <a16:creationId xmlns:a16="http://schemas.microsoft.com/office/drawing/2014/main" id="{FEDDCB56-9F91-406A-BAC4-CE106335BED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" name="9u7j_2_official_ReferenceLigand_32">
            <a:extLst>
              <a:ext uri="{FF2B5EF4-FFF2-40B4-BE49-F238E27FC236}">
                <a16:creationId xmlns:a16="http://schemas.microsoft.com/office/drawing/2014/main" id="{8C3AC80A-F643-4202-91DB-EA43616468C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" name="9u7j_2_official_ReferenceLigand_33">
            <a:extLst>
              <a:ext uri="{FF2B5EF4-FFF2-40B4-BE49-F238E27FC236}">
                <a16:creationId xmlns:a16="http://schemas.microsoft.com/office/drawing/2014/main" id="{8A12DE02-8F9B-4963-862D-B0B8E2BB20A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" name="9u7j_2_official_ReferenceLigand_34">
            <a:extLst>
              <a:ext uri="{FF2B5EF4-FFF2-40B4-BE49-F238E27FC236}">
                <a16:creationId xmlns:a16="http://schemas.microsoft.com/office/drawing/2014/main" id="{46BB3569-4374-4061-AD51-EC1C1793711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" name="9u7j_2_official_ReferenceLigand_35">
            <a:extLst>
              <a:ext uri="{FF2B5EF4-FFF2-40B4-BE49-F238E27FC236}">
                <a16:creationId xmlns:a16="http://schemas.microsoft.com/office/drawing/2014/main" id="{B1B018AF-DAF5-470F-B94E-C90D73D6B82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" name="9u7j_2_official_ReferenceLigand_36">
            <a:extLst>
              <a:ext uri="{FF2B5EF4-FFF2-40B4-BE49-F238E27FC236}">
                <a16:creationId xmlns:a16="http://schemas.microsoft.com/office/drawing/2014/main" id="{4664918C-BDCD-45C4-A6FE-1FEF0C90A38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6" name="9u7j_2_official_ReferenceLigand_37">
            <a:extLst>
              <a:ext uri="{FF2B5EF4-FFF2-40B4-BE49-F238E27FC236}">
                <a16:creationId xmlns:a16="http://schemas.microsoft.com/office/drawing/2014/main" id="{E4F82344-32A3-46CF-B1BF-C441F92AC23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7" name="9u7j_2_official_PredictedLigand_0">
            <a:extLst>
              <a:ext uri="{FF2B5EF4-FFF2-40B4-BE49-F238E27FC236}">
                <a16:creationId xmlns:a16="http://schemas.microsoft.com/office/drawing/2014/main" id="{403DA15A-B516-4167-A4E3-629D354F303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381072" y="3595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u7j_2_official_PredictedLigand_1">
            <a:extLst>
              <a:ext uri="{FF2B5EF4-FFF2-40B4-BE49-F238E27FC236}">
                <a16:creationId xmlns:a16="http://schemas.microsoft.com/office/drawing/2014/main" id="{7595928D-A42E-4036-BB2A-760AA36FD18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275818" y="133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u7j_2_official_PredictedLigand_2">
            <a:extLst>
              <a:ext uri="{FF2B5EF4-FFF2-40B4-BE49-F238E27FC236}">
                <a16:creationId xmlns:a16="http://schemas.microsoft.com/office/drawing/2014/main" id="{91D6D10F-D9C0-46E9-8A62-E535838CA15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603" y="926111"/>
                </a:moveTo>
                <a:lnTo>
                  <a:pt x="731427" y="8116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u7j_2_official_PredictedLigand_3">
            <a:extLst>
              <a:ext uri="{FF2B5EF4-FFF2-40B4-BE49-F238E27FC236}">
                <a16:creationId xmlns:a16="http://schemas.microsoft.com/office/drawing/2014/main" id="{41FB1C86-80E4-4043-907F-98D67663703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8203" y="360075"/>
                </a:moveTo>
                <a:lnTo>
                  <a:pt x="1333496" y="272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u7j_2_official_PredictedLigand_4">
            <a:extLst>
              <a:ext uri="{FF2B5EF4-FFF2-40B4-BE49-F238E27FC236}">
                <a16:creationId xmlns:a16="http://schemas.microsoft.com/office/drawing/2014/main" id="{C3BE78E4-1E7D-426C-9105-032E66D2F1B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3496" y="272090"/>
                </a:moveTo>
                <a:lnTo>
                  <a:pt x="1466901" y="2381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u7j_2_official_PredictedLigand_5">
            <a:extLst>
              <a:ext uri="{FF2B5EF4-FFF2-40B4-BE49-F238E27FC236}">
                <a16:creationId xmlns:a16="http://schemas.microsoft.com/office/drawing/2014/main" id="{2EDAD786-5292-49CF-A3BE-A25D9023F30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968004" y="3795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u7j_2_official_PredictedLigand_6">
            <a:extLst>
              <a:ext uri="{FF2B5EF4-FFF2-40B4-BE49-F238E27FC236}">
                <a16:creationId xmlns:a16="http://schemas.microsoft.com/office/drawing/2014/main" id="{A33DA1AB-FF8A-4EC7-8CB3-60DFFE3E094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1427" y="811660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u7j_2_official_PredictedLigand_7">
            <a:extLst>
              <a:ext uri="{FF2B5EF4-FFF2-40B4-BE49-F238E27FC236}">
                <a16:creationId xmlns:a16="http://schemas.microsoft.com/office/drawing/2014/main" id="{2D8DBC83-80EC-4F9D-B1FB-005632B6CB9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14313" y="90123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u7j_2_official_PredictedLigand_8">
            <a:extLst>
              <a:ext uri="{FF2B5EF4-FFF2-40B4-BE49-F238E27FC236}">
                <a16:creationId xmlns:a16="http://schemas.microsoft.com/office/drawing/2014/main" id="{A23E3B71-9D0C-43E2-A542-724529A7B45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218203" y="3600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u7j_2_official_PredictedLigand_9">
            <a:extLst>
              <a:ext uri="{FF2B5EF4-FFF2-40B4-BE49-F238E27FC236}">
                <a16:creationId xmlns:a16="http://schemas.microsoft.com/office/drawing/2014/main" id="{6570D375-C849-4187-A724-2B1FEEAA66B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8737" y="680907"/>
                </a:moveTo>
                <a:lnTo>
                  <a:pt x="1796822" y="7869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u7j_2_official_PredictedLigand_10">
            <a:extLst>
              <a:ext uri="{FF2B5EF4-FFF2-40B4-BE49-F238E27FC236}">
                <a16:creationId xmlns:a16="http://schemas.microsoft.com/office/drawing/2014/main" id="{24362D98-8E53-40B6-9CA0-0CB7ED31156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3605" y="551875"/>
                </a:moveTo>
                <a:lnTo>
                  <a:pt x="1708737" y="68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u7j_2_official_PredictedLigand_11">
            <a:extLst>
              <a:ext uri="{FF2B5EF4-FFF2-40B4-BE49-F238E27FC236}">
                <a16:creationId xmlns:a16="http://schemas.microsoft.com/office/drawing/2014/main" id="{81B23D78-7448-428E-B17C-85E0FCA0F81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291" y="336282"/>
                </a:moveTo>
                <a:lnTo>
                  <a:pt x="1027235" y="176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u7j_2_official_PredictedLigand_12">
            <a:extLst>
              <a:ext uri="{FF2B5EF4-FFF2-40B4-BE49-F238E27FC236}">
                <a16:creationId xmlns:a16="http://schemas.microsoft.com/office/drawing/2014/main" id="{6DEDD09A-A67C-4B5A-AE6B-755FE2240CB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8815" y="774859"/>
                </a:moveTo>
                <a:lnTo>
                  <a:pt x="876822" y="6280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u7j_2_official_PredictedLigand_13">
            <a:extLst>
              <a:ext uri="{FF2B5EF4-FFF2-40B4-BE49-F238E27FC236}">
                <a16:creationId xmlns:a16="http://schemas.microsoft.com/office/drawing/2014/main" id="{3F7089BC-5E61-4122-B241-265655933F3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6901" y="238169"/>
                </a:moveTo>
                <a:lnTo>
                  <a:pt x="1461518" y="1846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u7j_2_official_PredictedLigand_14">
            <a:extLst>
              <a:ext uri="{FF2B5EF4-FFF2-40B4-BE49-F238E27FC236}">
                <a16:creationId xmlns:a16="http://schemas.microsoft.com/office/drawing/2014/main" id="{7C558019-A8D2-415A-A461-4F4B82214E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752" y="430876"/>
                </a:moveTo>
                <a:lnTo>
                  <a:pt x="1054291" y="3362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u7j_2_official_PredictedLigand_15">
            <a:extLst>
              <a:ext uri="{FF2B5EF4-FFF2-40B4-BE49-F238E27FC236}">
                <a16:creationId xmlns:a16="http://schemas.microsoft.com/office/drawing/2014/main" id="{7074B239-601A-4E52-BE8F-FAD7688CD60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6822" y="628071"/>
                </a:moveTo>
                <a:lnTo>
                  <a:pt x="1001986" y="5852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u7j_2_official_PredictedLigand_16">
            <a:extLst>
              <a:ext uri="{FF2B5EF4-FFF2-40B4-BE49-F238E27FC236}">
                <a16:creationId xmlns:a16="http://schemas.microsoft.com/office/drawing/2014/main" id="{E5E8123C-9246-4CC5-A8CF-BBB753BF30E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6822" y="786979"/>
                </a:moveTo>
                <a:lnTo>
                  <a:pt x="1869486" y="7609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u7j_2_official_PredictedLigand_17">
            <a:extLst>
              <a:ext uri="{FF2B5EF4-FFF2-40B4-BE49-F238E27FC236}">
                <a16:creationId xmlns:a16="http://schemas.microsoft.com/office/drawing/2014/main" id="{8389EB2F-91E7-478F-81AD-77B1A62157F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858815" y="7748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u7j_2_official_PredictedLigand_18">
            <a:extLst>
              <a:ext uri="{FF2B5EF4-FFF2-40B4-BE49-F238E27FC236}">
                <a16:creationId xmlns:a16="http://schemas.microsoft.com/office/drawing/2014/main" id="{38B5F2FB-20DE-4DAF-81D8-DD51FCF67E1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4647" y="535914"/>
                </a:moveTo>
                <a:lnTo>
                  <a:pt x="1693605" y="5518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u7j_2_official_PredictedLigand_19">
            <a:extLst>
              <a:ext uri="{FF2B5EF4-FFF2-40B4-BE49-F238E27FC236}">
                <a16:creationId xmlns:a16="http://schemas.microsoft.com/office/drawing/2014/main" id="{8F2DC823-53A6-4CE9-81CF-F7EAE1B4126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3752" y="4308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u7j_2_official_PredictedLigand_20">
            <a:extLst>
              <a:ext uri="{FF2B5EF4-FFF2-40B4-BE49-F238E27FC236}">
                <a16:creationId xmlns:a16="http://schemas.microsoft.com/office/drawing/2014/main" id="{B607AD70-CCA1-4878-BB15-031A709E46B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3921" y="849512"/>
                </a:moveTo>
                <a:lnTo>
                  <a:pt x="790279" y="987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u7j_2_official_PredictedLigand_21">
            <a:extLst>
              <a:ext uri="{FF2B5EF4-FFF2-40B4-BE49-F238E27FC236}">
                <a16:creationId xmlns:a16="http://schemas.microsoft.com/office/drawing/2014/main" id="{0A0D33A7-40B4-4BAD-B63F-5E6403C9C1F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518" y="184667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u7j_2_official_PredictedLigand_22">
            <a:extLst>
              <a:ext uri="{FF2B5EF4-FFF2-40B4-BE49-F238E27FC236}">
                <a16:creationId xmlns:a16="http://schemas.microsoft.com/office/drawing/2014/main" id="{7346684B-61E8-48F5-92C4-D67A154EE99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9486" y="760951"/>
                </a:moveTo>
                <a:lnTo>
                  <a:pt x="1853578" y="6378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u7j_2_official_PredictedLigand_23">
            <a:extLst>
              <a:ext uri="{FF2B5EF4-FFF2-40B4-BE49-F238E27FC236}">
                <a16:creationId xmlns:a16="http://schemas.microsoft.com/office/drawing/2014/main" id="{A972726A-710C-4E89-A173-1CAF03A7906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1986" y="585261"/>
                </a:moveTo>
                <a:lnTo>
                  <a:pt x="1014501" y="66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u7j_2_official_PredictedLigand_24">
            <a:extLst>
              <a:ext uri="{FF2B5EF4-FFF2-40B4-BE49-F238E27FC236}">
                <a16:creationId xmlns:a16="http://schemas.microsoft.com/office/drawing/2014/main" id="{8234DFC7-2B20-45C7-8843-8DFA713247B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677" y="200366"/>
                </a:moveTo>
                <a:lnTo>
                  <a:pt x="1696899" y="289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" name="9u7j_2_official_PredictedLigand_25">
            <a:extLst>
              <a:ext uri="{FF2B5EF4-FFF2-40B4-BE49-F238E27FC236}">
                <a16:creationId xmlns:a16="http://schemas.microsoft.com/office/drawing/2014/main" id="{0AF0C486-CF89-4377-94B8-3893A03BEE2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3" name="9u7j_2_official_PredictedLigand_26">
            <a:extLst>
              <a:ext uri="{FF2B5EF4-FFF2-40B4-BE49-F238E27FC236}">
                <a16:creationId xmlns:a16="http://schemas.microsoft.com/office/drawing/2014/main" id="{98A0F02D-477B-4DC2-900C-49B514E99AA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853921" y="8495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4" name="9u7j_2_official_PredictedLigand_27">
            <a:extLst>
              <a:ext uri="{FF2B5EF4-FFF2-40B4-BE49-F238E27FC236}">
                <a16:creationId xmlns:a16="http://schemas.microsoft.com/office/drawing/2014/main" id="{6ACD53EA-7B58-47BC-9191-1FA77C6DBD9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6899" y="289739"/>
                </a:moveTo>
                <a:lnTo>
                  <a:pt x="1734564" y="404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5" name="9u7j_2_official_PredictedLigand_28">
            <a:extLst>
              <a:ext uri="{FF2B5EF4-FFF2-40B4-BE49-F238E27FC236}">
                <a16:creationId xmlns:a16="http://schemas.microsoft.com/office/drawing/2014/main" id="{9BF02BDB-6C19-4ADF-A49C-AFE8924F936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764647" y="5359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6" name="9u7j_2_official_PredictedLigand_29">
            <a:extLst>
              <a:ext uri="{FF2B5EF4-FFF2-40B4-BE49-F238E27FC236}">
                <a16:creationId xmlns:a16="http://schemas.microsoft.com/office/drawing/2014/main" id="{A1382771-31E8-4DA7-89DD-4EDBBBBB227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94902" y="82122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7" name="9u7j_2_official_PredictedLigand_30">
            <a:extLst>
              <a:ext uri="{FF2B5EF4-FFF2-40B4-BE49-F238E27FC236}">
                <a16:creationId xmlns:a16="http://schemas.microsoft.com/office/drawing/2014/main" id="{EF4CC383-8F42-4A86-8AEC-94679F3BB73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3578" y="637853"/>
                </a:moveTo>
                <a:lnTo>
                  <a:pt x="1926887" y="62446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8" name="9u7j_2_official_PredictedLigand_31">
            <a:extLst>
              <a:ext uri="{FF2B5EF4-FFF2-40B4-BE49-F238E27FC236}">
                <a16:creationId xmlns:a16="http://schemas.microsoft.com/office/drawing/2014/main" id="{4D431CCE-41BA-46A2-9878-B8C58F8145B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591677" y="2003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9" name="9u7j_2_official_PredictedLigand_32">
            <a:extLst>
              <a:ext uri="{FF2B5EF4-FFF2-40B4-BE49-F238E27FC236}">
                <a16:creationId xmlns:a16="http://schemas.microsoft.com/office/drawing/2014/main" id="{E0E97227-85FA-4440-B54E-C82C6A206DB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564" y="404226"/>
                </a:moveTo>
                <a:lnTo>
                  <a:pt x="1618717" y="40831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0" name="9u7j_2_official_PredictedLigand_33">
            <a:extLst>
              <a:ext uri="{FF2B5EF4-FFF2-40B4-BE49-F238E27FC236}">
                <a16:creationId xmlns:a16="http://schemas.microsoft.com/office/drawing/2014/main" id="{70A1817A-E347-4A48-9806-27EE989AC3D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4902" y="821226"/>
                </a:moveTo>
                <a:lnTo>
                  <a:pt x="997485" y="8922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1" name="9u7j_2_official_PredictedLigand_34">
            <a:extLst>
              <a:ext uri="{FF2B5EF4-FFF2-40B4-BE49-F238E27FC236}">
                <a16:creationId xmlns:a16="http://schemas.microsoft.com/office/drawing/2014/main" id="{7505EC4C-5A9F-46C2-A16C-34CEBC8A361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4501" y="663500"/>
                </a:moveTo>
                <a:lnTo>
                  <a:pt x="931844" y="615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2" name="9u7j_2_official_PredictedLigand_35">
            <a:extLst>
              <a:ext uri="{FF2B5EF4-FFF2-40B4-BE49-F238E27FC236}">
                <a16:creationId xmlns:a16="http://schemas.microsoft.com/office/drawing/2014/main" id="{FA1B2D60-CF3E-464F-B1A7-D353DD10CC5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562229" y="2581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3" name="9u7j_2_official_PredictedLigand_36">
            <a:extLst>
              <a:ext uri="{FF2B5EF4-FFF2-40B4-BE49-F238E27FC236}">
                <a16:creationId xmlns:a16="http://schemas.microsoft.com/office/drawing/2014/main" id="{F469AACD-E1D3-413E-8E2C-370137AE5BD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2229" y="258135"/>
                </a:moveTo>
                <a:lnTo>
                  <a:pt x="1625907" y="1918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4" name="9u7j_2_official_PredictedLigand_37">
            <a:extLst>
              <a:ext uri="{FF2B5EF4-FFF2-40B4-BE49-F238E27FC236}">
                <a16:creationId xmlns:a16="http://schemas.microsoft.com/office/drawing/2014/main" id="{45F08D8B-82CA-4214-9CBB-643DC03D1DF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8717" y="408315"/>
                </a:moveTo>
                <a:lnTo>
                  <a:pt x="1644070" y="4633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85" name="9u7j_2_official_PredictedAtoms_0">
            <a:extLst>
              <a:ext uri="{FF2B5EF4-FFF2-40B4-BE49-F238E27FC236}">
                <a16:creationId xmlns:a16="http://schemas.microsoft.com/office/drawing/2014/main" id="{2F3905F7-69B7-43DA-91E0-EC9B2C9FD9B8}"/>
              </a:ext>
            </a:extLst>
          </p:cNvPr>
          <p:cNvSpPr>
            <a:spLocks noGrp="1"/>
          </p:cNvSpPr>
          <p:nvPr/>
        </p:nvSpPr>
        <p:spPr>
          <a:xfrm>
            <a:off x="972011" y="170049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u7j_2_official_PredictedAtoms_1">
            <a:extLst>
              <a:ext uri="{FF2B5EF4-FFF2-40B4-BE49-F238E27FC236}">
                <a16:creationId xmlns:a16="http://schemas.microsoft.com/office/drawing/2014/main" id="{E125E72D-3C7E-49F3-B2E4-E51F7AB6ABD8}"/>
              </a:ext>
            </a:extLst>
          </p:cNvPr>
          <p:cNvSpPr>
            <a:spLocks noGrp="1"/>
          </p:cNvSpPr>
          <p:nvPr/>
        </p:nvSpPr>
        <p:spPr>
          <a:xfrm>
            <a:off x="943835" y="15860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u7j_2_official_PredictedAtoms_2">
            <a:extLst>
              <a:ext uri="{FF2B5EF4-FFF2-40B4-BE49-F238E27FC236}">
                <a16:creationId xmlns:a16="http://schemas.microsoft.com/office/drawing/2014/main" id="{0AF8A025-31B5-4CE1-BEA6-69A8430599ED}"/>
              </a:ext>
            </a:extLst>
          </p:cNvPr>
          <p:cNvSpPr>
            <a:spLocks noGrp="1"/>
          </p:cNvSpPr>
          <p:nvPr/>
        </p:nvSpPr>
        <p:spPr>
          <a:xfrm>
            <a:off x="1071223" y="15492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u7j_2_official_PredictedAtoms_3">
            <a:extLst>
              <a:ext uri="{FF2B5EF4-FFF2-40B4-BE49-F238E27FC236}">
                <a16:creationId xmlns:a16="http://schemas.microsoft.com/office/drawing/2014/main" id="{8EB7092E-CAD2-49B6-A8A9-F03CA5E6A979}"/>
              </a:ext>
            </a:extLst>
          </p:cNvPr>
          <p:cNvSpPr>
            <a:spLocks noGrp="1"/>
          </p:cNvSpPr>
          <p:nvPr/>
        </p:nvSpPr>
        <p:spPr>
          <a:xfrm>
            <a:off x="1089230" y="14024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u7j_2_official_PredictedAtoms_4">
            <a:extLst>
              <a:ext uri="{FF2B5EF4-FFF2-40B4-BE49-F238E27FC236}">
                <a16:creationId xmlns:a16="http://schemas.microsoft.com/office/drawing/2014/main" id="{D5810A65-2A2E-4FAF-99D6-1DDFC54AA069}"/>
              </a:ext>
            </a:extLst>
          </p:cNvPr>
          <p:cNvSpPr>
            <a:spLocks noGrp="1"/>
          </p:cNvSpPr>
          <p:nvPr/>
        </p:nvSpPr>
        <p:spPr>
          <a:xfrm>
            <a:off x="1214394" y="13596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u7j_2_official_PredictedAtoms_5">
            <a:extLst>
              <a:ext uri="{FF2B5EF4-FFF2-40B4-BE49-F238E27FC236}">
                <a16:creationId xmlns:a16="http://schemas.microsoft.com/office/drawing/2014/main" id="{5D51A4BF-C1D4-4550-91FE-4DAE5EEDCC07}"/>
              </a:ext>
            </a:extLst>
          </p:cNvPr>
          <p:cNvSpPr>
            <a:spLocks noGrp="1"/>
          </p:cNvSpPr>
          <p:nvPr/>
        </p:nvSpPr>
        <p:spPr>
          <a:xfrm>
            <a:off x="1226160" y="12052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u7j_2_official_PredictedAtoms_6">
            <a:extLst>
              <a:ext uri="{FF2B5EF4-FFF2-40B4-BE49-F238E27FC236}">
                <a16:creationId xmlns:a16="http://schemas.microsoft.com/office/drawing/2014/main" id="{4D6E05E9-5000-4787-A021-0FBE298F7A9D}"/>
              </a:ext>
            </a:extLst>
          </p:cNvPr>
          <p:cNvSpPr>
            <a:spLocks noGrp="1"/>
          </p:cNvSpPr>
          <p:nvPr/>
        </p:nvSpPr>
        <p:spPr>
          <a:xfrm>
            <a:off x="1266698" y="11106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u7j_2_official_PredictedAtoms_7">
            <a:extLst>
              <a:ext uri="{FF2B5EF4-FFF2-40B4-BE49-F238E27FC236}">
                <a16:creationId xmlns:a16="http://schemas.microsoft.com/office/drawing/2014/main" id="{153D3BFD-7804-43DC-93E5-5400E5A6CE78}"/>
              </a:ext>
            </a:extLst>
          </p:cNvPr>
          <p:cNvSpPr>
            <a:spLocks noGrp="1"/>
          </p:cNvSpPr>
          <p:nvPr/>
        </p:nvSpPr>
        <p:spPr>
          <a:xfrm>
            <a:off x="1180412" y="11539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u7j_2_official_PredictedAtoms_8">
            <a:extLst>
              <a:ext uri="{FF2B5EF4-FFF2-40B4-BE49-F238E27FC236}">
                <a16:creationId xmlns:a16="http://schemas.microsoft.com/office/drawing/2014/main" id="{8080AD2C-4B0C-4B50-87D5-B7C2D9C9906D}"/>
              </a:ext>
            </a:extLst>
          </p:cNvPr>
          <p:cNvSpPr>
            <a:spLocks noGrp="1"/>
          </p:cNvSpPr>
          <p:nvPr/>
        </p:nvSpPr>
        <p:spPr>
          <a:xfrm>
            <a:off x="1239643" y="9511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u7j_2_official_PredictedAtoms_9">
            <a:extLst>
              <a:ext uri="{FF2B5EF4-FFF2-40B4-BE49-F238E27FC236}">
                <a16:creationId xmlns:a16="http://schemas.microsoft.com/office/drawing/2014/main" id="{9B833E88-8667-44B1-91B3-CC07396EF3E2}"/>
              </a:ext>
            </a:extLst>
          </p:cNvPr>
          <p:cNvSpPr>
            <a:spLocks noGrp="1"/>
          </p:cNvSpPr>
          <p:nvPr/>
        </p:nvSpPr>
        <p:spPr>
          <a:xfrm>
            <a:off x="1430610" y="11344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u7j_2_official_PredictedAtoms_10">
            <a:extLst>
              <a:ext uri="{FF2B5EF4-FFF2-40B4-BE49-F238E27FC236}">
                <a16:creationId xmlns:a16="http://schemas.microsoft.com/office/drawing/2014/main" id="{E770B966-33F6-43B7-B30C-878B6A14D81F}"/>
              </a:ext>
            </a:extLst>
          </p:cNvPr>
          <p:cNvSpPr>
            <a:spLocks noGrp="1"/>
          </p:cNvSpPr>
          <p:nvPr/>
        </p:nvSpPr>
        <p:spPr>
          <a:xfrm>
            <a:off x="1545904" y="10464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u7j_2_official_PredictedAtoms_11">
            <a:extLst>
              <a:ext uri="{FF2B5EF4-FFF2-40B4-BE49-F238E27FC236}">
                <a16:creationId xmlns:a16="http://schemas.microsoft.com/office/drawing/2014/main" id="{3558F244-4FB6-4FD5-B804-117FC8AF61A1}"/>
              </a:ext>
            </a:extLst>
          </p:cNvPr>
          <p:cNvSpPr>
            <a:spLocks noGrp="1"/>
          </p:cNvSpPr>
          <p:nvPr/>
        </p:nvSpPr>
        <p:spPr>
          <a:xfrm>
            <a:off x="1488225" y="9082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u7j_2_official_PredictedAtoms_12">
            <a:extLst>
              <a:ext uri="{FF2B5EF4-FFF2-40B4-BE49-F238E27FC236}">
                <a16:creationId xmlns:a16="http://schemas.microsoft.com/office/drawing/2014/main" id="{34FD18B3-D752-479C-9DEF-BD2DE445AACC}"/>
              </a:ext>
            </a:extLst>
          </p:cNvPr>
          <p:cNvSpPr>
            <a:spLocks noGrp="1"/>
          </p:cNvSpPr>
          <p:nvPr/>
        </p:nvSpPr>
        <p:spPr>
          <a:xfrm>
            <a:off x="1593479" y="11339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9u7j_2_official_PredictedAtoms_13">
            <a:extLst>
              <a:ext uri="{FF2B5EF4-FFF2-40B4-BE49-F238E27FC236}">
                <a16:creationId xmlns:a16="http://schemas.microsoft.com/office/drawing/2014/main" id="{0D257592-A8ED-44DB-828E-C5B530B36B01}"/>
              </a:ext>
            </a:extLst>
          </p:cNvPr>
          <p:cNvSpPr>
            <a:spLocks noGrp="1"/>
          </p:cNvSpPr>
          <p:nvPr/>
        </p:nvSpPr>
        <p:spPr>
          <a:xfrm>
            <a:off x="1679309" y="10125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9" name="9u7j_2_official_PredictedAtoms_14">
            <a:extLst>
              <a:ext uri="{FF2B5EF4-FFF2-40B4-BE49-F238E27FC236}">
                <a16:creationId xmlns:a16="http://schemas.microsoft.com/office/drawing/2014/main" id="{52A6F526-667E-402D-A003-8C9755D83690}"/>
              </a:ext>
            </a:extLst>
          </p:cNvPr>
          <p:cNvSpPr>
            <a:spLocks noGrp="1"/>
          </p:cNvSpPr>
          <p:nvPr/>
        </p:nvSpPr>
        <p:spPr>
          <a:xfrm>
            <a:off x="1673926" y="9590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0" name="9u7j_2_official_PredictedAtoms_15">
            <a:extLst>
              <a:ext uri="{FF2B5EF4-FFF2-40B4-BE49-F238E27FC236}">
                <a16:creationId xmlns:a16="http://schemas.microsoft.com/office/drawing/2014/main" id="{7225ADF4-5C86-4CD6-AD68-B1643E3F8FC2}"/>
              </a:ext>
            </a:extLst>
          </p:cNvPr>
          <p:cNvSpPr>
            <a:spLocks noGrp="1"/>
          </p:cNvSpPr>
          <p:nvPr/>
        </p:nvSpPr>
        <p:spPr>
          <a:xfrm>
            <a:off x="1804084" y="9747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" name="9u7j_2_official_PredictedAtoms_16">
            <a:extLst>
              <a:ext uri="{FF2B5EF4-FFF2-40B4-BE49-F238E27FC236}">
                <a16:creationId xmlns:a16="http://schemas.microsoft.com/office/drawing/2014/main" id="{B180332F-40B5-42A6-AF0B-F5AA0F7030C8}"/>
              </a:ext>
            </a:extLst>
          </p:cNvPr>
          <p:cNvSpPr>
            <a:spLocks noGrp="1"/>
          </p:cNvSpPr>
          <p:nvPr/>
        </p:nvSpPr>
        <p:spPr>
          <a:xfrm>
            <a:off x="1909306" y="10641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" name="9u7j_2_official_PredictedAtoms_17">
            <a:extLst>
              <a:ext uri="{FF2B5EF4-FFF2-40B4-BE49-F238E27FC236}">
                <a16:creationId xmlns:a16="http://schemas.microsoft.com/office/drawing/2014/main" id="{00D868A9-2D25-4C87-82AD-4D608B230F3E}"/>
              </a:ext>
            </a:extLst>
          </p:cNvPr>
          <p:cNvSpPr>
            <a:spLocks noGrp="1"/>
          </p:cNvSpPr>
          <p:nvPr/>
        </p:nvSpPr>
        <p:spPr>
          <a:xfrm>
            <a:off x="1946971" y="11786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" name="9u7j_2_official_PredictedAtoms_18">
            <a:extLst>
              <a:ext uri="{FF2B5EF4-FFF2-40B4-BE49-F238E27FC236}">
                <a16:creationId xmlns:a16="http://schemas.microsoft.com/office/drawing/2014/main" id="{B3B06E45-1BE8-41D2-8432-10426F18498C}"/>
              </a:ext>
            </a:extLst>
          </p:cNvPr>
          <p:cNvSpPr>
            <a:spLocks noGrp="1"/>
          </p:cNvSpPr>
          <p:nvPr/>
        </p:nvSpPr>
        <p:spPr>
          <a:xfrm>
            <a:off x="1977055" y="13102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" name="9u7j_2_official_PredictedAtoms_19">
            <a:extLst>
              <a:ext uri="{FF2B5EF4-FFF2-40B4-BE49-F238E27FC236}">
                <a16:creationId xmlns:a16="http://schemas.microsoft.com/office/drawing/2014/main" id="{48F9DE8C-A96C-4EB9-B4BE-A1CC6223344C}"/>
              </a:ext>
            </a:extLst>
          </p:cNvPr>
          <p:cNvSpPr>
            <a:spLocks noGrp="1"/>
          </p:cNvSpPr>
          <p:nvPr/>
        </p:nvSpPr>
        <p:spPr>
          <a:xfrm>
            <a:off x="1906013" y="13262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" name="9u7j_2_official_PredictedAtoms_20">
            <a:extLst>
              <a:ext uri="{FF2B5EF4-FFF2-40B4-BE49-F238E27FC236}">
                <a16:creationId xmlns:a16="http://schemas.microsoft.com/office/drawing/2014/main" id="{AE92D55E-374F-47DF-AE8C-34C9CFDDEEA3}"/>
              </a:ext>
            </a:extLst>
          </p:cNvPr>
          <p:cNvSpPr>
            <a:spLocks noGrp="1"/>
          </p:cNvSpPr>
          <p:nvPr/>
        </p:nvSpPr>
        <p:spPr>
          <a:xfrm>
            <a:off x="1921145" y="14552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6" name="9u7j_2_official_PredictedAtoms_21">
            <a:extLst>
              <a:ext uri="{FF2B5EF4-FFF2-40B4-BE49-F238E27FC236}">
                <a16:creationId xmlns:a16="http://schemas.microsoft.com/office/drawing/2014/main" id="{AA2ED255-5858-46D2-9ABE-B982FA02EE80}"/>
              </a:ext>
            </a:extLst>
          </p:cNvPr>
          <p:cNvSpPr>
            <a:spLocks noGrp="1"/>
          </p:cNvSpPr>
          <p:nvPr/>
        </p:nvSpPr>
        <p:spPr>
          <a:xfrm>
            <a:off x="2009229" y="15613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7" name="9u7j_2_official_PredictedAtoms_22">
            <a:extLst>
              <a:ext uri="{FF2B5EF4-FFF2-40B4-BE49-F238E27FC236}">
                <a16:creationId xmlns:a16="http://schemas.microsoft.com/office/drawing/2014/main" id="{784EBD42-FAE0-4B47-80EE-54E9D3538369}"/>
              </a:ext>
            </a:extLst>
          </p:cNvPr>
          <p:cNvSpPr>
            <a:spLocks noGrp="1"/>
          </p:cNvSpPr>
          <p:nvPr/>
        </p:nvSpPr>
        <p:spPr>
          <a:xfrm>
            <a:off x="2026720" y="167561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8" name="9u7j_2_official_PredictedAtoms_23">
            <a:extLst>
              <a:ext uri="{FF2B5EF4-FFF2-40B4-BE49-F238E27FC236}">
                <a16:creationId xmlns:a16="http://schemas.microsoft.com/office/drawing/2014/main" id="{6164D76F-3AD6-478E-AF50-D0785B9CB0B4}"/>
              </a:ext>
            </a:extLst>
          </p:cNvPr>
          <p:cNvSpPr>
            <a:spLocks noGrp="1"/>
          </p:cNvSpPr>
          <p:nvPr/>
        </p:nvSpPr>
        <p:spPr>
          <a:xfrm>
            <a:off x="2081893" y="15353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9" name="9u7j_2_official_PredictedAtoms_24">
            <a:extLst>
              <a:ext uri="{FF2B5EF4-FFF2-40B4-BE49-F238E27FC236}">
                <a16:creationId xmlns:a16="http://schemas.microsoft.com/office/drawing/2014/main" id="{F4D11456-C185-4D53-B987-7349C0DC6798}"/>
              </a:ext>
            </a:extLst>
          </p:cNvPr>
          <p:cNvSpPr>
            <a:spLocks noGrp="1"/>
          </p:cNvSpPr>
          <p:nvPr/>
        </p:nvSpPr>
        <p:spPr>
          <a:xfrm>
            <a:off x="2065985" y="14122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0" name="9u7j_2_official_PredictedAtoms_25">
            <a:extLst>
              <a:ext uri="{FF2B5EF4-FFF2-40B4-BE49-F238E27FC236}">
                <a16:creationId xmlns:a16="http://schemas.microsoft.com/office/drawing/2014/main" id="{43C4E522-10FC-43DA-BFF7-95CBDC17EC10}"/>
              </a:ext>
            </a:extLst>
          </p:cNvPr>
          <p:cNvSpPr>
            <a:spLocks noGrp="1"/>
          </p:cNvSpPr>
          <p:nvPr/>
        </p:nvSpPr>
        <p:spPr>
          <a:xfrm>
            <a:off x="2139295" y="13988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1" name="9u7j_2_official_PredictedAtoms_26">
            <a:extLst>
              <a:ext uri="{FF2B5EF4-FFF2-40B4-BE49-F238E27FC236}">
                <a16:creationId xmlns:a16="http://schemas.microsoft.com/office/drawing/2014/main" id="{EFC1F2E1-5BFB-4E77-8FD4-F39A793580C9}"/>
              </a:ext>
            </a:extLst>
          </p:cNvPr>
          <p:cNvSpPr>
            <a:spLocks noGrp="1"/>
          </p:cNvSpPr>
          <p:nvPr/>
        </p:nvSpPr>
        <p:spPr>
          <a:xfrm>
            <a:off x="1831125" y="11826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2" name="9u7j_2_official_PredictedAtoms_27">
            <a:extLst>
              <a:ext uri="{FF2B5EF4-FFF2-40B4-BE49-F238E27FC236}">
                <a16:creationId xmlns:a16="http://schemas.microsoft.com/office/drawing/2014/main" id="{C0F71226-7B31-4A20-B910-670DF75FEAFD}"/>
              </a:ext>
            </a:extLst>
          </p:cNvPr>
          <p:cNvSpPr>
            <a:spLocks noGrp="1"/>
          </p:cNvSpPr>
          <p:nvPr/>
        </p:nvSpPr>
        <p:spPr>
          <a:xfrm>
            <a:off x="1856478" y="12377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3" name="9u7j_2_official_PredictedAtoms_28">
            <a:extLst>
              <a:ext uri="{FF2B5EF4-FFF2-40B4-BE49-F238E27FC236}">
                <a16:creationId xmlns:a16="http://schemas.microsoft.com/office/drawing/2014/main" id="{89D7A8BC-5BD3-4722-A177-22E734D089EC}"/>
              </a:ext>
            </a:extLst>
          </p:cNvPr>
          <p:cNvSpPr>
            <a:spLocks noGrp="1"/>
          </p:cNvSpPr>
          <p:nvPr/>
        </p:nvSpPr>
        <p:spPr>
          <a:xfrm>
            <a:off x="1774637" y="10325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4" name="9u7j_2_official_PredictedAtoms_29">
            <a:extLst>
              <a:ext uri="{FF2B5EF4-FFF2-40B4-BE49-F238E27FC236}">
                <a16:creationId xmlns:a16="http://schemas.microsoft.com/office/drawing/2014/main" id="{86DAE491-20D8-427A-B38F-61F027AAB2A6}"/>
              </a:ext>
            </a:extLst>
          </p:cNvPr>
          <p:cNvSpPr>
            <a:spLocks noGrp="1"/>
          </p:cNvSpPr>
          <p:nvPr/>
        </p:nvSpPr>
        <p:spPr>
          <a:xfrm>
            <a:off x="1838315" y="9661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5" name="9u7j_2_official_PredictedAtoms_30">
            <a:extLst>
              <a:ext uri="{FF2B5EF4-FFF2-40B4-BE49-F238E27FC236}">
                <a16:creationId xmlns:a16="http://schemas.microsoft.com/office/drawing/2014/main" id="{AD1025D9-A4EC-4F15-9BC5-89F24E249B58}"/>
              </a:ext>
            </a:extLst>
          </p:cNvPr>
          <p:cNvSpPr>
            <a:spLocks noGrp="1"/>
          </p:cNvSpPr>
          <p:nvPr/>
        </p:nvSpPr>
        <p:spPr>
          <a:xfrm>
            <a:off x="1226909" y="14378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6" name="9u7j_2_official_PredictedAtoms_31">
            <a:extLst>
              <a:ext uri="{FF2B5EF4-FFF2-40B4-BE49-F238E27FC236}">
                <a16:creationId xmlns:a16="http://schemas.microsoft.com/office/drawing/2014/main" id="{6D9820BC-6898-4A06-9EAC-84D8307EAA5A}"/>
              </a:ext>
            </a:extLst>
          </p:cNvPr>
          <p:cNvSpPr>
            <a:spLocks noGrp="1"/>
          </p:cNvSpPr>
          <p:nvPr/>
        </p:nvSpPr>
        <p:spPr>
          <a:xfrm>
            <a:off x="1144252" y="13897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7" name="9u7j_2_official_PredictedAtoms_32">
            <a:extLst>
              <a:ext uri="{FF2B5EF4-FFF2-40B4-BE49-F238E27FC236}">
                <a16:creationId xmlns:a16="http://schemas.microsoft.com/office/drawing/2014/main" id="{9415270F-BE14-4654-BF8E-C33FEC6D2390}"/>
              </a:ext>
            </a:extLst>
          </p:cNvPr>
          <p:cNvSpPr>
            <a:spLocks noGrp="1"/>
          </p:cNvSpPr>
          <p:nvPr/>
        </p:nvSpPr>
        <p:spPr>
          <a:xfrm>
            <a:off x="1207310" y="15956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8" name="9u7j_2_official_PredictedAtoms_33">
            <a:extLst>
              <a:ext uri="{FF2B5EF4-FFF2-40B4-BE49-F238E27FC236}">
                <a16:creationId xmlns:a16="http://schemas.microsoft.com/office/drawing/2014/main" id="{5B8A1C5A-EA6F-48DB-84E6-F60EB9757F25}"/>
              </a:ext>
            </a:extLst>
          </p:cNvPr>
          <p:cNvSpPr>
            <a:spLocks noGrp="1"/>
          </p:cNvSpPr>
          <p:nvPr/>
        </p:nvSpPr>
        <p:spPr>
          <a:xfrm>
            <a:off x="1209893" y="16666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19" name="9u7j_2_official_PredictedAtoms_34">
            <a:extLst>
              <a:ext uri="{FF2B5EF4-FFF2-40B4-BE49-F238E27FC236}">
                <a16:creationId xmlns:a16="http://schemas.microsoft.com/office/drawing/2014/main" id="{C4414078-FA16-4FCE-82C2-D936BB323A12}"/>
              </a:ext>
            </a:extLst>
          </p:cNvPr>
          <p:cNvSpPr>
            <a:spLocks noGrp="1"/>
          </p:cNvSpPr>
          <p:nvPr/>
        </p:nvSpPr>
        <p:spPr>
          <a:xfrm>
            <a:off x="1066329" y="16238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0" name="9u7j_2_official_PredictedAtoms_35">
            <a:extLst>
              <a:ext uri="{FF2B5EF4-FFF2-40B4-BE49-F238E27FC236}">
                <a16:creationId xmlns:a16="http://schemas.microsoft.com/office/drawing/2014/main" id="{E4C28249-5AE5-432E-9399-35CB44726E52}"/>
              </a:ext>
            </a:extLst>
          </p:cNvPr>
          <p:cNvSpPr>
            <a:spLocks noGrp="1"/>
          </p:cNvSpPr>
          <p:nvPr/>
        </p:nvSpPr>
        <p:spPr>
          <a:xfrm>
            <a:off x="1002687" y="17614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21" name="stage3-cases-clash_7">
            <a:extLst>
              <a:ext uri="{FF2B5EF4-FFF2-40B4-BE49-F238E27FC236}">
                <a16:creationId xmlns:a16="http://schemas.microsoft.com/office/drawing/2014/main" id="{7A940E9E-98EF-4543-A44D-F30EB8BC981B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2.03 Å   D 64%   Clash 0</a:t>
            </a:r>
          </a:p>
        </p:txBody>
      </p:sp>
      <p:sp>
        <p:nvSpPr>
          <p:cNvPr id="122" name="9u7j_2_tuned_Receptor">
            <a:extLst>
              <a:ext uri="{FF2B5EF4-FFF2-40B4-BE49-F238E27FC236}">
                <a16:creationId xmlns:a16="http://schemas.microsoft.com/office/drawing/2014/main" id="{6F6FA0A3-5A8F-4510-8840-29174533A71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23" name="9u7j_2_tuned_ExperimentalDensity">
            <a:extLst>
              <a:ext uri="{FF2B5EF4-FFF2-40B4-BE49-F238E27FC236}">
                <a16:creationId xmlns:a16="http://schemas.microsoft.com/office/drawing/2014/main" id="{AB7BCDAD-B90D-48C8-8B26-847BC2EA189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24" name="9u7j_2_tuned_ReferenceLigand_0">
            <a:extLst>
              <a:ext uri="{FF2B5EF4-FFF2-40B4-BE49-F238E27FC236}">
                <a16:creationId xmlns:a16="http://schemas.microsoft.com/office/drawing/2014/main" id="{E6D2E754-FE58-4927-8AA2-466B74375EB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u7j_2_tuned_ReferenceLigand_1">
            <a:extLst>
              <a:ext uri="{FF2B5EF4-FFF2-40B4-BE49-F238E27FC236}">
                <a16:creationId xmlns:a16="http://schemas.microsoft.com/office/drawing/2014/main" id="{2CAEDFC6-67BA-4180-9FD6-69E1D51795C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u7j_2_tuned_ReferenceLigand_2">
            <a:extLst>
              <a:ext uri="{FF2B5EF4-FFF2-40B4-BE49-F238E27FC236}">
                <a16:creationId xmlns:a16="http://schemas.microsoft.com/office/drawing/2014/main" id="{86FCFE6B-3D43-4065-9485-340BFFC2022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u7j_2_tuned_ReferenceLigand_3">
            <a:extLst>
              <a:ext uri="{FF2B5EF4-FFF2-40B4-BE49-F238E27FC236}">
                <a16:creationId xmlns:a16="http://schemas.microsoft.com/office/drawing/2014/main" id="{36EE2969-D26C-49D8-864F-EE9E955F4C3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u7j_2_tuned_ReferenceLigand_4">
            <a:extLst>
              <a:ext uri="{FF2B5EF4-FFF2-40B4-BE49-F238E27FC236}">
                <a16:creationId xmlns:a16="http://schemas.microsoft.com/office/drawing/2014/main" id="{81F31DC9-BE37-4915-886A-C0C20362CAD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u7j_2_tuned_ReferenceLigand_5">
            <a:extLst>
              <a:ext uri="{FF2B5EF4-FFF2-40B4-BE49-F238E27FC236}">
                <a16:creationId xmlns:a16="http://schemas.microsoft.com/office/drawing/2014/main" id="{EA9FB671-A4AA-42CF-B5BE-33D44754263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u7j_2_tuned_ReferenceLigand_6">
            <a:extLst>
              <a:ext uri="{FF2B5EF4-FFF2-40B4-BE49-F238E27FC236}">
                <a16:creationId xmlns:a16="http://schemas.microsoft.com/office/drawing/2014/main" id="{42294451-4A8C-4AFA-B9D1-A5882BBD353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u7j_2_tuned_ReferenceLigand_7">
            <a:extLst>
              <a:ext uri="{FF2B5EF4-FFF2-40B4-BE49-F238E27FC236}">
                <a16:creationId xmlns:a16="http://schemas.microsoft.com/office/drawing/2014/main" id="{8CB7864E-1B39-41B6-8DF0-FE0E3832CBC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u7j_2_tuned_ReferenceLigand_8">
            <a:extLst>
              <a:ext uri="{FF2B5EF4-FFF2-40B4-BE49-F238E27FC236}">
                <a16:creationId xmlns:a16="http://schemas.microsoft.com/office/drawing/2014/main" id="{0A3A428A-91DA-4BF8-B580-7EB45DC06A6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3" name="9u7j_2_tuned_ReferenceLigand_9">
            <a:extLst>
              <a:ext uri="{FF2B5EF4-FFF2-40B4-BE49-F238E27FC236}">
                <a16:creationId xmlns:a16="http://schemas.microsoft.com/office/drawing/2014/main" id="{2AA9B07B-0CD0-477A-8A74-1EF89B36CAC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4" name="9u7j_2_tuned_ReferenceLigand_10">
            <a:extLst>
              <a:ext uri="{FF2B5EF4-FFF2-40B4-BE49-F238E27FC236}">
                <a16:creationId xmlns:a16="http://schemas.microsoft.com/office/drawing/2014/main" id="{22733DF5-04BB-4CCD-8BDC-7D2A30F5316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5" name="9u7j_2_tuned_ReferenceLigand_11">
            <a:extLst>
              <a:ext uri="{FF2B5EF4-FFF2-40B4-BE49-F238E27FC236}">
                <a16:creationId xmlns:a16="http://schemas.microsoft.com/office/drawing/2014/main" id="{36E51936-549B-4AA8-A371-59684BD5A16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6" name="9u7j_2_tuned_ReferenceLigand_12">
            <a:extLst>
              <a:ext uri="{FF2B5EF4-FFF2-40B4-BE49-F238E27FC236}">
                <a16:creationId xmlns:a16="http://schemas.microsoft.com/office/drawing/2014/main" id="{78D640CB-4003-464C-B0EA-2DD1308C0E8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7" name="9u7j_2_tuned_ReferenceLigand_13">
            <a:extLst>
              <a:ext uri="{FF2B5EF4-FFF2-40B4-BE49-F238E27FC236}">
                <a16:creationId xmlns:a16="http://schemas.microsoft.com/office/drawing/2014/main" id="{9123D065-BAA4-4117-BB42-E1DAFEED185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8" name="9u7j_2_tuned_ReferenceLigand_14">
            <a:extLst>
              <a:ext uri="{FF2B5EF4-FFF2-40B4-BE49-F238E27FC236}">
                <a16:creationId xmlns:a16="http://schemas.microsoft.com/office/drawing/2014/main" id="{F9C79F46-A572-4E8E-8CE7-4B36BA8CC92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9" name="9u7j_2_tuned_ReferenceLigand_15">
            <a:extLst>
              <a:ext uri="{FF2B5EF4-FFF2-40B4-BE49-F238E27FC236}">
                <a16:creationId xmlns:a16="http://schemas.microsoft.com/office/drawing/2014/main" id="{DD67819F-AFBF-41F0-A9C8-F56A9268878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0" name="9u7j_2_tuned_ReferenceLigand_16">
            <a:extLst>
              <a:ext uri="{FF2B5EF4-FFF2-40B4-BE49-F238E27FC236}">
                <a16:creationId xmlns:a16="http://schemas.microsoft.com/office/drawing/2014/main" id="{BBDCB8EF-87D1-4F31-9FE8-531F49C8AFA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1" name="9u7j_2_tuned_ReferenceLigand_17">
            <a:extLst>
              <a:ext uri="{FF2B5EF4-FFF2-40B4-BE49-F238E27FC236}">
                <a16:creationId xmlns:a16="http://schemas.microsoft.com/office/drawing/2014/main" id="{9B9801AC-C4B7-4B55-B96C-700CBCF89E2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2" name="9u7j_2_tuned_ReferenceLigand_18">
            <a:extLst>
              <a:ext uri="{FF2B5EF4-FFF2-40B4-BE49-F238E27FC236}">
                <a16:creationId xmlns:a16="http://schemas.microsoft.com/office/drawing/2014/main" id="{BADA7664-4A16-4468-AB54-868B6CB5EB5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3" name="9u7j_2_tuned_ReferenceLigand_19">
            <a:extLst>
              <a:ext uri="{FF2B5EF4-FFF2-40B4-BE49-F238E27FC236}">
                <a16:creationId xmlns:a16="http://schemas.microsoft.com/office/drawing/2014/main" id="{56B0BA88-DD81-4F58-B9B0-93F9938DCD1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4" name="9u7j_2_tuned_ReferenceLigand_20">
            <a:extLst>
              <a:ext uri="{FF2B5EF4-FFF2-40B4-BE49-F238E27FC236}">
                <a16:creationId xmlns:a16="http://schemas.microsoft.com/office/drawing/2014/main" id="{DDF699E9-33C0-4C16-AF6D-0FBB7712DDF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5" name="9u7j_2_tuned_ReferenceLigand_21">
            <a:extLst>
              <a:ext uri="{FF2B5EF4-FFF2-40B4-BE49-F238E27FC236}">
                <a16:creationId xmlns:a16="http://schemas.microsoft.com/office/drawing/2014/main" id="{97BE4232-FBD1-4AB8-A058-D8C54D4D425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6" name="9u7j_2_tuned_ReferenceLigand_22">
            <a:extLst>
              <a:ext uri="{FF2B5EF4-FFF2-40B4-BE49-F238E27FC236}">
                <a16:creationId xmlns:a16="http://schemas.microsoft.com/office/drawing/2014/main" id="{837F1607-1651-40DA-B567-2F4456046AB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7" name="9u7j_2_tuned_ReferenceLigand_23">
            <a:extLst>
              <a:ext uri="{FF2B5EF4-FFF2-40B4-BE49-F238E27FC236}">
                <a16:creationId xmlns:a16="http://schemas.microsoft.com/office/drawing/2014/main" id="{1580727A-91C6-4970-AF65-591D3902A1D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8" name="9u7j_2_tuned_ReferenceLigand_24">
            <a:extLst>
              <a:ext uri="{FF2B5EF4-FFF2-40B4-BE49-F238E27FC236}">
                <a16:creationId xmlns:a16="http://schemas.microsoft.com/office/drawing/2014/main" id="{659E43DB-7E99-492E-A128-B9B9DBB8D6C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9" name="9u7j_2_tuned_ReferenceLigand_25">
            <a:extLst>
              <a:ext uri="{FF2B5EF4-FFF2-40B4-BE49-F238E27FC236}">
                <a16:creationId xmlns:a16="http://schemas.microsoft.com/office/drawing/2014/main" id="{FAC021C6-8E8A-4EBE-AF47-648AD3AE11A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0" name="9u7j_2_tuned_ReferenceLigand_26">
            <a:extLst>
              <a:ext uri="{FF2B5EF4-FFF2-40B4-BE49-F238E27FC236}">
                <a16:creationId xmlns:a16="http://schemas.microsoft.com/office/drawing/2014/main" id="{AB07EDA1-4AAC-4160-9B7B-A6888AA5550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1" name="9u7j_2_tuned_ReferenceLigand_27">
            <a:extLst>
              <a:ext uri="{FF2B5EF4-FFF2-40B4-BE49-F238E27FC236}">
                <a16:creationId xmlns:a16="http://schemas.microsoft.com/office/drawing/2014/main" id="{D24991DF-6104-4DFA-BFFB-C0F77A4600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2" name="9u7j_2_tuned_ReferenceLigand_28">
            <a:extLst>
              <a:ext uri="{FF2B5EF4-FFF2-40B4-BE49-F238E27FC236}">
                <a16:creationId xmlns:a16="http://schemas.microsoft.com/office/drawing/2014/main" id="{B3F9BE0C-EC8B-40C8-94E6-C2127CE3F3A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3" name="9u7j_2_tuned_ReferenceLigand_29">
            <a:extLst>
              <a:ext uri="{FF2B5EF4-FFF2-40B4-BE49-F238E27FC236}">
                <a16:creationId xmlns:a16="http://schemas.microsoft.com/office/drawing/2014/main" id="{3C7592C5-7894-445A-8B6E-9464927B205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4" name="9u7j_2_tuned_ReferenceLigand_30">
            <a:extLst>
              <a:ext uri="{FF2B5EF4-FFF2-40B4-BE49-F238E27FC236}">
                <a16:creationId xmlns:a16="http://schemas.microsoft.com/office/drawing/2014/main" id="{D22F9A34-EF8D-4685-8A42-2BF249F438E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5" name="9u7j_2_tuned_ReferenceLigand_31">
            <a:extLst>
              <a:ext uri="{FF2B5EF4-FFF2-40B4-BE49-F238E27FC236}">
                <a16:creationId xmlns:a16="http://schemas.microsoft.com/office/drawing/2014/main" id="{13F3F4C1-7BA5-473D-BA59-DD4048759A8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6" name="9u7j_2_tuned_ReferenceLigand_32">
            <a:extLst>
              <a:ext uri="{FF2B5EF4-FFF2-40B4-BE49-F238E27FC236}">
                <a16:creationId xmlns:a16="http://schemas.microsoft.com/office/drawing/2014/main" id="{8D943AC9-2C45-455E-97AF-4BBFA7C94C6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7" name="9u7j_2_tuned_ReferenceLigand_33">
            <a:extLst>
              <a:ext uri="{FF2B5EF4-FFF2-40B4-BE49-F238E27FC236}">
                <a16:creationId xmlns:a16="http://schemas.microsoft.com/office/drawing/2014/main" id="{FE37AF1D-66DB-4DBE-AF2A-4A8A323F113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8" name="9u7j_2_tuned_ReferenceLigand_34">
            <a:extLst>
              <a:ext uri="{FF2B5EF4-FFF2-40B4-BE49-F238E27FC236}">
                <a16:creationId xmlns:a16="http://schemas.microsoft.com/office/drawing/2014/main" id="{0002AD7A-7805-4057-B4F9-5336C600494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9" name="9u7j_2_tuned_ReferenceLigand_35">
            <a:extLst>
              <a:ext uri="{FF2B5EF4-FFF2-40B4-BE49-F238E27FC236}">
                <a16:creationId xmlns:a16="http://schemas.microsoft.com/office/drawing/2014/main" id="{FD23DA16-C121-421D-B29F-CA78406BE9B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0" name="9u7j_2_tuned_ReferenceLigand_36">
            <a:extLst>
              <a:ext uri="{FF2B5EF4-FFF2-40B4-BE49-F238E27FC236}">
                <a16:creationId xmlns:a16="http://schemas.microsoft.com/office/drawing/2014/main" id="{01BB0C37-713E-4779-AD44-2DDD523168E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1" name="9u7j_2_tuned_ReferenceLigand_37">
            <a:extLst>
              <a:ext uri="{FF2B5EF4-FFF2-40B4-BE49-F238E27FC236}">
                <a16:creationId xmlns:a16="http://schemas.microsoft.com/office/drawing/2014/main" id="{95795B81-B1B0-4F06-9C3C-F4CAAE17EA1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2" name="9u7j_2_tuned_PredictedLigand_0">
            <a:extLst>
              <a:ext uri="{FF2B5EF4-FFF2-40B4-BE49-F238E27FC236}">
                <a16:creationId xmlns:a16="http://schemas.microsoft.com/office/drawing/2014/main" id="{58FA7559-501E-429B-AFCD-CAC4E703288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994371" y="3058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u7j_2_tuned_PredictedLigand_1">
            <a:extLst>
              <a:ext uri="{FF2B5EF4-FFF2-40B4-BE49-F238E27FC236}">
                <a16:creationId xmlns:a16="http://schemas.microsoft.com/office/drawing/2014/main" id="{4A3D7165-ED3A-4532-AFE1-29269E520B8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77470" y="9767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4" name="9u7j_2_tuned_PredictedLigand_2">
            <a:extLst>
              <a:ext uri="{FF2B5EF4-FFF2-40B4-BE49-F238E27FC236}">
                <a16:creationId xmlns:a16="http://schemas.microsoft.com/office/drawing/2014/main" id="{ED5E1928-74AB-4CD4-B6E2-ACDC73F9E96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8914" y="845979"/>
                </a:moveTo>
                <a:lnTo>
                  <a:pt x="1913074" y="891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5" name="9u7j_2_tuned_PredictedLigand_3">
            <a:extLst>
              <a:ext uri="{FF2B5EF4-FFF2-40B4-BE49-F238E27FC236}">
                <a16:creationId xmlns:a16="http://schemas.microsoft.com/office/drawing/2014/main" id="{F6B0F5AE-B1F8-4ACB-81D9-F73BA085F72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177443" y="4204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6" name="9u7j_2_tuned_PredictedLigand_4">
            <a:extLst>
              <a:ext uri="{FF2B5EF4-FFF2-40B4-BE49-F238E27FC236}">
                <a16:creationId xmlns:a16="http://schemas.microsoft.com/office/drawing/2014/main" id="{1D89BF8D-B755-4F7C-A499-49D3C6C9EEE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7868" y="752257"/>
                </a:moveTo>
                <a:lnTo>
                  <a:pt x="1768914" y="8459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7" name="9u7j_2_tuned_PredictedLigand_5">
            <a:extLst>
              <a:ext uri="{FF2B5EF4-FFF2-40B4-BE49-F238E27FC236}">
                <a16:creationId xmlns:a16="http://schemas.microsoft.com/office/drawing/2014/main" id="{F1A53778-167B-44F6-801E-BBB306D47C8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1680" y="897665"/>
                </a:moveTo>
                <a:lnTo>
                  <a:pt x="927107" y="9036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8" name="9u7j_2_tuned_PredictedLigand_6">
            <a:extLst>
              <a:ext uri="{FF2B5EF4-FFF2-40B4-BE49-F238E27FC236}">
                <a16:creationId xmlns:a16="http://schemas.microsoft.com/office/drawing/2014/main" id="{AC2E523C-8229-4CD2-BC9F-0855BB424B4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2685" y="309538"/>
                </a:moveTo>
                <a:lnTo>
                  <a:pt x="1073916" y="1665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9" name="9u7j_2_tuned_PredictedLigand_7">
            <a:extLst>
              <a:ext uri="{FF2B5EF4-FFF2-40B4-BE49-F238E27FC236}">
                <a16:creationId xmlns:a16="http://schemas.microsoft.com/office/drawing/2014/main" id="{2ACF5943-472F-41EE-B227-ED5CBC70BF4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448764" y="4283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0" name="9u7j_2_tuned_PredictedLigand_8">
            <a:extLst>
              <a:ext uri="{FF2B5EF4-FFF2-40B4-BE49-F238E27FC236}">
                <a16:creationId xmlns:a16="http://schemas.microsoft.com/office/drawing/2014/main" id="{879646CB-97F4-4A96-BC6D-278D6F12198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4128" y="379510"/>
                </a:moveTo>
                <a:lnTo>
                  <a:pt x="1042685" y="30953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1" name="9u7j_2_tuned_PredictedLigand_9">
            <a:extLst>
              <a:ext uri="{FF2B5EF4-FFF2-40B4-BE49-F238E27FC236}">
                <a16:creationId xmlns:a16="http://schemas.microsoft.com/office/drawing/2014/main" id="{F2D4B5E2-CFA2-42D5-B442-464E9807224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3074" y="891921"/>
                </a:moveTo>
                <a:lnTo>
                  <a:pt x="1981090" y="8336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2" name="9u7j_2_tuned_PredictedLigand_10">
            <a:extLst>
              <a:ext uri="{FF2B5EF4-FFF2-40B4-BE49-F238E27FC236}">
                <a16:creationId xmlns:a16="http://schemas.microsoft.com/office/drawing/2014/main" id="{1D701016-C08A-4ECE-AFEB-C89CAF403AA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7443" y="420456"/>
                </a:moveTo>
                <a:lnTo>
                  <a:pt x="1336856" y="3956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3" name="9u7j_2_tuned_PredictedLigand_11">
            <a:extLst>
              <a:ext uri="{FF2B5EF4-FFF2-40B4-BE49-F238E27FC236}">
                <a16:creationId xmlns:a16="http://schemas.microsoft.com/office/drawing/2014/main" id="{12430999-D6B4-4226-B814-988090750D4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2251" y="2379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4" name="9u7j_2_tuned_PredictedLigand_12">
            <a:extLst>
              <a:ext uri="{FF2B5EF4-FFF2-40B4-BE49-F238E27FC236}">
                <a16:creationId xmlns:a16="http://schemas.microsoft.com/office/drawing/2014/main" id="{81A9A944-8F56-4A4B-BD14-58B77394C24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3514" y="661756"/>
                </a:moveTo>
                <a:lnTo>
                  <a:pt x="933143" y="5274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5" name="9u7j_2_tuned_PredictedLigand_13">
            <a:extLst>
              <a:ext uri="{FF2B5EF4-FFF2-40B4-BE49-F238E27FC236}">
                <a16:creationId xmlns:a16="http://schemas.microsoft.com/office/drawing/2014/main" id="{215F7AAB-8C4A-4897-81DA-726FBE22FD1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914128" y="3795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6" name="9u7j_2_tuned_PredictedLigand_14">
            <a:extLst>
              <a:ext uri="{FF2B5EF4-FFF2-40B4-BE49-F238E27FC236}">
                <a16:creationId xmlns:a16="http://schemas.microsoft.com/office/drawing/2014/main" id="{2ED7335C-D0EF-4324-96C6-472D46A6CC7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7107" y="903665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7" name="9u7j_2_tuned_PredictedLigand_15">
            <a:extLst>
              <a:ext uri="{FF2B5EF4-FFF2-40B4-BE49-F238E27FC236}">
                <a16:creationId xmlns:a16="http://schemas.microsoft.com/office/drawing/2014/main" id="{F834ACF9-2064-481C-BB76-A092752FB46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574" y="692388"/>
                </a:moveTo>
                <a:lnTo>
                  <a:pt x="1707868" y="7522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8" name="9u7j_2_tuned_PredictedLigand_16">
            <a:extLst>
              <a:ext uri="{FF2B5EF4-FFF2-40B4-BE49-F238E27FC236}">
                <a16:creationId xmlns:a16="http://schemas.microsoft.com/office/drawing/2014/main" id="{70E7FC81-84ED-42DB-B710-752868AF4D3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211" y="779213"/>
                </a:moveTo>
                <a:lnTo>
                  <a:pt x="883514" y="6617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79" name="9u7j_2_tuned_PredictedLigand_17">
            <a:extLst>
              <a:ext uri="{FF2B5EF4-FFF2-40B4-BE49-F238E27FC236}">
                <a16:creationId xmlns:a16="http://schemas.microsoft.com/office/drawing/2014/main" id="{5C4D6A32-F52E-4DC0-ACC2-D3EB4979CE7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1090" y="833603"/>
                </a:moveTo>
                <a:lnTo>
                  <a:pt x="1926905" y="7410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0" name="9u7j_2_tuned_PredictedLigand_18">
            <a:extLst>
              <a:ext uri="{FF2B5EF4-FFF2-40B4-BE49-F238E27FC236}">
                <a16:creationId xmlns:a16="http://schemas.microsoft.com/office/drawing/2014/main" id="{CBD8B23B-C09A-4E02-A620-FA9E4A6376E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6856" y="395608"/>
                </a:moveTo>
                <a:lnTo>
                  <a:pt x="1356544" y="4971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1" name="9u7j_2_tuned_PredictedLigand_19">
            <a:extLst>
              <a:ext uri="{FF2B5EF4-FFF2-40B4-BE49-F238E27FC236}">
                <a16:creationId xmlns:a16="http://schemas.microsoft.com/office/drawing/2014/main" id="{9EDF73BF-54A3-4CDC-9D53-9C3D69E0A59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2" name="9u7j_2_tuned_PredictedLigand_20">
            <a:extLst>
              <a:ext uri="{FF2B5EF4-FFF2-40B4-BE49-F238E27FC236}">
                <a16:creationId xmlns:a16="http://schemas.microsoft.com/office/drawing/2014/main" id="{B615ADCF-A29B-40A2-BE75-02063A3DE69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800445" y="32669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3" name="9u7j_2_tuned_PredictedLigand_21">
            <a:extLst>
              <a:ext uri="{FF2B5EF4-FFF2-40B4-BE49-F238E27FC236}">
                <a16:creationId xmlns:a16="http://schemas.microsoft.com/office/drawing/2014/main" id="{C9EBB2A3-3134-4F02-8CB9-21B0DFC8DE3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3143" y="527482"/>
                </a:moveTo>
                <a:lnTo>
                  <a:pt x="897511" y="5360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4" name="9u7j_2_tuned_PredictedLigand_22">
            <a:extLst>
              <a:ext uri="{FF2B5EF4-FFF2-40B4-BE49-F238E27FC236}">
                <a16:creationId xmlns:a16="http://schemas.microsoft.com/office/drawing/2014/main" id="{BD6525D6-55FD-4008-9B28-1329C0DAB17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916211" y="7792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5" name="9u7j_2_tuned_PredictedLigand_23">
            <a:extLst>
              <a:ext uri="{FF2B5EF4-FFF2-40B4-BE49-F238E27FC236}">
                <a16:creationId xmlns:a16="http://schemas.microsoft.com/office/drawing/2014/main" id="{BE6C261B-80F3-41E8-B03E-617B8D462A4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786574" y="6923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6" name="9u7j_2_tuned_PredictedLigand_24">
            <a:extLst>
              <a:ext uri="{FF2B5EF4-FFF2-40B4-BE49-F238E27FC236}">
                <a16:creationId xmlns:a16="http://schemas.microsoft.com/office/drawing/2014/main" id="{74E56975-4EB9-4BF6-A3F4-CE0B89A62C5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5" y="741010"/>
                </a:moveTo>
                <a:lnTo>
                  <a:pt x="2010133" y="7034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7" name="9u7j_2_tuned_PredictedLigand_25">
            <a:extLst>
              <a:ext uri="{FF2B5EF4-FFF2-40B4-BE49-F238E27FC236}">
                <a16:creationId xmlns:a16="http://schemas.microsoft.com/office/drawing/2014/main" id="{57262555-62F3-4B7C-98D4-9873928649D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151" y="579265"/>
                </a:moveTo>
                <a:lnTo>
                  <a:pt x="1691168" y="4278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8" name="9u7j_2_tuned_PredictedLigand_26">
            <a:extLst>
              <a:ext uri="{FF2B5EF4-FFF2-40B4-BE49-F238E27FC236}">
                <a16:creationId xmlns:a16="http://schemas.microsoft.com/office/drawing/2014/main" id="{333FB68E-6F4F-4D30-B851-D7788D22698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168" y="427887"/>
                </a:moveTo>
                <a:lnTo>
                  <a:pt x="1581273" y="3692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89" name="9u7j_2_tuned_PredictedLigand_27">
            <a:extLst>
              <a:ext uri="{FF2B5EF4-FFF2-40B4-BE49-F238E27FC236}">
                <a16:creationId xmlns:a16="http://schemas.microsoft.com/office/drawing/2014/main" id="{BFA629C0-F00A-4839-B41F-CB960FA76A2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731" y="745761"/>
                </a:moveTo>
                <a:lnTo>
                  <a:pt x="1117246" y="8614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0" name="9u7j_2_tuned_PredictedLigand_28">
            <a:extLst>
              <a:ext uri="{FF2B5EF4-FFF2-40B4-BE49-F238E27FC236}">
                <a16:creationId xmlns:a16="http://schemas.microsoft.com/office/drawing/2014/main" id="{E76626AC-0382-496B-8D46-506ADC7CA67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6544" y="497158"/>
                </a:moveTo>
                <a:lnTo>
                  <a:pt x="1378009" y="52224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1" name="9u7j_2_tuned_PredictedLigand_29">
            <a:extLst>
              <a:ext uri="{FF2B5EF4-FFF2-40B4-BE49-F238E27FC236}">
                <a16:creationId xmlns:a16="http://schemas.microsoft.com/office/drawing/2014/main" id="{B6EBC15B-0718-4F82-9050-021F7D936DC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1054731" y="7457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2" name="9u7j_2_tuned_PredictedLigand_30">
            <a:extLst>
              <a:ext uri="{FF2B5EF4-FFF2-40B4-BE49-F238E27FC236}">
                <a16:creationId xmlns:a16="http://schemas.microsoft.com/office/drawing/2014/main" id="{AEF5ED58-8D18-4F17-B5C4-D36A665AD35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1959" y="620357"/>
                </a:moveTo>
                <a:lnTo>
                  <a:pt x="1727151" y="5792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3" name="9u7j_2_tuned_PredictedLigand_31">
            <a:extLst>
              <a:ext uri="{FF2B5EF4-FFF2-40B4-BE49-F238E27FC236}">
                <a16:creationId xmlns:a16="http://schemas.microsoft.com/office/drawing/2014/main" id="{31A13A18-3449-47E7-B7BA-DF88627E599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862057" y="39848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4" name="9u7j_2_tuned_PredictedLigand_32">
            <a:extLst>
              <a:ext uri="{FF2B5EF4-FFF2-40B4-BE49-F238E27FC236}">
                <a16:creationId xmlns:a16="http://schemas.microsoft.com/office/drawing/2014/main" id="{9324DEAA-D0CD-41E0-9570-4D1C2666587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511" y="536040"/>
                </a:moveTo>
                <a:lnTo>
                  <a:pt x="1012102" y="6277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5" name="9u7j_2_tuned_PredictedLigand_33">
            <a:extLst>
              <a:ext uri="{FF2B5EF4-FFF2-40B4-BE49-F238E27FC236}">
                <a16:creationId xmlns:a16="http://schemas.microsoft.com/office/drawing/2014/main" id="{CA147A7F-B456-4444-9641-86A10FE2DDD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6" name="9u7j_2_tuned_PredictedLigand_34">
            <a:extLst>
              <a:ext uri="{FF2B5EF4-FFF2-40B4-BE49-F238E27FC236}">
                <a16:creationId xmlns:a16="http://schemas.microsoft.com/office/drawing/2014/main" id="{DFFB287A-F31E-42C5-862F-1D82AE1CB6A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273" y="369296"/>
                </a:moveTo>
                <a:lnTo>
                  <a:pt x="1653290" y="2611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7" name="9u7j_2_tuned_PredictedLigand_35">
            <a:extLst>
              <a:ext uri="{FF2B5EF4-FFF2-40B4-BE49-F238E27FC236}">
                <a16:creationId xmlns:a16="http://schemas.microsoft.com/office/drawing/2014/main" id="{16FD2591-92B0-447E-A630-8388FF61AA3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98" y="499055"/>
                </a:moveTo>
                <a:lnTo>
                  <a:pt x="1601959" y="6203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8" name="9u7j_2_tuned_PredictedLigand_36">
            <a:extLst>
              <a:ext uri="{FF2B5EF4-FFF2-40B4-BE49-F238E27FC236}">
                <a16:creationId xmlns:a16="http://schemas.microsoft.com/office/drawing/2014/main" id="{362FB0F4-B901-448F-BD56-DD954A4BC5E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009" y="522247"/>
                </a:moveTo>
                <a:lnTo>
                  <a:pt x="1528198" y="4990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99" name="9u7j_2_tuned_PredictedLigand_37">
            <a:extLst>
              <a:ext uri="{FF2B5EF4-FFF2-40B4-BE49-F238E27FC236}">
                <a16:creationId xmlns:a16="http://schemas.microsoft.com/office/drawing/2014/main" id="{BEBDF285-2184-4FB7-91AE-41740691DA8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2102" y="627745"/>
                </a:moveTo>
                <a:lnTo>
                  <a:pt x="995391" y="6835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200" name="9u7j_2_tuned_PredictedAtoms_0">
            <a:extLst>
              <a:ext uri="{FF2B5EF4-FFF2-40B4-BE49-F238E27FC236}">
                <a16:creationId xmlns:a16="http://schemas.microsoft.com/office/drawing/2014/main" id="{A9AEC019-779F-4D32-A821-2A0F4DDFEFD8}"/>
              </a:ext>
            </a:extLst>
          </p:cNvPr>
          <p:cNvSpPr>
            <a:spLocks noGrp="1"/>
          </p:cNvSpPr>
          <p:nvPr/>
        </p:nvSpPr>
        <p:spPr>
          <a:xfrm>
            <a:off x="3995888" y="16720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1" name="9u7j_2_tuned_PredictedAtoms_1">
            <a:extLst>
              <a:ext uri="{FF2B5EF4-FFF2-40B4-BE49-F238E27FC236}">
                <a16:creationId xmlns:a16="http://schemas.microsoft.com/office/drawing/2014/main" id="{1C97EA32-9921-4701-9F6C-05B786A608D9}"/>
              </a:ext>
            </a:extLst>
          </p:cNvPr>
          <p:cNvSpPr>
            <a:spLocks noGrp="1"/>
          </p:cNvSpPr>
          <p:nvPr/>
        </p:nvSpPr>
        <p:spPr>
          <a:xfrm>
            <a:off x="4111315" y="16780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2" name="9u7j_2_tuned_PredictedAtoms_2">
            <a:extLst>
              <a:ext uri="{FF2B5EF4-FFF2-40B4-BE49-F238E27FC236}">
                <a16:creationId xmlns:a16="http://schemas.microsoft.com/office/drawing/2014/main" id="{0E55A3CF-8A76-4264-9259-0F3B3985230F}"/>
              </a:ext>
            </a:extLst>
          </p:cNvPr>
          <p:cNvSpPr>
            <a:spLocks noGrp="1"/>
          </p:cNvSpPr>
          <p:nvPr/>
        </p:nvSpPr>
        <p:spPr>
          <a:xfrm>
            <a:off x="4100418" y="15535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3" name="9u7j_2_tuned_PredictedAtoms_3">
            <a:extLst>
              <a:ext uri="{FF2B5EF4-FFF2-40B4-BE49-F238E27FC236}">
                <a16:creationId xmlns:a16="http://schemas.microsoft.com/office/drawing/2014/main" id="{12BB1AA4-A311-499F-80EC-485F43C2F3C3}"/>
              </a:ext>
            </a:extLst>
          </p:cNvPr>
          <p:cNvSpPr>
            <a:spLocks noGrp="1"/>
          </p:cNvSpPr>
          <p:nvPr/>
        </p:nvSpPr>
        <p:spPr>
          <a:xfrm>
            <a:off x="4067722" y="14361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4" name="9u7j_2_tuned_PredictedAtoms_4">
            <a:extLst>
              <a:ext uri="{FF2B5EF4-FFF2-40B4-BE49-F238E27FC236}">
                <a16:creationId xmlns:a16="http://schemas.microsoft.com/office/drawing/2014/main" id="{724EFB9B-E04D-4C91-9EE2-F86EB55A634F}"/>
              </a:ext>
            </a:extLst>
          </p:cNvPr>
          <p:cNvSpPr>
            <a:spLocks noGrp="1"/>
          </p:cNvSpPr>
          <p:nvPr/>
        </p:nvSpPr>
        <p:spPr>
          <a:xfrm>
            <a:off x="4117350" y="13018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5" name="9u7j_2_tuned_PredictedAtoms_5">
            <a:extLst>
              <a:ext uri="{FF2B5EF4-FFF2-40B4-BE49-F238E27FC236}">
                <a16:creationId xmlns:a16="http://schemas.microsoft.com/office/drawing/2014/main" id="{CC5E4FE3-7BE5-4E7F-B39C-7A2FAA835B37}"/>
              </a:ext>
            </a:extLst>
          </p:cNvPr>
          <p:cNvSpPr>
            <a:spLocks noGrp="1"/>
          </p:cNvSpPr>
          <p:nvPr/>
        </p:nvSpPr>
        <p:spPr>
          <a:xfrm>
            <a:off x="4098336" y="11538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6" name="9u7j_2_tuned_PredictedAtoms_6">
            <a:extLst>
              <a:ext uri="{FF2B5EF4-FFF2-40B4-BE49-F238E27FC236}">
                <a16:creationId xmlns:a16="http://schemas.microsoft.com/office/drawing/2014/main" id="{1B451427-5DA9-4DCF-8001-814EA4DD1FC8}"/>
              </a:ext>
            </a:extLst>
          </p:cNvPr>
          <p:cNvSpPr>
            <a:spLocks noGrp="1"/>
          </p:cNvSpPr>
          <p:nvPr/>
        </p:nvSpPr>
        <p:spPr>
          <a:xfrm>
            <a:off x="4226892" y="10839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7" name="9u7j_2_tuned_PredictedAtoms_7">
            <a:extLst>
              <a:ext uri="{FF2B5EF4-FFF2-40B4-BE49-F238E27FC236}">
                <a16:creationId xmlns:a16="http://schemas.microsoft.com/office/drawing/2014/main" id="{D6B7CE2B-F005-469C-8AD9-28351ED99090}"/>
              </a:ext>
            </a:extLst>
          </p:cNvPr>
          <p:cNvSpPr>
            <a:spLocks noGrp="1"/>
          </p:cNvSpPr>
          <p:nvPr/>
        </p:nvSpPr>
        <p:spPr>
          <a:xfrm>
            <a:off x="4258124" y="9408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8" name="9u7j_2_tuned_PredictedAtoms_8">
            <a:extLst>
              <a:ext uri="{FF2B5EF4-FFF2-40B4-BE49-F238E27FC236}">
                <a16:creationId xmlns:a16="http://schemas.microsoft.com/office/drawing/2014/main" id="{F9050AF0-D254-4840-809B-67E446FF4AC0}"/>
              </a:ext>
            </a:extLst>
          </p:cNvPr>
          <p:cNvSpPr>
            <a:spLocks noGrp="1"/>
          </p:cNvSpPr>
          <p:nvPr/>
        </p:nvSpPr>
        <p:spPr>
          <a:xfrm>
            <a:off x="4178579" y="10802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09" name="9u7j_2_tuned_PredictedAtoms_9">
            <a:extLst>
              <a:ext uri="{FF2B5EF4-FFF2-40B4-BE49-F238E27FC236}">
                <a16:creationId xmlns:a16="http://schemas.microsoft.com/office/drawing/2014/main" id="{296ECAB3-23B2-45B6-8874-27F458E2D6E9}"/>
              </a:ext>
            </a:extLst>
          </p:cNvPr>
          <p:cNvSpPr>
            <a:spLocks noGrp="1"/>
          </p:cNvSpPr>
          <p:nvPr/>
        </p:nvSpPr>
        <p:spPr>
          <a:xfrm>
            <a:off x="4361650" y="11948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0" name="9u7j_2_tuned_PredictedAtoms_10">
            <a:extLst>
              <a:ext uri="{FF2B5EF4-FFF2-40B4-BE49-F238E27FC236}">
                <a16:creationId xmlns:a16="http://schemas.microsoft.com/office/drawing/2014/main" id="{F0F6846E-BCAB-4B57-B8D3-9878706845B6}"/>
              </a:ext>
            </a:extLst>
          </p:cNvPr>
          <p:cNvSpPr>
            <a:spLocks noGrp="1"/>
          </p:cNvSpPr>
          <p:nvPr/>
        </p:nvSpPr>
        <p:spPr>
          <a:xfrm>
            <a:off x="4521063" y="11699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1" name="9u7j_2_tuned_PredictedAtoms_11">
            <a:extLst>
              <a:ext uri="{FF2B5EF4-FFF2-40B4-BE49-F238E27FC236}">
                <a16:creationId xmlns:a16="http://schemas.microsoft.com/office/drawing/2014/main" id="{989C09F4-67C9-4A5A-B810-67B64AAEE3C4}"/>
              </a:ext>
            </a:extLst>
          </p:cNvPr>
          <p:cNvSpPr>
            <a:spLocks noGrp="1"/>
          </p:cNvSpPr>
          <p:nvPr/>
        </p:nvSpPr>
        <p:spPr>
          <a:xfrm>
            <a:off x="4632971" y="12027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2" name="9u7j_2_tuned_PredictedAtoms_12">
            <a:extLst>
              <a:ext uri="{FF2B5EF4-FFF2-40B4-BE49-F238E27FC236}">
                <a16:creationId xmlns:a16="http://schemas.microsoft.com/office/drawing/2014/main" id="{3D44FF73-ADA4-4F4E-AF62-C47003D9F97C}"/>
              </a:ext>
            </a:extLst>
          </p:cNvPr>
          <p:cNvSpPr>
            <a:spLocks noGrp="1"/>
          </p:cNvSpPr>
          <p:nvPr/>
        </p:nvSpPr>
        <p:spPr>
          <a:xfrm>
            <a:off x="4536458" y="10123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3" name="9u7j_2_tuned_PredictedAtoms_13">
            <a:extLst>
              <a:ext uri="{FF2B5EF4-FFF2-40B4-BE49-F238E27FC236}">
                <a16:creationId xmlns:a16="http://schemas.microsoft.com/office/drawing/2014/main" id="{DCD13268-DCDE-4F09-BF61-5392E9F4AF14}"/>
              </a:ext>
            </a:extLst>
          </p:cNvPr>
          <p:cNvSpPr>
            <a:spLocks noGrp="1"/>
          </p:cNvSpPr>
          <p:nvPr/>
        </p:nvSpPr>
        <p:spPr>
          <a:xfrm>
            <a:off x="4540751" y="12715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4" name="9u7j_2_tuned_PredictedAtoms_14">
            <a:extLst>
              <a:ext uri="{FF2B5EF4-FFF2-40B4-BE49-F238E27FC236}">
                <a16:creationId xmlns:a16="http://schemas.microsoft.com/office/drawing/2014/main" id="{3A5D9560-1F5D-41CE-85BE-8AFEB3C70417}"/>
              </a:ext>
            </a:extLst>
          </p:cNvPr>
          <p:cNvSpPr>
            <a:spLocks noGrp="1"/>
          </p:cNvSpPr>
          <p:nvPr/>
        </p:nvSpPr>
        <p:spPr>
          <a:xfrm>
            <a:off x="4562216" y="12966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5" name="9u7j_2_tuned_PredictedAtoms_15">
            <a:extLst>
              <a:ext uri="{FF2B5EF4-FFF2-40B4-BE49-F238E27FC236}">
                <a16:creationId xmlns:a16="http://schemas.microsoft.com/office/drawing/2014/main" id="{56FED27F-34BD-4217-A32D-521AD03CD581}"/>
              </a:ext>
            </a:extLst>
          </p:cNvPr>
          <p:cNvSpPr>
            <a:spLocks noGrp="1"/>
          </p:cNvSpPr>
          <p:nvPr/>
        </p:nvSpPr>
        <p:spPr>
          <a:xfrm>
            <a:off x="4712405" y="127343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6" name="9u7j_2_tuned_PredictedAtoms_16">
            <a:extLst>
              <a:ext uri="{FF2B5EF4-FFF2-40B4-BE49-F238E27FC236}">
                <a16:creationId xmlns:a16="http://schemas.microsoft.com/office/drawing/2014/main" id="{75F24F8D-8BB7-47AF-AEB9-1AC08B3C14B3}"/>
              </a:ext>
            </a:extLst>
          </p:cNvPr>
          <p:cNvSpPr>
            <a:spLocks noGrp="1"/>
          </p:cNvSpPr>
          <p:nvPr/>
        </p:nvSpPr>
        <p:spPr>
          <a:xfrm>
            <a:off x="4786166" y="13947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7" name="9u7j_2_tuned_PredictedAtoms_17">
            <a:extLst>
              <a:ext uri="{FF2B5EF4-FFF2-40B4-BE49-F238E27FC236}">
                <a16:creationId xmlns:a16="http://schemas.microsoft.com/office/drawing/2014/main" id="{047F323C-ED2C-45B5-AD2A-37544A7A5F66}"/>
              </a:ext>
            </a:extLst>
          </p:cNvPr>
          <p:cNvSpPr>
            <a:spLocks noGrp="1"/>
          </p:cNvSpPr>
          <p:nvPr/>
        </p:nvSpPr>
        <p:spPr>
          <a:xfrm>
            <a:off x="4911358" y="13536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8" name="9u7j_2_tuned_PredictedAtoms_18">
            <a:extLst>
              <a:ext uri="{FF2B5EF4-FFF2-40B4-BE49-F238E27FC236}">
                <a16:creationId xmlns:a16="http://schemas.microsoft.com/office/drawing/2014/main" id="{968C6EFA-46BA-4297-B821-0B8057C49903}"/>
              </a:ext>
            </a:extLst>
          </p:cNvPr>
          <p:cNvSpPr>
            <a:spLocks noGrp="1"/>
          </p:cNvSpPr>
          <p:nvPr/>
        </p:nvSpPr>
        <p:spPr>
          <a:xfrm>
            <a:off x="4970781" y="14667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19" name="9u7j_2_tuned_PredictedAtoms_19">
            <a:extLst>
              <a:ext uri="{FF2B5EF4-FFF2-40B4-BE49-F238E27FC236}">
                <a16:creationId xmlns:a16="http://schemas.microsoft.com/office/drawing/2014/main" id="{A088E029-9D94-4F81-BC05-DAB09F0935C7}"/>
              </a:ext>
            </a:extLst>
          </p:cNvPr>
          <p:cNvSpPr>
            <a:spLocks noGrp="1"/>
          </p:cNvSpPr>
          <p:nvPr/>
        </p:nvSpPr>
        <p:spPr>
          <a:xfrm>
            <a:off x="4892075" y="152664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0" name="9u7j_2_tuned_PredictedAtoms_20">
            <a:extLst>
              <a:ext uri="{FF2B5EF4-FFF2-40B4-BE49-F238E27FC236}">
                <a16:creationId xmlns:a16="http://schemas.microsoft.com/office/drawing/2014/main" id="{B6182A26-3F70-44C5-BEA4-2B86EB173F9A}"/>
              </a:ext>
            </a:extLst>
          </p:cNvPr>
          <p:cNvSpPr>
            <a:spLocks noGrp="1"/>
          </p:cNvSpPr>
          <p:nvPr/>
        </p:nvSpPr>
        <p:spPr>
          <a:xfrm>
            <a:off x="4953122" y="16203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1" name="9u7j_2_tuned_PredictedAtoms_21">
            <a:extLst>
              <a:ext uri="{FF2B5EF4-FFF2-40B4-BE49-F238E27FC236}">
                <a16:creationId xmlns:a16="http://schemas.microsoft.com/office/drawing/2014/main" id="{B89B1003-A36B-45D2-9634-A927F736E0E3}"/>
              </a:ext>
            </a:extLst>
          </p:cNvPr>
          <p:cNvSpPr>
            <a:spLocks noGrp="1"/>
          </p:cNvSpPr>
          <p:nvPr/>
        </p:nvSpPr>
        <p:spPr>
          <a:xfrm>
            <a:off x="5097282" y="16663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2" name="9u7j_2_tuned_PredictedAtoms_22">
            <a:extLst>
              <a:ext uri="{FF2B5EF4-FFF2-40B4-BE49-F238E27FC236}">
                <a16:creationId xmlns:a16="http://schemas.microsoft.com/office/drawing/2014/main" id="{CD6B7DFD-4AB5-41FD-93BA-8786216BFFBB}"/>
              </a:ext>
            </a:extLst>
          </p:cNvPr>
          <p:cNvSpPr>
            <a:spLocks noGrp="1"/>
          </p:cNvSpPr>
          <p:nvPr/>
        </p:nvSpPr>
        <p:spPr>
          <a:xfrm>
            <a:off x="5161677" y="17511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3" name="9u7j_2_tuned_PredictedAtoms_23">
            <a:extLst>
              <a:ext uri="{FF2B5EF4-FFF2-40B4-BE49-F238E27FC236}">
                <a16:creationId xmlns:a16="http://schemas.microsoft.com/office/drawing/2014/main" id="{4C0EA576-AFDC-446A-82F4-4A3ED77CF27C}"/>
              </a:ext>
            </a:extLst>
          </p:cNvPr>
          <p:cNvSpPr>
            <a:spLocks noGrp="1"/>
          </p:cNvSpPr>
          <p:nvPr/>
        </p:nvSpPr>
        <p:spPr>
          <a:xfrm>
            <a:off x="5165298" y="16079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4" name="9u7j_2_tuned_PredictedAtoms_24">
            <a:extLst>
              <a:ext uri="{FF2B5EF4-FFF2-40B4-BE49-F238E27FC236}">
                <a16:creationId xmlns:a16="http://schemas.microsoft.com/office/drawing/2014/main" id="{55C87FA2-CFED-478A-BED2-07482098C225}"/>
              </a:ext>
            </a:extLst>
          </p:cNvPr>
          <p:cNvSpPr>
            <a:spLocks noGrp="1"/>
          </p:cNvSpPr>
          <p:nvPr/>
        </p:nvSpPr>
        <p:spPr>
          <a:xfrm>
            <a:off x="5111112" y="15153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5" name="9u7j_2_tuned_PredictedAtoms_25">
            <a:extLst>
              <a:ext uri="{FF2B5EF4-FFF2-40B4-BE49-F238E27FC236}">
                <a16:creationId xmlns:a16="http://schemas.microsoft.com/office/drawing/2014/main" id="{A61FF6C5-BD64-4612-9192-62A17CB26DB8}"/>
              </a:ext>
            </a:extLst>
          </p:cNvPr>
          <p:cNvSpPr>
            <a:spLocks noGrp="1"/>
          </p:cNvSpPr>
          <p:nvPr/>
        </p:nvSpPr>
        <p:spPr>
          <a:xfrm>
            <a:off x="5194340" y="14778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6" name="9u7j_2_tuned_PredictedAtoms_26">
            <a:extLst>
              <a:ext uri="{FF2B5EF4-FFF2-40B4-BE49-F238E27FC236}">
                <a16:creationId xmlns:a16="http://schemas.microsoft.com/office/drawing/2014/main" id="{95004382-7D75-4CB7-A0F6-F20C98F2F259}"/>
              </a:ext>
            </a:extLst>
          </p:cNvPr>
          <p:cNvSpPr>
            <a:spLocks noGrp="1"/>
          </p:cNvSpPr>
          <p:nvPr/>
        </p:nvSpPr>
        <p:spPr>
          <a:xfrm>
            <a:off x="4875376" y="12022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7" name="9u7j_2_tuned_PredictedAtoms_27">
            <a:extLst>
              <a:ext uri="{FF2B5EF4-FFF2-40B4-BE49-F238E27FC236}">
                <a16:creationId xmlns:a16="http://schemas.microsoft.com/office/drawing/2014/main" id="{BB23A688-2970-48AB-B4D2-32C52BC267F9}"/>
              </a:ext>
            </a:extLst>
          </p:cNvPr>
          <p:cNvSpPr>
            <a:spLocks noGrp="1"/>
          </p:cNvSpPr>
          <p:nvPr/>
        </p:nvSpPr>
        <p:spPr>
          <a:xfrm>
            <a:off x="4984653" y="11010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8" name="9u7j_2_tuned_PredictedAtoms_28">
            <a:extLst>
              <a:ext uri="{FF2B5EF4-FFF2-40B4-BE49-F238E27FC236}">
                <a16:creationId xmlns:a16="http://schemas.microsoft.com/office/drawing/2014/main" id="{0D679C36-16C2-49B7-B102-9BC2CD69CD3B}"/>
              </a:ext>
            </a:extLst>
          </p:cNvPr>
          <p:cNvSpPr>
            <a:spLocks noGrp="1"/>
          </p:cNvSpPr>
          <p:nvPr/>
        </p:nvSpPr>
        <p:spPr>
          <a:xfrm>
            <a:off x="4765481" y="11436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29" name="9u7j_2_tuned_PredictedAtoms_29">
            <a:extLst>
              <a:ext uri="{FF2B5EF4-FFF2-40B4-BE49-F238E27FC236}">
                <a16:creationId xmlns:a16="http://schemas.microsoft.com/office/drawing/2014/main" id="{A8A7BCCC-E7B1-4DB2-9CC1-3A71ABD77803}"/>
              </a:ext>
            </a:extLst>
          </p:cNvPr>
          <p:cNvSpPr>
            <a:spLocks noGrp="1"/>
          </p:cNvSpPr>
          <p:nvPr/>
        </p:nvSpPr>
        <p:spPr>
          <a:xfrm>
            <a:off x="4837497" y="10355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0" name="9u7j_2_tuned_PredictedAtoms_30">
            <a:extLst>
              <a:ext uri="{FF2B5EF4-FFF2-40B4-BE49-F238E27FC236}">
                <a16:creationId xmlns:a16="http://schemas.microsoft.com/office/drawing/2014/main" id="{0F475128-91BC-4638-A2F4-E5F0B065A32A}"/>
              </a:ext>
            </a:extLst>
          </p:cNvPr>
          <p:cNvSpPr>
            <a:spLocks noGrp="1"/>
          </p:cNvSpPr>
          <p:nvPr/>
        </p:nvSpPr>
        <p:spPr>
          <a:xfrm>
            <a:off x="4081718" y="13104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1" name="9u7j_2_tuned_PredictedAtoms_31">
            <a:extLst>
              <a:ext uri="{FF2B5EF4-FFF2-40B4-BE49-F238E27FC236}">
                <a16:creationId xmlns:a16="http://schemas.microsoft.com/office/drawing/2014/main" id="{036A18E1-2679-4368-994A-E350BEA1B6B3}"/>
              </a:ext>
            </a:extLst>
          </p:cNvPr>
          <p:cNvSpPr>
            <a:spLocks noGrp="1"/>
          </p:cNvSpPr>
          <p:nvPr/>
        </p:nvSpPr>
        <p:spPr>
          <a:xfrm>
            <a:off x="4046264" y="11728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2" name="9u7j_2_tuned_PredictedAtoms_32">
            <a:extLst>
              <a:ext uri="{FF2B5EF4-FFF2-40B4-BE49-F238E27FC236}">
                <a16:creationId xmlns:a16="http://schemas.microsoft.com/office/drawing/2014/main" id="{7B7B5B41-5D0B-4A35-914D-820D65BB631F}"/>
              </a:ext>
            </a:extLst>
          </p:cNvPr>
          <p:cNvSpPr>
            <a:spLocks noGrp="1"/>
          </p:cNvSpPr>
          <p:nvPr/>
        </p:nvSpPr>
        <p:spPr>
          <a:xfrm>
            <a:off x="4196310" y="1402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3" name="9u7j_2_tuned_PredictedAtoms_33">
            <a:extLst>
              <a:ext uri="{FF2B5EF4-FFF2-40B4-BE49-F238E27FC236}">
                <a16:creationId xmlns:a16="http://schemas.microsoft.com/office/drawing/2014/main" id="{B328F9B7-371F-4FEF-A370-B0216B50E2D6}"/>
              </a:ext>
            </a:extLst>
          </p:cNvPr>
          <p:cNvSpPr>
            <a:spLocks noGrp="1"/>
          </p:cNvSpPr>
          <p:nvPr/>
        </p:nvSpPr>
        <p:spPr>
          <a:xfrm>
            <a:off x="4179599" y="14579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4" name="9u7j_2_tuned_PredictedAtoms_34">
            <a:extLst>
              <a:ext uri="{FF2B5EF4-FFF2-40B4-BE49-F238E27FC236}">
                <a16:creationId xmlns:a16="http://schemas.microsoft.com/office/drawing/2014/main" id="{31934657-25AB-4147-A59C-14312D8D5AA1}"/>
              </a:ext>
            </a:extLst>
          </p:cNvPr>
          <p:cNvSpPr>
            <a:spLocks noGrp="1"/>
          </p:cNvSpPr>
          <p:nvPr/>
        </p:nvSpPr>
        <p:spPr>
          <a:xfrm>
            <a:off x="4238939" y="15201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5" name="9u7j_2_tuned_PredictedAtoms_35">
            <a:extLst>
              <a:ext uri="{FF2B5EF4-FFF2-40B4-BE49-F238E27FC236}">
                <a16:creationId xmlns:a16="http://schemas.microsoft.com/office/drawing/2014/main" id="{5EC27C50-CD63-4122-9349-337E6C67DE8E}"/>
              </a:ext>
            </a:extLst>
          </p:cNvPr>
          <p:cNvSpPr>
            <a:spLocks noGrp="1"/>
          </p:cNvSpPr>
          <p:nvPr/>
        </p:nvSpPr>
        <p:spPr>
          <a:xfrm>
            <a:off x="4301453" y="16358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236" name="stage3-cases-clash_9">
            <a:extLst>
              <a:ext uri="{FF2B5EF4-FFF2-40B4-BE49-F238E27FC236}">
                <a16:creationId xmlns:a16="http://schemas.microsoft.com/office/drawing/2014/main" id="{83307C2F-3E0F-4841-891E-EDECD0F3F93C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0.90 Å   D 89%   Clash 0</a:t>
            </a:r>
          </a:p>
        </p:txBody>
      </p:sp>
      <p:sp>
        <p:nvSpPr>
          <p:cNvPr id="237" name="9u7j_2_build_Receptor">
            <a:extLst>
              <a:ext uri="{FF2B5EF4-FFF2-40B4-BE49-F238E27FC236}">
                <a16:creationId xmlns:a16="http://schemas.microsoft.com/office/drawing/2014/main" id="{BCB0A36C-85C7-40DA-B9B0-E507B251BEA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538" y="1303276"/>
                </a:moveTo>
                <a:lnTo>
                  <a:pt x="2041222" y="1273854"/>
                </a:lnTo>
                <a:moveTo>
                  <a:pt x="1179660" y="1201370"/>
                </a:moveTo>
                <a:lnTo>
                  <a:pt x="1063007" y="1261819"/>
                </a:lnTo>
                <a:moveTo>
                  <a:pt x="2041222" y="1273854"/>
                </a:moveTo>
                <a:lnTo>
                  <a:pt x="2012268" y="1137804"/>
                </a:lnTo>
                <a:moveTo>
                  <a:pt x="1171176" y="945216"/>
                </a:moveTo>
                <a:lnTo>
                  <a:pt x="1190691" y="1055187"/>
                </a:lnTo>
                <a:moveTo>
                  <a:pt x="1190691" y="1055187"/>
                </a:moveTo>
                <a:lnTo>
                  <a:pt x="1179660" y="1201370"/>
                </a:lnTo>
                <a:moveTo>
                  <a:pt x="2023601" y="648035"/>
                </a:moveTo>
                <a:lnTo>
                  <a:pt x="2071219" y="722948"/>
                </a:lnTo>
                <a:moveTo>
                  <a:pt x="2012268" y="1137804"/>
                </a:moveTo>
                <a:lnTo>
                  <a:pt x="2002509" y="1111405"/>
                </a:lnTo>
                <a:moveTo>
                  <a:pt x="1190691" y="1055187"/>
                </a:moveTo>
                <a:lnTo>
                  <a:pt x="1080669" y="1038536"/>
                </a:lnTo>
                <a:moveTo>
                  <a:pt x="2023601" y="648035"/>
                </a:moveTo>
                <a:lnTo>
                  <a:pt x="1957038" y="525232"/>
                </a:lnTo>
                <a:moveTo>
                  <a:pt x="2043987" y="698159"/>
                </a:moveTo>
                <a:lnTo>
                  <a:pt x="2023601" y="648035"/>
                </a:lnTo>
                <a:moveTo>
                  <a:pt x="2002509" y="1111405"/>
                </a:moveTo>
                <a:lnTo>
                  <a:pt x="2020914" y="1221864"/>
                </a:lnTo>
                <a:moveTo>
                  <a:pt x="1080669" y="1038536"/>
                </a:moveTo>
                <a:lnTo>
                  <a:pt x="1117232" y="922186"/>
                </a:lnTo>
                <a:moveTo>
                  <a:pt x="1117232" y="922186"/>
                </a:moveTo>
                <a:lnTo>
                  <a:pt x="1080697" y="781790"/>
                </a:lnTo>
                <a:moveTo>
                  <a:pt x="1080697" y="781790"/>
                </a:moveTo>
                <a:lnTo>
                  <a:pt x="1134182" y="706499"/>
                </a:lnTo>
                <a:moveTo>
                  <a:pt x="1995484" y="627136"/>
                </a:moveTo>
                <a:lnTo>
                  <a:pt x="2043987" y="698159"/>
                </a:lnTo>
                <a:moveTo>
                  <a:pt x="2020914" y="1221864"/>
                </a:moveTo>
                <a:lnTo>
                  <a:pt x="2011597" y="1196297"/>
                </a:lnTo>
                <a:moveTo>
                  <a:pt x="1117232" y="922186"/>
                </a:moveTo>
                <a:lnTo>
                  <a:pt x="1199453" y="935675"/>
                </a:lnTo>
                <a:moveTo>
                  <a:pt x="2108312" y="529309"/>
                </a:moveTo>
                <a:lnTo>
                  <a:pt x="1995484" y="627136"/>
                </a:lnTo>
                <a:moveTo>
                  <a:pt x="1134182" y="706499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07623" y="798823"/>
                </a:lnTo>
                <a:moveTo>
                  <a:pt x="1199453" y="935675"/>
                </a:moveTo>
                <a:lnTo>
                  <a:pt x="1266525" y="1050036"/>
                </a:lnTo>
                <a:moveTo>
                  <a:pt x="2059903" y="467063"/>
                </a:moveTo>
                <a:lnTo>
                  <a:pt x="2108312" y="529309"/>
                </a:lnTo>
                <a:moveTo>
                  <a:pt x="1207623" y="798823"/>
                </a:moveTo>
                <a:lnTo>
                  <a:pt x="1280136" y="773289"/>
                </a:lnTo>
                <a:moveTo>
                  <a:pt x="1266525" y="1050036"/>
                </a:moveTo>
                <a:lnTo>
                  <a:pt x="1338093" y="1024635"/>
                </a:lnTo>
                <a:moveTo>
                  <a:pt x="2212311" y="250474"/>
                </a:moveTo>
                <a:lnTo>
                  <a:pt x="2332548" y="242736"/>
                </a:lnTo>
                <a:moveTo>
                  <a:pt x="2173789" y="374606"/>
                </a:moveTo>
                <a:lnTo>
                  <a:pt x="2212311" y="250474"/>
                </a:lnTo>
                <a:moveTo>
                  <a:pt x="1280136" y="773289"/>
                </a:moveTo>
                <a:lnTo>
                  <a:pt x="1344406" y="887417"/>
                </a:lnTo>
                <a:moveTo>
                  <a:pt x="1338093" y="1024635"/>
                </a:moveTo>
                <a:lnTo>
                  <a:pt x="1344406" y="887417"/>
                </a:lnTo>
                <a:moveTo>
                  <a:pt x="2173789" y="374606"/>
                </a:moveTo>
                <a:lnTo>
                  <a:pt x="2059903" y="467063"/>
                </a:lnTo>
                <a:moveTo>
                  <a:pt x="2126389" y="326751"/>
                </a:moveTo>
                <a:lnTo>
                  <a:pt x="2173789" y="374606"/>
                </a:lnTo>
                <a:moveTo>
                  <a:pt x="2202384" y="361121"/>
                </a:moveTo>
                <a:lnTo>
                  <a:pt x="2126389" y="326751"/>
                </a:lnTo>
                <a:moveTo>
                  <a:pt x="2202384" y="361121"/>
                </a:moveTo>
                <a:lnTo>
                  <a:pt x="2310315" y="436872"/>
                </a:lnTo>
                <a:moveTo>
                  <a:pt x="997728" y="1246236"/>
                </a:moveTo>
                <a:lnTo>
                  <a:pt x="1089122" y="1151326"/>
                </a:lnTo>
                <a:moveTo>
                  <a:pt x="997728" y="1246236"/>
                </a:moveTo>
                <a:lnTo>
                  <a:pt x="866625" y="1221290"/>
                </a:lnTo>
                <a:moveTo>
                  <a:pt x="2148157" y="302247"/>
                </a:moveTo>
                <a:lnTo>
                  <a:pt x="2202384" y="361121"/>
                </a:lnTo>
                <a:moveTo>
                  <a:pt x="519974" y="1149259"/>
                </a:moveTo>
                <a:lnTo>
                  <a:pt x="494634" y="994675"/>
                </a:lnTo>
                <a:moveTo>
                  <a:pt x="2148157" y="302247"/>
                </a:moveTo>
                <a:lnTo>
                  <a:pt x="2243508" y="178306"/>
                </a:lnTo>
                <a:moveTo>
                  <a:pt x="2143511" y="414914"/>
                </a:moveTo>
                <a:lnTo>
                  <a:pt x="2148157" y="302247"/>
                </a:lnTo>
                <a:moveTo>
                  <a:pt x="612699" y="1171172"/>
                </a:moveTo>
                <a:lnTo>
                  <a:pt x="519974" y="1149259"/>
                </a:lnTo>
                <a:moveTo>
                  <a:pt x="2025724" y="443385"/>
                </a:moveTo>
                <a:lnTo>
                  <a:pt x="2143511" y="414914"/>
                </a:lnTo>
                <a:moveTo>
                  <a:pt x="431587" y="470927"/>
                </a:moveTo>
                <a:lnTo>
                  <a:pt x="316363" y="552704"/>
                </a:lnTo>
                <a:moveTo>
                  <a:pt x="612699" y="1171172"/>
                </a:moveTo>
                <a:lnTo>
                  <a:pt x="744326" y="1077286"/>
                </a:lnTo>
                <a:moveTo>
                  <a:pt x="2025724" y="443385"/>
                </a:moveTo>
                <a:lnTo>
                  <a:pt x="1911133" y="380678"/>
                </a:lnTo>
                <a:moveTo>
                  <a:pt x="655521" y="1330149"/>
                </a:moveTo>
                <a:lnTo>
                  <a:pt x="612699" y="1171172"/>
                </a:lnTo>
                <a:moveTo>
                  <a:pt x="345519" y="677707"/>
                </a:moveTo>
                <a:lnTo>
                  <a:pt x="316363" y="552704"/>
                </a:lnTo>
                <a:moveTo>
                  <a:pt x="533661" y="538956"/>
                </a:moveTo>
                <a:lnTo>
                  <a:pt x="431587" y="470927"/>
                </a:lnTo>
                <a:moveTo>
                  <a:pt x="1234860" y="1078297"/>
                </a:moveTo>
                <a:lnTo>
                  <a:pt x="1222748" y="963058"/>
                </a:lnTo>
                <a:moveTo>
                  <a:pt x="2037448" y="559780"/>
                </a:moveTo>
                <a:lnTo>
                  <a:pt x="2025724" y="443385"/>
                </a:lnTo>
                <a:moveTo>
                  <a:pt x="482543" y="669535"/>
                </a:moveTo>
                <a:lnTo>
                  <a:pt x="345519" y="677707"/>
                </a:lnTo>
                <a:moveTo>
                  <a:pt x="482543" y="669535"/>
                </a:moveTo>
                <a:lnTo>
                  <a:pt x="533661" y="538956"/>
                </a:lnTo>
                <a:moveTo>
                  <a:pt x="1234860" y="1078297"/>
                </a:moveTo>
                <a:lnTo>
                  <a:pt x="1119498" y="1155312"/>
                </a:lnTo>
                <a:moveTo>
                  <a:pt x="2037448" y="559780"/>
                </a:moveTo>
                <a:lnTo>
                  <a:pt x="1957599" y="694320"/>
                </a:lnTo>
                <a:moveTo>
                  <a:pt x="1362035" y="1116369"/>
                </a:moveTo>
                <a:lnTo>
                  <a:pt x="1234860" y="1078297"/>
                </a:lnTo>
                <a:moveTo>
                  <a:pt x="1957599" y="694320"/>
                </a:moveTo>
                <a:lnTo>
                  <a:pt x="1947377" y="819213"/>
                </a:lnTo>
                <a:moveTo>
                  <a:pt x="1947377" y="819213"/>
                </a:moveTo>
                <a:lnTo>
                  <a:pt x="1953578" y="957170"/>
                </a:lnTo>
                <a:moveTo>
                  <a:pt x="571875" y="773724"/>
                </a:moveTo>
                <a:lnTo>
                  <a:pt x="482543" y="669535"/>
                </a:lnTo>
                <a:moveTo>
                  <a:pt x="1386216" y="1241118"/>
                </a:moveTo>
                <a:lnTo>
                  <a:pt x="1362035" y="1116369"/>
                </a:lnTo>
                <a:moveTo>
                  <a:pt x="1978091" y="506393"/>
                </a:moveTo>
                <a:lnTo>
                  <a:pt x="2037448" y="559780"/>
                </a:lnTo>
                <a:moveTo>
                  <a:pt x="1947377" y="819213"/>
                </a:moveTo>
                <a:lnTo>
                  <a:pt x="1809990" y="813888"/>
                </a:lnTo>
                <a:moveTo>
                  <a:pt x="1526093" y="1229971"/>
                </a:moveTo>
                <a:lnTo>
                  <a:pt x="1386216" y="1241118"/>
                </a:lnTo>
                <a:moveTo>
                  <a:pt x="593808" y="732868"/>
                </a:moveTo>
                <a:lnTo>
                  <a:pt x="571875" y="773724"/>
                </a:lnTo>
                <a:moveTo>
                  <a:pt x="593808" y="732868"/>
                </a:moveTo>
                <a:lnTo>
                  <a:pt x="671094" y="590415"/>
                </a:lnTo>
                <a:moveTo>
                  <a:pt x="456067" y="726345"/>
                </a:moveTo>
                <a:lnTo>
                  <a:pt x="593808" y="732868"/>
                </a:lnTo>
                <a:moveTo>
                  <a:pt x="671094" y="590415"/>
                </a:moveTo>
                <a:lnTo>
                  <a:pt x="629523" y="502439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38" name="9u7j_2_build_ExperimentalDensity">
            <a:extLst>
              <a:ext uri="{FF2B5EF4-FFF2-40B4-BE49-F238E27FC236}">
                <a16:creationId xmlns:a16="http://schemas.microsoft.com/office/drawing/2014/main" id="{27C27B5F-F194-4654-BF4D-4E5F9044A9E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9773" y="471855"/>
                </a:moveTo>
                <a:lnTo>
                  <a:pt x="937249" y="424790"/>
                </a:lnTo>
                <a:moveTo>
                  <a:pt x="937249" y="424790"/>
                </a:moveTo>
                <a:lnTo>
                  <a:pt x="838174" y="404356"/>
                </a:lnTo>
                <a:moveTo>
                  <a:pt x="937249" y="424790"/>
                </a:moveTo>
                <a:lnTo>
                  <a:pt x="823732" y="500904"/>
                </a:lnTo>
                <a:moveTo>
                  <a:pt x="929773" y="471855"/>
                </a:moveTo>
                <a:lnTo>
                  <a:pt x="823732" y="500904"/>
                </a:lnTo>
                <a:moveTo>
                  <a:pt x="923222" y="554807"/>
                </a:moveTo>
                <a:lnTo>
                  <a:pt x="822268" y="519434"/>
                </a:lnTo>
                <a:moveTo>
                  <a:pt x="838174" y="404356"/>
                </a:moveTo>
                <a:lnTo>
                  <a:pt x="823732" y="500904"/>
                </a:lnTo>
                <a:moveTo>
                  <a:pt x="823732" y="500904"/>
                </a:moveTo>
                <a:lnTo>
                  <a:pt x="819921" y="515873"/>
                </a:lnTo>
                <a:moveTo>
                  <a:pt x="867411" y="306755"/>
                </a:moveTo>
                <a:lnTo>
                  <a:pt x="937249" y="424790"/>
                </a:lnTo>
                <a:moveTo>
                  <a:pt x="812136" y="511251"/>
                </a:moveTo>
                <a:lnTo>
                  <a:pt x="838174" y="404356"/>
                </a:lnTo>
                <a:moveTo>
                  <a:pt x="822268" y="519434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19921" y="515873"/>
                </a:lnTo>
                <a:moveTo>
                  <a:pt x="812136" y="511251"/>
                </a:moveTo>
                <a:lnTo>
                  <a:pt x="823732" y="500904"/>
                </a:lnTo>
                <a:moveTo>
                  <a:pt x="822268" y="519434"/>
                </a:moveTo>
                <a:lnTo>
                  <a:pt x="812136" y="511251"/>
                </a:lnTo>
                <a:moveTo>
                  <a:pt x="867411" y="306755"/>
                </a:moveTo>
                <a:lnTo>
                  <a:pt x="838174" y="404356"/>
                </a:lnTo>
                <a:moveTo>
                  <a:pt x="1372873" y="328155"/>
                </a:moveTo>
                <a:lnTo>
                  <a:pt x="1305525" y="372853"/>
                </a:lnTo>
                <a:moveTo>
                  <a:pt x="1884914" y="918501"/>
                </a:moveTo>
                <a:lnTo>
                  <a:pt x="1899426" y="818439"/>
                </a:lnTo>
                <a:moveTo>
                  <a:pt x="838174" y="404356"/>
                </a:moveTo>
                <a:lnTo>
                  <a:pt x="750273" y="372786"/>
                </a:lnTo>
                <a:moveTo>
                  <a:pt x="1429847" y="317242"/>
                </a:moveTo>
                <a:lnTo>
                  <a:pt x="1372873" y="328155"/>
                </a:lnTo>
                <a:moveTo>
                  <a:pt x="1870360" y="924565"/>
                </a:moveTo>
                <a:lnTo>
                  <a:pt x="1899426" y="818439"/>
                </a:lnTo>
                <a:moveTo>
                  <a:pt x="1884914" y="918501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2751" y="928383"/>
                </a:lnTo>
                <a:moveTo>
                  <a:pt x="1891244" y="928058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795052" y="803283"/>
                </a:lnTo>
                <a:moveTo>
                  <a:pt x="1883608" y="935029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2751" y="928383"/>
                </a:lnTo>
                <a:moveTo>
                  <a:pt x="1870360" y="924565"/>
                </a:moveTo>
                <a:lnTo>
                  <a:pt x="1884914" y="918501"/>
                </a:lnTo>
                <a:moveTo>
                  <a:pt x="1891244" y="928058"/>
                </a:moveTo>
                <a:lnTo>
                  <a:pt x="1883608" y="935029"/>
                </a:lnTo>
                <a:moveTo>
                  <a:pt x="1450067" y="215224"/>
                </a:moveTo>
                <a:lnTo>
                  <a:pt x="1372873" y="328155"/>
                </a:lnTo>
                <a:moveTo>
                  <a:pt x="952717" y="540257"/>
                </a:moveTo>
                <a:lnTo>
                  <a:pt x="923222" y="554807"/>
                </a:lnTo>
                <a:moveTo>
                  <a:pt x="736200" y="480139"/>
                </a:moveTo>
                <a:lnTo>
                  <a:pt x="838174" y="404356"/>
                </a:lnTo>
                <a:moveTo>
                  <a:pt x="1883608" y="935029"/>
                </a:moveTo>
                <a:lnTo>
                  <a:pt x="1870360" y="924565"/>
                </a:lnTo>
                <a:moveTo>
                  <a:pt x="761734" y="331197"/>
                </a:moveTo>
                <a:lnTo>
                  <a:pt x="838174" y="404356"/>
                </a:lnTo>
                <a:moveTo>
                  <a:pt x="2020999" y="816454"/>
                </a:moveTo>
                <a:lnTo>
                  <a:pt x="1899426" y="818439"/>
                </a:lnTo>
                <a:moveTo>
                  <a:pt x="822268" y="519434"/>
                </a:moveTo>
                <a:lnTo>
                  <a:pt x="736200" y="480139"/>
                </a:lnTo>
                <a:moveTo>
                  <a:pt x="736200" y="480139"/>
                </a:moveTo>
                <a:lnTo>
                  <a:pt x="812136" y="511251"/>
                </a:lnTo>
                <a:moveTo>
                  <a:pt x="1305525" y="372853"/>
                </a:moveTo>
                <a:lnTo>
                  <a:pt x="1186823" y="414418"/>
                </a:lnTo>
                <a:moveTo>
                  <a:pt x="2004705" y="926020"/>
                </a:moveTo>
                <a:lnTo>
                  <a:pt x="1899426" y="818439"/>
                </a:lnTo>
                <a:moveTo>
                  <a:pt x="952717" y="540257"/>
                </a:moveTo>
                <a:lnTo>
                  <a:pt x="822268" y="519434"/>
                </a:lnTo>
                <a:moveTo>
                  <a:pt x="2004705" y="926020"/>
                </a:moveTo>
                <a:lnTo>
                  <a:pt x="1884914" y="918501"/>
                </a:lnTo>
                <a:moveTo>
                  <a:pt x="1899426" y="818439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899426" y="818439"/>
                </a:lnTo>
                <a:moveTo>
                  <a:pt x="2004705" y="926020"/>
                </a:moveTo>
                <a:lnTo>
                  <a:pt x="1891244" y="928058"/>
                </a:lnTo>
                <a:moveTo>
                  <a:pt x="1795052" y="803283"/>
                </a:moveTo>
                <a:lnTo>
                  <a:pt x="1709755" y="675790"/>
                </a:lnTo>
                <a:moveTo>
                  <a:pt x="1264313" y="412635"/>
                </a:moveTo>
                <a:lnTo>
                  <a:pt x="1305525" y="372853"/>
                </a:lnTo>
                <a:moveTo>
                  <a:pt x="1441124" y="328464"/>
                </a:moveTo>
                <a:lnTo>
                  <a:pt x="1372873" y="328155"/>
                </a:lnTo>
                <a:moveTo>
                  <a:pt x="1883608" y="935029"/>
                </a:moveTo>
                <a:lnTo>
                  <a:pt x="1786025" y="905608"/>
                </a:lnTo>
                <a:moveTo>
                  <a:pt x="1786025" y="905608"/>
                </a:moveTo>
                <a:lnTo>
                  <a:pt x="1870360" y="924565"/>
                </a:lnTo>
                <a:moveTo>
                  <a:pt x="1264313" y="412635"/>
                </a:moveTo>
                <a:lnTo>
                  <a:pt x="1186823" y="414418"/>
                </a:lnTo>
                <a:moveTo>
                  <a:pt x="1795052" y="803283"/>
                </a:moveTo>
                <a:lnTo>
                  <a:pt x="1692421" y="786392"/>
                </a:lnTo>
                <a:moveTo>
                  <a:pt x="1795052" y="803283"/>
                </a:moveTo>
                <a:lnTo>
                  <a:pt x="1823424" y="681682"/>
                </a:lnTo>
                <a:moveTo>
                  <a:pt x="1786025" y="905608"/>
                </a:moveTo>
                <a:lnTo>
                  <a:pt x="1795052" y="803283"/>
                </a:lnTo>
                <a:moveTo>
                  <a:pt x="1450067" y="215224"/>
                </a:moveTo>
                <a:lnTo>
                  <a:pt x="1429847" y="317242"/>
                </a:lnTo>
                <a:moveTo>
                  <a:pt x="1308398" y="412431"/>
                </a:moveTo>
                <a:lnTo>
                  <a:pt x="1305525" y="372853"/>
                </a:lnTo>
                <a:moveTo>
                  <a:pt x="2004705" y="926020"/>
                </a:moveTo>
                <a:lnTo>
                  <a:pt x="2020999" y="816454"/>
                </a:lnTo>
                <a:moveTo>
                  <a:pt x="867411" y="306755"/>
                </a:moveTo>
                <a:lnTo>
                  <a:pt x="761734" y="331197"/>
                </a:lnTo>
                <a:moveTo>
                  <a:pt x="2036814" y="813963"/>
                </a:moveTo>
                <a:lnTo>
                  <a:pt x="2020999" y="816454"/>
                </a:lnTo>
                <a:moveTo>
                  <a:pt x="1450067" y="215224"/>
                </a:moveTo>
                <a:lnTo>
                  <a:pt x="1442426" y="201344"/>
                </a:lnTo>
                <a:moveTo>
                  <a:pt x="2036814" y="813963"/>
                </a:moveTo>
                <a:lnTo>
                  <a:pt x="2004705" y="926020"/>
                </a:lnTo>
                <a:moveTo>
                  <a:pt x="1692421" y="786392"/>
                </a:moveTo>
                <a:lnTo>
                  <a:pt x="1709755" y="675790"/>
                </a:lnTo>
                <a:moveTo>
                  <a:pt x="846668" y="569405"/>
                </a:moveTo>
                <a:lnTo>
                  <a:pt x="822268" y="519434"/>
                </a:lnTo>
                <a:moveTo>
                  <a:pt x="1823424" y="681682"/>
                </a:moveTo>
                <a:lnTo>
                  <a:pt x="1709755" y="675790"/>
                </a:lnTo>
                <a:moveTo>
                  <a:pt x="1473303" y="309148"/>
                </a:moveTo>
                <a:lnTo>
                  <a:pt x="1429847" y="317242"/>
                </a:lnTo>
                <a:moveTo>
                  <a:pt x="1196840" y="435373"/>
                </a:moveTo>
                <a:lnTo>
                  <a:pt x="1186823" y="414418"/>
                </a:lnTo>
                <a:moveTo>
                  <a:pt x="1786025" y="905608"/>
                </a:moveTo>
                <a:lnTo>
                  <a:pt x="1692421" y="786392"/>
                </a:lnTo>
                <a:moveTo>
                  <a:pt x="1401950" y="399852"/>
                </a:moveTo>
                <a:lnTo>
                  <a:pt x="1372873" y="328155"/>
                </a:lnTo>
                <a:moveTo>
                  <a:pt x="736200" y="480139"/>
                </a:moveTo>
                <a:lnTo>
                  <a:pt x="750273" y="372786"/>
                </a:lnTo>
                <a:moveTo>
                  <a:pt x="1308398" y="412431"/>
                </a:moveTo>
                <a:lnTo>
                  <a:pt x="1264313" y="412635"/>
                </a:lnTo>
                <a:moveTo>
                  <a:pt x="761734" y="331197"/>
                </a:moveTo>
                <a:lnTo>
                  <a:pt x="750273" y="372786"/>
                </a:lnTo>
                <a:moveTo>
                  <a:pt x="747393" y="512777"/>
                </a:moveTo>
                <a:lnTo>
                  <a:pt x="822268" y="519434"/>
                </a:lnTo>
                <a:moveTo>
                  <a:pt x="1001996" y="507203"/>
                </a:moveTo>
                <a:lnTo>
                  <a:pt x="952717" y="540257"/>
                </a:lnTo>
                <a:moveTo>
                  <a:pt x="1441124" y="328464"/>
                </a:moveTo>
                <a:lnTo>
                  <a:pt x="1429847" y="317242"/>
                </a:lnTo>
                <a:moveTo>
                  <a:pt x="2011959" y="982407"/>
                </a:moveTo>
                <a:lnTo>
                  <a:pt x="1891244" y="928058"/>
                </a:lnTo>
                <a:moveTo>
                  <a:pt x="2042491" y="917552"/>
                </a:moveTo>
                <a:lnTo>
                  <a:pt x="2004705" y="926020"/>
                </a:lnTo>
                <a:moveTo>
                  <a:pt x="1264313" y="412635"/>
                </a:moveTo>
                <a:lnTo>
                  <a:pt x="1196840" y="435373"/>
                </a:lnTo>
                <a:moveTo>
                  <a:pt x="731411" y="359303"/>
                </a:moveTo>
                <a:lnTo>
                  <a:pt x="750273" y="372786"/>
                </a:lnTo>
                <a:moveTo>
                  <a:pt x="2042491" y="917552"/>
                </a:moveTo>
                <a:lnTo>
                  <a:pt x="2036814" y="813963"/>
                </a:lnTo>
                <a:moveTo>
                  <a:pt x="1897188" y="1007326"/>
                </a:moveTo>
                <a:lnTo>
                  <a:pt x="1883608" y="935029"/>
                </a:lnTo>
                <a:moveTo>
                  <a:pt x="1401950" y="399852"/>
                </a:moveTo>
                <a:lnTo>
                  <a:pt x="1305525" y="372853"/>
                </a:lnTo>
                <a:moveTo>
                  <a:pt x="1962833" y="1006867"/>
                </a:moveTo>
                <a:lnTo>
                  <a:pt x="1891244" y="928058"/>
                </a:lnTo>
                <a:moveTo>
                  <a:pt x="731411" y="359303"/>
                </a:moveTo>
                <a:lnTo>
                  <a:pt x="761734" y="331197"/>
                </a:lnTo>
                <a:moveTo>
                  <a:pt x="1962833" y="1006867"/>
                </a:moveTo>
                <a:lnTo>
                  <a:pt x="1883608" y="935029"/>
                </a:lnTo>
                <a:moveTo>
                  <a:pt x="1473303" y="309148"/>
                </a:moveTo>
                <a:lnTo>
                  <a:pt x="1441124" y="328464"/>
                </a:lnTo>
                <a:moveTo>
                  <a:pt x="2011959" y="982407"/>
                </a:moveTo>
                <a:lnTo>
                  <a:pt x="2004705" y="926020"/>
                </a:lnTo>
                <a:moveTo>
                  <a:pt x="1691679" y="880460"/>
                </a:moveTo>
                <a:lnTo>
                  <a:pt x="1692421" y="786392"/>
                </a:lnTo>
                <a:moveTo>
                  <a:pt x="1786025" y="905608"/>
                </a:moveTo>
                <a:lnTo>
                  <a:pt x="1691679" y="880460"/>
                </a:lnTo>
                <a:moveTo>
                  <a:pt x="719907" y="460018"/>
                </a:moveTo>
                <a:lnTo>
                  <a:pt x="750273" y="372786"/>
                </a:lnTo>
                <a:moveTo>
                  <a:pt x="1458799" y="288392"/>
                </a:moveTo>
                <a:lnTo>
                  <a:pt x="1450067" y="215224"/>
                </a:lnTo>
                <a:moveTo>
                  <a:pt x="1066476" y="482183"/>
                </a:moveTo>
                <a:lnTo>
                  <a:pt x="1001996" y="507203"/>
                </a:lnTo>
                <a:moveTo>
                  <a:pt x="1401950" y="399852"/>
                </a:moveTo>
                <a:lnTo>
                  <a:pt x="1308398" y="412431"/>
                </a:lnTo>
                <a:moveTo>
                  <a:pt x="719907" y="460018"/>
                </a:moveTo>
                <a:lnTo>
                  <a:pt x="736200" y="480139"/>
                </a:lnTo>
                <a:moveTo>
                  <a:pt x="952717" y="540257"/>
                </a:moveTo>
                <a:lnTo>
                  <a:pt x="846668" y="569405"/>
                </a:lnTo>
                <a:moveTo>
                  <a:pt x="747393" y="512777"/>
                </a:moveTo>
                <a:lnTo>
                  <a:pt x="736200" y="480139"/>
                </a:lnTo>
                <a:moveTo>
                  <a:pt x="1805298" y="971870"/>
                </a:moveTo>
                <a:lnTo>
                  <a:pt x="1883608" y="935029"/>
                </a:lnTo>
                <a:moveTo>
                  <a:pt x="2042491" y="917552"/>
                </a:moveTo>
                <a:lnTo>
                  <a:pt x="2011959" y="982407"/>
                </a:lnTo>
                <a:moveTo>
                  <a:pt x="2091497" y="787304"/>
                </a:moveTo>
                <a:lnTo>
                  <a:pt x="2036814" y="813963"/>
                </a:lnTo>
                <a:moveTo>
                  <a:pt x="1458799" y="288392"/>
                </a:moveTo>
                <a:lnTo>
                  <a:pt x="1473303" y="309148"/>
                </a:lnTo>
                <a:moveTo>
                  <a:pt x="1196840" y="435373"/>
                </a:moveTo>
                <a:lnTo>
                  <a:pt x="1090551" y="467564"/>
                </a:lnTo>
                <a:moveTo>
                  <a:pt x="719907" y="460018"/>
                </a:moveTo>
                <a:lnTo>
                  <a:pt x="731411" y="359303"/>
                </a:lnTo>
                <a:moveTo>
                  <a:pt x="1401950" y="399852"/>
                </a:moveTo>
                <a:lnTo>
                  <a:pt x="1441124" y="328464"/>
                </a:lnTo>
                <a:moveTo>
                  <a:pt x="1327126" y="458253"/>
                </a:moveTo>
                <a:lnTo>
                  <a:pt x="1264313" y="412635"/>
                </a:lnTo>
                <a:moveTo>
                  <a:pt x="1382274" y="155477"/>
                </a:moveTo>
                <a:lnTo>
                  <a:pt x="1442426" y="201344"/>
                </a:lnTo>
                <a:moveTo>
                  <a:pt x="1458799" y="288392"/>
                </a:moveTo>
                <a:lnTo>
                  <a:pt x="1441124" y="328464"/>
                </a:lnTo>
                <a:moveTo>
                  <a:pt x="981649" y="532838"/>
                </a:moveTo>
                <a:lnTo>
                  <a:pt x="1001996" y="507203"/>
                </a:lnTo>
                <a:moveTo>
                  <a:pt x="1327126" y="458253"/>
                </a:moveTo>
                <a:lnTo>
                  <a:pt x="1308398" y="412431"/>
                </a:lnTo>
                <a:moveTo>
                  <a:pt x="1464849" y="271928"/>
                </a:moveTo>
                <a:lnTo>
                  <a:pt x="1442426" y="201344"/>
                </a:lnTo>
                <a:moveTo>
                  <a:pt x="2091497" y="787304"/>
                </a:moveTo>
                <a:lnTo>
                  <a:pt x="2042491" y="917552"/>
                </a:lnTo>
                <a:moveTo>
                  <a:pt x="1464849" y="271928"/>
                </a:moveTo>
                <a:lnTo>
                  <a:pt x="1450067" y="215224"/>
                </a:lnTo>
                <a:moveTo>
                  <a:pt x="1805298" y="971870"/>
                </a:moveTo>
                <a:lnTo>
                  <a:pt x="1786025" y="905608"/>
                </a:lnTo>
                <a:moveTo>
                  <a:pt x="2019162" y="1004943"/>
                </a:moveTo>
                <a:lnTo>
                  <a:pt x="2042491" y="917552"/>
                </a:lnTo>
                <a:moveTo>
                  <a:pt x="1271038" y="480594"/>
                </a:moveTo>
                <a:lnTo>
                  <a:pt x="1264313" y="412635"/>
                </a:lnTo>
                <a:moveTo>
                  <a:pt x="846668" y="569405"/>
                </a:moveTo>
                <a:lnTo>
                  <a:pt x="747393" y="512777"/>
                </a:lnTo>
                <a:moveTo>
                  <a:pt x="1100653" y="474452"/>
                </a:moveTo>
                <a:lnTo>
                  <a:pt x="1196840" y="435373"/>
                </a:lnTo>
                <a:moveTo>
                  <a:pt x="1962833" y="1006867"/>
                </a:moveTo>
                <a:lnTo>
                  <a:pt x="2011959" y="982407"/>
                </a:lnTo>
                <a:moveTo>
                  <a:pt x="747393" y="512777"/>
                </a:moveTo>
                <a:lnTo>
                  <a:pt x="719907" y="460018"/>
                </a:lnTo>
                <a:moveTo>
                  <a:pt x="981649" y="532838"/>
                </a:moveTo>
                <a:lnTo>
                  <a:pt x="952717" y="540257"/>
                </a:lnTo>
                <a:moveTo>
                  <a:pt x="1401950" y="399852"/>
                </a:moveTo>
                <a:lnTo>
                  <a:pt x="1458799" y="288392"/>
                </a:lnTo>
                <a:moveTo>
                  <a:pt x="1212922" y="481739"/>
                </a:moveTo>
                <a:lnTo>
                  <a:pt x="1196840" y="435373"/>
                </a:lnTo>
                <a:moveTo>
                  <a:pt x="2111838" y="893346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897188" y="1007326"/>
                </a:lnTo>
                <a:moveTo>
                  <a:pt x="1066476" y="482183"/>
                </a:moveTo>
                <a:lnTo>
                  <a:pt x="1090551" y="467564"/>
                </a:lnTo>
                <a:moveTo>
                  <a:pt x="853836" y="575406"/>
                </a:moveTo>
                <a:lnTo>
                  <a:pt x="846668" y="569405"/>
                </a:lnTo>
                <a:moveTo>
                  <a:pt x="2019162" y="1004943"/>
                </a:moveTo>
                <a:lnTo>
                  <a:pt x="2011959" y="982407"/>
                </a:lnTo>
                <a:moveTo>
                  <a:pt x="1271038" y="480594"/>
                </a:moveTo>
                <a:lnTo>
                  <a:pt x="1196840" y="435373"/>
                </a:lnTo>
                <a:moveTo>
                  <a:pt x="1905706" y="1014151"/>
                </a:moveTo>
                <a:lnTo>
                  <a:pt x="1897188" y="1007326"/>
                </a:lnTo>
                <a:moveTo>
                  <a:pt x="1805298" y="971870"/>
                </a:moveTo>
                <a:lnTo>
                  <a:pt x="1691679" y="880460"/>
                </a:lnTo>
                <a:moveTo>
                  <a:pt x="1846646" y="987432"/>
                </a:moveTo>
                <a:lnTo>
                  <a:pt x="1897188" y="1007326"/>
                </a:lnTo>
                <a:moveTo>
                  <a:pt x="1401950" y="399852"/>
                </a:moveTo>
                <a:lnTo>
                  <a:pt x="1327126" y="458253"/>
                </a:lnTo>
                <a:moveTo>
                  <a:pt x="1100653" y="474452"/>
                </a:moveTo>
                <a:lnTo>
                  <a:pt x="1090551" y="467564"/>
                </a:lnTo>
                <a:moveTo>
                  <a:pt x="2019162" y="1004943"/>
                </a:moveTo>
                <a:lnTo>
                  <a:pt x="1962833" y="1006867"/>
                </a:lnTo>
                <a:moveTo>
                  <a:pt x="2092011" y="992668"/>
                </a:moveTo>
                <a:lnTo>
                  <a:pt x="2042491" y="917552"/>
                </a:lnTo>
                <a:moveTo>
                  <a:pt x="1962833" y="1006867"/>
                </a:moveTo>
                <a:lnTo>
                  <a:pt x="1905706" y="1014151"/>
                </a:lnTo>
                <a:moveTo>
                  <a:pt x="1062317" y="927850"/>
                </a:moveTo>
                <a:lnTo>
                  <a:pt x="1038395" y="821209"/>
                </a:lnTo>
                <a:moveTo>
                  <a:pt x="981649" y="532838"/>
                </a:moveTo>
                <a:lnTo>
                  <a:pt x="846668" y="569405"/>
                </a:lnTo>
                <a:moveTo>
                  <a:pt x="1805298" y="971870"/>
                </a:moveTo>
                <a:lnTo>
                  <a:pt x="1897188" y="1007326"/>
                </a:lnTo>
                <a:moveTo>
                  <a:pt x="1464849" y="271928"/>
                </a:moveTo>
                <a:lnTo>
                  <a:pt x="1401950" y="399852"/>
                </a:lnTo>
                <a:moveTo>
                  <a:pt x="1100653" y="474452"/>
                </a:moveTo>
                <a:lnTo>
                  <a:pt x="1066476" y="482183"/>
                </a:lnTo>
                <a:moveTo>
                  <a:pt x="1704688" y="932150"/>
                </a:moveTo>
                <a:lnTo>
                  <a:pt x="1691679" y="880460"/>
                </a:lnTo>
                <a:moveTo>
                  <a:pt x="1691679" y="880460"/>
                </a:moveTo>
                <a:lnTo>
                  <a:pt x="1607274" y="845407"/>
                </a:lnTo>
                <a:moveTo>
                  <a:pt x="1464849" y="271928"/>
                </a:moveTo>
                <a:lnTo>
                  <a:pt x="1458799" y="288392"/>
                </a:lnTo>
                <a:moveTo>
                  <a:pt x="1066476" y="482183"/>
                </a:moveTo>
                <a:lnTo>
                  <a:pt x="981649" y="532838"/>
                </a:lnTo>
                <a:moveTo>
                  <a:pt x="2111838" y="893346"/>
                </a:moveTo>
                <a:lnTo>
                  <a:pt x="2091497" y="787304"/>
                </a:lnTo>
                <a:moveTo>
                  <a:pt x="783033" y="1019579"/>
                </a:moveTo>
                <a:lnTo>
                  <a:pt x="782833" y="1018766"/>
                </a:lnTo>
                <a:moveTo>
                  <a:pt x="760565" y="549188"/>
                </a:moveTo>
                <a:lnTo>
                  <a:pt x="846668" y="569405"/>
                </a:lnTo>
                <a:moveTo>
                  <a:pt x="783033" y="1019579"/>
                </a:moveTo>
                <a:lnTo>
                  <a:pt x="782721" y="1020183"/>
                </a:lnTo>
                <a:moveTo>
                  <a:pt x="1905706" y="1014151"/>
                </a:moveTo>
                <a:lnTo>
                  <a:pt x="1846646" y="987432"/>
                </a:lnTo>
                <a:moveTo>
                  <a:pt x="981649" y="532838"/>
                </a:moveTo>
                <a:lnTo>
                  <a:pt x="853836" y="575406"/>
                </a:lnTo>
                <a:moveTo>
                  <a:pt x="782833" y="1018766"/>
                </a:moveTo>
                <a:lnTo>
                  <a:pt x="804622" y="904434"/>
                </a:lnTo>
                <a:moveTo>
                  <a:pt x="760565" y="549188"/>
                </a:moveTo>
                <a:lnTo>
                  <a:pt x="747393" y="512777"/>
                </a:lnTo>
                <a:moveTo>
                  <a:pt x="1212922" y="481739"/>
                </a:moveTo>
                <a:lnTo>
                  <a:pt x="1100653" y="474452"/>
                </a:lnTo>
                <a:moveTo>
                  <a:pt x="1382274" y="155477"/>
                </a:moveTo>
                <a:lnTo>
                  <a:pt x="1379503" y="153972"/>
                </a:lnTo>
                <a:moveTo>
                  <a:pt x="1441169" y="370607"/>
                </a:moveTo>
                <a:lnTo>
                  <a:pt x="1401950" y="399852"/>
                </a:lnTo>
                <a:moveTo>
                  <a:pt x="1846646" y="987432"/>
                </a:moveTo>
                <a:lnTo>
                  <a:pt x="1805298" y="971870"/>
                </a:lnTo>
                <a:moveTo>
                  <a:pt x="1379981" y="154443"/>
                </a:moveTo>
                <a:lnTo>
                  <a:pt x="1382274" y="155477"/>
                </a:lnTo>
                <a:moveTo>
                  <a:pt x="1379981" y="154443"/>
                </a:moveTo>
                <a:lnTo>
                  <a:pt x="1379503" y="153972"/>
                </a:lnTo>
                <a:moveTo>
                  <a:pt x="717333" y="423782"/>
                </a:moveTo>
                <a:lnTo>
                  <a:pt x="719907" y="460018"/>
                </a:lnTo>
                <a:moveTo>
                  <a:pt x="782721" y="1020183"/>
                </a:moveTo>
                <a:lnTo>
                  <a:pt x="679477" y="1013818"/>
                </a:lnTo>
                <a:moveTo>
                  <a:pt x="853836" y="575406"/>
                </a:moveTo>
                <a:lnTo>
                  <a:pt x="760565" y="549188"/>
                </a:lnTo>
                <a:moveTo>
                  <a:pt x="1905706" y="1014151"/>
                </a:moveTo>
                <a:lnTo>
                  <a:pt x="1809416" y="975628"/>
                </a:lnTo>
                <a:moveTo>
                  <a:pt x="1464849" y="271928"/>
                </a:moveTo>
                <a:lnTo>
                  <a:pt x="1382274" y="155477"/>
                </a:lnTo>
                <a:moveTo>
                  <a:pt x="923268" y="560868"/>
                </a:moveTo>
                <a:lnTo>
                  <a:pt x="853836" y="575406"/>
                </a:lnTo>
                <a:moveTo>
                  <a:pt x="1271038" y="480594"/>
                </a:moveTo>
                <a:lnTo>
                  <a:pt x="1327126" y="458253"/>
                </a:lnTo>
                <a:moveTo>
                  <a:pt x="1379503" y="153972"/>
                </a:moveTo>
                <a:lnTo>
                  <a:pt x="1280149" y="98357"/>
                </a:lnTo>
                <a:moveTo>
                  <a:pt x="1342398" y="471880"/>
                </a:moveTo>
                <a:lnTo>
                  <a:pt x="1401950" y="399852"/>
                </a:lnTo>
                <a:moveTo>
                  <a:pt x="1809416" y="975628"/>
                </a:moveTo>
                <a:lnTo>
                  <a:pt x="1846646" y="987432"/>
                </a:lnTo>
                <a:moveTo>
                  <a:pt x="1271038" y="480594"/>
                </a:moveTo>
                <a:lnTo>
                  <a:pt x="1212922" y="481739"/>
                </a:lnTo>
                <a:moveTo>
                  <a:pt x="856695" y="665887"/>
                </a:moveTo>
                <a:lnTo>
                  <a:pt x="853836" y="575406"/>
                </a:lnTo>
                <a:moveTo>
                  <a:pt x="2092011" y="99266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38395" y="821209"/>
                </a:lnTo>
                <a:moveTo>
                  <a:pt x="827365" y="813826"/>
                </a:moveTo>
                <a:lnTo>
                  <a:pt x="804622" y="904434"/>
                </a:lnTo>
                <a:moveTo>
                  <a:pt x="687580" y="995231"/>
                </a:moveTo>
                <a:lnTo>
                  <a:pt x="782833" y="1018766"/>
                </a:lnTo>
                <a:moveTo>
                  <a:pt x="1809416" y="975628"/>
                </a:moveTo>
                <a:lnTo>
                  <a:pt x="1805298" y="971870"/>
                </a:lnTo>
                <a:moveTo>
                  <a:pt x="871172" y="895877"/>
                </a:moveTo>
                <a:lnTo>
                  <a:pt x="782833" y="1018766"/>
                </a:lnTo>
                <a:moveTo>
                  <a:pt x="871172" y="895877"/>
                </a:moveTo>
                <a:lnTo>
                  <a:pt x="783033" y="1019579"/>
                </a:lnTo>
                <a:moveTo>
                  <a:pt x="1805298" y="971870"/>
                </a:moveTo>
                <a:lnTo>
                  <a:pt x="1704688" y="932150"/>
                </a:lnTo>
                <a:moveTo>
                  <a:pt x="2036870" y="1025908"/>
                </a:moveTo>
                <a:lnTo>
                  <a:pt x="1962833" y="1006867"/>
                </a:lnTo>
                <a:moveTo>
                  <a:pt x="1280149" y="98357"/>
                </a:moveTo>
                <a:lnTo>
                  <a:pt x="1182471" y="21506"/>
                </a:lnTo>
                <a:moveTo>
                  <a:pt x="1117560" y="484490"/>
                </a:moveTo>
                <a:lnTo>
                  <a:pt x="1066476" y="482183"/>
                </a:lnTo>
                <a:moveTo>
                  <a:pt x="732812" y="529010"/>
                </a:moveTo>
                <a:lnTo>
                  <a:pt x="719907" y="460018"/>
                </a:lnTo>
                <a:moveTo>
                  <a:pt x="871172" y="895877"/>
                </a:moveTo>
                <a:lnTo>
                  <a:pt x="804622" y="904434"/>
                </a:lnTo>
                <a:moveTo>
                  <a:pt x="1219787" y="503742"/>
                </a:moveTo>
                <a:lnTo>
                  <a:pt x="1100653" y="474452"/>
                </a:lnTo>
                <a:moveTo>
                  <a:pt x="2092011" y="992668"/>
                </a:moveTo>
                <a:lnTo>
                  <a:pt x="2111838" y="893346"/>
                </a:lnTo>
                <a:moveTo>
                  <a:pt x="1182471" y="21506"/>
                </a:moveTo>
                <a:lnTo>
                  <a:pt x="1180384" y="19068"/>
                </a:lnTo>
                <a:moveTo>
                  <a:pt x="1219787" y="503742"/>
                </a:moveTo>
                <a:lnTo>
                  <a:pt x="1212922" y="481739"/>
                </a:lnTo>
                <a:moveTo>
                  <a:pt x="732812" y="529010"/>
                </a:moveTo>
                <a:lnTo>
                  <a:pt x="747393" y="512777"/>
                </a:lnTo>
                <a:moveTo>
                  <a:pt x="923268" y="560868"/>
                </a:moveTo>
                <a:lnTo>
                  <a:pt x="981649" y="532838"/>
                </a:lnTo>
                <a:moveTo>
                  <a:pt x="1385446" y="463925"/>
                </a:moveTo>
                <a:lnTo>
                  <a:pt x="1401950" y="399852"/>
                </a:lnTo>
                <a:moveTo>
                  <a:pt x="1704688" y="932150"/>
                </a:moveTo>
                <a:lnTo>
                  <a:pt x="1607274" y="845407"/>
                </a:lnTo>
                <a:moveTo>
                  <a:pt x="2108380" y="754323"/>
                </a:moveTo>
                <a:lnTo>
                  <a:pt x="2091497" y="787304"/>
                </a:lnTo>
                <a:moveTo>
                  <a:pt x="2036870" y="1025908"/>
                </a:moveTo>
                <a:lnTo>
                  <a:pt x="2019162" y="1004943"/>
                </a:lnTo>
                <a:moveTo>
                  <a:pt x="1067914" y="790341"/>
                </a:moveTo>
                <a:lnTo>
                  <a:pt x="1062317" y="927850"/>
                </a:lnTo>
                <a:moveTo>
                  <a:pt x="1704688" y="932150"/>
                </a:moveTo>
                <a:lnTo>
                  <a:pt x="1607609" y="847710"/>
                </a:lnTo>
                <a:moveTo>
                  <a:pt x="2036870" y="1025908"/>
                </a:moveTo>
                <a:lnTo>
                  <a:pt x="1905706" y="1014151"/>
                </a:lnTo>
                <a:moveTo>
                  <a:pt x="1605418" y="844443"/>
                </a:moveTo>
                <a:lnTo>
                  <a:pt x="1607274" y="845407"/>
                </a:lnTo>
                <a:moveTo>
                  <a:pt x="1607609" y="847710"/>
                </a:moveTo>
                <a:lnTo>
                  <a:pt x="1607274" y="845407"/>
                </a:lnTo>
                <a:moveTo>
                  <a:pt x="827365" y="813826"/>
                </a:moveTo>
                <a:lnTo>
                  <a:pt x="832393" y="783432"/>
                </a:lnTo>
                <a:moveTo>
                  <a:pt x="1342398" y="471880"/>
                </a:moveTo>
                <a:lnTo>
                  <a:pt x="1327126" y="458253"/>
                </a:lnTo>
                <a:moveTo>
                  <a:pt x="1607609" y="847710"/>
                </a:moveTo>
                <a:lnTo>
                  <a:pt x="1605418" y="844443"/>
                </a:lnTo>
                <a:moveTo>
                  <a:pt x="679477" y="1013818"/>
                </a:moveTo>
                <a:lnTo>
                  <a:pt x="687580" y="995231"/>
                </a:lnTo>
                <a:moveTo>
                  <a:pt x="1441169" y="370607"/>
                </a:moveTo>
                <a:lnTo>
                  <a:pt x="1464849" y="271928"/>
                </a:lnTo>
                <a:moveTo>
                  <a:pt x="723671" y="813156"/>
                </a:moveTo>
                <a:lnTo>
                  <a:pt x="804622" y="904434"/>
                </a:lnTo>
                <a:moveTo>
                  <a:pt x="1189156" y="12945"/>
                </a:moveTo>
                <a:lnTo>
                  <a:pt x="1180384" y="19068"/>
                </a:lnTo>
                <a:moveTo>
                  <a:pt x="1182471" y="21506"/>
                </a:moveTo>
                <a:lnTo>
                  <a:pt x="1189156" y="12945"/>
                </a:lnTo>
                <a:moveTo>
                  <a:pt x="1271038" y="480594"/>
                </a:moveTo>
                <a:lnTo>
                  <a:pt x="1219787" y="503742"/>
                </a:lnTo>
                <a:moveTo>
                  <a:pt x="1117560" y="484490"/>
                </a:moveTo>
                <a:lnTo>
                  <a:pt x="1100653" y="474452"/>
                </a:lnTo>
                <a:moveTo>
                  <a:pt x="871172" y="895877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856695" y="665887"/>
                </a:lnTo>
                <a:moveTo>
                  <a:pt x="948926" y="786471"/>
                </a:moveTo>
                <a:lnTo>
                  <a:pt x="832393" y="783432"/>
                </a:lnTo>
                <a:moveTo>
                  <a:pt x="817474" y="989534"/>
                </a:moveTo>
                <a:lnTo>
                  <a:pt x="783033" y="1019579"/>
                </a:lnTo>
                <a:moveTo>
                  <a:pt x="1097711" y="897964"/>
                </a:moveTo>
                <a:lnTo>
                  <a:pt x="1062317" y="927850"/>
                </a:lnTo>
                <a:moveTo>
                  <a:pt x="1117560" y="484490"/>
                </a:moveTo>
                <a:lnTo>
                  <a:pt x="981649" y="532838"/>
                </a:lnTo>
                <a:moveTo>
                  <a:pt x="2108380" y="754323"/>
                </a:moveTo>
                <a:lnTo>
                  <a:pt x="2111838" y="893346"/>
                </a:lnTo>
                <a:moveTo>
                  <a:pt x="813097" y="994479"/>
                </a:moveTo>
                <a:lnTo>
                  <a:pt x="783033" y="1019579"/>
                </a:lnTo>
                <a:moveTo>
                  <a:pt x="830949" y="172626"/>
                </a:moveTo>
                <a:lnTo>
                  <a:pt x="910044" y="112293"/>
                </a:lnTo>
                <a:moveTo>
                  <a:pt x="856695" y="665887"/>
                </a:moveTo>
                <a:lnTo>
                  <a:pt x="760565" y="549188"/>
                </a:lnTo>
                <a:moveTo>
                  <a:pt x="813097" y="994479"/>
                </a:moveTo>
                <a:lnTo>
                  <a:pt x="782721" y="1020183"/>
                </a:lnTo>
                <a:moveTo>
                  <a:pt x="798542" y="986368"/>
                </a:moveTo>
                <a:lnTo>
                  <a:pt x="782833" y="1018766"/>
                </a:lnTo>
                <a:moveTo>
                  <a:pt x="1342398" y="471880"/>
                </a:moveTo>
                <a:lnTo>
                  <a:pt x="1271038" y="480594"/>
                </a:lnTo>
                <a:moveTo>
                  <a:pt x="923268" y="560868"/>
                </a:moveTo>
                <a:lnTo>
                  <a:pt x="856695" y="665887"/>
                </a:lnTo>
                <a:moveTo>
                  <a:pt x="1933787" y="1017504"/>
                </a:moveTo>
                <a:lnTo>
                  <a:pt x="1905706" y="1014151"/>
                </a:lnTo>
                <a:moveTo>
                  <a:pt x="832393" y="783432"/>
                </a:moveTo>
                <a:lnTo>
                  <a:pt x="730754" y="765552"/>
                </a:lnTo>
                <a:moveTo>
                  <a:pt x="832393" y="783432"/>
                </a:moveTo>
                <a:lnTo>
                  <a:pt x="723671" y="813156"/>
                </a:lnTo>
                <a:moveTo>
                  <a:pt x="827365" y="813826"/>
                </a:moveTo>
                <a:lnTo>
                  <a:pt x="723671" y="813156"/>
                </a:lnTo>
                <a:moveTo>
                  <a:pt x="798542" y="986368"/>
                </a:moveTo>
                <a:lnTo>
                  <a:pt x="804622" y="904434"/>
                </a:lnTo>
                <a:moveTo>
                  <a:pt x="948926" y="786471"/>
                </a:moveTo>
                <a:lnTo>
                  <a:pt x="856695" y="665887"/>
                </a:lnTo>
                <a:moveTo>
                  <a:pt x="935796" y="892883"/>
                </a:moveTo>
                <a:lnTo>
                  <a:pt x="832393" y="783432"/>
                </a:lnTo>
                <a:moveTo>
                  <a:pt x="935796" y="892883"/>
                </a:moveTo>
                <a:lnTo>
                  <a:pt x="827365" y="813826"/>
                </a:lnTo>
                <a:moveTo>
                  <a:pt x="832393" y="783432"/>
                </a:moveTo>
                <a:lnTo>
                  <a:pt x="752492" y="650562"/>
                </a:lnTo>
                <a:moveTo>
                  <a:pt x="1719388" y="946178"/>
                </a:moveTo>
                <a:lnTo>
                  <a:pt x="1805298" y="971870"/>
                </a:lnTo>
                <a:moveTo>
                  <a:pt x="715327" y="918801"/>
                </a:moveTo>
                <a:lnTo>
                  <a:pt x="804622" y="904434"/>
                </a:lnTo>
                <a:moveTo>
                  <a:pt x="2154036" y="864599"/>
                </a:moveTo>
                <a:lnTo>
                  <a:pt x="2111838" y="893346"/>
                </a:lnTo>
                <a:moveTo>
                  <a:pt x="752492" y="650562"/>
                </a:moveTo>
                <a:lnTo>
                  <a:pt x="760565" y="549188"/>
                </a:lnTo>
                <a:moveTo>
                  <a:pt x="935796" y="892883"/>
                </a:moveTo>
                <a:lnTo>
                  <a:pt x="871172" y="895877"/>
                </a:lnTo>
                <a:moveTo>
                  <a:pt x="1301152" y="113834"/>
                </a:moveTo>
                <a:lnTo>
                  <a:pt x="1379503" y="153972"/>
                </a:lnTo>
                <a:moveTo>
                  <a:pt x="2092011" y="992668"/>
                </a:moveTo>
                <a:lnTo>
                  <a:pt x="2036870" y="1025908"/>
                </a:lnTo>
                <a:moveTo>
                  <a:pt x="916713" y="662411"/>
                </a:moveTo>
                <a:lnTo>
                  <a:pt x="923268" y="560868"/>
                </a:lnTo>
                <a:moveTo>
                  <a:pt x="1379981" y="154443"/>
                </a:moveTo>
                <a:lnTo>
                  <a:pt x="1301152" y="113834"/>
                </a:lnTo>
                <a:moveTo>
                  <a:pt x="813097" y="994479"/>
                </a:moveTo>
                <a:lnTo>
                  <a:pt x="679477" y="1013818"/>
                </a:lnTo>
                <a:moveTo>
                  <a:pt x="1831490" y="999143"/>
                </a:moveTo>
                <a:lnTo>
                  <a:pt x="1905706" y="1014151"/>
                </a:lnTo>
                <a:moveTo>
                  <a:pt x="935796" y="892883"/>
                </a:moveTo>
                <a:lnTo>
                  <a:pt x="948926" y="786471"/>
                </a:lnTo>
                <a:moveTo>
                  <a:pt x="798542" y="986368"/>
                </a:moveTo>
                <a:lnTo>
                  <a:pt x="679477" y="1013818"/>
                </a:lnTo>
                <a:moveTo>
                  <a:pt x="1059333" y="788906"/>
                </a:moveTo>
                <a:lnTo>
                  <a:pt x="948926" y="786471"/>
                </a:lnTo>
                <a:moveTo>
                  <a:pt x="1219787" y="503742"/>
                </a:moveTo>
                <a:lnTo>
                  <a:pt x="1117560" y="484490"/>
                </a:lnTo>
                <a:moveTo>
                  <a:pt x="856695" y="665887"/>
                </a:moveTo>
                <a:lnTo>
                  <a:pt x="752492" y="650562"/>
                </a:lnTo>
                <a:moveTo>
                  <a:pt x="1809416" y="975628"/>
                </a:moveTo>
                <a:lnTo>
                  <a:pt x="1719388" y="946178"/>
                </a:lnTo>
                <a:moveTo>
                  <a:pt x="1013034" y="494364"/>
                </a:moveTo>
                <a:lnTo>
                  <a:pt x="981649" y="532838"/>
                </a:lnTo>
                <a:moveTo>
                  <a:pt x="1719388" y="946178"/>
                </a:moveTo>
                <a:lnTo>
                  <a:pt x="1704688" y="932150"/>
                </a:lnTo>
                <a:moveTo>
                  <a:pt x="916713" y="662411"/>
                </a:moveTo>
                <a:lnTo>
                  <a:pt x="856695" y="665887"/>
                </a:lnTo>
                <a:moveTo>
                  <a:pt x="916713" y="662411"/>
                </a:moveTo>
                <a:lnTo>
                  <a:pt x="948926" y="786471"/>
                </a:lnTo>
                <a:moveTo>
                  <a:pt x="730754" y="765552"/>
                </a:moveTo>
                <a:lnTo>
                  <a:pt x="723671" y="813156"/>
                </a:lnTo>
                <a:moveTo>
                  <a:pt x="1406254" y="174172"/>
                </a:moveTo>
                <a:lnTo>
                  <a:pt x="1379981" y="154443"/>
                </a:lnTo>
                <a:moveTo>
                  <a:pt x="1301152" y="113834"/>
                </a:moveTo>
                <a:lnTo>
                  <a:pt x="1280149" y="98357"/>
                </a:lnTo>
                <a:moveTo>
                  <a:pt x="732812" y="529010"/>
                </a:moveTo>
                <a:lnTo>
                  <a:pt x="760565" y="549188"/>
                </a:lnTo>
                <a:moveTo>
                  <a:pt x="1453426" y="234212"/>
                </a:moveTo>
                <a:lnTo>
                  <a:pt x="1382274" y="155477"/>
                </a:lnTo>
                <a:moveTo>
                  <a:pt x="966533" y="724242"/>
                </a:moveTo>
                <a:lnTo>
                  <a:pt x="948926" y="786471"/>
                </a:lnTo>
                <a:moveTo>
                  <a:pt x="1453426" y="234212"/>
                </a:moveTo>
                <a:lnTo>
                  <a:pt x="1379981" y="154443"/>
                </a:lnTo>
                <a:moveTo>
                  <a:pt x="730754" y="765552"/>
                </a:moveTo>
                <a:lnTo>
                  <a:pt x="752492" y="650562"/>
                </a:lnTo>
                <a:moveTo>
                  <a:pt x="1301152" y="113834"/>
                </a:moveTo>
                <a:lnTo>
                  <a:pt x="1182471" y="21506"/>
                </a:lnTo>
                <a:moveTo>
                  <a:pt x="817474" y="989534"/>
                </a:moveTo>
                <a:lnTo>
                  <a:pt x="871172" y="895877"/>
                </a:lnTo>
                <a:moveTo>
                  <a:pt x="1059333" y="788906"/>
                </a:moveTo>
                <a:lnTo>
                  <a:pt x="935796" y="892883"/>
                </a:lnTo>
                <a:moveTo>
                  <a:pt x="1453426" y="234212"/>
                </a:moveTo>
                <a:lnTo>
                  <a:pt x="1464849" y="271928"/>
                </a:lnTo>
                <a:moveTo>
                  <a:pt x="798542" y="986368"/>
                </a:moveTo>
                <a:lnTo>
                  <a:pt x="687580" y="995231"/>
                </a:lnTo>
                <a:moveTo>
                  <a:pt x="1352984" y="489763"/>
                </a:moveTo>
                <a:lnTo>
                  <a:pt x="1271038" y="480594"/>
                </a:lnTo>
                <a:moveTo>
                  <a:pt x="2154036" y="864599"/>
                </a:moveTo>
                <a:lnTo>
                  <a:pt x="2092011" y="992668"/>
                </a:lnTo>
                <a:moveTo>
                  <a:pt x="1209284" y="0"/>
                </a:moveTo>
                <a:lnTo>
                  <a:pt x="1182471" y="21506"/>
                </a:lnTo>
                <a:moveTo>
                  <a:pt x="803311" y="197079"/>
                </a:moveTo>
                <a:lnTo>
                  <a:pt x="830949" y="172626"/>
                </a:lnTo>
                <a:moveTo>
                  <a:pt x="1059333" y="788906"/>
                </a:moveTo>
                <a:lnTo>
                  <a:pt x="966533" y="724242"/>
                </a:lnTo>
                <a:moveTo>
                  <a:pt x="1013034" y="494364"/>
                </a:moveTo>
                <a:lnTo>
                  <a:pt x="923268" y="560868"/>
                </a:lnTo>
                <a:moveTo>
                  <a:pt x="966533" y="724242"/>
                </a:moveTo>
                <a:lnTo>
                  <a:pt x="916713" y="662411"/>
                </a:lnTo>
                <a:moveTo>
                  <a:pt x="732812" y="529010"/>
                </a:moveTo>
                <a:lnTo>
                  <a:pt x="717333" y="423782"/>
                </a:lnTo>
                <a:moveTo>
                  <a:pt x="1385446" y="463925"/>
                </a:moveTo>
                <a:lnTo>
                  <a:pt x="1441169" y="370607"/>
                </a:lnTo>
                <a:moveTo>
                  <a:pt x="686414" y="864973"/>
                </a:moveTo>
                <a:lnTo>
                  <a:pt x="730754" y="765552"/>
                </a:lnTo>
                <a:moveTo>
                  <a:pt x="1831490" y="999143"/>
                </a:moveTo>
                <a:lnTo>
                  <a:pt x="1809416" y="975628"/>
                </a:lnTo>
                <a:moveTo>
                  <a:pt x="2108380" y="754323"/>
                </a:moveTo>
                <a:lnTo>
                  <a:pt x="2089628" y="716801"/>
                </a:lnTo>
                <a:moveTo>
                  <a:pt x="686414" y="864973"/>
                </a:moveTo>
                <a:lnTo>
                  <a:pt x="723671" y="813156"/>
                </a:lnTo>
                <a:moveTo>
                  <a:pt x="1097711" y="897964"/>
                </a:moveTo>
                <a:lnTo>
                  <a:pt x="1067914" y="790341"/>
                </a:lnTo>
                <a:moveTo>
                  <a:pt x="870619" y="69893"/>
                </a:moveTo>
                <a:lnTo>
                  <a:pt x="910044" y="112293"/>
                </a:lnTo>
                <a:moveTo>
                  <a:pt x="866705" y="78807"/>
                </a:moveTo>
                <a:lnTo>
                  <a:pt x="910044" y="112293"/>
                </a:lnTo>
                <a:moveTo>
                  <a:pt x="659375" y="624190"/>
                </a:moveTo>
                <a:lnTo>
                  <a:pt x="760565" y="549188"/>
                </a:lnTo>
                <a:moveTo>
                  <a:pt x="1352984" y="489763"/>
                </a:moveTo>
                <a:lnTo>
                  <a:pt x="1219787" y="503742"/>
                </a:lnTo>
                <a:moveTo>
                  <a:pt x="1207560" y="0"/>
                </a:moveTo>
                <a:lnTo>
                  <a:pt x="1189156" y="12945"/>
                </a:lnTo>
                <a:moveTo>
                  <a:pt x="1385446" y="463925"/>
                </a:moveTo>
                <a:lnTo>
                  <a:pt x="1342398" y="471880"/>
                </a:lnTo>
                <a:moveTo>
                  <a:pt x="1607019" y="808905"/>
                </a:moveTo>
                <a:lnTo>
                  <a:pt x="1605418" y="844443"/>
                </a:lnTo>
                <a:moveTo>
                  <a:pt x="1607019" y="808905"/>
                </a:moveTo>
                <a:lnTo>
                  <a:pt x="1607609" y="847710"/>
                </a:lnTo>
                <a:moveTo>
                  <a:pt x="664963" y="601790"/>
                </a:moveTo>
                <a:lnTo>
                  <a:pt x="760565" y="549188"/>
                </a:lnTo>
                <a:moveTo>
                  <a:pt x="2036870" y="1025908"/>
                </a:moveTo>
                <a:lnTo>
                  <a:pt x="1933787" y="1017504"/>
                </a:lnTo>
                <a:moveTo>
                  <a:pt x="1169299" y="898525"/>
                </a:moveTo>
                <a:lnTo>
                  <a:pt x="1067914" y="790341"/>
                </a:lnTo>
                <a:moveTo>
                  <a:pt x="1157122" y="938286"/>
                </a:moveTo>
                <a:lnTo>
                  <a:pt x="1097711" y="897964"/>
                </a:lnTo>
                <a:moveTo>
                  <a:pt x="1453426" y="234212"/>
                </a:moveTo>
                <a:lnTo>
                  <a:pt x="1441169" y="370607"/>
                </a:lnTo>
                <a:moveTo>
                  <a:pt x="1029120" y="886491"/>
                </a:moveTo>
                <a:lnTo>
                  <a:pt x="935796" y="892883"/>
                </a:lnTo>
                <a:moveTo>
                  <a:pt x="1029120" y="886491"/>
                </a:moveTo>
                <a:lnTo>
                  <a:pt x="1059333" y="788906"/>
                </a:lnTo>
                <a:moveTo>
                  <a:pt x="954153" y="530228"/>
                </a:moveTo>
                <a:lnTo>
                  <a:pt x="923268" y="560868"/>
                </a:lnTo>
                <a:moveTo>
                  <a:pt x="1633600" y="877533"/>
                </a:moveTo>
                <a:lnTo>
                  <a:pt x="1704688" y="932150"/>
                </a:lnTo>
                <a:moveTo>
                  <a:pt x="1679507" y="923670"/>
                </a:moveTo>
                <a:lnTo>
                  <a:pt x="1704688" y="932150"/>
                </a:lnTo>
                <a:moveTo>
                  <a:pt x="2089628" y="716801"/>
                </a:moveTo>
                <a:lnTo>
                  <a:pt x="2000955" y="623938"/>
                </a:lnTo>
                <a:moveTo>
                  <a:pt x="1117560" y="484490"/>
                </a:moveTo>
                <a:lnTo>
                  <a:pt x="1013034" y="494364"/>
                </a:lnTo>
                <a:moveTo>
                  <a:pt x="2154036" y="864599"/>
                </a:moveTo>
                <a:lnTo>
                  <a:pt x="2108380" y="754323"/>
                </a:lnTo>
                <a:moveTo>
                  <a:pt x="1633600" y="877533"/>
                </a:moveTo>
                <a:lnTo>
                  <a:pt x="1607609" y="847710"/>
                </a:lnTo>
                <a:moveTo>
                  <a:pt x="1352984" y="489763"/>
                </a:moveTo>
                <a:lnTo>
                  <a:pt x="1342398" y="471880"/>
                </a:lnTo>
                <a:moveTo>
                  <a:pt x="817474" y="989534"/>
                </a:moveTo>
                <a:lnTo>
                  <a:pt x="813097" y="994479"/>
                </a:lnTo>
                <a:moveTo>
                  <a:pt x="730754" y="765552"/>
                </a:moveTo>
                <a:lnTo>
                  <a:pt x="659375" y="624190"/>
                </a:lnTo>
                <a:moveTo>
                  <a:pt x="813097" y="994479"/>
                </a:moveTo>
                <a:lnTo>
                  <a:pt x="798542" y="986368"/>
                </a:lnTo>
                <a:moveTo>
                  <a:pt x="730754" y="765552"/>
                </a:moveTo>
                <a:lnTo>
                  <a:pt x="641386" y="735444"/>
                </a:lnTo>
                <a:moveTo>
                  <a:pt x="1157122" y="938286"/>
                </a:moveTo>
                <a:lnTo>
                  <a:pt x="1169299" y="898525"/>
                </a:lnTo>
                <a:moveTo>
                  <a:pt x="1524382" y="692444"/>
                </a:moveTo>
                <a:lnTo>
                  <a:pt x="1526305" y="713601"/>
                </a:lnTo>
                <a:moveTo>
                  <a:pt x="715327" y="918801"/>
                </a:moveTo>
                <a:lnTo>
                  <a:pt x="686414" y="864973"/>
                </a:lnTo>
                <a:moveTo>
                  <a:pt x="1542532" y="716995"/>
                </a:moveTo>
                <a:lnTo>
                  <a:pt x="1526305" y="713601"/>
                </a:lnTo>
                <a:moveTo>
                  <a:pt x="798542" y="986368"/>
                </a:moveTo>
                <a:lnTo>
                  <a:pt x="715327" y="918801"/>
                </a:lnTo>
                <a:moveTo>
                  <a:pt x="1169299" y="898525"/>
                </a:moveTo>
                <a:lnTo>
                  <a:pt x="1097711" y="897964"/>
                </a:lnTo>
                <a:moveTo>
                  <a:pt x="752492" y="650562"/>
                </a:moveTo>
                <a:lnTo>
                  <a:pt x="659375" y="624190"/>
                </a:lnTo>
                <a:moveTo>
                  <a:pt x="948028" y="958551"/>
                </a:moveTo>
                <a:lnTo>
                  <a:pt x="871172" y="895877"/>
                </a:lnTo>
                <a:moveTo>
                  <a:pt x="1607019" y="808905"/>
                </a:moveTo>
                <a:lnTo>
                  <a:pt x="1526305" y="713601"/>
                </a:lnTo>
                <a:moveTo>
                  <a:pt x="1472604" y="340060"/>
                </a:moveTo>
                <a:lnTo>
                  <a:pt x="1441169" y="370607"/>
                </a:lnTo>
                <a:moveTo>
                  <a:pt x="866705" y="78807"/>
                </a:moveTo>
                <a:lnTo>
                  <a:pt x="830949" y="172626"/>
                </a:lnTo>
                <a:moveTo>
                  <a:pt x="1246873" y="519699"/>
                </a:moveTo>
                <a:lnTo>
                  <a:pt x="1219787" y="503742"/>
                </a:lnTo>
                <a:moveTo>
                  <a:pt x="954153" y="530228"/>
                </a:moveTo>
                <a:lnTo>
                  <a:pt x="916713" y="662411"/>
                </a:lnTo>
                <a:moveTo>
                  <a:pt x="918375" y="970607"/>
                </a:moveTo>
                <a:lnTo>
                  <a:pt x="871172" y="895877"/>
                </a:lnTo>
                <a:moveTo>
                  <a:pt x="2066756" y="1006408"/>
                </a:moveTo>
                <a:lnTo>
                  <a:pt x="2092011" y="992668"/>
                </a:lnTo>
                <a:moveTo>
                  <a:pt x="1765773" y="491737"/>
                </a:moveTo>
                <a:lnTo>
                  <a:pt x="1696687" y="437642"/>
                </a:lnTo>
                <a:moveTo>
                  <a:pt x="1385446" y="463925"/>
                </a:moveTo>
                <a:lnTo>
                  <a:pt x="1352984" y="489763"/>
                </a:lnTo>
                <a:moveTo>
                  <a:pt x="1831490" y="999143"/>
                </a:moveTo>
                <a:lnTo>
                  <a:pt x="1719388" y="946178"/>
                </a:lnTo>
                <a:moveTo>
                  <a:pt x="866705" y="78807"/>
                </a:moveTo>
                <a:lnTo>
                  <a:pt x="803311" y="197079"/>
                </a:lnTo>
                <a:moveTo>
                  <a:pt x="664963" y="601790"/>
                </a:moveTo>
                <a:lnTo>
                  <a:pt x="732812" y="529010"/>
                </a:lnTo>
                <a:moveTo>
                  <a:pt x="948028" y="958551"/>
                </a:moveTo>
                <a:lnTo>
                  <a:pt x="935796" y="892883"/>
                </a:lnTo>
                <a:moveTo>
                  <a:pt x="1933787" y="1017504"/>
                </a:moveTo>
                <a:lnTo>
                  <a:pt x="1831490" y="999143"/>
                </a:lnTo>
                <a:moveTo>
                  <a:pt x="1406254" y="174172"/>
                </a:moveTo>
                <a:lnTo>
                  <a:pt x="1301152" y="113834"/>
                </a:lnTo>
                <a:moveTo>
                  <a:pt x="1227901" y="0"/>
                </a:moveTo>
                <a:lnTo>
                  <a:pt x="1301152" y="113834"/>
                </a:lnTo>
                <a:moveTo>
                  <a:pt x="1246873" y="519699"/>
                </a:moveTo>
                <a:lnTo>
                  <a:pt x="1117560" y="484490"/>
                </a:lnTo>
                <a:moveTo>
                  <a:pt x="994667" y="639644"/>
                </a:moveTo>
                <a:lnTo>
                  <a:pt x="916713" y="662411"/>
                </a:lnTo>
                <a:moveTo>
                  <a:pt x="994667" y="639644"/>
                </a:moveTo>
                <a:lnTo>
                  <a:pt x="966533" y="724242"/>
                </a:lnTo>
                <a:moveTo>
                  <a:pt x="1000774" y="649600"/>
                </a:moveTo>
                <a:lnTo>
                  <a:pt x="966533" y="724242"/>
                </a:lnTo>
                <a:moveTo>
                  <a:pt x="1306758" y="120350"/>
                </a:moveTo>
                <a:lnTo>
                  <a:pt x="1301152" y="113834"/>
                </a:lnTo>
                <a:moveTo>
                  <a:pt x="1063794" y="753846"/>
                </a:moveTo>
                <a:lnTo>
                  <a:pt x="1059333" y="788906"/>
                </a:lnTo>
                <a:moveTo>
                  <a:pt x="1453426" y="234212"/>
                </a:moveTo>
                <a:lnTo>
                  <a:pt x="1406254" y="174172"/>
                </a:lnTo>
                <a:moveTo>
                  <a:pt x="2066756" y="1006408"/>
                </a:moveTo>
                <a:lnTo>
                  <a:pt x="2036870" y="1025908"/>
                </a:lnTo>
                <a:moveTo>
                  <a:pt x="1679507" y="923670"/>
                </a:moveTo>
                <a:lnTo>
                  <a:pt x="1719388" y="946178"/>
                </a:lnTo>
                <a:moveTo>
                  <a:pt x="1148027" y="457640"/>
                </a:moveTo>
                <a:lnTo>
                  <a:pt x="1117560" y="484490"/>
                </a:lnTo>
                <a:moveTo>
                  <a:pt x="1277912" y="102215"/>
                </a:moveTo>
                <a:lnTo>
                  <a:pt x="1301152" y="113834"/>
                </a:lnTo>
                <a:moveTo>
                  <a:pt x="2120737" y="681812"/>
                </a:moveTo>
                <a:lnTo>
                  <a:pt x="2089628" y="716801"/>
                </a:lnTo>
                <a:moveTo>
                  <a:pt x="653062" y="752484"/>
                </a:moveTo>
                <a:lnTo>
                  <a:pt x="730754" y="765552"/>
                </a:lnTo>
                <a:moveTo>
                  <a:pt x="954153" y="530228"/>
                </a:moveTo>
                <a:lnTo>
                  <a:pt x="1013034" y="494364"/>
                </a:lnTo>
                <a:moveTo>
                  <a:pt x="1696687" y="437642"/>
                </a:moveTo>
                <a:lnTo>
                  <a:pt x="1594065" y="423404"/>
                </a:lnTo>
                <a:moveTo>
                  <a:pt x="1472604" y="340060"/>
                </a:moveTo>
                <a:lnTo>
                  <a:pt x="1385446" y="463925"/>
                </a:lnTo>
                <a:moveTo>
                  <a:pt x="2149595" y="725411"/>
                </a:moveTo>
                <a:lnTo>
                  <a:pt x="2089628" y="716801"/>
                </a:lnTo>
                <a:moveTo>
                  <a:pt x="1063794" y="753846"/>
                </a:moveTo>
                <a:lnTo>
                  <a:pt x="966533" y="724242"/>
                </a:lnTo>
                <a:moveTo>
                  <a:pt x="1406254" y="174172"/>
                </a:moveTo>
                <a:lnTo>
                  <a:pt x="1306758" y="120350"/>
                </a:lnTo>
                <a:moveTo>
                  <a:pt x="2022238" y="615370"/>
                </a:moveTo>
                <a:lnTo>
                  <a:pt x="2089628" y="716801"/>
                </a:lnTo>
                <a:moveTo>
                  <a:pt x="2149595" y="725411"/>
                </a:moveTo>
                <a:lnTo>
                  <a:pt x="2108380" y="754323"/>
                </a:lnTo>
                <a:moveTo>
                  <a:pt x="1542532" y="716995"/>
                </a:moveTo>
                <a:lnTo>
                  <a:pt x="1524382" y="692444"/>
                </a:lnTo>
                <a:moveTo>
                  <a:pt x="641386" y="735444"/>
                </a:moveTo>
                <a:lnTo>
                  <a:pt x="659375" y="624190"/>
                </a:lnTo>
                <a:moveTo>
                  <a:pt x="1277912" y="102215"/>
                </a:moveTo>
                <a:lnTo>
                  <a:pt x="1226516" y="0"/>
                </a:lnTo>
                <a:moveTo>
                  <a:pt x="1013034" y="494364"/>
                </a:moveTo>
                <a:lnTo>
                  <a:pt x="1036105" y="419611"/>
                </a:lnTo>
                <a:moveTo>
                  <a:pt x="1482548" y="451385"/>
                </a:moveTo>
                <a:lnTo>
                  <a:pt x="1385446" y="463925"/>
                </a:lnTo>
                <a:moveTo>
                  <a:pt x="918375" y="970607"/>
                </a:moveTo>
                <a:lnTo>
                  <a:pt x="817474" y="989534"/>
                </a:lnTo>
                <a:moveTo>
                  <a:pt x="664963" y="601790"/>
                </a:moveTo>
                <a:lnTo>
                  <a:pt x="659375" y="624190"/>
                </a:lnTo>
                <a:moveTo>
                  <a:pt x="832296" y="166122"/>
                </a:moveTo>
                <a:lnTo>
                  <a:pt x="803311" y="197079"/>
                </a:lnTo>
                <a:moveTo>
                  <a:pt x="1029120" y="886491"/>
                </a:moveTo>
                <a:lnTo>
                  <a:pt x="948028" y="958551"/>
                </a:lnTo>
                <a:moveTo>
                  <a:pt x="1607019" y="808905"/>
                </a:moveTo>
                <a:lnTo>
                  <a:pt x="1542532" y="716995"/>
                </a:lnTo>
                <a:moveTo>
                  <a:pt x="1913080" y="592342"/>
                </a:moveTo>
                <a:lnTo>
                  <a:pt x="1893208" y="576580"/>
                </a:lnTo>
                <a:moveTo>
                  <a:pt x="1306758" y="120350"/>
                </a:moveTo>
                <a:lnTo>
                  <a:pt x="1277912" y="102215"/>
                </a:lnTo>
                <a:moveTo>
                  <a:pt x="2066756" y="1006408"/>
                </a:moveTo>
                <a:lnTo>
                  <a:pt x="1933787" y="1017504"/>
                </a:lnTo>
                <a:moveTo>
                  <a:pt x="1472604" y="340060"/>
                </a:moveTo>
                <a:lnTo>
                  <a:pt x="1453426" y="234212"/>
                </a:lnTo>
                <a:moveTo>
                  <a:pt x="696669" y="493698"/>
                </a:moveTo>
                <a:lnTo>
                  <a:pt x="732812" y="529010"/>
                </a:lnTo>
                <a:moveTo>
                  <a:pt x="2149595" y="725411"/>
                </a:moveTo>
                <a:lnTo>
                  <a:pt x="2154036" y="864599"/>
                </a:lnTo>
                <a:moveTo>
                  <a:pt x="653062" y="752484"/>
                </a:moveTo>
                <a:lnTo>
                  <a:pt x="686414" y="864973"/>
                </a:lnTo>
                <a:moveTo>
                  <a:pt x="1352984" y="489763"/>
                </a:moveTo>
                <a:lnTo>
                  <a:pt x="1246873" y="519699"/>
                </a:lnTo>
                <a:moveTo>
                  <a:pt x="866705" y="78807"/>
                </a:moveTo>
                <a:lnTo>
                  <a:pt x="870619" y="69893"/>
                </a:lnTo>
                <a:moveTo>
                  <a:pt x="1148027" y="457640"/>
                </a:moveTo>
                <a:lnTo>
                  <a:pt x="1013034" y="494364"/>
                </a:lnTo>
                <a:moveTo>
                  <a:pt x="1103684" y="416795"/>
                </a:moveTo>
                <a:lnTo>
                  <a:pt x="1013034" y="494364"/>
                </a:lnTo>
                <a:moveTo>
                  <a:pt x="1063794" y="753846"/>
                </a:moveTo>
                <a:lnTo>
                  <a:pt x="1029120" y="886491"/>
                </a:lnTo>
                <a:moveTo>
                  <a:pt x="869558" y="67263"/>
                </a:moveTo>
                <a:lnTo>
                  <a:pt x="870619" y="69893"/>
                </a:lnTo>
                <a:moveTo>
                  <a:pt x="2000955" y="623938"/>
                </a:moveTo>
                <a:lnTo>
                  <a:pt x="1913080" y="592342"/>
                </a:lnTo>
                <a:moveTo>
                  <a:pt x="2022238" y="615370"/>
                </a:moveTo>
                <a:lnTo>
                  <a:pt x="2000955" y="623938"/>
                </a:lnTo>
                <a:moveTo>
                  <a:pt x="869558" y="67263"/>
                </a:moveTo>
                <a:lnTo>
                  <a:pt x="866705" y="78807"/>
                </a:lnTo>
                <a:moveTo>
                  <a:pt x="954153" y="530228"/>
                </a:moveTo>
                <a:lnTo>
                  <a:pt x="1036105" y="419611"/>
                </a:lnTo>
                <a:moveTo>
                  <a:pt x="700210" y="831475"/>
                </a:moveTo>
                <a:lnTo>
                  <a:pt x="686414" y="864973"/>
                </a:lnTo>
                <a:moveTo>
                  <a:pt x="703791" y="469068"/>
                </a:moveTo>
                <a:lnTo>
                  <a:pt x="732812" y="529010"/>
                </a:lnTo>
                <a:moveTo>
                  <a:pt x="1633600" y="877533"/>
                </a:moveTo>
                <a:lnTo>
                  <a:pt x="1607019" y="808905"/>
                </a:lnTo>
                <a:moveTo>
                  <a:pt x="952713" y="969354"/>
                </a:moveTo>
                <a:lnTo>
                  <a:pt x="1029120" y="886491"/>
                </a:lnTo>
                <a:moveTo>
                  <a:pt x="806387" y="951874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98542" y="986368"/>
                </a:lnTo>
                <a:moveTo>
                  <a:pt x="700210" y="831475"/>
                </a:moveTo>
                <a:lnTo>
                  <a:pt x="715327" y="918801"/>
                </a:lnTo>
                <a:moveTo>
                  <a:pt x="2200170" y="836510"/>
                </a:moveTo>
                <a:lnTo>
                  <a:pt x="2154036" y="864599"/>
                </a:lnTo>
                <a:moveTo>
                  <a:pt x="840375" y="1008008"/>
                </a:moveTo>
                <a:lnTo>
                  <a:pt x="817474" y="989534"/>
                </a:lnTo>
                <a:moveTo>
                  <a:pt x="994667" y="639644"/>
                </a:moveTo>
                <a:lnTo>
                  <a:pt x="954153" y="530228"/>
                </a:lnTo>
                <a:moveTo>
                  <a:pt x="745960" y="889850"/>
                </a:moveTo>
                <a:lnTo>
                  <a:pt x="715327" y="918801"/>
                </a:lnTo>
                <a:moveTo>
                  <a:pt x="840375" y="1008008"/>
                </a:moveTo>
                <a:lnTo>
                  <a:pt x="813097" y="994479"/>
                </a:lnTo>
                <a:moveTo>
                  <a:pt x="806387" y="951874"/>
                </a:moveTo>
                <a:lnTo>
                  <a:pt x="715327" y="918801"/>
                </a:lnTo>
                <a:moveTo>
                  <a:pt x="1679507" y="923670"/>
                </a:moveTo>
                <a:lnTo>
                  <a:pt x="1633600" y="877533"/>
                </a:lnTo>
                <a:moveTo>
                  <a:pt x="1963750" y="997030"/>
                </a:moveTo>
                <a:lnTo>
                  <a:pt x="1933787" y="1017504"/>
                </a:lnTo>
                <a:moveTo>
                  <a:pt x="1888683" y="579129"/>
                </a:moveTo>
                <a:lnTo>
                  <a:pt x="1893208" y="576580"/>
                </a:lnTo>
                <a:moveTo>
                  <a:pt x="1594065" y="423404"/>
                </a:moveTo>
                <a:lnTo>
                  <a:pt x="1491454" y="409016"/>
                </a:lnTo>
                <a:moveTo>
                  <a:pt x="1367583" y="540113"/>
                </a:moveTo>
                <a:lnTo>
                  <a:pt x="1385446" y="463925"/>
                </a:lnTo>
                <a:moveTo>
                  <a:pt x="1821601" y="528540"/>
                </a:moveTo>
                <a:lnTo>
                  <a:pt x="1893208" y="576580"/>
                </a:lnTo>
                <a:moveTo>
                  <a:pt x="1472604" y="340060"/>
                </a:moveTo>
                <a:lnTo>
                  <a:pt x="1482548" y="451385"/>
                </a:lnTo>
                <a:moveTo>
                  <a:pt x="1067955" y="857182"/>
                </a:moveTo>
                <a:lnTo>
                  <a:pt x="1029120" y="886491"/>
                </a:lnTo>
                <a:moveTo>
                  <a:pt x="653062" y="752484"/>
                </a:moveTo>
                <a:lnTo>
                  <a:pt x="641386" y="735444"/>
                </a:lnTo>
                <a:moveTo>
                  <a:pt x="1728426" y="394680"/>
                </a:moveTo>
                <a:lnTo>
                  <a:pt x="1696687" y="437642"/>
                </a:lnTo>
                <a:moveTo>
                  <a:pt x="1491454" y="409016"/>
                </a:moveTo>
                <a:lnTo>
                  <a:pt x="1472604" y="340060"/>
                </a:lnTo>
                <a:moveTo>
                  <a:pt x="1769994" y="456637"/>
                </a:moveTo>
                <a:lnTo>
                  <a:pt x="1765773" y="491737"/>
                </a:lnTo>
                <a:moveTo>
                  <a:pt x="696669" y="493698"/>
                </a:moveTo>
                <a:lnTo>
                  <a:pt x="664963" y="601790"/>
                </a:lnTo>
                <a:moveTo>
                  <a:pt x="1000774" y="649600"/>
                </a:moveTo>
                <a:lnTo>
                  <a:pt x="994667" y="639644"/>
                </a:lnTo>
                <a:moveTo>
                  <a:pt x="832296" y="166122"/>
                </a:moveTo>
                <a:lnTo>
                  <a:pt x="866705" y="78807"/>
                </a:lnTo>
                <a:moveTo>
                  <a:pt x="1769994" y="456637"/>
                </a:moveTo>
                <a:lnTo>
                  <a:pt x="1696687" y="437642"/>
                </a:lnTo>
                <a:moveTo>
                  <a:pt x="1103684" y="416795"/>
                </a:moveTo>
                <a:lnTo>
                  <a:pt x="1036105" y="419611"/>
                </a:lnTo>
                <a:moveTo>
                  <a:pt x="1367583" y="540113"/>
                </a:moveTo>
                <a:lnTo>
                  <a:pt x="1352984" y="489763"/>
                </a:lnTo>
                <a:moveTo>
                  <a:pt x="1050921" y="373546"/>
                </a:moveTo>
                <a:lnTo>
                  <a:pt x="1036105" y="419611"/>
                </a:lnTo>
                <a:moveTo>
                  <a:pt x="832296" y="166122"/>
                </a:moveTo>
                <a:lnTo>
                  <a:pt x="869558" y="67263"/>
                </a:lnTo>
                <a:moveTo>
                  <a:pt x="1491454" y="409016"/>
                </a:moveTo>
                <a:lnTo>
                  <a:pt x="1482548" y="451385"/>
                </a:lnTo>
                <a:moveTo>
                  <a:pt x="1506414" y="334274"/>
                </a:moveTo>
                <a:lnTo>
                  <a:pt x="1472604" y="340060"/>
                </a:lnTo>
                <a:moveTo>
                  <a:pt x="918375" y="970607"/>
                </a:moveTo>
                <a:lnTo>
                  <a:pt x="948028" y="958551"/>
                </a:lnTo>
                <a:moveTo>
                  <a:pt x="1963750" y="997030"/>
                </a:moveTo>
                <a:lnTo>
                  <a:pt x="1831490" y="999143"/>
                </a:lnTo>
                <a:moveTo>
                  <a:pt x="1246873" y="519699"/>
                </a:moveTo>
                <a:lnTo>
                  <a:pt x="1148027" y="457640"/>
                </a:lnTo>
                <a:moveTo>
                  <a:pt x="1468759" y="558454"/>
                </a:moveTo>
                <a:lnTo>
                  <a:pt x="1482548" y="451385"/>
                </a:lnTo>
                <a:moveTo>
                  <a:pt x="1063794" y="753846"/>
                </a:moveTo>
                <a:lnTo>
                  <a:pt x="1000774" y="649600"/>
                </a:lnTo>
                <a:moveTo>
                  <a:pt x="1624198" y="336066"/>
                </a:moveTo>
                <a:lnTo>
                  <a:pt x="1594065" y="423404"/>
                </a:lnTo>
                <a:moveTo>
                  <a:pt x="1261189" y="526971"/>
                </a:moveTo>
                <a:lnTo>
                  <a:pt x="1352984" y="489763"/>
                </a:lnTo>
                <a:moveTo>
                  <a:pt x="952713" y="969354"/>
                </a:moveTo>
                <a:lnTo>
                  <a:pt x="948028" y="958551"/>
                </a:lnTo>
                <a:moveTo>
                  <a:pt x="1506414" y="334274"/>
                </a:moveTo>
                <a:lnTo>
                  <a:pt x="1491454" y="409016"/>
                </a:lnTo>
                <a:moveTo>
                  <a:pt x="1728426" y="394680"/>
                </a:moveTo>
                <a:lnTo>
                  <a:pt x="1594065" y="423404"/>
                </a:lnTo>
                <a:moveTo>
                  <a:pt x="1148027" y="457640"/>
                </a:moveTo>
                <a:lnTo>
                  <a:pt x="1103684" y="416795"/>
                </a:lnTo>
                <a:moveTo>
                  <a:pt x="1036105" y="419611"/>
                </a:moveTo>
                <a:lnTo>
                  <a:pt x="940558" y="395661"/>
                </a:lnTo>
                <a:moveTo>
                  <a:pt x="1656241" y="334971"/>
                </a:moveTo>
                <a:lnTo>
                  <a:pt x="1594065" y="423404"/>
                </a:lnTo>
                <a:moveTo>
                  <a:pt x="2149595" y="725411"/>
                </a:moveTo>
                <a:lnTo>
                  <a:pt x="2120737" y="681812"/>
                </a:lnTo>
                <a:moveTo>
                  <a:pt x="1103684" y="416795"/>
                </a:moveTo>
                <a:lnTo>
                  <a:pt x="1050921" y="373546"/>
                </a:lnTo>
                <a:moveTo>
                  <a:pt x="952713" y="969354"/>
                </a:moveTo>
                <a:lnTo>
                  <a:pt x="918375" y="970607"/>
                </a:lnTo>
                <a:moveTo>
                  <a:pt x="1862173" y="969550"/>
                </a:moveTo>
                <a:lnTo>
                  <a:pt x="1831490" y="999143"/>
                </a:lnTo>
                <a:moveTo>
                  <a:pt x="2120737" y="681812"/>
                </a:moveTo>
                <a:lnTo>
                  <a:pt x="2022238" y="615370"/>
                </a:lnTo>
                <a:moveTo>
                  <a:pt x="947848" y="365022"/>
                </a:moveTo>
                <a:lnTo>
                  <a:pt x="1036105" y="419611"/>
                </a:lnTo>
                <a:moveTo>
                  <a:pt x="1029424" y="953376"/>
                </a:moveTo>
                <a:lnTo>
                  <a:pt x="1029120" y="886491"/>
                </a:lnTo>
                <a:moveTo>
                  <a:pt x="1657378" y="781523"/>
                </a:moveTo>
                <a:lnTo>
                  <a:pt x="1542532" y="716995"/>
                </a:lnTo>
                <a:moveTo>
                  <a:pt x="2022238" y="615370"/>
                </a:moveTo>
                <a:lnTo>
                  <a:pt x="1913080" y="592342"/>
                </a:lnTo>
                <a:moveTo>
                  <a:pt x="1624198" y="336066"/>
                </a:moveTo>
                <a:lnTo>
                  <a:pt x="1491454" y="409016"/>
                </a:lnTo>
                <a:moveTo>
                  <a:pt x="1571427" y="710048"/>
                </a:moveTo>
                <a:lnTo>
                  <a:pt x="1542532" y="716995"/>
                </a:lnTo>
                <a:moveTo>
                  <a:pt x="1367583" y="540113"/>
                </a:moveTo>
                <a:lnTo>
                  <a:pt x="1482548" y="451385"/>
                </a:lnTo>
                <a:moveTo>
                  <a:pt x="1504931" y="653385"/>
                </a:moveTo>
                <a:lnTo>
                  <a:pt x="1524382" y="692444"/>
                </a:lnTo>
                <a:moveTo>
                  <a:pt x="1504931" y="653385"/>
                </a:moveTo>
                <a:lnTo>
                  <a:pt x="1542532" y="716995"/>
                </a:lnTo>
                <a:moveTo>
                  <a:pt x="1657378" y="781523"/>
                </a:moveTo>
                <a:lnTo>
                  <a:pt x="1607019" y="808905"/>
                </a:lnTo>
                <a:moveTo>
                  <a:pt x="1322341" y="186048"/>
                </a:moveTo>
                <a:lnTo>
                  <a:pt x="1306758" y="120350"/>
                </a:lnTo>
                <a:moveTo>
                  <a:pt x="2200170" y="836510"/>
                </a:moveTo>
                <a:lnTo>
                  <a:pt x="2149595" y="725411"/>
                </a:lnTo>
                <a:moveTo>
                  <a:pt x="1624198" y="336066"/>
                </a:moveTo>
                <a:lnTo>
                  <a:pt x="1506414" y="334274"/>
                </a:lnTo>
                <a:moveTo>
                  <a:pt x="2066756" y="1006408"/>
                </a:moveTo>
                <a:lnTo>
                  <a:pt x="1963750" y="997030"/>
                </a:lnTo>
                <a:moveTo>
                  <a:pt x="1306758" y="120350"/>
                </a:moveTo>
                <a:lnTo>
                  <a:pt x="1231843" y="63737"/>
                </a:lnTo>
                <a:moveTo>
                  <a:pt x="1760540" y="905171"/>
                </a:moveTo>
                <a:lnTo>
                  <a:pt x="1633600" y="877533"/>
                </a:lnTo>
                <a:moveTo>
                  <a:pt x="1760540" y="905171"/>
                </a:moveTo>
                <a:lnTo>
                  <a:pt x="1679507" y="923670"/>
                </a:lnTo>
                <a:moveTo>
                  <a:pt x="840375" y="1008008"/>
                </a:moveTo>
                <a:lnTo>
                  <a:pt x="918375" y="970607"/>
                </a:lnTo>
                <a:moveTo>
                  <a:pt x="1050921" y="373546"/>
                </a:moveTo>
                <a:lnTo>
                  <a:pt x="1071326" y="291186"/>
                </a:lnTo>
                <a:moveTo>
                  <a:pt x="1231843" y="63737"/>
                </a:moveTo>
                <a:lnTo>
                  <a:pt x="1277912" y="102215"/>
                </a:lnTo>
                <a:moveTo>
                  <a:pt x="1067955" y="857182"/>
                </a:moveTo>
                <a:lnTo>
                  <a:pt x="1063794" y="753846"/>
                </a:lnTo>
                <a:moveTo>
                  <a:pt x="1148027" y="457640"/>
                </a:moveTo>
                <a:lnTo>
                  <a:pt x="1165102" y="410230"/>
                </a:lnTo>
                <a:moveTo>
                  <a:pt x="700210" y="831475"/>
                </a:moveTo>
                <a:lnTo>
                  <a:pt x="653062" y="752484"/>
                </a:lnTo>
                <a:moveTo>
                  <a:pt x="1165102" y="410230"/>
                </a:moveTo>
                <a:lnTo>
                  <a:pt x="1103684" y="416795"/>
                </a:lnTo>
                <a:moveTo>
                  <a:pt x="1261189" y="526971"/>
                </a:moveTo>
                <a:lnTo>
                  <a:pt x="1246873" y="519699"/>
                </a:lnTo>
                <a:moveTo>
                  <a:pt x="1468759" y="558454"/>
                </a:moveTo>
                <a:lnTo>
                  <a:pt x="1367583" y="540113"/>
                </a:lnTo>
                <a:moveTo>
                  <a:pt x="1657378" y="781523"/>
                </a:moveTo>
                <a:lnTo>
                  <a:pt x="1633600" y="877533"/>
                </a:lnTo>
                <a:moveTo>
                  <a:pt x="1050921" y="373546"/>
                </a:moveTo>
                <a:lnTo>
                  <a:pt x="947848" y="365022"/>
                </a:lnTo>
                <a:moveTo>
                  <a:pt x="1668094" y="799694"/>
                </a:moveTo>
                <a:lnTo>
                  <a:pt x="1633600" y="877533"/>
                </a:lnTo>
                <a:moveTo>
                  <a:pt x="703791" y="469068"/>
                </a:moveTo>
                <a:lnTo>
                  <a:pt x="696669" y="493698"/>
                </a:lnTo>
                <a:moveTo>
                  <a:pt x="938466" y="483813"/>
                </a:moveTo>
                <a:lnTo>
                  <a:pt x="954153" y="530228"/>
                </a:lnTo>
                <a:moveTo>
                  <a:pt x="1763985" y="899166"/>
                </a:moveTo>
                <a:lnTo>
                  <a:pt x="1633600" y="877533"/>
                </a:lnTo>
                <a:moveTo>
                  <a:pt x="940269" y="492101"/>
                </a:moveTo>
                <a:lnTo>
                  <a:pt x="954153" y="530228"/>
                </a:lnTo>
                <a:moveTo>
                  <a:pt x="1237328" y="44743"/>
                </a:moveTo>
                <a:lnTo>
                  <a:pt x="1277912" y="102215"/>
                </a:lnTo>
                <a:moveTo>
                  <a:pt x="1919754" y="599378"/>
                </a:moveTo>
                <a:lnTo>
                  <a:pt x="1913080" y="592342"/>
                </a:lnTo>
                <a:moveTo>
                  <a:pt x="952713" y="969354"/>
                </a:moveTo>
                <a:lnTo>
                  <a:pt x="840375" y="1008008"/>
                </a:lnTo>
                <a:moveTo>
                  <a:pt x="2022238" y="615370"/>
                </a:moveTo>
                <a:lnTo>
                  <a:pt x="1919754" y="599378"/>
                </a:lnTo>
                <a:moveTo>
                  <a:pt x="1888683" y="579129"/>
                </a:moveTo>
                <a:lnTo>
                  <a:pt x="1913080" y="592342"/>
                </a:lnTo>
                <a:moveTo>
                  <a:pt x="1261189" y="526971"/>
                </a:moveTo>
                <a:lnTo>
                  <a:pt x="1148027" y="457640"/>
                </a:lnTo>
                <a:moveTo>
                  <a:pt x="745960" y="889850"/>
                </a:moveTo>
                <a:lnTo>
                  <a:pt x="700210" y="831475"/>
                </a:lnTo>
                <a:moveTo>
                  <a:pt x="821463" y="266950"/>
                </a:moveTo>
                <a:lnTo>
                  <a:pt x="832296" y="166122"/>
                </a:lnTo>
                <a:moveTo>
                  <a:pt x="938466" y="483813"/>
                </a:moveTo>
                <a:lnTo>
                  <a:pt x="1036105" y="419611"/>
                </a:lnTo>
                <a:moveTo>
                  <a:pt x="806387" y="951874"/>
                </a:moveTo>
                <a:lnTo>
                  <a:pt x="745960" y="889850"/>
                </a:lnTo>
                <a:moveTo>
                  <a:pt x="671543" y="482957"/>
                </a:moveTo>
                <a:lnTo>
                  <a:pt x="696669" y="493698"/>
                </a:lnTo>
                <a:moveTo>
                  <a:pt x="1632451" y="296271"/>
                </a:moveTo>
                <a:lnTo>
                  <a:pt x="1624198" y="336066"/>
                </a:lnTo>
                <a:moveTo>
                  <a:pt x="1188420" y="305098"/>
                </a:moveTo>
                <a:lnTo>
                  <a:pt x="1103684" y="416795"/>
                </a:lnTo>
                <a:moveTo>
                  <a:pt x="1183182" y="291648"/>
                </a:moveTo>
                <a:lnTo>
                  <a:pt x="1050921" y="373546"/>
                </a:lnTo>
                <a:moveTo>
                  <a:pt x="947848" y="365022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050921" y="373546"/>
                </a:lnTo>
                <a:moveTo>
                  <a:pt x="840375" y="1008008"/>
                </a:moveTo>
                <a:lnTo>
                  <a:pt x="806387" y="951874"/>
                </a:lnTo>
                <a:moveTo>
                  <a:pt x="1476228" y="601813"/>
                </a:moveTo>
                <a:lnTo>
                  <a:pt x="1468759" y="558454"/>
                </a:lnTo>
                <a:moveTo>
                  <a:pt x="1656241" y="334971"/>
                </a:moveTo>
                <a:lnTo>
                  <a:pt x="1624198" y="336066"/>
                </a:lnTo>
                <a:moveTo>
                  <a:pt x="1071326" y="291186"/>
                </a:moveTo>
                <a:lnTo>
                  <a:pt x="947848" y="365022"/>
                </a:lnTo>
                <a:moveTo>
                  <a:pt x="940269" y="492101"/>
                </a:moveTo>
                <a:lnTo>
                  <a:pt x="994667" y="639644"/>
                </a:lnTo>
                <a:moveTo>
                  <a:pt x="671543" y="482957"/>
                </a:moveTo>
                <a:lnTo>
                  <a:pt x="703791" y="469068"/>
                </a:lnTo>
                <a:moveTo>
                  <a:pt x="1656241" y="334971"/>
                </a:moveTo>
                <a:lnTo>
                  <a:pt x="1632451" y="296271"/>
                </a:lnTo>
                <a:moveTo>
                  <a:pt x="1728426" y="394680"/>
                </a:moveTo>
                <a:lnTo>
                  <a:pt x="1656241" y="334971"/>
                </a:lnTo>
                <a:moveTo>
                  <a:pt x="1504931" y="653385"/>
                </a:moveTo>
                <a:lnTo>
                  <a:pt x="1468759" y="558454"/>
                </a:lnTo>
                <a:moveTo>
                  <a:pt x="1769994" y="456637"/>
                </a:moveTo>
                <a:lnTo>
                  <a:pt x="1728426" y="394680"/>
                </a:lnTo>
                <a:moveTo>
                  <a:pt x="1024138" y="608769"/>
                </a:moveTo>
                <a:lnTo>
                  <a:pt x="994667" y="639644"/>
                </a:lnTo>
                <a:moveTo>
                  <a:pt x="1024138" y="608769"/>
                </a:moveTo>
                <a:lnTo>
                  <a:pt x="1000774" y="649600"/>
                </a:lnTo>
                <a:moveTo>
                  <a:pt x="1919754" y="599378"/>
                </a:moveTo>
                <a:lnTo>
                  <a:pt x="1888683" y="579129"/>
                </a:lnTo>
                <a:moveTo>
                  <a:pt x="1030959" y="626312"/>
                </a:moveTo>
                <a:lnTo>
                  <a:pt x="1000774" y="649600"/>
                </a:lnTo>
                <a:moveTo>
                  <a:pt x="1212887" y="399256"/>
                </a:moveTo>
                <a:lnTo>
                  <a:pt x="1148027" y="457640"/>
                </a:lnTo>
                <a:moveTo>
                  <a:pt x="1367583" y="540113"/>
                </a:moveTo>
                <a:lnTo>
                  <a:pt x="1261189" y="526971"/>
                </a:lnTo>
                <a:moveTo>
                  <a:pt x="1963750" y="997030"/>
                </a:moveTo>
                <a:lnTo>
                  <a:pt x="1862173" y="969550"/>
                </a:lnTo>
                <a:moveTo>
                  <a:pt x="1092915" y="200742"/>
                </a:moveTo>
                <a:lnTo>
                  <a:pt x="1071326" y="291186"/>
                </a:lnTo>
                <a:moveTo>
                  <a:pt x="1183182" y="291648"/>
                </a:moveTo>
                <a:lnTo>
                  <a:pt x="1071326" y="291186"/>
                </a:lnTo>
                <a:moveTo>
                  <a:pt x="1821601" y="528540"/>
                </a:moveTo>
                <a:lnTo>
                  <a:pt x="1769994" y="456637"/>
                </a:lnTo>
                <a:moveTo>
                  <a:pt x="1029424" y="953376"/>
                </a:moveTo>
                <a:lnTo>
                  <a:pt x="952713" y="969354"/>
                </a:lnTo>
                <a:moveTo>
                  <a:pt x="1888683" y="579129"/>
                </a:moveTo>
                <a:lnTo>
                  <a:pt x="1821601" y="528540"/>
                </a:lnTo>
                <a:moveTo>
                  <a:pt x="1970557" y="315022"/>
                </a:moveTo>
                <a:lnTo>
                  <a:pt x="1938217" y="243692"/>
                </a:lnTo>
                <a:moveTo>
                  <a:pt x="1071326" y="291186"/>
                </a:moveTo>
                <a:lnTo>
                  <a:pt x="969834" y="273159"/>
                </a:lnTo>
                <a:moveTo>
                  <a:pt x="940558" y="395661"/>
                </a:moveTo>
                <a:lnTo>
                  <a:pt x="842118" y="374594"/>
                </a:lnTo>
                <a:moveTo>
                  <a:pt x="844275" y="362818"/>
                </a:moveTo>
                <a:lnTo>
                  <a:pt x="940558" y="395661"/>
                </a:lnTo>
                <a:moveTo>
                  <a:pt x="1188420" y="305098"/>
                </a:moveTo>
                <a:lnTo>
                  <a:pt x="1165102" y="410230"/>
                </a:lnTo>
                <a:moveTo>
                  <a:pt x="947848" y="365022"/>
                </a:moveTo>
                <a:lnTo>
                  <a:pt x="969834" y="273159"/>
                </a:lnTo>
                <a:moveTo>
                  <a:pt x="1476228" y="601813"/>
                </a:moveTo>
                <a:lnTo>
                  <a:pt x="1367583" y="540113"/>
                </a:lnTo>
                <a:moveTo>
                  <a:pt x="2098308" y="965818"/>
                </a:moveTo>
                <a:lnTo>
                  <a:pt x="2066756" y="1006408"/>
                </a:lnTo>
                <a:moveTo>
                  <a:pt x="2151650" y="649309"/>
                </a:moveTo>
                <a:lnTo>
                  <a:pt x="2120737" y="681812"/>
                </a:lnTo>
                <a:moveTo>
                  <a:pt x="843073" y="378036"/>
                </a:moveTo>
                <a:lnTo>
                  <a:pt x="703791" y="469068"/>
                </a:lnTo>
                <a:moveTo>
                  <a:pt x="1063334" y="717964"/>
                </a:moveTo>
                <a:lnTo>
                  <a:pt x="1000774" y="649600"/>
                </a:lnTo>
                <a:moveTo>
                  <a:pt x="2190237" y="696404"/>
                </a:moveTo>
                <a:lnTo>
                  <a:pt x="2120737" y="681812"/>
                </a:lnTo>
                <a:moveTo>
                  <a:pt x="947848" y="365022"/>
                </a:moveTo>
                <a:lnTo>
                  <a:pt x="844275" y="362818"/>
                </a:lnTo>
                <a:moveTo>
                  <a:pt x="938466" y="483813"/>
                </a:moveTo>
                <a:lnTo>
                  <a:pt x="940558" y="395661"/>
                </a:lnTo>
                <a:moveTo>
                  <a:pt x="2190237" y="696404"/>
                </a:moveTo>
                <a:lnTo>
                  <a:pt x="2149595" y="725411"/>
                </a:lnTo>
                <a:moveTo>
                  <a:pt x="2151650" y="649309"/>
                </a:moveTo>
                <a:lnTo>
                  <a:pt x="2022238" y="615370"/>
                </a:lnTo>
                <a:moveTo>
                  <a:pt x="1983204" y="353856"/>
                </a:moveTo>
                <a:lnTo>
                  <a:pt x="1970557" y="315022"/>
                </a:lnTo>
                <a:moveTo>
                  <a:pt x="821463" y="266950"/>
                </a:moveTo>
                <a:lnTo>
                  <a:pt x="842118" y="374594"/>
                </a:lnTo>
                <a:moveTo>
                  <a:pt x="1029424" y="953376"/>
                </a:moveTo>
                <a:lnTo>
                  <a:pt x="1067955" y="857182"/>
                </a:lnTo>
                <a:moveTo>
                  <a:pt x="961936" y="1053493"/>
                </a:moveTo>
                <a:lnTo>
                  <a:pt x="952713" y="969354"/>
                </a:lnTo>
                <a:moveTo>
                  <a:pt x="1183182" y="291648"/>
                </a:moveTo>
                <a:lnTo>
                  <a:pt x="1092915" y="200742"/>
                </a:lnTo>
                <a:moveTo>
                  <a:pt x="844275" y="362818"/>
                </a:moveTo>
                <a:lnTo>
                  <a:pt x="821463" y="266950"/>
                </a:lnTo>
                <a:moveTo>
                  <a:pt x="1063334" y="717964"/>
                </a:moveTo>
                <a:lnTo>
                  <a:pt x="1063794" y="753846"/>
                </a:lnTo>
                <a:moveTo>
                  <a:pt x="1188420" y="305098"/>
                </a:moveTo>
                <a:lnTo>
                  <a:pt x="1183182" y="291648"/>
                </a:lnTo>
                <a:moveTo>
                  <a:pt x="1190762" y="291331"/>
                </a:moveTo>
                <a:lnTo>
                  <a:pt x="1092915" y="200742"/>
                </a:lnTo>
                <a:moveTo>
                  <a:pt x="1190762" y="291331"/>
                </a:moveTo>
                <a:lnTo>
                  <a:pt x="1183182" y="291648"/>
                </a:lnTo>
                <a:moveTo>
                  <a:pt x="872602" y="137059"/>
                </a:moveTo>
                <a:lnTo>
                  <a:pt x="832296" y="166122"/>
                </a:lnTo>
                <a:moveTo>
                  <a:pt x="1375317" y="565896"/>
                </a:moveTo>
                <a:lnTo>
                  <a:pt x="1367583" y="540113"/>
                </a:lnTo>
                <a:moveTo>
                  <a:pt x="1212887" y="399256"/>
                </a:moveTo>
                <a:lnTo>
                  <a:pt x="1165102" y="410230"/>
                </a:lnTo>
                <a:moveTo>
                  <a:pt x="1188420" y="305098"/>
                </a:moveTo>
                <a:lnTo>
                  <a:pt x="1190762" y="291331"/>
                </a:lnTo>
                <a:moveTo>
                  <a:pt x="1763985" y="899166"/>
                </a:moveTo>
                <a:lnTo>
                  <a:pt x="1760540" y="905171"/>
                </a:lnTo>
                <a:moveTo>
                  <a:pt x="1190762" y="291331"/>
                </a:moveTo>
                <a:lnTo>
                  <a:pt x="1210096" y="178736"/>
                </a:lnTo>
                <a:moveTo>
                  <a:pt x="989090" y="201733"/>
                </a:moveTo>
                <a:lnTo>
                  <a:pt x="1071326" y="291186"/>
                </a:lnTo>
                <a:moveTo>
                  <a:pt x="864060" y="259400"/>
                </a:moveTo>
                <a:lnTo>
                  <a:pt x="821463" y="266950"/>
                </a:lnTo>
                <a:moveTo>
                  <a:pt x="1668094" y="799694"/>
                </a:moveTo>
                <a:lnTo>
                  <a:pt x="1657378" y="781523"/>
                </a:lnTo>
                <a:moveTo>
                  <a:pt x="1190762" y="291331"/>
                </a:moveTo>
                <a:lnTo>
                  <a:pt x="1322341" y="186048"/>
                </a:lnTo>
                <a:moveTo>
                  <a:pt x="1657378" y="781523"/>
                </a:moveTo>
                <a:lnTo>
                  <a:pt x="1571427" y="710048"/>
                </a:lnTo>
                <a:moveTo>
                  <a:pt x="2190237" y="696404"/>
                </a:moveTo>
                <a:lnTo>
                  <a:pt x="2200170" y="836510"/>
                </a:lnTo>
                <a:moveTo>
                  <a:pt x="1322341" y="186048"/>
                </a:moveTo>
                <a:lnTo>
                  <a:pt x="1210096" y="178736"/>
                </a:lnTo>
                <a:moveTo>
                  <a:pt x="1763985" y="899166"/>
                </a:moveTo>
                <a:lnTo>
                  <a:pt x="1668094" y="799694"/>
                </a:lnTo>
                <a:moveTo>
                  <a:pt x="2051583" y="602720"/>
                </a:moveTo>
                <a:lnTo>
                  <a:pt x="2022238" y="615370"/>
                </a:lnTo>
                <a:moveTo>
                  <a:pt x="1724808" y="207995"/>
                </a:moveTo>
                <a:lnTo>
                  <a:pt x="1632451" y="296271"/>
                </a:lnTo>
                <a:moveTo>
                  <a:pt x="969834" y="273159"/>
                </a:moveTo>
                <a:lnTo>
                  <a:pt x="844275" y="362818"/>
                </a:lnTo>
                <a:moveTo>
                  <a:pt x="2098308" y="965818"/>
                </a:moveTo>
                <a:lnTo>
                  <a:pt x="1963750" y="997030"/>
                </a:lnTo>
                <a:moveTo>
                  <a:pt x="1919754" y="599378"/>
                </a:moveTo>
                <a:lnTo>
                  <a:pt x="1828059" y="557903"/>
                </a:lnTo>
                <a:moveTo>
                  <a:pt x="1504931" y="653385"/>
                </a:moveTo>
                <a:lnTo>
                  <a:pt x="1476228" y="601813"/>
                </a:lnTo>
                <a:moveTo>
                  <a:pt x="1212887" y="399256"/>
                </a:moveTo>
                <a:lnTo>
                  <a:pt x="1261189" y="526971"/>
                </a:lnTo>
                <a:moveTo>
                  <a:pt x="1210096" y="178736"/>
                </a:moveTo>
                <a:lnTo>
                  <a:pt x="1231843" y="63737"/>
                </a:lnTo>
                <a:moveTo>
                  <a:pt x="1375317" y="565896"/>
                </a:moveTo>
                <a:lnTo>
                  <a:pt x="1261189" y="526971"/>
                </a:lnTo>
                <a:moveTo>
                  <a:pt x="1828059" y="557903"/>
                </a:moveTo>
                <a:lnTo>
                  <a:pt x="1769994" y="456637"/>
                </a:lnTo>
                <a:moveTo>
                  <a:pt x="1828059" y="557903"/>
                </a:moveTo>
                <a:lnTo>
                  <a:pt x="1888683" y="579129"/>
                </a:lnTo>
                <a:moveTo>
                  <a:pt x="1724808" y="207995"/>
                </a:moveTo>
                <a:lnTo>
                  <a:pt x="1656241" y="334971"/>
                </a:lnTo>
                <a:moveTo>
                  <a:pt x="1571427" y="710048"/>
                </a:moveTo>
                <a:lnTo>
                  <a:pt x="1504931" y="653385"/>
                </a:lnTo>
                <a:moveTo>
                  <a:pt x="844275" y="362818"/>
                </a:moveTo>
                <a:lnTo>
                  <a:pt x="842118" y="374594"/>
                </a:lnTo>
                <a:moveTo>
                  <a:pt x="682133" y="743298"/>
                </a:moveTo>
                <a:lnTo>
                  <a:pt x="653062" y="752484"/>
                </a:lnTo>
                <a:moveTo>
                  <a:pt x="1322341" y="186048"/>
                </a:moveTo>
                <a:lnTo>
                  <a:pt x="1231843" y="63737"/>
                </a:lnTo>
                <a:moveTo>
                  <a:pt x="1974792" y="344189"/>
                </a:moveTo>
                <a:lnTo>
                  <a:pt x="1970557" y="315022"/>
                </a:lnTo>
                <a:moveTo>
                  <a:pt x="1828059" y="557903"/>
                </a:moveTo>
                <a:lnTo>
                  <a:pt x="1821601" y="528540"/>
                </a:lnTo>
                <a:moveTo>
                  <a:pt x="729664" y="800596"/>
                </a:moveTo>
                <a:lnTo>
                  <a:pt x="653062" y="752484"/>
                </a:lnTo>
                <a:moveTo>
                  <a:pt x="969834" y="273159"/>
                </a:moveTo>
                <a:lnTo>
                  <a:pt x="864060" y="259400"/>
                </a:lnTo>
                <a:moveTo>
                  <a:pt x="1212887" y="399256"/>
                </a:moveTo>
                <a:lnTo>
                  <a:pt x="1188420" y="305098"/>
                </a:lnTo>
                <a:moveTo>
                  <a:pt x="843073" y="378036"/>
                </a:moveTo>
                <a:lnTo>
                  <a:pt x="842118" y="374594"/>
                </a:lnTo>
                <a:moveTo>
                  <a:pt x="1676252" y="776672"/>
                </a:moveTo>
                <a:lnTo>
                  <a:pt x="1657378" y="781523"/>
                </a:lnTo>
                <a:moveTo>
                  <a:pt x="1668094" y="799694"/>
                </a:moveTo>
                <a:lnTo>
                  <a:pt x="1676252" y="776672"/>
                </a:lnTo>
                <a:moveTo>
                  <a:pt x="938466" y="483813"/>
                </a:moveTo>
                <a:lnTo>
                  <a:pt x="842118" y="374594"/>
                </a:lnTo>
                <a:moveTo>
                  <a:pt x="1476228" y="601813"/>
                </a:moveTo>
                <a:lnTo>
                  <a:pt x="1375317" y="565896"/>
                </a:lnTo>
                <a:moveTo>
                  <a:pt x="736856" y="409313"/>
                </a:moveTo>
                <a:lnTo>
                  <a:pt x="703791" y="469068"/>
                </a:lnTo>
                <a:moveTo>
                  <a:pt x="940688" y="1041172"/>
                </a:moveTo>
                <a:lnTo>
                  <a:pt x="952713" y="969354"/>
                </a:lnTo>
                <a:moveTo>
                  <a:pt x="1676252" y="776672"/>
                </a:moveTo>
                <a:lnTo>
                  <a:pt x="1571427" y="710048"/>
                </a:lnTo>
                <a:moveTo>
                  <a:pt x="1063334" y="717964"/>
                </a:moveTo>
                <a:lnTo>
                  <a:pt x="1067955" y="857182"/>
                </a:lnTo>
                <a:moveTo>
                  <a:pt x="844275" y="362818"/>
                </a:moveTo>
                <a:lnTo>
                  <a:pt x="864060" y="259400"/>
                </a:lnTo>
                <a:moveTo>
                  <a:pt x="1974792" y="344189"/>
                </a:moveTo>
                <a:lnTo>
                  <a:pt x="1983204" y="353856"/>
                </a:lnTo>
                <a:moveTo>
                  <a:pt x="1092915" y="200742"/>
                </a:moveTo>
                <a:lnTo>
                  <a:pt x="989090" y="201733"/>
                </a:lnTo>
                <a:moveTo>
                  <a:pt x="729664" y="800596"/>
                </a:moveTo>
                <a:lnTo>
                  <a:pt x="700210" y="831475"/>
                </a:lnTo>
                <a:moveTo>
                  <a:pt x="938466" y="483813"/>
                </a:moveTo>
                <a:lnTo>
                  <a:pt x="843073" y="378036"/>
                </a:lnTo>
                <a:moveTo>
                  <a:pt x="1237328" y="44743"/>
                </a:moveTo>
                <a:lnTo>
                  <a:pt x="1231843" y="63737"/>
                </a:lnTo>
                <a:moveTo>
                  <a:pt x="989090" y="201733"/>
                </a:moveTo>
                <a:lnTo>
                  <a:pt x="969834" y="273159"/>
                </a:lnTo>
                <a:moveTo>
                  <a:pt x="872602" y="137059"/>
                </a:moveTo>
                <a:lnTo>
                  <a:pt x="821463" y="266950"/>
                </a:lnTo>
                <a:moveTo>
                  <a:pt x="729664" y="800596"/>
                </a:moveTo>
                <a:lnTo>
                  <a:pt x="745960" y="889850"/>
                </a:lnTo>
                <a:moveTo>
                  <a:pt x="845859" y="922671"/>
                </a:moveTo>
                <a:lnTo>
                  <a:pt x="745960" y="889850"/>
                </a:lnTo>
                <a:moveTo>
                  <a:pt x="777146" y="853896"/>
                </a:moveTo>
                <a:lnTo>
                  <a:pt x="745960" y="889850"/>
                </a:lnTo>
                <a:moveTo>
                  <a:pt x="940269" y="492101"/>
                </a:moveTo>
                <a:lnTo>
                  <a:pt x="938466" y="483813"/>
                </a:lnTo>
                <a:moveTo>
                  <a:pt x="2051583" y="602720"/>
                </a:moveTo>
                <a:lnTo>
                  <a:pt x="1919754" y="599378"/>
                </a:lnTo>
                <a:moveTo>
                  <a:pt x="845859" y="922671"/>
                </a:moveTo>
                <a:lnTo>
                  <a:pt x="806387" y="951874"/>
                </a:lnTo>
                <a:moveTo>
                  <a:pt x="1092915" y="200742"/>
                </a:moveTo>
                <a:lnTo>
                  <a:pt x="1111011" y="158311"/>
                </a:lnTo>
                <a:moveTo>
                  <a:pt x="1240791" y="506563"/>
                </a:moveTo>
                <a:lnTo>
                  <a:pt x="1261189" y="526971"/>
                </a:lnTo>
                <a:moveTo>
                  <a:pt x="1746566" y="314274"/>
                </a:moveTo>
                <a:lnTo>
                  <a:pt x="1728426" y="394680"/>
                </a:lnTo>
                <a:moveTo>
                  <a:pt x="1273487" y="541623"/>
                </a:moveTo>
                <a:lnTo>
                  <a:pt x="1261189" y="526971"/>
                </a:lnTo>
                <a:moveTo>
                  <a:pt x="1229446" y="58303"/>
                </a:moveTo>
                <a:lnTo>
                  <a:pt x="1231843" y="63737"/>
                </a:lnTo>
                <a:moveTo>
                  <a:pt x="1995638" y="952181"/>
                </a:moveTo>
                <a:lnTo>
                  <a:pt x="1963750" y="997030"/>
                </a:lnTo>
                <a:moveTo>
                  <a:pt x="1190762" y="291331"/>
                </a:moveTo>
                <a:lnTo>
                  <a:pt x="1111011" y="158311"/>
                </a:lnTo>
                <a:moveTo>
                  <a:pt x="736856" y="409313"/>
                </a:moveTo>
                <a:lnTo>
                  <a:pt x="671543" y="482957"/>
                </a:lnTo>
                <a:moveTo>
                  <a:pt x="1210096" y="178736"/>
                </a:moveTo>
                <a:lnTo>
                  <a:pt x="1111011" y="158311"/>
                </a:lnTo>
                <a:moveTo>
                  <a:pt x="1746566" y="314274"/>
                </a:moveTo>
                <a:lnTo>
                  <a:pt x="1656241" y="334971"/>
                </a:lnTo>
                <a:moveTo>
                  <a:pt x="939485" y="490059"/>
                </a:moveTo>
                <a:lnTo>
                  <a:pt x="938466" y="483813"/>
                </a:lnTo>
                <a:moveTo>
                  <a:pt x="845859" y="922671"/>
                </a:moveTo>
                <a:lnTo>
                  <a:pt x="840375" y="1008008"/>
                </a:lnTo>
                <a:moveTo>
                  <a:pt x="939485" y="490059"/>
                </a:moveTo>
                <a:lnTo>
                  <a:pt x="940269" y="492101"/>
                </a:lnTo>
                <a:moveTo>
                  <a:pt x="1229446" y="58303"/>
                </a:moveTo>
                <a:lnTo>
                  <a:pt x="1237328" y="44743"/>
                </a:lnTo>
                <a:moveTo>
                  <a:pt x="1481281" y="639306"/>
                </a:moveTo>
                <a:lnTo>
                  <a:pt x="1476228" y="601813"/>
                </a:lnTo>
                <a:moveTo>
                  <a:pt x="1024138" y="608769"/>
                </a:moveTo>
                <a:lnTo>
                  <a:pt x="940269" y="492101"/>
                </a:lnTo>
                <a:moveTo>
                  <a:pt x="940688" y="1041172"/>
                </a:moveTo>
                <a:lnTo>
                  <a:pt x="840375" y="1008008"/>
                </a:lnTo>
                <a:moveTo>
                  <a:pt x="1111011" y="158311"/>
                </a:moveTo>
                <a:lnTo>
                  <a:pt x="1231843" y="63737"/>
                </a:lnTo>
                <a:moveTo>
                  <a:pt x="1571427" y="710048"/>
                </a:moveTo>
                <a:lnTo>
                  <a:pt x="1481281" y="639306"/>
                </a:lnTo>
                <a:moveTo>
                  <a:pt x="888288" y="164443"/>
                </a:moveTo>
                <a:lnTo>
                  <a:pt x="969834" y="273159"/>
                </a:lnTo>
                <a:moveTo>
                  <a:pt x="871087" y="978057"/>
                </a:moveTo>
                <a:lnTo>
                  <a:pt x="840375" y="1008008"/>
                </a:lnTo>
                <a:moveTo>
                  <a:pt x="1481281" y="639306"/>
                </a:moveTo>
                <a:lnTo>
                  <a:pt x="1504931" y="653385"/>
                </a:lnTo>
                <a:moveTo>
                  <a:pt x="1073250" y="822262"/>
                </a:moveTo>
                <a:lnTo>
                  <a:pt x="1067955" y="857182"/>
                </a:lnTo>
                <a:moveTo>
                  <a:pt x="1862173" y="969550"/>
                </a:moveTo>
                <a:lnTo>
                  <a:pt x="1892270" y="893066"/>
                </a:lnTo>
                <a:moveTo>
                  <a:pt x="1962230" y="211903"/>
                </a:moveTo>
                <a:lnTo>
                  <a:pt x="1938217" y="243692"/>
                </a:lnTo>
                <a:moveTo>
                  <a:pt x="1029424" y="953376"/>
                </a:moveTo>
                <a:lnTo>
                  <a:pt x="961936" y="1053493"/>
                </a:lnTo>
                <a:moveTo>
                  <a:pt x="1030959" y="626312"/>
                </a:moveTo>
                <a:lnTo>
                  <a:pt x="1024138" y="608769"/>
                </a:lnTo>
                <a:moveTo>
                  <a:pt x="1995638" y="952181"/>
                </a:moveTo>
                <a:lnTo>
                  <a:pt x="1862173" y="969550"/>
                </a:lnTo>
                <a:moveTo>
                  <a:pt x="872602" y="137059"/>
                </a:moveTo>
                <a:lnTo>
                  <a:pt x="864060" y="259400"/>
                </a:lnTo>
                <a:moveTo>
                  <a:pt x="1755555" y="410089"/>
                </a:moveTo>
                <a:lnTo>
                  <a:pt x="1728426" y="394680"/>
                </a:lnTo>
                <a:moveTo>
                  <a:pt x="1322896" y="274931"/>
                </a:moveTo>
                <a:lnTo>
                  <a:pt x="1190762" y="291331"/>
                </a:lnTo>
                <a:moveTo>
                  <a:pt x="1321338" y="278952"/>
                </a:moveTo>
                <a:lnTo>
                  <a:pt x="1188420" y="305098"/>
                </a:lnTo>
                <a:moveTo>
                  <a:pt x="1321338" y="278952"/>
                </a:moveTo>
                <a:lnTo>
                  <a:pt x="1190762" y="291331"/>
                </a:lnTo>
                <a:moveTo>
                  <a:pt x="1756270" y="418536"/>
                </a:moveTo>
                <a:lnTo>
                  <a:pt x="1728426" y="394680"/>
                </a:lnTo>
                <a:moveTo>
                  <a:pt x="1892270" y="893066"/>
                </a:moveTo>
                <a:lnTo>
                  <a:pt x="1763985" y="899166"/>
                </a:lnTo>
                <a:moveTo>
                  <a:pt x="1240791" y="506563"/>
                </a:moveTo>
                <a:lnTo>
                  <a:pt x="1212887" y="399256"/>
                </a:lnTo>
                <a:moveTo>
                  <a:pt x="888288" y="164443"/>
                </a:moveTo>
                <a:lnTo>
                  <a:pt x="864060" y="259400"/>
                </a:lnTo>
                <a:moveTo>
                  <a:pt x="1911735" y="890903"/>
                </a:moveTo>
                <a:lnTo>
                  <a:pt x="1862173" y="969550"/>
                </a:lnTo>
                <a:moveTo>
                  <a:pt x="1375317" y="565896"/>
                </a:moveTo>
                <a:lnTo>
                  <a:pt x="1273487" y="541623"/>
                </a:lnTo>
                <a:moveTo>
                  <a:pt x="843073" y="378036"/>
                </a:moveTo>
                <a:lnTo>
                  <a:pt x="736856" y="409313"/>
                </a:lnTo>
                <a:moveTo>
                  <a:pt x="1322896" y="274931"/>
                </a:moveTo>
                <a:lnTo>
                  <a:pt x="1322341" y="186048"/>
                </a:lnTo>
                <a:moveTo>
                  <a:pt x="1756270" y="418536"/>
                </a:moveTo>
                <a:lnTo>
                  <a:pt x="1769994" y="456637"/>
                </a:lnTo>
                <a:moveTo>
                  <a:pt x="1802434" y="771240"/>
                </a:moveTo>
                <a:lnTo>
                  <a:pt x="1668094" y="799694"/>
                </a:lnTo>
                <a:moveTo>
                  <a:pt x="1800003" y="769575"/>
                </a:moveTo>
                <a:lnTo>
                  <a:pt x="1668094" y="799694"/>
                </a:lnTo>
                <a:moveTo>
                  <a:pt x="1802434" y="771240"/>
                </a:moveTo>
                <a:lnTo>
                  <a:pt x="1763985" y="899166"/>
                </a:lnTo>
                <a:moveTo>
                  <a:pt x="1000249" y="1051135"/>
                </a:moveTo>
                <a:lnTo>
                  <a:pt x="1029424" y="953376"/>
                </a:lnTo>
                <a:moveTo>
                  <a:pt x="1940654" y="658195"/>
                </a:moveTo>
                <a:lnTo>
                  <a:pt x="1919754" y="599378"/>
                </a:lnTo>
                <a:moveTo>
                  <a:pt x="1897661" y="879126"/>
                </a:moveTo>
                <a:lnTo>
                  <a:pt x="1763985" y="899166"/>
                </a:lnTo>
                <a:moveTo>
                  <a:pt x="989090" y="201733"/>
                </a:moveTo>
                <a:lnTo>
                  <a:pt x="888288" y="164443"/>
                </a:lnTo>
                <a:moveTo>
                  <a:pt x="1753379" y="437639"/>
                </a:moveTo>
                <a:lnTo>
                  <a:pt x="1769994" y="456637"/>
                </a:lnTo>
                <a:moveTo>
                  <a:pt x="2190237" y="696404"/>
                </a:moveTo>
                <a:lnTo>
                  <a:pt x="2151650" y="649309"/>
                </a:lnTo>
                <a:moveTo>
                  <a:pt x="1063334" y="717964"/>
                </a:moveTo>
                <a:lnTo>
                  <a:pt x="1030959" y="626312"/>
                </a:lnTo>
                <a:moveTo>
                  <a:pt x="1127911" y="116533"/>
                </a:moveTo>
                <a:lnTo>
                  <a:pt x="1231843" y="63737"/>
                </a:lnTo>
                <a:moveTo>
                  <a:pt x="1321338" y="278952"/>
                </a:moveTo>
                <a:lnTo>
                  <a:pt x="1212887" y="399256"/>
                </a:lnTo>
                <a:moveTo>
                  <a:pt x="1800003" y="769575"/>
                </a:moveTo>
                <a:lnTo>
                  <a:pt x="1676252" y="776672"/>
                </a:lnTo>
                <a:moveTo>
                  <a:pt x="1384206" y="616878"/>
                </a:moveTo>
                <a:lnTo>
                  <a:pt x="1476228" y="601813"/>
                </a:lnTo>
                <a:moveTo>
                  <a:pt x="1702555" y="722259"/>
                </a:moveTo>
                <a:lnTo>
                  <a:pt x="1571427" y="710048"/>
                </a:lnTo>
                <a:moveTo>
                  <a:pt x="1273487" y="541623"/>
                </a:moveTo>
                <a:lnTo>
                  <a:pt x="1240791" y="506563"/>
                </a:lnTo>
                <a:moveTo>
                  <a:pt x="1948291" y="312211"/>
                </a:moveTo>
                <a:lnTo>
                  <a:pt x="1938217" y="243692"/>
                </a:lnTo>
                <a:moveTo>
                  <a:pt x="2151650" y="649309"/>
                </a:moveTo>
                <a:lnTo>
                  <a:pt x="2051583" y="602720"/>
                </a:lnTo>
                <a:moveTo>
                  <a:pt x="888288" y="164443"/>
                </a:moveTo>
                <a:lnTo>
                  <a:pt x="872602" y="137059"/>
                </a:lnTo>
                <a:moveTo>
                  <a:pt x="1746566" y="314274"/>
                </a:moveTo>
                <a:lnTo>
                  <a:pt x="1724808" y="207995"/>
                </a:lnTo>
                <a:moveTo>
                  <a:pt x="1073250" y="822262"/>
                </a:moveTo>
                <a:lnTo>
                  <a:pt x="1029424" y="953376"/>
                </a:lnTo>
                <a:moveTo>
                  <a:pt x="1000249" y="1051135"/>
                </a:moveTo>
                <a:lnTo>
                  <a:pt x="961936" y="1053493"/>
                </a:lnTo>
                <a:moveTo>
                  <a:pt x="1229446" y="58303"/>
                </a:moveTo>
                <a:lnTo>
                  <a:pt x="1127911" y="116533"/>
                </a:lnTo>
                <a:moveTo>
                  <a:pt x="2098308" y="965818"/>
                </a:moveTo>
                <a:lnTo>
                  <a:pt x="1995638" y="952181"/>
                </a:lnTo>
                <a:moveTo>
                  <a:pt x="1702555" y="722259"/>
                </a:moveTo>
                <a:lnTo>
                  <a:pt x="1676252" y="776672"/>
                </a:lnTo>
                <a:moveTo>
                  <a:pt x="1948291" y="312211"/>
                </a:moveTo>
                <a:lnTo>
                  <a:pt x="1970557" y="315022"/>
                </a:lnTo>
                <a:moveTo>
                  <a:pt x="1384206" y="616878"/>
                </a:moveTo>
                <a:lnTo>
                  <a:pt x="1375317" y="565896"/>
                </a:lnTo>
                <a:moveTo>
                  <a:pt x="1825264" y="654017"/>
                </a:moveTo>
                <a:lnTo>
                  <a:pt x="1828059" y="557903"/>
                </a:lnTo>
                <a:moveTo>
                  <a:pt x="940688" y="1041172"/>
                </a:moveTo>
                <a:lnTo>
                  <a:pt x="961936" y="1053493"/>
                </a:lnTo>
                <a:moveTo>
                  <a:pt x="1127911" y="116533"/>
                </a:moveTo>
                <a:lnTo>
                  <a:pt x="1111011" y="158311"/>
                </a:lnTo>
                <a:moveTo>
                  <a:pt x="1600433" y="701691"/>
                </a:moveTo>
                <a:lnTo>
                  <a:pt x="1571427" y="710048"/>
                </a:lnTo>
                <a:moveTo>
                  <a:pt x="729664" y="800596"/>
                </a:moveTo>
                <a:lnTo>
                  <a:pt x="682133" y="743298"/>
                </a:lnTo>
                <a:moveTo>
                  <a:pt x="1940654" y="658195"/>
                </a:moveTo>
                <a:lnTo>
                  <a:pt x="1828059" y="557903"/>
                </a:lnTo>
                <a:moveTo>
                  <a:pt x="1753379" y="437639"/>
                </a:moveTo>
                <a:lnTo>
                  <a:pt x="1828059" y="557903"/>
                </a:lnTo>
                <a:moveTo>
                  <a:pt x="777146" y="853896"/>
                </a:moveTo>
                <a:lnTo>
                  <a:pt x="729664" y="800596"/>
                </a:lnTo>
                <a:moveTo>
                  <a:pt x="1073250" y="822262"/>
                </a:moveTo>
                <a:lnTo>
                  <a:pt x="1063334" y="717964"/>
                </a:lnTo>
                <a:moveTo>
                  <a:pt x="1279273" y="374555"/>
                </a:moveTo>
                <a:lnTo>
                  <a:pt x="1212887" y="399256"/>
                </a:lnTo>
                <a:moveTo>
                  <a:pt x="845859" y="922671"/>
                </a:moveTo>
                <a:lnTo>
                  <a:pt x="777146" y="853896"/>
                </a:lnTo>
                <a:moveTo>
                  <a:pt x="1321338" y="278952"/>
                </a:moveTo>
                <a:lnTo>
                  <a:pt x="1322896" y="274931"/>
                </a:lnTo>
                <a:moveTo>
                  <a:pt x="1059725" y="922639"/>
                </a:moveTo>
                <a:lnTo>
                  <a:pt x="1029424" y="953376"/>
                </a:lnTo>
                <a:moveTo>
                  <a:pt x="1323221" y="278499"/>
                </a:moveTo>
                <a:lnTo>
                  <a:pt x="1322896" y="274931"/>
                </a:lnTo>
                <a:moveTo>
                  <a:pt x="1481281" y="639306"/>
                </a:moveTo>
                <a:lnTo>
                  <a:pt x="1384206" y="616878"/>
                </a:lnTo>
                <a:moveTo>
                  <a:pt x="1911735" y="890903"/>
                </a:moveTo>
                <a:lnTo>
                  <a:pt x="1892270" y="893066"/>
                </a:lnTo>
                <a:moveTo>
                  <a:pt x="1323221" y="278499"/>
                </a:moveTo>
                <a:lnTo>
                  <a:pt x="1321338" y="278952"/>
                </a:lnTo>
                <a:moveTo>
                  <a:pt x="1897661" y="879126"/>
                </a:moveTo>
                <a:lnTo>
                  <a:pt x="1892270" y="893066"/>
                </a:lnTo>
                <a:moveTo>
                  <a:pt x="1995638" y="952181"/>
                </a:moveTo>
                <a:lnTo>
                  <a:pt x="1911735" y="890903"/>
                </a:lnTo>
                <a:moveTo>
                  <a:pt x="1802434" y="771240"/>
                </a:moveTo>
                <a:lnTo>
                  <a:pt x="1800003" y="769575"/>
                </a:lnTo>
                <a:moveTo>
                  <a:pt x="1802434" y="771240"/>
                </a:moveTo>
                <a:lnTo>
                  <a:pt x="1802810" y="769721"/>
                </a:lnTo>
                <a:moveTo>
                  <a:pt x="1802810" y="769721"/>
                </a:moveTo>
                <a:lnTo>
                  <a:pt x="1800003" y="769575"/>
                </a:lnTo>
                <a:moveTo>
                  <a:pt x="870208" y="393369"/>
                </a:moveTo>
                <a:lnTo>
                  <a:pt x="843073" y="378036"/>
                </a:lnTo>
                <a:moveTo>
                  <a:pt x="871087" y="978057"/>
                </a:moveTo>
                <a:lnTo>
                  <a:pt x="845859" y="922671"/>
                </a:lnTo>
                <a:moveTo>
                  <a:pt x="1948291" y="312211"/>
                </a:moveTo>
                <a:lnTo>
                  <a:pt x="1974792" y="344189"/>
                </a:lnTo>
                <a:moveTo>
                  <a:pt x="1498291" y="681367"/>
                </a:moveTo>
                <a:lnTo>
                  <a:pt x="1571427" y="710048"/>
                </a:lnTo>
                <a:moveTo>
                  <a:pt x="1897661" y="879126"/>
                </a:moveTo>
                <a:lnTo>
                  <a:pt x="1802434" y="771240"/>
                </a:lnTo>
                <a:moveTo>
                  <a:pt x="870208" y="393369"/>
                </a:moveTo>
                <a:lnTo>
                  <a:pt x="938466" y="483813"/>
                </a:lnTo>
                <a:moveTo>
                  <a:pt x="926591" y="454007"/>
                </a:moveTo>
                <a:lnTo>
                  <a:pt x="938466" y="483813"/>
                </a:lnTo>
                <a:moveTo>
                  <a:pt x="1911735" y="890903"/>
                </a:moveTo>
                <a:lnTo>
                  <a:pt x="1897661" y="879126"/>
                </a:lnTo>
                <a:moveTo>
                  <a:pt x="940688" y="1041172"/>
                </a:moveTo>
                <a:lnTo>
                  <a:pt x="871087" y="978057"/>
                </a:lnTo>
                <a:moveTo>
                  <a:pt x="1755555" y="410089"/>
                </a:moveTo>
                <a:lnTo>
                  <a:pt x="1746566" y="314274"/>
                </a:lnTo>
                <a:moveTo>
                  <a:pt x="1032816" y="574415"/>
                </a:moveTo>
                <a:lnTo>
                  <a:pt x="940269" y="492101"/>
                </a:lnTo>
                <a:moveTo>
                  <a:pt x="966383" y="489248"/>
                </a:moveTo>
                <a:lnTo>
                  <a:pt x="939485" y="490059"/>
                </a:lnTo>
                <a:moveTo>
                  <a:pt x="1802810" y="769721"/>
                </a:moveTo>
                <a:lnTo>
                  <a:pt x="1825264" y="654017"/>
                </a:lnTo>
                <a:moveTo>
                  <a:pt x="926591" y="454007"/>
                </a:moveTo>
                <a:lnTo>
                  <a:pt x="939485" y="490059"/>
                </a:lnTo>
                <a:moveTo>
                  <a:pt x="2051583" y="602720"/>
                </a:moveTo>
                <a:lnTo>
                  <a:pt x="1940654" y="658195"/>
                </a:lnTo>
                <a:moveTo>
                  <a:pt x="2167611" y="670359"/>
                </a:moveTo>
                <a:lnTo>
                  <a:pt x="2151650" y="649309"/>
                </a:lnTo>
                <a:moveTo>
                  <a:pt x="1828059" y="557903"/>
                </a:moveTo>
                <a:lnTo>
                  <a:pt x="1745667" y="520843"/>
                </a:lnTo>
                <a:moveTo>
                  <a:pt x="1992490" y="396228"/>
                </a:moveTo>
                <a:lnTo>
                  <a:pt x="1974792" y="344189"/>
                </a:lnTo>
                <a:moveTo>
                  <a:pt x="2167611" y="670359"/>
                </a:moveTo>
                <a:lnTo>
                  <a:pt x="2190237" y="696404"/>
                </a:lnTo>
                <a:moveTo>
                  <a:pt x="1800003" y="769575"/>
                </a:moveTo>
                <a:lnTo>
                  <a:pt x="1702555" y="722259"/>
                </a:lnTo>
                <a:moveTo>
                  <a:pt x="1279273" y="374555"/>
                </a:moveTo>
                <a:lnTo>
                  <a:pt x="1240791" y="506563"/>
                </a:lnTo>
                <a:moveTo>
                  <a:pt x="1802810" y="769721"/>
                </a:moveTo>
                <a:lnTo>
                  <a:pt x="1702555" y="722259"/>
                </a:lnTo>
                <a:moveTo>
                  <a:pt x="1032816" y="574415"/>
                </a:moveTo>
                <a:lnTo>
                  <a:pt x="939485" y="490059"/>
                </a:lnTo>
                <a:moveTo>
                  <a:pt x="1957607" y="657492"/>
                </a:moveTo>
                <a:lnTo>
                  <a:pt x="2051583" y="602720"/>
                </a:lnTo>
                <a:moveTo>
                  <a:pt x="1032816" y="574415"/>
                </a:moveTo>
                <a:lnTo>
                  <a:pt x="1024138" y="608769"/>
                </a:lnTo>
                <a:moveTo>
                  <a:pt x="981622" y="1033876"/>
                </a:moveTo>
                <a:lnTo>
                  <a:pt x="1000249" y="1051135"/>
                </a:lnTo>
                <a:moveTo>
                  <a:pt x="1049040" y="686709"/>
                </a:moveTo>
                <a:lnTo>
                  <a:pt x="1030959" y="626312"/>
                </a:lnTo>
                <a:moveTo>
                  <a:pt x="1059725" y="922639"/>
                </a:moveTo>
                <a:lnTo>
                  <a:pt x="1000249" y="1051135"/>
                </a:lnTo>
                <a:moveTo>
                  <a:pt x="1293505" y="588098"/>
                </a:moveTo>
                <a:lnTo>
                  <a:pt x="1375317" y="565896"/>
                </a:lnTo>
                <a:moveTo>
                  <a:pt x="1279273" y="374555"/>
                </a:moveTo>
                <a:lnTo>
                  <a:pt x="1321338" y="278952"/>
                </a:lnTo>
                <a:moveTo>
                  <a:pt x="981622" y="1033876"/>
                </a:moveTo>
                <a:lnTo>
                  <a:pt x="940688" y="1041172"/>
                </a:lnTo>
                <a:moveTo>
                  <a:pt x="1940654" y="658195"/>
                </a:moveTo>
                <a:lnTo>
                  <a:pt x="1825264" y="654017"/>
                </a:lnTo>
                <a:moveTo>
                  <a:pt x="1756270" y="418536"/>
                </a:moveTo>
                <a:lnTo>
                  <a:pt x="1755555" y="410089"/>
                </a:lnTo>
                <a:moveTo>
                  <a:pt x="1995638" y="952181"/>
                </a:moveTo>
                <a:lnTo>
                  <a:pt x="2019539" y="885406"/>
                </a:lnTo>
                <a:moveTo>
                  <a:pt x="1498291" y="681367"/>
                </a:moveTo>
                <a:lnTo>
                  <a:pt x="1481281" y="639306"/>
                </a:lnTo>
                <a:moveTo>
                  <a:pt x="1755671" y="417546"/>
                </a:moveTo>
                <a:lnTo>
                  <a:pt x="1755555" y="410089"/>
                </a:lnTo>
                <a:moveTo>
                  <a:pt x="870208" y="393369"/>
                </a:moveTo>
                <a:lnTo>
                  <a:pt x="736856" y="409313"/>
                </a:lnTo>
                <a:moveTo>
                  <a:pt x="1755671" y="417546"/>
                </a:moveTo>
                <a:lnTo>
                  <a:pt x="1756270" y="418536"/>
                </a:lnTo>
                <a:moveTo>
                  <a:pt x="2019539" y="885406"/>
                </a:moveTo>
                <a:lnTo>
                  <a:pt x="1911735" y="890903"/>
                </a:lnTo>
                <a:moveTo>
                  <a:pt x="1928866" y="763270"/>
                </a:moveTo>
                <a:lnTo>
                  <a:pt x="1802434" y="771240"/>
                </a:lnTo>
                <a:moveTo>
                  <a:pt x="1928866" y="763270"/>
                </a:moveTo>
                <a:lnTo>
                  <a:pt x="1802810" y="769721"/>
                </a:lnTo>
                <a:moveTo>
                  <a:pt x="1756270" y="418536"/>
                </a:moveTo>
                <a:lnTo>
                  <a:pt x="1753379" y="437639"/>
                </a:lnTo>
                <a:moveTo>
                  <a:pt x="1049040" y="686709"/>
                </a:moveTo>
                <a:lnTo>
                  <a:pt x="1063334" y="717964"/>
                </a:lnTo>
                <a:moveTo>
                  <a:pt x="1043733" y="678880"/>
                </a:moveTo>
                <a:lnTo>
                  <a:pt x="1024138" y="608769"/>
                </a:lnTo>
                <a:moveTo>
                  <a:pt x="1755671" y="417546"/>
                </a:moveTo>
                <a:lnTo>
                  <a:pt x="1753379" y="437639"/>
                </a:lnTo>
                <a:moveTo>
                  <a:pt x="1897661" y="879126"/>
                </a:moveTo>
                <a:lnTo>
                  <a:pt x="1928866" y="763270"/>
                </a:lnTo>
                <a:moveTo>
                  <a:pt x="1802810" y="769721"/>
                </a:moveTo>
                <a:lnTo>
                  <a:pt x="1727223" y="632552"/>
                </a:lnTo>
                <a:moveTo>
                  <a:pt x="1043733" y="678880"/>
                </a:moveTo>
                <a:lnTo>
                  <a:pt x="1030959" y="626312"/>
                </a:lnTo>
                <a:moveTo>
                  <a:pt x="1948291" y="312211"/>
                </a:moveTo>
                <a:lnTo>
                  <a:pt x="1962230" y="211903"/>
                </a:lnTo>
                <a:moveTo>
                  <a:pt x="2070039" y="648426"/>
                </a:moveTo>
                <a:lnTo>
                  <a:pt x="2151650" y="649309"/>
                </a:lnTo>
                <a:moveTo>
                  <a:pt x="1059725" y="922639"/>
                </a:moveTo>
                <a:lnTo>
                  <a:pt x="1073250" y="822262"/>
                </a:lnTo>
                <a:moveTo>
                  <a:pt x="1702555" y="722259"/>
                </a:moveTo>
                <a:lnTo>
                  <a:pt x="1600433" y="701691"/>
                </a:lnTo>
                <a:moveTo>
                  <a:pt x="1957607" y="657492"/>
                </a:moveTo>
                <a:lnTo>
                  <a:pt x="1940654" y="658195"/>
                </a:lnTo>
                <a:moveTo>
                  <a:pt x="1293505" y="588098"/>
                </a:moveTo>
                <a:lnTo>
                  <a:pt x="1273487" y="541623"/>
                </a:lnTo>
                <a:moveTo>
                  <a:pt x="1234172" y="469650"/>
                </a:moveTo>
                <a:lnTo>
                  <a:pt x="1240791" y="506563"/>
                </a:lnTo>
                <a:moveTo>
                  <a:pt x="1928866" y="763270"/>
                </a:moveTo>
                <a:lnTo>
                  <a:pt x="1825264" y="654017"/>
                </a:lnTo>
                <a:moveTo>
                  <a:pt x="1825264" y="654017"/>
                </a:moveTo>
                <a:lnTo>
                  <a:pt x="1745667" y="520843"/>
                </a:lnTo>
                <a:moveTo>
                  <a:pt x="1825264" y="654017"/>
                </a:moveTo>
                <a:lnTo>
                  <a:pt x="1727223" y="632552"/>
                </a:lnTo>
                <a:moveTo>
                  <a:pt x="1735995" y="276700"/>
                </a:moveTo>
                <a:lnTo>
                  <a:pt x="1724808" y="207995"/>
                </a:lnTo>
                <a:moveTo>
                  <a:pt x="1003397" y="975300"/>
                </a:moveTo>
                <a:lnTo>
                  <a:pt x="1000249" y="1051135"/>
                </a:lnTo>
                <a:moveTo>
                  <a:pt x="1961368" y="760760"/>
                </a:moveTo>
                <a:lnTo>
                  <a:pt x="1897661" y="879126"/>
                </a:lnTo>
                <a:moveTo>
                  <a:pt x="1702555" y="722259"/>
                </a:moveTo>
                <a:lnTo>
                  <a:pt x="1727223" y="632552"/>
                </a:lnTo>
                <a:moveTo>
                  <a:pt x="768056" y="373178"/>
                </a:moveTo>
                <a:lnTo>
                  <a:pt x="736856" y="409313"/>
                </a:lnTo>
                <a:moveTo>
                  <a:pt x="902709" y="900021"/>
                </a:moveTo>
                <a:lnTo>
                  <a:pt x="845859" y="922671"/>
                </a:lnTo>
                <a:moveTo>
                  <a:pt x="902709" y="900021"/>
                </a:moveTo>
                <a:lnTo>
                  <a:pt x="777146" y="853896"/>
                </a:lnTo>
                <a:moveTo>
                  <a:pt x="2032231" y="847754"/>
                </a:moveTo>
                <a:lnTo>
                  <a:pt x="1911735" y="890903"/>
                </a:lnTo>
                <a:moveTo>
                  <a:pt x="2070039" y="648426"/>
                </a:moveTo>
                <a:lnTo>
                  <a:pt x="2051583" y="602720"/>
                </a:lnTo>
                <a:moveTo>
                  <a:pt x="2032231" y="847754"/>
                </a:moveTo>
                <a:lnTo>
                  <a:pt x="1897661" y="879126"/>
                </a:lnTo>
                <a:moveTo>
                  <a:pt x="1407275" y="257521"/>
                </a:moveTo>
                <a:lnTo>
                  <a:pt x="1322896" y="274931"/>
                </a:lnTo>
                <a:moveTo>
                  <a:pt x="1928866" y="763270"/>
                </a:moveTo>
                <a:lnTo>
                  <a:pt x="1940654" y="658195"/>
                </a:lnTo>
                <a:moveTo>
                  <a:pt x="652967" y="649323"/>
                </a:moveTo>
                <a:lnTo>
                  <a:pt x="682133" y="743298"/>
                </a:lnTo>
                <a:moveTo>
                  <a:pt x="1407275" y="257521"/>
                </a:moveTo>
                <a:lnTo>
                  <a:pt x="1323221" y="278499"/>
                </a:lnTo>
                <a:moveTo>
                  <a:pt x="1073250" y="822262"/>
                </a:moveTo>
                <a:lnTo>
                  <a:pt x="1049040" y="686709"/>
                </a:lnTo>
                <a:moveTo>
                  <a:pt x="1753379" y="437639"/>
                </a:moveTo>
                <a:lnTo>
                  <a:pt x="1745667" y="520843"/>
                </a:lnTo>
                <a:moveTo>
                  <a:pt x="1278635" y="579727"/>
                </a:moveTo>
                <a:lnTo>
                  <a:pt x="1240791" y="506563"/>
                </a:lnTo>
                <a:moveTo>
                  <a:pt x="906060" y="894143"/>
                </a:moveTo>
                <a:lnTo>
                  <a:pt x="777146" y="853896"/>
                </a:lnTo>
                <a:moveTo>
                  <a:pt x="871087" y="978057"/>
                </a:moveTo>
                <a:lnTo>
                  <a:pt x="902709" y="900021"/>
                </a:lnTo>
                <a:moveTo>
                  <a:pt x="1278635" y="579727"/>
                </a:moveTo>
                <a:lnTo>
                  <a:pt x="1273487" y="541623"/>
                </a:lnTo>
                <a:moveTo>
                  <a:pt x="1741521" y="518708"/>
                </a:moveTo>
                <a:lnTo>
                  <a:pt x="1755671" y="417546"/>
                </a:lnTo>
                <a:moveTo>
                  <a:pt x="1957607" y="657492"/>
                </a:moveTo>
                <a:lnTo>
                  <a:pt x="1928866" y="763270"/>
                </a:lnTo>
                <a:moveTo>
                  <a:pt x="712328" y="719883"/>
                </a:moveTo>
                <a:lnTo>
                  <a:pt x="682133" y="743298"/>
                </a:lnTo>
                <a:moveTo>
                  <a:pt x="760684" y="769980"/>
                </a:moveTo>
                <a:lnTo>
                  <a:pt x="682133" y="743298"/>
                </a:lnTo>
                <a:moveTo>
                  <a:pt x="1003397" y="975300"/>
                </a:moveTo>
                <a:lnTo>
                  <a:pt x="940688" y="1041172"/>
                </a:lnTo>
                <a:moveTo>
                  <a:pt x="1003397" y="975300"/>
                </a:moveTo>
                <a:lnTo>
                  <a:pt x="871087" y="978057"/>
                </a:lnTo>
                <a:moveTo>
                  <a:pt x="1741521" y="518708"/>
                </a:moveTo>
                <a:lnTo>
                  <a:pt x="1753379" y="437639"/>
                </a:lnTo>
                <a:moveTo>
                  <a:pt x="760684" y="769980"/>
                </a:moveTo>
                <a:lnTo>
                  <a:pt x="729664" y="800596"/>
                </a:lnTo>
                <a:moveTo>
                  <a:pt x="1498291" y="681367"/>
                </a:moveTo>
                <a:lnTo>
                  <a:pt x="1384206" y="616878"/>
                </a:lnTo>
                <a:moveTo>
                  <a:pt x="808351" y="817695"/>
                </a:moveTo>
                <a:lnTo>
                  <a:pt x="777146" y="853896"/>
                </a:lnTo>
                <a:moveTo>
                  <a:pt x="760684" y="769980"/>
                </a:moveTo>
                <a:lnTo>
                  <a:pt x="777146" y="853896"/>
                </a:lnTo>
                <a:moveTo>
                  <a:pt x="917053" y="898774"/>
                </a:moveTo>
                <a:lnTo>
                  <a:pt x="871087" y="978057"/>
                </a:lnTo>
                <a:moveTo>
                  <a:pt x="1735995" y="276700"/>
                </a:moveTo>
                <a:lnTo>
                  <a:pt x="1746566" y="314274"/>
                </a:lnTo>
                <a:moveTo>
                  <a:pt x="1961368" y="760760"/>
                </a:moveTo>
                <a:lnTo>
                  <a:pt x="1957607" y="657492"/>
                </a:lnTo>
                <a:moveTo>
                  <a:pt x="1384206" y="616878"/>
                </a:moveTo>
                <a:lnTo>
                  <a:pt x="1293505" y="588098"/>
                </a:lnTo>
                <a:moveTo>
                  <a:pt x="1992490" y="396228"/>
                </a:moveTo>
                <a:lnTo>
                  <a:pt x="1948291" y="312211"/>
                </a:lnTo>
                <a:moveTo>
                  <a:pt x="983907" y="1124929"/>
                </a:moveTo>
                <a:lnTo>
                  <a:pt x="940688" y="1041172"/>
                </a:lnTo>
                <a:moveTo>
                  <a:pt x="1727223" y="632552"/>
                </a:moveTo>
                <a:lnTo>
                  <a:pt x="1745667" y="520843"/>
                </a:lnTo>
                <a:moveTo>
                  <a:pt x="1600433" y="701691"/>
                </a:moveTo>
                <a:lnTo>
                  <a:pt x="1498291" y="681367"/>
                </a:lnTo>
                <a:moveTo>
                  <a:pt x="1741521" y="518708"/>
                </a:moveTo>
                <a:lnTo>
                  <a:pt x="1745667" y="520843"/>
                </a:lnTo>
                <a:moveTo>
                  <a:pt x="1396427" y="657526"/>
                </a:moveTo>
                <a:lnTo>
                  <a:pt x="1384206" y="616878"/>
                </a:lnTo>
                <a:moveTo>
                  <a:pt x="1961368" y="760760"/>
                </a:moveTo>
                <a:lnTo>
                  <a:pt x="1928866" y="763270"/>
                </a:lnTo>
                <a:moveTo>
                  <a:pt x="2032231" y="847754"/>
                </a:moveTo>
                <a:lnTo>
                  <a:pt x="2019539" y="885406"/>
                </a:lnTo>
                <a:moveTo>
                  <a:pt x="2027643" y="428123"/>
                </a:moveTo>
                <a:lnTo>
                  <a:pt x="1992490" y="396228"/>
                </a:lnTo>
                <a:moveTo>
                  <a:pt x="1003397" y="975300"/>
                </a:moveTo>
                <a:lnTo>
                  <a:pt x="981622" y="1033876"/>
                </a:lnTo>
                <a:moveTo>
                  <a:pt x="966383" y="489248"/>
                </a:moveTo>
                <a:lnTo>
                  <a:pt x="926591" y="454007"/>
                </a:lnTo>
                <a:moveTo>
                  <a:pt x="926591" y="454007"/>
                </a:moveTo>
                <a:lnTo>
                  <a:pt x="870208" y="393369"/>
                </a:lnTo>
                <a:moveTo>
                  <a:pt x="1347270" y="325225"/>
                </a:moveTo>
                <a:lnTo>
                  <a:pt x="1321338" y="278952"/>
                </a:lnTo>
                <a:moveTo>
                  <a:pt x="2132904" y="886678"/>
                </a:moveTo>
                <a:lnTo>
                  <a:pt x="2032231" y="847754"/>
                </a:lnTo>
                <a:moveTo>
                  <a:pt x="2070039" y="648426"/>
                </a:moveTo>
                <a:lnTo>
                  <a:pt x="1957607" y="657492"/>
                </a:lnTo>
                <a:moveTo>
                  <a:pt x="1347270" y="325225"/>
                </a:moveTo>
                <a:lnTo>
                  <a:pt x="1323221" y="278499"/>
                </a:lnTo>
                <a:moveTo>
                  <a:pt x="1032816" y="574415"/>
                </a:moveTo>
                <a:lnTo>
                  <a:pt x="966383" y="489248"/>
                </a:lnTo>
                <a:moveTo>
                  <a:pt x="1234172" y="469650"/>
                </a:moveTo>
                <a:lnTo>
                  <a:pt x="1279273" y="374555"/>
                </a:lnTo>
                <a:moveTo>
                  <a:pt x="1994654" y="417727"/>
                </a:moveTo>
                <a:lnTo>
                  <a:pt x="1948291" y="312211"/>
                </a:lnTo>
                <a:moveTo>
                  <a:pt x="1733029" y="378843"/>
                </a:moveTo>
                <a:lnTo>
                  <a:pt x="1746566" y="314274"/>
                </a:lnTo>
                <a:moveTo>
                  <a:pt x="1059725" y="922639"/>
                </a:moveTo>
                <a:lnTo>
                  <a:pt x="1003397" y="975300"/>
                </a:lnTo>
                <a:moveTo>
                  <a:pt x="2167611" y="670359"/>
                </a:moveTo>
                <a:lnTo>
                  <a:pt x="2070039" y="648426"/>
                </a:lnTo>
                <a:moveTo>
                  <a:pt x="1325215" y="346434"/>
                </a:moveTo>
                <a:lnTo>
                  <a:pt x="1321338" y="278952"/>
                </a:lnTo>
                <a:moveTo>
                  <a:pt x="2032231" y="847754"/>
                </a:moveTo>
                <a:lnTo>
                  <a:pt x="1961368" y="760760"/>
                </a:lnTo>
                <a:moveTo>
                  <a:pt x="1046979" y="782092"/>
                </a:moveTo>
                <a:lnTo>
                  <a:pt x="1073250" y="822262"/>
                </a:lnTo>
                <a:moveTo>
                  <a:pt x="983907" y="1124929"/>
                </a:moveTo>
                <a:lnTo>
                  <a:pt x="981622" y="1033876"/>
                </a:lnTo>
                <a:moveTo>
                  <a:pt x="2027643" y="428123"/>
                </a:moveTo>
                <a:lnTo>
                  <a:pt x="1994654" y="417727"/>
                </a:lnTo>
                <a:moveTo>
                  <a:pt x="1994654" y="417727"/>
                </a:moveTo>
                <a:lnTo>
                  <a:pt x="1992490" y="396228"/>
                </a:lnTo>
                <a:moveTo>
                  <a:pt x="870208" y="393369"/>
                </a:moveTo>
                <a:lnTo>
                  <a:pt x="768056" y="373178"/>
                </a:lnTo>
                <a:moveTo>
                  <a:pt x="2057976" y="753775"/>
                </a:moveTo>
                <a:lnTo>
                  <a:pt x="1957607" y="657492"/>
                </a:lnTo>
                <a:moveTo>
                  <a:pt x="1634346" y="631196"/>
                </a:moveTo>
                <a:lnTo>
                  <a:pt x="1702555" y="722259"/>
                </a:lnTo>
                <a:moveTo>
                  <a:pt x="2167108" y="764189"/>
                </a:moveTo>
                <a:lnTo>
                  <a:pt x="2167611" y="670359"/>
                </a:lnTo>
                <a:moveTo>
                  <a:pt x="2167108" y="764189"/>
                </a:moveTo>
                <a:lnTo>
                  <a:pt x="2132904" y="886678"/>
                </a:lnTo>
                <a:moveTo>
                  <a:pt x="1733029" y="378843"/>
                </a:moveTo>
                <a:lnTo>
                  <a:pt x="1755555" y="410089"/>
                </a:lnTo>
                <a:moveTo>
                  <a:pt x="1043733" y="678880"/>
                </a:moveTo>
                <a:lnTo>
                  <a:pt x="1032816" y="574415"/>
                </a:lnTo>
                <a:moveTo>
                  <a:pt x="1733029" y="378843"/>
                </a:moveTo>
                <a:lnTo>
                  <a:pt x="1755671" y="417546"/>
                </a:lnTo>
                <a:moveTo>
                  <a:pt x="1498291" y="681367"/>
                </a:moveTo>
                <a:lnTo>
                  <a:pt x="1396427" y="657526"/>
                </a:lnTo>
                <a:moveTo>
                  <a:pt x="917053" y="898774"/>
                </a:moveTo>
                <a:lnTo>
                  <a:pt x="902709" y="900021"/>
                </a:lnTo>
                <a:moveTo>
                  <a:pt x="906060" y="894143"/>
                </a:moveTo>
                <a:lnTo>
                  <a:pt x="902709" y="900021"/>
                </a:lnTo>
                <a:moveTo>
                  <a:pt x="1043733" y="678880"/>
                </a:moveTo>
                <a:lnTo>
                  <a:pt x="1049040" y="686709"/>
                </a:lnTo>
                <a:moveTo>
                  <a:pt x="1662460" y="608123"/>
                </a:moveTo>
                <a:lnTo>
                  <a:pt x="1745667" y="520843"/>
                </a:lnTo>
                <a:moveTo>
                  <a:pt x="1662460" y="608123"/>
                </a:moveTo>
                <a:lnTo>
                  <a:pt x="1727223" y="632552"/>
                </a:lnTo>
                <a:moveTo>
                  <a:pt x="1003397" y="975300"/>
                </a:moveTo>
                <a:lnTo>
                  <a:pt x="917053" y="898774"/>
                </a:lnTo>
                <a:moveTo>
                  <a:pt x="1662460" y="608123"/>
                </a:moveTo>
                <a:lnTo>
                  <a:pt x="1741521" y="518708"/>
                </a:lnTo>
                <a:moveTo>
                  <a:pt x="1634346" y="631196"/>
                </a:moveTo>
                <a:lnTo>
                  <a:pt x="1600433" y="701691"/>
                </a:lnTo>
                <a:moveTo>
                  <a:pt x="917053" y="898774"/>
                </a:moveTo>
                <a:lnTo>
                  <a:pt x="906060" y="894143"/>
                </a:lnTo>
                <a:moveTo>
                  <a:pt x="1059725" y="922639"/>
                </a:moveTo>
                <a:lnTo>
                  <a:pt x="1046979" y="782092"/>
                </a:lnTo>
                <a:moveTo>
                  <a:pt x="2167108" y="764189"/>
                </a:moveTo>
                <a:lnTo>
                  <a:pt x="2032231" y="847754"/>
                </a:lnTo>
                <a:moveTo>
                  <a:pt x="2057976" y="753775"/>
                </a:moveTo>
                <a:lnTo>
                  <a:pt x="1961368" y="760760"/>
                </a:lnTo>
                <a:moveTo>
                  <a:pt x="1325215" y="346434"/>
                </a:moveTo>
                <a:lnTo>
                  <a:pt x="1279273" y="374555"/>
                </a:lnTo>
                <a:moveTo>
                  <a:pt x="1396427" y="657526"/>
                </a:moveTo>
                <a:lnTo>
                  <a:pt x="1293505" y="588098"/>
                </a:lnTo>
                <a:moveTo>
                  <a:pt x="2032231" y="847754"/>
                </a:moveTo>
                <a:lnTo>
                  <a:pt x="2057976" y="753775"/>
                </a:lnTo>
                <a:moveTo>
                  <a:pt x="906060" y="894143"/>
                </a:moveTo>
                <a:lnTo>
                  <a:pt x="808351" y="817695"/>
                </a:lnTo>
                <a:moveTo>
                  <a:pt x="1634346" y="631196"/>
                </a:moveTo>
                <a:lnTo>
                  <a:pt x="1727223" y="632552"/>
                </a:lnTo>
                <a:moveTo>
                  <a:pt x="712328" y="719883"/>
                </a:moveTo>
                <a:lnTo>
                  <a:pt x="652967" y="649323"/>
                </a:lnTo>
                <a:moveTo>
                  <a:pt x="1031878" y="890468"/>
                </a:moveTo>
                <a:lnTo>
                  <a:pt x="1059725" y="922639"/>
                </a:lnTo>
                <a:moveTo>
                  <a:pt x="760684" y="769980"/>
                </a:moveTo>
                <a:lnTo>
                  <a:pt x="712328" y="719883"/>
                </a:lnTo>
                <a:moveTo>
                  <a:pt x="808351" y="817695"/>
                </a:moveTo>
                <a:lnTo>
                  <a:pt x="760684" y="769980"/>
                </a:lnTo>
                <a:moveTo>
                  <a:pt x="1669050" y="478029"/>
                </a:moveTo>
                <a:lnTo>
                  <a:pt x="1755671" y="417546"/>
                </a:lnTo>
                <a:moveTo>
                  <a:pt x="1297489" y="596628"/>
                </a:moveTo>
                <a:lnTo>
                  <a:pt x="1293505" y="588098"/>
                </a:lnTo>
                <a:moveTo>
                  <a:pt x="1278635" y="579727"/>
                </a:moveTo>
                <a:lnTo>
                  <a:pt x="1293505" y="588098"/>
                </a:lnTo>
                <a:moveTo>
                  <a:pt x="2167108" y="764189"/>
                </a:moveTo>
                <a:lnTo>
                  <a:pt x="2070039" y="648426"/>
                </a:lnTo>
                <a:moveTo>
                  <a:pt x="1278635" y="579727"/>
                </a:moveTo>
                <a:lnTo>
                  <a:pt x="1234172" y="469650"/>
                </a:lnTo>
                <a:moveTo>
                  <a:pt x="1735995" y="276700"/>
                </a:moveTo>
                <a:lnTo>
                  <a:pt x="1696101" y="208175"/>
                </a:lnTo>
                <a:moveTo>
                  <a:pt x="1046979" y="782092"/>
                </a:moveTo>
                <a:lnTo>
                  <a:pt x="1049040" y="686709"/>
                </a:lnTo>
                <a:moveTo>
                  <a:pt x="1046902" y="782049"/>
                </a:moveTo>
                <a:lnTo>
                  <a:pt x="1049040" y="686709"/>
                </a:lnTo>
                <a:moveTo>
                  <a:pt x="2057976" y="753775"/>
                </a:moveTo>
                <a:lnTo>
                  <a:pt x="2070039" y="648426"/>
                </a:lnTo>
                <a:moveTo>
                  <a:pt x="1634346" y="631196"/>
                </a:moveTo>
                <a:lnTo>
                  <a:pt x="1498291" y="681367"/>
                </a:lnTo>
                <a:moveTo>
                  <a:pt x="1396427" y="657526"/>
                </a:moveTo>
                <a:lnTo>
                  <a:pt x="1297489" y="596628"/>
                </a:lnTo>
                <a:moveTo>
                  <a:pt x="1347270" y="325225"/>
                </a:moveTo>
                <a:lnTo>
                  <a:pt x="1407275" y="257521"/>
                </a:lnTo>
                <a:moveTo>
                  <a:pt x="1928029" y="273016"/>
                </a:moveTo>
                <a:lnTo>
                  <a:pt x="1948291" y="312211"/>
                </a:lnTo>
                <a:moveTo>
                  <a:pt x="694829" y="415241"/>
                </a:moveTo>
                <a:lnTo>
                  <a:pt x="768056" y="373178"/>
                </a:lnTo>
                <a:moveTo>
                  <a:pt x="1926044" y="282838"/>
                </a:moveTo>
                <a:lnTo>
                  <a:pt x="1948291" y="312211"/>
                </a:lnTo>
                <a:moveTo>
                  <a:pt x="1297489" y="596628"/>
                </a:moveTo>
                <a:lnTo>
                  <a:pt x="1278635" y="579727"/>
                </a:lnTo>
                <a:moveTo>
                  <a:pt x="1046902" y="782049"/>
                </a:moveTo>
                <a:lnTo>
                  <a:pt x="906060" y="894143"/>
                </a:lnTo>
                <a:moveTo>
                  <a:pt x="2167108" y="764189"/>
                </a:moveTo>
                <a:lnTo>
                  <a:pt x="2057976" y="753775"/>
                </a:lnTo>
                <a:moveTo>
                  <a:pt x="1696101" y="208175"/>
                </a:moveTo>
                <a:lnTo>
                  <a:pt x="1593703" y="191092"/>
                </a:lnTo>
                <a:moveTo>
                  <a:pt x="1031878" y="890468"/>
                </a:moveTo>
                <a:lnTo>
                  <a:pt x="1003397" y="975300"/>
                </a:lnTo>
                <a:moveTo>
                  <a:pt x="1046902" y="782049"/>
                </a:moveTo>
                <a:lnTo>
                  <a:pt x="1043733" y="678880"/>
                </a:lnTo>
                <a:moveTo>
                  <a:pt x="1031878" y="890468"/>
                </a:moveTo>
                <a:lnTo>
                  <a:pt x="917053" y="898774"/>
                </a:lnTo>
                <a:moveTo>
                  <a:pt x="1325215" y="346434"/>
                </a:moveTo>
                <a:lnTo>
                  <a:pt x="1234172" y="469650"/>
                </a:lnTo>
                <a:moveTo>
                  <a:pt x="1669050" y="478029"/>
                </a:moveTo>
                <a:lnTo>
                  <a:pt x="1741521" y="518708"/>
                </a:lnTo>
                <a:moveTo>
                  <a:pt x="1031878" y="890468"/>
                </a:moveTo>
                <a:lnTo>
                  <a:pt x="906060" y="894143"/>
                </a:lnTo>
                <a:moveTo>
                  <a:pt x="897788" y="403065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66383" y="489248"/>
                </a:lnTo>
                <a:moveTo>
                  <a:pt x="906673" y="414870"/>
                </a:moveTo>
                <a:lnTo>
                  <a:pt x="870208" y="393369"/>
                </a:lnTo>
                <a:moveTo>
                  <a:pt x="906673" y="414870"/>
                </a:moveTo>
                <a:lnTo>
                  <a:pt x="926591" y="454007"/>
                </a:lnTo>
                <a:moveTo>
                  <a:pt x="991977" y="524091"/>
                </a:moveTo>
                <a:lnTo>
                  <a:pt x="966383" y="489248"/>
                </a:lnTo>
                <a:moveTo>
                  <a:pt x="1733029" y="378843"/>
                </a:moveTo>
                <a:lnTo>
                  <a:pt x="1735995" y="276700"/>
                </a:lnTo>
                <a:moveTo>
                  <a:pt x="998351" y="532844"/>
                </a:moveTo>
                <a:lnTo>
                  <a:pt x="966383" y="489248"/>
                </a:lnTo>
                <a:moveTo>
                  <a:pt x="1528561" y="657011"/>
                </a:moveTo>
                <a:lnTo>
                  <a:pt x="1498291" y="681367"/>
                </a:lnTo>
                <a:moveTo>
                  <a:pt x="1662460" y="608123"/>
                </a:moveTo>
                <a:lnTo>
                  <a:pt x="1634346" y="631196"/>
                </a:lnTo>
                <a:moveTo>
                  <a:pt x="1926044" y="282838"/>
                </a:moveTo>
                <a:lnTo>
                  <a:pt x="1994654" y="417727"/>
                </a:lnTo>
                <a:moveTo>
                  <a:pt x="998351" y="532844"/>
                </a:moveTo>
                <a:lnTo>
                  <a:pt x="1032816" y="574415"/>
                </a:lnTo>
                <a:moveTo>
                  <a:pt x="1640948" y="599362"/>
                </a:moveTo>
                <a:lnTo>
                  <a:pt x="1662460" y="608123"/>
                </a:lnTo>
                <a:moveTo>
                  <a:pt x="1486621" y="233323"/>
                </a:moveTo>
                <a:lnTo>
                  <a:pt x="1407275" y="257521"/>
                </a:lnTo>
                <a:moveTo>
                  <a:pt x="1046902" y="782049"/>
                </a:moveTo>
                <a:lnTo>
                  <a:pt x="1046979" y="782092"/>
                </a:lnTo>
                <a:moveTo>
                  <a:pt x="1484199" y="234583"/>
                </a:moveTo>
                <a:lnTo>
                  <a:pt x="1407275" y="257521"/>
                </a:lnTo>
                <a:moveTo>
                  <a:pt x="657970" y="511715"/>
                </a:moveTo>
                <a:lnTo>
                  <a:pt x="652967" y="649323"/>
                </a:lnTo>
                <a:moveTo>
                  <a:pt x="1706063" y="254489"/>
                </a:moveTo>
                <a:lnTo>
                  <a:pt x="1696101" y="208175"/>
                </a:lnTo>
                <a:moveTo>
                  <a:pt x="897788" y="403065"/>
                </a:moveTo>
                <a:lnTo>
                  <a:pt x="768056" y="373178"/>
                </a:lnTo>
                <a:moveTo>
                  <a:pt x="1325215" y="346434"/>
                </a:moveTo>
                <a:lnTo>
                  <a:pt x="1347270" y="325225"/>
                </a:lnTo>
                <a:moveTo>
                  <a:pt x="1994654" y="417727"/>
                </a:moveTo>
                <a:lnTo>
                  <a:pt x="1914310" y="378627"/>
                </a:lnTo>
                <a:moveTo>
                  <a:pt x="939473" y="829985"/>
                </a:moveTo>
                <a:lnTo>
                  <a:pt x="906060" y="894143"/>
                </a:lnTo>
                <a:moveTo>
                  <a:pt x="1640948" y="599362"/>
                </a:moveTo>
                <a:lnTo>
                  <a:pt x="1634346" y="631196"/>
                </a:lnTo>
                <a:moveTo>
                  <a:pt x="1031878" y="890468"/>
                </a:moveTo>
                <a:lnTo>
                  <a:pt x="1046979" y="782092"/>
                </a:lnTo>
                <a:moveTo>
                  <a:pt x="1046902" y="782049"/>
                </a:moveTo>
                <a:lnTo>
                  <a:pt x="1031878" y="890468"/>
                </a:lnTo>
                <a:moveTo>
                  <a:pt x="1528561" y="657011"/>
                </a:moveTo>
                <a:lnTo>
                  <a:pt x="1396427" y="657526"/>
                </a:lnTo>
                <a:moveTo>
                  <a:pt x="1706063" y="254489"/>
                </a:moveTo>
                <a:lnTo>
                  <a:pt x="1735995" y="276700"/>
                </a:lnTo>
                <a:moveTo>
                  <a:pt x="939473" y="829985"/>
                </a:moveTo>
                <a:lnTo>
                  <a:pt x="808351" y="817695"/>
                </a:lnTo>
                <a:moveTo>
                  <a:pt x="706409" y="622456"/>
                </a:moveTo>
                <a:lnTo>
                  <a:pt x="652967" y="649323"/>
                </a:lnTo>
                <a:moveTo>
                  <a:pt x="797558" y="358533"/>
                </a:moveTo>
                <a:lnTo>
                  <a:pt x="768056" y="373178"/>
                </a:lnTo>
                <a:moveTo>
                  <a:pt x="998351" y="532844"/>
                </a:moveTo>
                <a:lnTo>
                  <a:pt x="1043733" y="678880"/>
                </a:lnTo>
                <a:moveTo>
                  <a:pt x="1662460" y="608123"/>
                </a:moveTo>
                <a:lnTo>
                  <a:pt x="1669050" y="478029"/>
                </a:lnTo>
                <a:moveTo>
                  <a:pt x="706409" y="622456"/>
                </a:moveTo>
                <a:lnTo>
                  <a:pt x="712328" y="719883"/>
                </a:lnTo>
                <a:moveTo>
                  <a:pt x="744089" y="676647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712328" y="719883"/>
                </a:lnTo>
                <a:moveTo>
                  <a:pt x="802890" y="741234"/>
                </a:moveTo>
                <a:lnTo>
                  <a:pt x="808351" y="817695"/>
                </a:lnTo>
                <a:moveTo>
                  <a:pt x="802890" y="741234"/>
                </a:moveTo>
                <a:lnTo>
                  <a:pt x="760684" y="769980"/>
                </a:lnTo>
                <a:moveTo>
                  <a:pt x="657970" y="511715"/>
                </a:moveTo>
                <a:lnTo>
                  <a:pt x="694829" y="415241"/>
                </a:lnTo>
                <a:moveTo>
                  <a:pt x="839584" y="781130"/>
                </a:moveTo>
                <a:lnTo>
                  <a:pt x="808351" y="817695"/>
                </a:lnTo>
                <a:moveTo>
                  <a:pt x="1593703" y="191092"/>
                </a:moveTo>
                <a:lnTo>
                  <a:pt x="1486621" y="233323"/>
                </a:lnTo>
                <a:moveTo>
                  <a:pt x="1425966" y="642421"/>
                </a:moveTo>
                <a:lnTo>
                  <a:pt x="1396427" y="657526"/>
                </a:lnTo>
                <a:moveTo>
                  <a:pt x="1488370" y="233094"/>
                </a:moveTo>
                <a:lnTo>
                  <a:pt x="1593703" y="191092"/>
                </a:lnTo>
                <a:moveTo>
                  <a:pt x="1640948" y="599362"/>
                </a:moveTo>
                <a:lnTo>
                  <a:pt x="1669050" y="478029"/>
                </a:lnTo>
                <a:moveTo>
                  <a:pt x="1733029" y="378843"/>
                </a:moveTo>
                <a:lnTo>
                  <a:pt x="1706063" y="254489"/>
                </a:lnTo>
                <a:moveTo>
                  <a:pt x="1634346" y="631196"/>
                </a:moveTo>
                <a:lnTo>
                  <a:pt x="1528561" y="657011"/>
                </a:lnTo>
                <a:moveTo>
                  <a:pt x="1733029" y="378843"/>
                </a:moveTo>
                <a:lnTo>
                  <a:pt x="1669050" y="478029"/>
                </a:lnTo>
                <a:moveTo>
                  <a:pt x="1046902" y="782049"/>
                </a:moveTo>
                <a:lnTo>
                  <a:pt x="939473" y="829985"/>
                </a:lnTo>
                <a:moveTo>
                  <a:pt x="1640948" y="599362"/>
                </a:moveTo>
                <a:lnTo>
                  <a:pt x="1528561" y="657011"/>
                </a:lnTo>
                <a:moveTo>
                  <a:pt x="1425966" y="642421"/>
                </a:moveTo>
                <a:lnTo>
                  <a:pt x="1297489" y="596628"/>
                </a:lnTo>
                <a:moveTo>
                  <a:pt x="1733029" y="378843"/>
                </a:moveTo>
                <a:lnTo>
                  <a:pt x="1678026" y="437043"/>
                </a:lnTo>
                <a:moveTo>
                  <a:pt x="993074" y="634601"/>
                </a:moveTo>
                <a:lnTo>
                  <a:pt x="1043733" y="678880"/>
                </a:lnTo>
                <a:moveTo>
                  <a:pt x="797558" y="358533"/>
                </a:moveTo>
                <a:lnTo>
                  <a:pt x="694829" y="415241"/>
                </a:lnTo>
                <a:moveTo>
                  <a:pt x="1613312" y="227753"/>
                </a:moveTo>
                <a:lnTo>
                  <a:pt x="1696101" y="208175"/>
                </a:lnTo>
                <a:moveTo>
                  <a:pt x="1926044" y="282838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8029" y="273016"/>
                </a:lnTo>
                <a:moveTo>
                  <a:pt x="1929434" y="270227"/>
                </a:moveTo>
                <a:lnTo>
                  <a:pt x="1926044" y="282838"/>
                </a:lnTo>
                <a:moveTo>
                  <a:pt x="1640948" y="599362"/>
                </a:moveTo>
                <a:lnTo>
                  <a:pt x="1551126" y="569706"/>
                </a:lnTo>
                <a:moveTo>
                  <a:pt x="750283" y="388711"/>
                </a:moveTo>
                <a:lnTo>
                  <a:pt x="694829" y="415241"/>
                </a:lnTo>
                <a:moveTo>
                  <a:pt x="1678026" y="437043"/>
                </a:moveTo>
                <a:lnTo>
                  <a:pt x="1669050" y="478029"/>
                </a:lnTo>
                <a:moveTo>
                  <a:pt x="1484199" y="234583"/>
                </a:moveTo>
                <a:lnTo>
                  <a:pt x="1486621" y="233323"/>
                </a:lnTo>
                <a:moveTo>
                  <a:pt x="993074" y="634601"/>
                </a:moveTo>
                <a:lnTo>
                  <a:pt x="1046902" y="782049"/>
                </a:lnTo>
                <a:moveTo>
                  <a:pt x="1613312" y="227753"/>
                </a:moveTo>
                <a:lnTo>
                  <a:pt x="1593703" y="191092"/>
                </a:lnTo>
                <a:moveTo>
                  <a:pt x="1926044" y="282838"/>
                </a:moveTo>
                <a:lnTo>
                  <a:pt x="1914310" y="378627"/>
                </a:lnTo>
                <a:moveTo>
                  <a:pt x="1488370" y="233094"/>
                </a:moveTo>
                <a:lnTo>
                  <a:pt x="1486621" y="233323"/>
                </a:lnTo>
                <a:moveTo>
                  <a:pt x="906673" y="414870"/>
                </a:moveTo>
                <a:lnTo>
                  <a:pt x="897788" y="403065"/>
                </a:lnTo>
                <a:moveTo>
                  <a:pt x="1488370" y="233094"/>
                </a:moveTo>
                <a:lnTo>
                  <a:pt x="1484199" y="234583"/>
                </a:lnTo>
                <a:moveTo>
                  <a:pt x="706409" y="622456"/>
                </a:moveTo>
                <a:lnTo>
                  <a:pt x="657970" y="511715"/>
                </a:lnTo>
                <a:moveTo>
                  <a:pt x="991977" y="524091"/>
                </a:moveTo>
                <a:lnTo>
                  <a:pt x="906673" y="414870"/>
                </a:lnTo>
                <a:moveTo>
                  <a:pt x="899461" y="410781"/>
                </a:moveTo>
                <a:lnTo>
                  <a:pt x="897788" y="403065"/>
                </a:lnTo>
                <a:moveTo>
                  <a:pt x="899461" y="410781"/>
                </a:moveTo>
                <a:lnTo>
                  <a:pt x="906673" y="414870"/>
                </a:lnTo>
                <a:moveTo>
                  <a:pt x="1634132" y="464940"/>
                </a:moveTo>
                <a:lnTo>
                  <a:pt x="1669050" y="478029"/>
                </a:lnTo>
                <a:moveTo>
                  <a:pt x="998351" y="532844"/>
                </a:moveTo>
                <a:lnTo>
                  <a:pt x="991977" y="524091"/>
                </a:lnTo>
                <a:moveTo>
                  <a:pt x="897788" y="403065"/>
                </a:moveTo>
                <a:lnTo>
                  <a:pt x="797558" y="358533"/>
                </a:lnTo>
                <a:moveTo>
                  <a:pt x="991977" y="524091"/>
                </a:moveTo>
                <a:lnTo>
                  <a:pt x="899461" y="410781"/>
                </a:lnTo>
                <a:moveTo>
                  <a:pt x="1551126" y="569706"/>
                </a:moveTo>
                <a:lnTo>
                  <a:pt x="1669050" y="478029"/>
                </a:lnTo>
                <a:moveTo>
                  <a:pt x="1888417" y="369029"/>
                </a:moveTo>
                <a:lnTo>
                  <a:pt x="1926044" y="282838"/>
                </a:lnTo>
                <a:moveTo>
                  <a:pt x="939473" y="829985"/>
                </a:moveTo>
                <a:lnTo>
                  <a:pt x="839584" y="781130"/>
                </a:lnTo>
                <a:moveTo>
                  <a:pt x="1634132" y="464940"/>
                </a:moveTo>
                <a:lnTo>
                  <a:pt x="1678026" y="437043"/>
                </a:lnTo>
                <a:moveTo>
                  <a:pt x="993211" y="529851"/>
                </a:moveTo>
                <a:lnTo>
                  <a:pt x="991977" y="524091"/>
                </a:lnTo>
                <a:moveTo>
                  <a:pt x="1528561" y="657011"/>
                </a:moveTo>
                <a:lnTo>
                  <a:pt x="1425966" y="642421"/>
                </a:lnTo>
                <a:moveTo>
                  <a:pt x="1709160" y="344732"/>
                </a:moveTo>
                <a:lnTo>
                  <a:pt x="1733029" y="378843"/>
                </a:lnTo>
                <a:moveTo>
                  <a:pt x="993211" y="529851"/>
                </a:moveTo>
                <a:lnTo>
                  <a:pt x="998351" y="532844"/>
                </a:lnTo>
                <a:moveTo>
                  <a:pt x="1888417" y="369029"/>
                </a:moveTo>
                <a:lnTo>
                  <a:pt x="1929434" y="270227"/>
                </a:lnTo>
                <a:moveTo>
                  <a:pt x="1528561" y="657011"/>
                </a:moveTo>
                <a:lnTo>
                  <a:pt x="1551126" y="569706"/>
                </a:lnTo>
                <a:moveTo>
                  <a:pt x="744089" y="676647"/>
                </a:moveTo>
                <a:lnTo>
                  <a:pt x="706409" y="622456"/>
                </a:lnTo>
                <a:moveTo>
                  <a:pt x="993211" y="529851"/>
                </a:moveTo>
                <a:lnTo>
                  <a:pt x="899461" y="410781"/>
                </a:lnTo>
                <a:moveTo>
                  <a:pt x="979587" y="734984"/>
                </a:moveTo>
                <a:lnTo>
                  <a:pt x="1046902" y="782049"/>
                </a:lnTo>
                <a:moveTo>
                  <a:pt x="750283" y="388711"/>
                </a:moveTo>
                <a:lnTo>
                  <a:pt x="657970" y="511715"/>
                </a:lnTo>
                <a:moveTo>
                  <a:pt x="802890" y="741234"/>
                </a:moveTo>
                <a:lnTo>
                  <a:pt x="744089" y="676647"/>
                </a:lnTo>
                <a:moveTo>
                  <a:pt x="974717" y="742644"/>
                </a:moveTo>
                <a:lnTo>
                  <a:pt x="1046902" y="782049"/>
                </a:lnTo>
                <a:moveTo>
                  <a:pt x="839584" y="781130"/>
                </a:moveTo>
                <a:lnTo>
                  <a:pt x="802890" y="741234"/>
                </a:lnTo>
                <a:moveTo>
                  <a:pt x="1888417" y="369029"/>
                </a:moveTo>
                <a:lnTo>
                  <a:pt x="1914310" y="378627"/>
                </a:lnTo>
                <a:moveTo>
                  <a:pt x="1706063" y="254489"/>
                </a:moveTo>
                <a:lnTo>
                  <a:pt x="1613312" y="227753"/>
                </a:lnTo>
                <a:moveTo>
                  <a:pt x="1569561" y="496786"/>
                </a:moveTo>
                <a:lnTo>
                  <a:pt x="1669050" y="478029"/>
                </a:lnTo>
                <a:moveTo>
                  <a:pt x="1709160" y="344732"/>
                </a:moveTo>
                <a:lnTo>
                  <a:pt x="1706063" y="254489"/>
                </a:lnTo>
                <a:moveTo>
                  <a:pt x="1613312" y="227753"/>
                </a:moveTo>
                <a:lnTo>
                  <a:pt x="1488370" y="233094"/>
                </a:lnTo>
                <a:moveTo>
                  <a:pt x="993074" y="634601"/>
                </a:moveTo>
                <a:lnTo>
                  <a:pt x="998351" y="532844"/>
                </a:lnTo>
                <a:moveTo>
                  <a:pt x="1551126" y="569706"/>
                </a:moveTo>
                <a:lnTo>
                  <a:pt x="1425966" y="642421"/>
                </a:lnTo>
                <a:moveTo>
                  <a:pt x="993074" y="634601"/>
                </a:moveTo>
                <a:lnTo>
                  <a:pt x="993211" y="529851"/>
                </a:lnTo>
                <a:moveTo>
                  <a:pt x="750283" y="388711"/>
                </a:moveTo>
                <a:lnTo>
                  <a:pt x="797558" y="358533"/>
                </a:lnTo>
                <a:moveTo>
                  <a:pt x="804082" y="386664"/>
                </a:moveTo>
                <a:lnTo>
                  <a:pt x="897788" y="403065"/>
                </a:lnTo>
                <a:moveTo>
                  <a:pt x="1709160" y="344732"/>
                </a:moveTo>
                <a:lnTo>
                  <a:pt x="1678026" y="437043"/>
                </a:lnTo>
                <a:moveTo>
                  <a:pt x="752943" y="491795"/>
                </a:moveTo>
                <a:lnTo>
                  <a:pt x="657970" y="511715"/>
                </a:lnTo>
                <a:moveTo>
                  <a:pt x="766430" y="610840"/>
                </a:moveTo>
                <a:lnTo>
                  <a:pt x="706409" y="622456"/>
                </a:lnTo>
                <a:moveTo>
                  <a:pt x="899461" y="410781"/>
                </a:moveTo>
                <a:lnTo>
                  <a:pt x="804082" y="386664"/>
                </a:lnTo>
                <a:moveTo>
                  <a:pt x="987119" y="629251"/>
                </a:moveTo>
                <a:lnTo>
                  <a:pt x="993211" y="529851"/>
                </a:lnTo>
                <a:moveTo>
                  <a:pt x="1634132" y="464940"/>
                </a:moveTo>
                <a:lnTo>
                  <a:pt x="1569561" y="496786"/>
                </a:lnTo>
                <a:moveTo>
                  <a:pt x="744089" y="676647"/>
                </a:moveTo>
                <a:lnTo>
                  <a:pt x="766430" y="610840"/>
                </a:lnTo>
                <a:moveTo>
                  <a:pt x="804082" y="386664"/>
                </a:moveTo>
                <a:lnTo>
                  <a:pt x="797558" y="358533"/>
                </a:lnTo>
                <a:moveTo>
                  <a:pt x="1569561" y="496786"/>
                </a:moveTo>
                <a:lnTo>
                  <a:pt x="1551126" y="569706"/>
                </a:lnTo>
                <a:moveTo>
                  <a:pt x="1634132" y="464940"/>
                </a:moveTo>
                <a:lnTo>
                  <a:pt x="1709160" y="344732"/>
                </a:lnTo>
                <a:moveTo>
                  <a:pt x="752943" y="491795"/>
                </a:moveTo>
                <a:lnTo>
                  <a:pt x="706409" y="622456"/>
                </a:lnTo>
                <a:moveTo>
                  <a:pt x="974717" y="742644"/>
                </a:moveTo>
                <a:lnTo>
                  <a:pt x="939473" y="829985"/>
                </a:lnTo>
                <a:moveTo>
                  <a:pt x="902397" y="501184"/>
                </a:moveTo>
                <a:lnTo>
                  <a:pt x="899461" y="410781"/>
                </a:lnTo>
                <a:moveTo>
                  <a:pt x="993211" y="529851"/>
                </a:moveTo>
                <a:lnTo>
                  <a:pt x="902397" y="501184"/>
                </a:lnTo>
                <a:moveTo>
                  <a:pt x="1584221" y="443399"/>
                </a:moveTo>
                <a:lnTo>
                  <a:pt x="1634132" y="464940"/>
                </a:lnTo>
                <a:moveTo>
                  <a:pt x="987119" y="629251"/>
                </a:moveTo>
                <a:lnTo>
                  <a:pt x="993074" y="634601"/>
                </a:lnTo>
                <a:moveTo>
                  <a:pt x="974717" y="742644"/>
                </a:moveTo>
                <a:lnTo>
                  <a:pt x="839584" y="781130"/>
                </a:lnTo>
                <a:moveTo>
                  <a:pt x="804082" y="386664"/>
                </a:moveTo>
                <a:lnTo>
                  <a:pt x="750283" y="388711"/>
                </a:lnTo>
                <a:moveTo>
                  <a:pt x="824728" y="606442"/>
                </a:moveTo>
                <a:lnTo>
                  <a:pt x="744089" y="676647"/>
                </a:lnTo>
                <a:moveTo>
                  <a:pt x="824728" y="606442"/>
                </a:moveTo>
                <a:lnTo>
                  <a:pt x="802890" y="741234"/>
                </a:lnTo>
                <a:moveTo>
                  <a:pt x="1425966" y="642421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4199" y="234583"/>
                </a:lnTo>
                <a:moveTo>
                  <a:pt x="1709160" y="344732"/>
                </a:moveTo>
                <a:lnTo>
                  <a:pt x="1613312" y="227753"/>
                </a:lnTo>
                <a:moveTo>
                  <a:pt x="1551126" y="569706"/>
                </a:moveTo>
                <a:lnTo>
                  <a:pt x="1456427" y="544911"/>
                </a:lnTo>
                <a:moveTo>
                  <a:pt x="1503106" y="311739"/>
                </a:moveTo>
                <a:lnTo>
                  <a:pt x="1488370" y="233094"/>
                </a:lnTo>
                <a:moveTo>
                  <a:pt x="752943" y="491795"/>
                </a:moveTo>
                <a:lnTo>
                  <a:pt x="750283" y="388711"/>
                </a:lnTo>
                <a:moveTo>
                  <a:pt x="1464847" y="509028"/>
                </a:moveTo>
                <a:lnTo>
                  <a:pt x="1551126" y="569706"/>
                </a:lnTo>
                <a:moveTo>
                  <a:pt x="979587" y="734984"/>
                </a:moveTo>
                <a:lnTo>
                  <a:pt x="993074" y="634601"/>
                </a:lnTo>
                <a:moveTo>
                  <a:pt x="859255" y="714856"/>
                </a:moveTo>
                <a:lnTo>
                  <a:pt x="802890" y="741234"/>
                </a:lnTo>
                <a:moveTo>
                  <a:pt x="1584221" y="443399"/>
                </a:moveTo>
                <a:lnTo>
                  <a:pt x="1569561" y="496786"/>
                </a:lnTo>
                <a:moveTo>
                  <a:pt x="859255" y="714856"/>
                </a:moveTo>
                <a:lnTo>
                  <a:pt x="839584" y="781130"/>
                </a:lnTo>
                <a:moveTo>
                  <a:pt x="793988" y="490050"/>
                </a:moveTo>
                <a:lnTo>
                  <a:pt x="750283" y="388711"/>
                </a:lnTo>
                <a:moveTo>
                  <a:pt x="752943" y="491795"/>
                </a:moveTo>
                <a:lnTo>
                  <a:pt x="766430" y="610840"/>
                </a:lnTo>
                <a:moveTo>
                  <a:pt x="870748" y="745453"/>
                </a:moveTo>
                <a:lnTo>
                  <a:pt x="839584" y="781130"/>
                </a:lnTo>
                <a:moveTo>
                  <a:pt x="979587" y="734984"/>
                </a:moveTo>
                <a:lnTo>
                  <a:pt x="987119" y="629251"/>
                </a:lnTo>
                <a:moveTo>
                  <a:pt x="1584221" y="443399"/>
                </a:moveTo>
                <a:lnTo>
                  <a:pt x="1709160" y="344732"/>
                </a:lnTo>
                <a:moveTo>
                  <a:pt x="987119" y="629251"/>
                </a:moveTo>
                <a:lnTo>
                  <a:pt x="902397" y="501184"/>
                </a:lnTo>
                <a:moveTo>
                  <a:pt x="783417" y="537597"/>
                </a:moveTo>
                <a:lnTo>
                  <a:pt x="766430" y="610840"/>
                </a:lnTo>
                <a:moveTo>
                  <a:pt x="1655517" y="330072"/>
                </a:moveTo>
                <a:lnTo>
                  <a:pt x="1613312" y="227753"/>
                </a:lnTo>
                <a:moveTo>
                  <a:pt x="1614188" y="290629"/>
                </a:moveTo>
                <a:lnTo>
                  <a:pt x="1613312" y="227753"/>
                </a:lnTo>
                <a:moveTo>
                  <a:pt x="902397" y="501184"/>
                </a:moveTo>
                <a:lnTo>
                  <a:pt x="804082" y="386664"/>
                </a:lnTo>
                <a:moveTo>
                  <a:pt x="1569561" y="496786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87119" y="629251"/>
                </a:lnTo>
                <a:moveTo>
                  <a:pt x="824728" y="606442"/>
                </a:moveTo>
                <a:lnTo>
                  <a:pt x="766430" y="610840"/>
                </a:lnTo>
                <a:moveTo>
                  <a:pt x="793988" y="490050"/>
                </a:moveTo>
                <a:lnTo>
                  <a:pt x="804082" y="386664"/>
                </a:lnTo>
                <a:moveTo>
                  <a:pt x="783417" y="537597"/>
                </a:moveTo>
                <a:lnTo>
                  <a:pt x="752943" y="491795"/>
                </a:lnTo>
                <a:moveTo>
                  <a:pt x="1655517" y="330072"/>
                </a:moveTo>
                <a:lnTo>
                  <a:pt x="1709160" y="344732"/>
                </a:lnTo>
                <a:moveTo>
                  <a:pt x="1503106" y="311739"/>
                </a:moveTo>
                <a:lnTo>
                  <a:pt x="1613312" y="227753"/>
                </a:lnTo>
                <a:moveTo>
                  <a:pt x="979587" y="734984"/>
                </a:moveTo>
                <a:lnTo>
                  <a:pt x="974717" y="742644"/>
                </a:lnTo>
                <a:moveTo>
                  <a:pt x="793988" y="490050"/>
                </a:moveTo>
                <a:lnTo>
                  <a:pt x="752943" y="491795"/>
                </a:lnTo>
                <a:moveTo>
                  <a:pt x="824728" y="606442"/>
                </a:moveTo>
                <a:lnTo>
                  <a:pt x="783417" y="537597"/>
                </a:lnTo>
                <a:moveTo>
                  <a:pt x="1584221" y="443399"/>
                </a:moveTo>
                <a:lnTo>
                  <a:pt x="1464847" y="509028"/>
                </a:lnTo>
                <a:moveTo>
                  <a:pt x="977821" y="731845"/>
                </a:moveTo>
                <a:lnTo>
                  <a:pt x="979587" y="734984"/>
                </a:lnTo>
                <a:moveTo>
                  <a:pt x="783417" y="537597"/>
                </a:moveTo>
                <a:lnTo>
                  <a:pt x="793988" y="490050"/>
                </a:lnTo>
                <a:moveTo>
                  <a:pt x="1655517" y="330072"/>
                </a:moveTo>
                <a:lnTo>
                  <a:pt x="1584221" y="443399"/>
                </a:lnTo>
                <a:moveTo>
                  <a:pt x="902397" y="501184"/>
                </a:moveTo>
                <a:lnTo>
                  <a:pt x="793988" y="490050"/>
                </a:lnTo>
                <a:moveTo>
                  <a:pt x="977821" y="731845"/>
                </a:moveTo>
                <a:lnTo>
                  <a:pt x="974717" y="742644"/>
                </a:lnTo>
                <a:moveTo>
                  <a:pt x="1464847" y="509028"/>
                </a:moveTo>
                <a:lnTo>
                  <a:pt x="1456427" y="544911"/>
                </a:lnTo>
                <a:moveTo>
                  <a:pt x="987119" y="629251"/>
                </a:moveTo>
                <a:lnTo>
                  <a:pt x="896550" y="600340"/>
                </a:lnTo>
                <a:moveTo>
                  <a:pt x="1584221" y="443399"/>
                </a:moveTo>
                <a:lnTo>
                  <a:pt x="1482617" y="425484"/>
                </a:lnTo>
                <a:moveTo>
                  <a:pt x="1610885" y="332449"/>
                </a:moveTo>
                <a:lnTo>
                  <a:pt x="1584221" y="443399"/>
                </a:lnTo>
                <a:moveTo>
                  <a:pt x="1655517" y="330072"/>
                </a:moveTo>
                <a:lnTo>
                  <a:pt x="1614188" y="290629"/>
                </a:lnTo>
                <a:moveTo>
                  <a:pt x="1584221" y="443399"/>
                </a:moveTo>
                <a:lnTo>
                  <a:pt x="1503106" y="311739"/>
                </a:lnTo>
                <a:moveTo>
                  <a:pt x="1579523" y="317361"/>
                </a:moveTo>
                <a:lnTo>
                  <a:pt x="1584221" y="443399"/>
                </a:lnTo>
                <a:moveTo>
                  <a:pt x="1464847" y="509028"/>
                </a:moveTo>
                <a:lnTo>
                  <a:pt x="1482617" y="425484"/>
                </a:lnTo>
                <a:moveTo>
                  <a:pt x="859255" y="714856"/>
                </a:moveTo>
                <a:lnTo>
                  <a:pt x="824728" y="606442"/>
                </a:lnTo>
                <a:moveTo>
                  <a:pt x="1655517" y="330072"/>
                </a:moveTo>
                <a:lnTo>
                  <a:pt x="1610885" y="332449"/>
                </a:lnTo>
                <a:moveTo>
                  <a:pt x="974717" y="742644"/>
                </a:moveTo>
                <a:lnTo>
                  <a:pt x="870748" y="745453"/>
                </a:lnTo>
                <a:moveTo>
                  <a:pt x="896550" y="600340"/>
                </a:moveTo>
                <a:lnTo>
                  <a:pt x="783417" y="537597"/>
                </a:lnTo>
                <a:moveTo>
                  <a:pt x="1614188" y="290629"/>
                </a:moveTo>
                <a:lnTo>
                  <a:pt x="1503106" y="311739"/>
                </a:lnTo>
                <a:moveTo>
                  <a:pt x="896550" y="600340"/>
                </a:moveTo>
                <a:lnTo>
                  <a:pt x="902397" y="501184"/>
                </a:lnTo>
                <a:moveTo>
                  <a:pt x="1579523" y="317361"/>
                </a:moveTo>
                <a:lnTo>
                  <a:pt x="1614188" y="290629"/>
                </a:lnTo>
                <a:moveTo>
                  <a:pt x="1615902" y="318500"/>
                </a:moveTo>
                <a:lnTo>
                  <a:pt x="1655517" y="330072"/>
                </a:lnTo>
                <a:moveTo>
                  <a:pt x="1615902" y="318500"/>
                </a:moveTo>
                <a:lnTo>
                  <a:pt x="1614188" y="290629"/>
                </a:lnTo>
                <a:moveTo>
                  <a:pt x="896550" y="600340"/>
                </a:moveTo>
                <a:lnTo>
                  <a:pt x="824728" y="606442"/>
                </a:lnTo>
                <a:moveTo>
                  <a:pt x="977821" y="731845"/>
                </a:moveTo>
                <a:lnTo>
                  <a:pt x="896550" y="600340"/>
                </a:lnTo>
                <a:moveTo>
                  <a:pt x="896550" y="600340"/>
                </a:moveTo>
                <a:lnTo>
                  <a:pt x="793988" y="490050"/>
                </a:lnTo>
                <a:moveTo>
                  <a:pt x="1482617" y="425484"/>
                </a:moveTo>
                <a:lnTo>
                  <a:pt x="1503106" y="311739"/>
                </a:lnTo>
                <a:moveTo>
                  <a:pt x="1610885" y="332449"/>
                </a:moveTo>
                <a:lnTo>
                  <a:pt x="1579523" y="317361"/>
                </a:lnTo>
                <a:moveTo>
                  <a:pt x="1579523" y="317361"/>
                </a:moveTo>
                <a:lnTo>
                  <a:pt x="1503106" y="311739"/>
                </a:lnTo>
                <a:moveTo>
                  <a:pt x="1615902" y="318500"/>
                </a:moveTo>
                <a:lnTo>
                  <a:pt x="1610885" y="332449"/>
                </a:lnTo>
                <a:moveTo>
                  <a:pt x="870748" y="745453"/>
                </a:moveTo>
                <a:lnTo>
                  <a:pt x="859255" y="714856"/>
                </a:lnTo>
                <a:moveTo>
                  <a:pt x="1615902" y="318500"/>
                </a:moveTo>
                <a:lnTo>
                  <a:pt x="1579523" y="317361"/>
                </a:lnTo>
                <a:moveTo>
                  <a:pt x="922305" y="689597"/>
                </a:moveTo>
                <a:lnTo>
                  <a:pt x="974717" y="742644"/>
                </a:lnTo>
                <a:moveTo>
                  <a:pt x="904902" y="671917"/>
                </a:moveTo>
                <a:lnTo>
                  <a:pt x="824728" y="606442"/>
                </a:lnTo>
                <a:moveTo>
                  <a:pt x="922305" y="689597"/>
                </a:moveTo>
                <a:lnTo>
                  <a:pt x="977821" y="731845"/>
                </a:lnTo>
                <a:moveTo>
                  <a:pt x="892431" y="684600"/>
                </a:moveTo>
                <a:lnTo>
                  <a:pt x="824728" y="606442"/>
                </a:lnTo>
                <a:moveTo>
                  <a:pt x="889499" y="794024"/>
                </a:moveTo>
                <a:lnTo>
                  <a:pt x="974717" y="742644"/>
                </a:lnTo>
                <a:moveTo>
                  <a:pt x="892431" y="684600"/>
                </a:moveTo>
                <a:lnTo>
                  <a:pt x="859255" y="714856"/>
                </a:lnTo>
                <a:moveTo>
                  <a:pt x="904902" y="671917"/>
                </a:moveTo>
                <a:lnTo>
                  <a:pt x="896550" y="600340"/>
                </a:lnTo>
                <a:moveTo>
                  <a:pt x="922305" y="689597"/>
                </a:moveTo>
                <a:lnTo>
                  <a:pt x="896550" y="600340"/>
                </a:lnTo>
                <a:moveTo>
                  <a:pt x="889499" y="794024"/>
                </a:moveTo>
                <a:lnTo>
                  <a:pt x="870748" y="745453"/>
                </a:lnTo>
                <a:moveTo>
                  <a:pt x="880486" y="785242"/>
                </a:moveTo>
                <a:lnTo>
                  <a:pt x="859255" y="714856"/>
                </a:lnTo>
                <a:moveTo>
                  <a:pt x="880486" y="785242"/>
                </a:moveTo>
                <a:lnTo>
                  <a:pt x="870748" y="745453"/>
                </a:lnTo>
                <a:moveTo>
                  <a:pt x="922305" y="689597"/>
                </a:moveTo>
                <a:lnTo>
                  <a:pt x="904902" y="671917"/>
                </a:lnTo>
                <a:moveTo>
                  <a:pt x="892431" y="684600"/>
                </a:moveTo>
                <a:lnTo>
                  <a:pt x="904902" y="671917"/>
                </a:lnTo>
                <a:moveTo>
                  <a:pt x="922305" y="689597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922305" y="689597"/>
                </a:lnTo>
                <a:moveTo>
                  <a:pt x="880486" y="785242"/>
                </a:moveTo>
                <a:lnTo>
                  <a:pt x="892431" y="684600"/>
                </a:lnTo>
                <a:moveTo>
                  <a:pt x="918183" y="791547"/>
                </a:moveTo>
                <a:lnTo>
                  <a:pt x="889499" y="794024"/>
                </a:lnTo>
                <a:moveTo>
                  <a:pt x="880486" y="785242"/>
                </a:moveTo>
                <a:lnTo>
                  <a:pt x="889499" y="794024"/>
                </a:lnTo>
                <a:moveTo>
                  <a:pt x="894554" y="802942"/>
                </a:moveTo>
                <a:lnTo>
                  <a:pt x="889499" y="794024"/>
                </a:lnTo>
                <a:moveTo>
                  <a:pt x="918183" y="791547"/>
                </a:moveTo>
                <a:lnTo>
                  <a:pt x="894554" y="802942"/>
                </a:lnTo>
                <a:moveTo>
                  <a:pt x="894554" y="802942"/>
                </a:moveTo>
                <a:lnTo>
                  <a:pt x="880486" y="785242"/>
                </a:lnTo>
                <a:moveTo>
                  <a:pt x="937039" y="62391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04902" y="671917"/>
                </a:lnTo>
                <a:moveTo>
                  <a:pt x="960201" y="660131"/>
                </a:moveTo>
                <a:lnTo>
                  <a:pt x="922305" y="689597"/>
                </a:lnTo>
                <a:moveTo>
                  <a:pt x="937039" y="623911"/>
                </a:moveTo>
                <a:lnTo>
                  <a:pt x="892431" y="684600"/>
                </a:lnTo>
                <a:moveTo>
                  <a:pt x="960201" y="660131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918183" y="791547"/>
                </a:lnTo>
                <a:moveTo>
                  <a:pt x="914308" y="769303"/>
                </a:moveTo>
                <a:lnTo>
                  <a:pt x="880486" y="785242"/>
                </a:lnTo>
                <a:moveTo>
                  <a:pt x="914308" y="769303"/>
                </a:moveTo>
                <a:lnTo>
                  <a:pt x="894554" y="802942"/>
                </a:lnTo>
                <a:moveTo>
                  <a:pt x="928314" y="734389"/>
                </a:moveTo>
                <a:lnTo>
                  <a:pt x="918183" y="791547"/>
                </a:lnTo>
                <a:moveTo>
                  <a:pt x="960201" y="660131"/>
                </a:moveTo>
                <a:lnTo>
                  <a:pt x="937039" y="623911"/>
                </a:lnTo>
                <a:moveTo>
                  <a:pt x="960201" y="660131"/>
                </a:moveTo>
                <a:lnTo>
                  <a:pt x="928314" y="734389"/>
                </a:lnTo>
                <a:moveTo>
                  <a:pt x="928314" y="734389"/>
                </a:moveTo>
                <a:lnTo>
                  <a:pt x="914308" y="769303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39" name="9u7j_2_build_ReferenceLigand_0">
            <a:extLst>
              <a:ext uri="{FF2B5EF4-FFF2-40B4-BE49-F238E27FC236}">
                <a16:creationId xmlns:a16="http://schemas.microsoft.com/office/drawing/2014/main" id="{12770EA3-4F9D-4F57-A261-D9169A54F1A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81827" y="9408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0" name="9u7j_2_build_ReferenceLigand_1">
            <a:extLst>
              <a:ext uri="{FF2B5EF4-FFF2-40B4-BE49-F238E27FC236}">
                <a16:creationId xmlns:a16="http://schemas.microsoft.com/office/drawing/2014/main" id="{DFC5A144-7CCC-44F4-92A8-6F515940988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898867" y="4638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1" name="9u7j_2_build_ReferenceLigand_2">
            <a:extLst>
              <a:ext uri="{FF2B5EF4-FFF2-40B4-BE49-F238E27FC236}">
                <a16:creationId xmlns:a16="http://schemas.microsoft.com/office/drawing/2014/main" id="{2484AF97-33E8-4C8E-8B0F-129585DF816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9696" y="806059"/>
                </a:moveTo>
                <a:lnTo>
                  <a:pt x="1926124" y="8610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2" name="9u7j_2_build_ReferenceLigand_3">
            <a:extLst>
              <a:ext uri="{FF2B5EF4-FFF2-40B4-BE49-F238E27FC236}">
                <a16:creationId xmlns:a16="http://schemas.microsoft.com/office/drawing/2014/main" id="{29FDAF3F-7337-4D3F-9437-47CEB3BB9F7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408329" y="354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3" name="9u7j_2_build_ReferenceLigand_4">
            <a:extLst>
              <a:ext uri="{FF2B5EF4-FFF2-40B4-BE49-F238E27FC236}">
                <a16:creationId xmlns:a16="http://schemas.microsoft.com/office/drawing/2014/main" id="{93103AFF-FB06-4793-996F-89695A32BA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1153027" y="42864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4" name="9u7j_2_build_ReferenceLigand_5">
            <a:extLst>
              <a:ext uri="{FF2B5EF4-FFF2-40B4-BE49-F238E27FC236}">
                <a16:creationId xmlns:a16="http://schemas.microsoft.com/office/drawing/2014/main" id="{1322E37F-8D03-4063-99CB-9035F3673E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8500" y="717241"/>
                </a:moveTo>
                <a:lnTo>
                  <a:pt x="1789696" y="80605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5" name="9u7j_2_build_ReferenceLigand_6">
            <a:extLst>
              <a:ext uri="{FF2B5EF4-FFF2-40B4-BE49-F238E27FC236}">
                <a16:creationId xmlns:a16="http://schemas.microsoft.com/office/drawing/2014/main" id="{59F4DA29-3642-491E-8A59-26921999C54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027" y="428646"/>
                </a:moveTo>
                <a:lnTo>
                  <a:pt x="1283537" y="3275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6" name="9u7j_2_build_ReferenceLigand_7">
            <a:extLst>
              <a:ext uri="{FF2B5EF4-FFF2-40B4-BE49-F238E27FC236}">
                <a16:creationId xmlns:a16="http://schemas.microsoft.com/office/drawing/2014/main" id="{6218B343-AB9B-4B63-A74A-00D50616D9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124" y="861018"/>
                </a:moveTo>
                <a:lnTo>
                  <a:pt x="1998938" y="8293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7" name="9u7j_2_build_ReferenceLigand_8">
            <a:extLst>
              <a:ext uri="{FF2B5EF4-FFF2-40B4-BE49-F238E27FC236}">
                <a16:creationId xmlns:a16="http://schemas.microsoft.com/office/drawing/2014/main" id="{484F7BDE-E21F-455E-9D9B-89EE302F3DC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6777" y="397630"/>
                </a:moveTo>
                <a:lnTo>
                  <a:pt x="966484" y="2420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8" name="9u7j_2_build_ReferenceLigand_9">
            <a:extLst>
              <a:ext uri="{FF2B5EF4-FFF2-40B4-BE49-F238E27FC236}">
                <a16:creationId xmlns:a16="http://schemas.microsoft.com/office/drawing/2014/main" id="{F54B745E-FF62-4E19-AFDE-280ADDBC362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231156" y="1762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9" name="9u7j_2_build_ReferenceLigand_10">
            <a:extLst>
              <a:ext uri="{FF2B5EF4-FFF2-40B4-BE49-F238E27FC236}">
                <a16:creationId xmlns:a16="http://schemas.microsoft.com/office/drawing/2014/main" id="{46D8A83A-AE27-4832-B8E6-4AAE6D8FA96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856" y="982287"/>
                </a:moveTo>
                <a:lnTo>
                  <a:pt x="966006" y="9073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0" name="9u7j_2_build_ReferenceLigand_11">
            <a:extLst>
              <a:ext uri="{FF2B5EF4-FFF2-40B4-BE49-F238E27FC236}">
                <a16:creationId xmlns:a16="http://schemas.microsoft.com/office/drawing/2014/main" id="{29949A9C-931F-4627-98CE-8C65826C2DC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006" y="907374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1" name="9u7j_2_build_ReferenceLigand_12">
            <a:extLst>
              <a:ext uri="{FF2B5EF4-FFF2-40B4-BE49-F238E27FC236}">
                <a16:creationId xmlns:a16="http://schemas.microsoft.com/office/drawing/2014/main" id="{4AE79C6E-952B-4E88-8F73-C0DE80BC2F2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1280" y="489368"/>
                </a:moveTo>
                <a:lnTo>
                  <a:pt x="986777" y="3976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2" name="9u7j_2_build_ReferenceLigand_13">
            <a:extLst>
              <a:ext uri="{FF2B5EF4-FFF2-40B4-BE49-F238E27FC236}">
                <a16:creationId xmlns:a16="http://schemas.microsoft.com/office/drawing/2014/main" id="{5654646F-A81B-4D1C-B94A-2B65D4B1E4F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2684" y="686248"/>
                </a:moveTo>
                <a:lnTo>
                  <a:pt x="1728500" y="7172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3" name="9u7j_2_build_ReferenceLigand_14">
            <a:extLst>
              <a:ext uri="{FF2B5EF4-FFF2-40B4-BE49-F238E27FC236}">
                <a16:creationId xmlns:a16="http://schemas.microsoft.com/office/drawing/2014/main" id="{9E5DDC91-AAFF-4E85-889D-2BC3B050A36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3537" y="327502"/>
                </a:moveTo>
                <a:lnTo>
                  <a:pt x="1323716" y="3876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4" name="9u7j_2_build_ReferenceLigand_15">
            <a:extLst>
              <a:ext uri="{FF2B5EF4-FFF2-40B4-BE49-F238E27FC236}">
                <a16:creationId xmlns:a16="http://schemas.microsoft.com/office/drawing/2014/main" id="{80FAC075-A161-4AA9-836E-B00E4F301F7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3788" y="768642"/>
                </a:moveTo>
                <a:lnTo>
                  <a:pt x="838151" y="6993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5" name="9u7j_2_build_ReferenceLigand_16">
            <a:extLst>
              <a:ext uri="{FF2B5EF4-FFF2-40B4-BE49-F238E27FC236}">
                <a16:creationId xmlns:a16="http://schemas.microsoft.com/office/drawing/2014/main" id="{D5252DE9-DB95-4FC4-AF24-BE733ECA465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938" y="829347"/>
                </a:moveTo>
                <a:lnTo>
                  <a:pt x="1941381" y="7444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6" name="9u7j_2_build_ReferenceLigand_17">
            <a:extLst>
              <a:ext uri="{FF2B5EF4-FFF2-40B4-BE49-F238E27FC236}">
                <a16:creationId xmlns:a16="http://schemas.microsoft.com/office/drawing/2014/main" id="{B1619718-EB60-47D4-AA54-247AAED85C7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8151" y="699342"/>
                </a:moveTo>
                <a:lnTo>
                  <a:pt x="834328" y="5699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7" name="9u7j_2_build_ReferenceLigand_18">
            <a:extLst>
              <a:ext uri="{FF2B5EF4-FFF2-40B4-BE49-F238E27FC236}">
                <a16:creationId xmlns:a16="http://schemas.microsoft.com/office/drawing/2014/main" id="{AA126CDB-D4B7-4AD0-A99D-4ABA002FC43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961280" y="489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8" name="9u7j_2_build_ReferenceLigand_19">
            <a:extLst>
              <a:ext uri="{FF2B5EF4-FFF2-40B4-BE49-F238E27FC236}">
                <a16:creationId xmlns:a16="http://schemas.microsoft.com/office/drawing/2014/main" id="{54F29DD3-691C-4174-9EAD-F8F641AB9F9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9" name="9u7j_2_build_ReferenceLigand_20">
            <a:extLst>
              <a:ext uri="{FF2B5EF4-FFF2-40B4-BE49-F238E27FC236}">
                <a16:creationId xmlns:a16="http://schemas.microsoft.com/office/drawing/2014/main" id="{3D1027FD-99E0-40AE-953B-FA5B6C65B3B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73788" y="768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0" name="9u7j_2_build_ReferenceLigand_21">
            <a:extLst>
              <a:ext uri="{FF2B5EF4-FFF2-40B4-BE49-F238E27FC236}">
                <a16:creationId xmlns:a16="http://schemas.microsoft.com/office/drawing/2014/main" id="{2FF48AA9-8D68-47BD-BA4A-DE7C68816AF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3716" y="387629"/>
                </a:moveTo>
                <a:lnTo>
                  <a:pt x="1382589" y="52673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1" name="9u7j_2_build_ReferenceLigand_22">
            <a:extLst>
              <a:ext uri="{FF2B5EF4-FFF2-40B4-BE49-F238E27FC236}">
                <a16:creationId xmlns:a16="http://schemas.microsoft.com/office/drawing/2014/main" id="{A01C304D-EB19-49C4-9A00-074FB4D40CA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802684" y="6862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2" name="9u7j_2_build_ReferenceLigand_23">
            <a:extLst>
              <a:ext uri="{FF2B5EF4-FFF2-40B4-BE49-F238E27FC236}">
                <a16:creationId xmlns:a16="http://schemas.microsoft.com/office/drawing/2014/main" id="{939BE035-9B9D-4634-A1CB-716C8954A2B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1381" y="744433"/>
                </a:moveTo>
                <a:lnTo>
                  <a:pt x="2013600" y="71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3" name="9u7j_2_build_ReferenceLigand_24">
            <a:extLst>
              <a:ext uri="{FF2B5EF4-FFF2-40B4-BE49-F238E27FC236}">
                <a16:creationId xmlns:a16="http://schemas.microsoft.com/office/drawing/2014/main" id="{8301DFA7-544B-489D-A149-5844DB46403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849161" y="357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4" name="9u7j_2_build_ReferenceLigand_25">
            <a:extLst>
              <a:ext uri="{FF2B5EF4-FFF2-40B4-BE49-F238E27FC236}">
                <a16:creationId xmlns:a16="http://schemas.microsoft.com/office/drawing/2014/main" id="{1F0DA6AF-33E7-4334-991C-A3D027C4E17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9216" y="592710"/>
                </a:moveTo>
                <a:lnTo>
                  <a:pt x="1727712" y="4396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5" name="9u7j_2_build_ReferenceLigand_26">
            <a:extLst>
              <a:ext uri="{FF2B5EF4-FFF2-40B4-BE49-F238E27FC236}">
                <a16:creationId xmlns:a16="http://schemas.microsoft.com/office/drawing/2014/main" id="{93378DD8-7F24-4859-B1A7-DB3E6AECE4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7712" y="439693"/>
                </a:moveTo>
                <a:lnTo>
                  <a:pt x="1590488" y="3834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6" name="9u7j_2_build_ReferenceLigand_27">
            <a:extLst>
              <a:ext uri="{FF2B5EF4-FFF2-40B4-BE49-F238E27FC236}">
                <a16:creationId xmlns:a16="http://schemas.microsoft.com/office/drawing/2014/main" id="{3E0310F2-82FA-4E66-9224-BF374A73DEB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328" y="569904"/>
                </a:moveTo>
                <a:lnTo>
                  <a:pt x="834538" y="61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7" name="9u7j_2_build_ReferenceLigand_28">
            <a:extLst>
              <a:ext uri="{FF2B5EF4-FFF2-40B4-BE49-F238E27FC236}">
                <a16:creationId xmlns:a16="http://schemas.microsoft.com/office/drawing/2014/main" id="{E59EB2E6-734A-4A4F-AB5C-B1C95C6FC2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2589" y="526735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8" name="9u7j_2_build_ReferenceLigand_29">
            <a:extLst>
              <a:ext uri="{FF2B5EF4-FFF2-40B4-BE49-F238E27FC236}">
                <a16:creationId xmlns:a16="http://schemas.microsoft.com/office/drawing/2014/main" id="{D0647EF8-6BDC-45D7-9C3A-6A695A380FA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372" y="802569"/>
                </a:moveTo>
                <a:lnTo>
                  <a:pt x="940511" y="9304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9" name="9u7j_2_build_ReferenceLigand_30">
            <a:extLst>
              <a:ext uri="{FF2B5EF4-FFF2-40B4-BE49-F238E27FC236}">
                <a16:creationId xmlns:a16="http://schemas.microsoft.com/office/drawing/2014/main" id="{3A6B1AA3-0FD2-4838-9BB3-37703D16EE2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5922" y="635896"/>
                </a:moveTo>
                <a:lnTo>
                  <a:pt x="1739216" y="5927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0" name="9u7j_2_build_ReferenceLigand_31">
            <a:extLst>
              <a:ext uri="{FF2B5EF4-FFF2-40B4-BE49-F238E27FC236}">
                <a16:creationId xmlns:a16="http://schemas.microsoft.com/office/drawing/2014/main" id="{324427EB-ACE5-41FF-8849-A07FD0B38DC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501963" y="5155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1" name="9u7j_2_build_ReferenceLigand_32">
            <a:extLst>
              <a:ext uri="{FF2B5EF4-FFF2-40B4-BE49-F238E27FC236}">
                <a16:creationId xmlns:a16="http://schemas.microsoft.com/office/drawing/2014/main" id="{E3C0A463-D865-49BF-9E37-18B7F003BF6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63" y="515563"/>
                </a:moveTo>
                <a:lnTo>
                  <a:pt x="1595922" y="6358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2" name="9u7j_2_build_ReferenceLigand_33">
            <a:extLst>
              <a:ext uri="{FF2B5EF4-FFF2-40B4-BE49-F238E27FC236}">
                <a16:creationId xmlns:a16="http://schemas.microsoft.com/office/drawing/2014/main" id="{9A776FC3-7AA3-4B81-8214-CD078F016BF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1013372" y="8025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3" name="9u7j_2_build_ReferenceLigand_34">
            <a:extLst>
              <a:ext uri="{FF2B5EF4-FFF2-40B4-BE49-F238E27FC236}">
                <a16:creationId xmlns:a16="http://schemas.microsoft.com/office/drawing/2014/main" id="{F7EAD36D-B197-44EF-B180-C073F712E2B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488" y="383480"/>
                </a:moveTo>
                <a:lnTo>
                  <a:pt x="1617443" y="31200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4" name="9u7j_2_build_ReferenceLigand_35">
            <a:extLst>
              <a:ext uri="{FF2B5EF4-FFF2-40B4-BE49-F238E27FC236}">
                <a16:creationId xmlns:a16="http://schemas.microsoft.com/office/drawing/2014/main" id="{72B3F59B-A0F4-4850-84AC-69BF8916EA2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977295" y="682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5" name="9u7j_2_build_ReferenceLigand_36">
            <a:extLst>
              <a:ext uri="{FF2B5EF4-FFF2-40B4-BE49-F238E27FC236}">
                <a16:creationId xmlns:a16="http://schemas.microsoft.com/office/drawing/2014/main" id="{BAE2A4AF-DE19-4B1B-8EA7-279AC5A4C58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4538" y="613500"/>
                </a:moveTo>
                <a:lnTo>
                  <a:pt x="817210" y="489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6" name="9u7j_2_build_ReferenceLigand_37">
            <a:extLst>
              <a:ext uri="{FF2B5EF4-FFF2-40B4-BE49-F238E27FC236}">
                <a16:creationId xmlns:a16="http://schemas.microsoft.com/office/drawing/2014/main" id="{759BB873-4367-44BF-B85E-02FFF674CA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7295" y="682878"/>
                </a:moveTo>
                <a:lnTo>
                  <a:pt x="972173" y="73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7" name="9u7j_2_build_PredictedLigand_0">
            <a:extLst>
              <a:ext uri="{FF2B5EF4-FFF2-40B4-BE49-F238E27FC236}">
                <a16:creationId xmlns:a16="http://schemas.microsoft.com/office/drawing/2014/main" id="{02EB0735-9A4D-4EDA-AF3F-A3131C81CC2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719677" y="7031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8" name="9u7j_2_build_PredictedLigand_1">
            <a:extLst>
              <a:ext uri="{FF2B5EF4-FFF2-40B4-BE49-F238E27FC236}">
                <a16:creationId xmlns:a16="http://schemas.microsoft.com/office/drawing/2014/main" id="{51FDDE46-44DB-46F1-AFCB-284916441B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07909" y="4880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79" name="9u7j_2_build_PredictedLigand_2">
            <a:extLst>
              <a:ext uri="{FF2B5EF4-FFF2-40B4-BE49-F238E27FC236}">
                <a16:creationId xmlns:a16="http://schemas.microsoft.com/office/drawing/2014/main" id="{69B89864-98BC-43E4-8373-CF26D916917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893009" y="943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0" name="9u7j_2_build_PredictedLigand_3">
            <a:extLst>
              <a:ext uri="{FF2B5EF4-FFF2-40B4-BE49-F238E27FC236}">
                <a16:creationId xmlns:a16="http://schemas.microsoft.com/office/drawing/2014/main" id="{B5C08051-935A-4764-9730-02F58FB7C5E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315371" y="23213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1" name="9u7j_2_build_PredictedLigand_4">
            <a:extLst>
              <a:ext uri="{FF2B5EF4-FFF2-40B4-BE49-F238E27FC236}">
                <a16:creationId xmlns:a16="http://schemas.microsoft.com/office/drawing/2014/main" id="{921D6E45-8618-4E7E-B140-5C2532E8F36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002" y="796324"/>
                </a:moveTo>
                <a:lnTo>
                  <a:pt x="1867703" y="8395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2" name="9u7j_2_build_PredictedLigand_5">
            <a:extLst>
              <a:ext uri="{FF2B5EF4-FFF2-40B4-BE49-F238E27FC236}">
                <a16:creationId xmlns:a16="http://schemas.microsoft.com/office/drawing/2014/main" id="{1C719978-4156-472A-B105-9180389B9D5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4512" y="377965"/>
                </a:moveTo>
                <a:lnTo>
                  <a:pt x="1163016" y="381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3" name="9u7j_2_build_PredictedLigand_6">
            <a:extLst>
              <a:ext uri="{FF2B5EF4-FFF2-40B4-BE49-F238E27FC236}">
                <a16:creationId xmlns:a16="http://schemas.microsoft.com/office/drawing/2014/main" id="{19338029-EDDA-4180-BEE7-21D372BD9BE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703" y="839550"/>
                </a:moveTo>
                <a:lnTo>
                  <a:pt x="1955337" y="8376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4" name="9u7j_2_build_PredictedLigand_7">
            <a:extLst>
              <a:ext uri="{FF2B5EF4-FFF2-40B4-BE49-F238E27FC236}">
                <a16:creationId xmlns:a16="http://schemas.microsoft.com/office/drawing/2014/main" id="{42861BA7-97AD-4B6A-9445-1744C28DC1B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6953" y="415162"/>
                </a:moveTo>
                <a:lnTo>
                  <a:pt x="1304512" y="3779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5" name="9u7j_2_build_PredictedLigand_8">
            <a:extLst>
              <a:ext uri="{FF2B5EF4-FFF2-40B4-BE49-F238E27FC236}">
                <a16:creationId xmlns:a16="http://schemas.microsoft.com/office/drawing/2014/main" id="{BF36B704-5F06-48CB-A9B0-52EE61FED97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3016" y="381815"/>
                </a:moveTo>
                <a:lnTo>
                  <a:pt x="1055042" y="4814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6" name="9u7j_2_build_PredictedLigand_9">
            <a:extLst>
              <a:ext uri="{FF2B5EF4-FFF2-40B4-BE49-F238E27FC236}">
                <a16:creationId xmlns:a16="http://schemas.microsoft.com/office/drawing/2014/main" id="{A84B0DC1-9052-4397-AF91-0133D3AC150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710002" y="7963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7" name="9u7j_2_build_PredictedLigand_10">
            <a:extLst>
              <a:ext uri="{FF2B5EF4-FFF2-40B4-BE49-F238E27FC236}">
                <a16:creationId xmlns:a16="http://schemas.microsoft.com/office/drawing/2014/main" id="{514D21FC-A02B-427A-AC78-A3292F4010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2070926" y="890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8" name="9u7j_2_build_PredictedLigand_11">
            <a:extLst>
              <a:ext uri="{FF2B5EF4-FFF2-40B4-BE49-F238E27FC236}">
                <a16:creationId xmlns:a16="http://schemas.microsoft.com/office/drawing/2014/main" id="{52785D30-084F-44DC-9FCE-F360338A4DB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042" y="481480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89" name="9u7j_2_build_PredictedLigand_12">
            <a:extLst>
              <a:ext uri="{FF2B5EF4-FFF2-40B4-BE49-F238E27FC236}">
                <a16:creationId xmlns:a16="http://schemas.microsoft.com/office/drawing/2014/main" id="{421C67CE-35F5-4486-945A-4DC56CD0E2E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750618" y="10017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0" name="9u7j_2_build_PredictedLigand_13">
            <a:extLst>
              <a:ext uri="{FF2B5EF4-FFF2-40B4-BE49-F238E27FC236}">
                <a16:creationId xmlns:a16="http://schemas.microsoft.com/office/drawing/2014/main" id="{935DE9E5-105D-4911-A72F-5B34C4E3498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618" y="1001709"/>
                </a:moveTo>
                <a:lnTo>
                  <a:pt x="561659" y="7373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1" name="9u7j_2_build_PredictedLigand_14">
            <a:extLst>
              <a:ext uri="{FF2B5EF4-FFF2-40B4-BE49-F238E27FC236}">
                <a16:creationId xmlns:a16="http://schemas.microsoft.com/office/drawing/2014/main" id="{68C3041F-5764-4B2E-8450-8686F47D089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55715" y="12577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2" name="9u7j_2_build_PredictedLigand_15">
            <a:extLst>
              <a:ext uri="{FF2B5EF4-FFF2-40B4-BE49-F238E27FC236}">
                <a16:creationId xmlns:a16="http://schemas.microsoft.com/office/drawing/2014/main" id="{1850AF9E-9120-47EC-8A7D-527619DD7CC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1632" y="710687"/>
                </a:moveTo>
                <a:lnTo>
                  <a:pt x="1684334" y="5485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3" name="9u7j_2_build_PredictedLigand_16">
            <a:extLst>
              <a:ext uri="{FF2B5EF4-FFF2-40B4-BE49-F238E27FC236}">
                <a16:creationId xmlns:a16="http://schemas.microsoft.com/office/drawing/2014/main" id="{77B21A19-1330-4EDD-80DD-5E6D09576AB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6006" y="499951"/>
                </a:moveTo>
                <a:lnTo>
                  <a:pt x="884669" y="6214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4" name="9u7j_2_build_PredictedLigand_17">
            <a:extLst>
              <a:ext uri="{FF2B5EF4-FFF2-40B4-BE49-F238E27FC236}">
                <a16:creationId xmlns:a16="http://schemas.microsoft.com/office/drawing/2014/main" id="{536E644D-567E-4724-9DC1-46997AC190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576474" y="700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5" name="9u7j_2_build_PredictedLigand_18">
            <a:extLst>
              <a:ext uri="{FF2B5EF4-FFF2-40B4-BE49-F238E27FC236}">
                <a16:creationId xmlns:a16="http://schemas.microsoft.com/office/drawing/2014/main" id="{5330E0B2-822E-44F7-88FB-FE2AECAA951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26953" y="4151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6" name="9u7j_2_build_PredictedLigand_19">
            <a:extLst>
              <a:ext uri="{FF2B5EF4-FFF2-40B4-BE49-F238E27FC236}">
                <a16:creationId xmlns:a16="http://schemas.microsoft.com/office/drawing/2014/main" id="{9D49F74C-8676-4801-BF85-13C9E74F47D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5337" y="837688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7" name="9u7j_2_build_PredictedLigand_20">
            <a:extLst>
              <a:ext uri="{FF2B5EF4-FFF2-40B4-BE49-F238E27FC236}">
                <a16:creationId xmlns:a16="http://schemas.microsoft.com/office/drawing/2014/main" id="{13978FF3-F8DC-475E-AE2E-036965A32DA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4334" y="548541"/>
                </a:moveTo>
                <a:lnTo>
                  <a:pt x="1540424" y="4459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8" name="9u7j_2_build_PredictedLigand_21">
            <a:extLst>
              <a:ext uri="{FF2B5EF4-FFF2-40B4-BE49-F238E27FC236}">
                <a16:creationId xmlns:a16="http://schemas.microsoft.com/office/drawing/2014/main" id="{63CA0A02-24C5-4126-BBF4-B3CC307DD86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4669" y="621455"/>
                </a:moveTo>
                <a:lnTo>
                  <a:pt x="841070" y="6800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99" name="9u7j_2_build_PredictedLigand_22">
            <a:extLst>
              <a:ext uri="{FF2B5EF4-FFF2-40B4-BE49-F238E27FC236}">
                <a16:creationId xmlns:a16="http://schemas.microsoft.com/office/drawing/2014/main" id="{6CF83005-FAA5-4CB6-BCCC-98094AB37EF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659" y="737300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0" name="9u7j_2_build_PredictedLigand_23">
            <a:extLst>
              <a:ext uri="{FF2B5EF4-FFF2-40B4-BE49-F238E27FC236}">
                <a16:creationId xmlns:a16="http://schemas.microsoft.com/office/drawing/2014/main" id="{B6904866-EB87-4BF1-9D9B-8D7CD3EDB58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839" y="765673"/>
                </a:moveTo>
                <a:lnTo>
                  <a:pt x="1671632" y="71068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1" name="9u7j_2_build_PredictedLigand_24">
            <a:extLst>
              <a:ext uri="{FF2B5EF4-FFF2-40B4-BE49-F238E27FC236}">
                <a16:creationId xmlns:a16="http://schemas.microsoft.com/office/drawing/2014/main" id="{51D36CD8-C7B4-4C0F-9B62-7A04FA7F556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17986" y="12447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2" name="9u7j_2_build_PredictedLigand_25">
            <a:extLst>
              <a:ext uri="{FF2B5EF4-FFF2-40B4-BE49-F238E27FC236}">
                <a16:creationId xmlns:a16="http://schemas.microsoft.com/office/drawing/2014/main" id="{49EEF0AB-269D-4E3E-BD3E-431A1CCB3ED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946006" y="4999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3" name="9u7j_2_build_PredictedLigand_26">
            <a:extLst>
              <a:ext uri="{FF2B5EF4-FFF2-40B4-BE49-F238E27FC236}">
                <a16:creationId xmlns:a16="http://schemas.microsoft.com/office/drawing/2014/main" id="{E079BE42-A601-4385-BDE6-0A82125D156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0415" y="741677"/>
                </a:moveTo>
                <a:lnTo>
                  <a:pt x="1765839" y="76567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4" name="9u7j_2_build_PredictedLigand_27">
            <a:extLst>
              <a:ext uri="{FF2B5EF4-FFF2-40B4-BE49-F238E27FC236}">
                <a16:creationId xmlns:a16="http://schemas.microsoft.com/office/drawing/2014/main" id="{52A6CB58-DD8E-4D15-97FF-FF988A3FDA9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026" y="824620"/>
                </a:moveTo>
                <a:lnTo>
                  <a:pt x="989986" y="8583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5" name="9u7j_2_build_PredictedLigand_28">
            <a:extLst>
              <a:ext uri="{FF2B5EF4-FFF2-40B4-BE49-F238E27FC236}">
                <a16:creationId xmlns:a16="http://schemas.microsoft.com/office/drawing/2014/main" id="{842C5924-20B8-4A8A-84B8-4831CD137D9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846026" y="8246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6" name="9u7j_2_build_PredictedLigand_29">
            <a:extLst>
              <a:ext uri="{FF2B5EF4-FFF2-40B4-BE49-F238E27FC236}">
                <a16:creationId xmlns:a16="http://schemas.microsoft.com/office/drawing/2014/main" id="{D69DFB48-5F14-4D0C-B663-3E8FB8AEE41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616540" y="3185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7" name="9u7j_2_build_PredictedLigand_30">
            <a:extLst>
              <a:ext uri="{FF2B5EF4-FFF2-40B4-BE49-F238E27FC236}">
                <a16:creationId xmlns:a16="http://schemas.microsoft.com/office/drawing/2014/main" id="{716FDC7F-6D6F-4416-9B24-473C3A6AF03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9986" y="858308"/>
                </a:moveTo>
                <a:lnTo>
                  <a:pt x="1007426" y="9977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8" name="9u7j_2_build_PredictedLigand_31">
            <a:extLst>
              <a:ext uri="{FF2B5EF4-FFF2-40B4-BE49-F238E27FC236}">
                <a16:creationId xmlns:a16="http://schemas.microsoft.com/office/drawing/2014/main" id="{39FB1302-51BC-46D9-BEE7-394B5BFB276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0424" y="445916"/>
                </a:moveTo>
                <a:lnTo>
                  <a:pt x="1486296" y="5209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09" name="9u7j_2_build_PredictedLigand_32">
            <a:extLst>
              <a:ext uri="{FF2B5EF4-FFF2-40B4-BE49-F238E27FC236}">
                <a16:creationId xmlns:a16="http://schemas.microsoft.com/office/drawing/2014/main" id="{EF219CF7-A03D-4884-9317-45428683E38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324" y="805877"/>
                </a:moveTo>
                <a:lnTo>
                  <a:pt x="1920415" y="7416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0" name="9u7j_2_build_PredictedLigand_33">
            <a:extLst>
              <a:ext uri="{FF2B5EF4-FFF2-40B4-BE49-F238E27FC236}">
                <a16:creationId xmlns:a16="http://schemas.microsoft.com/office/drawing/2014/main" id="{46D39D63-1F0D-42E5-9428-A5D155EE656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070" y="680089"/>
                </a:moveTo>
                <a:lnTo>
                  <a:pt x="925992" y="6435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1" name="9u7j_2_build_PredictedLigand_34">
            <a:extLst>
              <a:ext uri="{FF2B5EF4-FFF2-40B4-BE49-F238E27FC236}">
                <a16:creationId xmlns:a16="http://schemas.microsoft.com/office/drawing/2014/main" id="{B52ED3FC-75C1-4012-9811-9F091259BAE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1007880" y="5337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2" name="9u7j_2_build_PredictedLigand_35">
            <a:extLst>
              <a:ext uri="{FF2B5EF4-FFF2-40B4-BE49-F238E27FC236}">
                <a16:creationId xmlns:a16="http://schemas.microsoft.com/office/drawing/2014/main" id="{AA3CA299-0BE1-4E03-88F0-C567FEC8549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880" y="533715"/>
                </a:moveTo>
                <a:lnTo>
                  <a:pt x="1008961" y="4135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3" name="9u7j_2_build_PredictedLigand_36">
            <a:extLst>
              <a:ext uri="{FF2B5EF4-FFF2-40B4-BE49-F238E27FC236}">
                <a16:creationId xmlns:a16="http://schemas.microsoft.com/office/drawing/2014/main" id="{B6BB5DAA-9AB3-4562-95BB-B4E790021B0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7808" y="699493"/>
                </a:moveTo>
                <a:lnTo>
                  <a:pt x="1998324" y="8058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4" name="9u7j_2_build_PredictedLigand_37">
            <a:extLst>
              <a:ext uri="{FF2B5EF4-FFF2-40B4-BE49-F238E27FC236}">
                <a16:creationId xmlns:a16="http://schemas.microsoft.com/office/drawing/2014/main" id="{CF42707B-BCF9-4735-B131-4A550B74072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992" y="643522"/>
                </a:moveTo>
                <a:lnTo>
                  <a:pt x="843668" y="6111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315" name="9u7j_2_build_PredictedAtoms_0">
            <a:extLst>
              <a:ext uri="{FF2B5EF4-FFF2-40B4-BE49-F238E27FC236}">
                <a16:creationId xmlns:a16="http://schemas.microsoft.com/office/drawing/2014/main" id="{D8B4CDF5-0D3F-4752-9D98-D238D49FC503}"/>
              </a:ext>
            </a:extLst>
          </p:cNvPr>
          <p:cNvSpPr>
            <a:spLocks noGrp="1"/>
          </p:cNvSpPr>
          <p:nvPr/>
        </p:nvSpPr>
        <p:spPr>
          <a:xfrm>
            <a:off x="8243815" y="147387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16" name="9u7j_2_build_PredictedAtoms_1">
            <a:extLst>
              <a:ext uri="{FF2B5EF4-FFF2-40B4-BE49-F238E27FC236}">
                <a16:creationId xmlns:a16="http://schemas.microsoft.com/office/drawing/2014/main" id="{310A6954-02D0-4833-AE75-2151DC62F0F7}"/>
              </a:ext>
            </a:extLst>
          </p:cNvPr>
          <p:cNvSpPr>
            <a:spLocks noGrp="1"/>
          </p:cNvSpPr>
          <p:nvPr/>
        </p:nvSpPr>
        <p:spPr>
          <a:xfrm>
            <a:off x="8154331" y="15802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17" name="9u7j_2_build_PredictedAtoms_2">
            <a:extLst>
              <a:ext uri="{FF2B5EF4-FFF2-40B4-BE49-F238E27FC236}">
                <a16:creationId xmlns:a16="http://schemas.microsoft.com/office/drawing/2014/main" id="{04B6D7AC-DB08-40EC-AAC5-1A7E1C4BF0C0}"/>
              </a:ext>
            </a:extLst>
          </p:cNvPr>
          <p:cNvSpPr>
            <a:spLocks noGrp="1"/>
          </p:cNvSpPr>
          <p:nvPr/>
        </p:nvSpPr>
        <p:spPr>
          <a:xfrm>
            <a:off x="8076422" y="15160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18" name="9u7j_2_build_PredictedAtoms_3">
            <a:extLst>
              <a:ext uri="{FF2B5EF4-FFF2-40B4-BE49-F238E27FC236}">
                <a16:creationId xmlns:a16="http://schemas.microsoft.com/office/drawing/2014/main" id="{305E1845-16DA-4156-88AB-55CA434AE2D4}"/>
              </a:ext>
            </a:extLst>
          </p:cNvPr>
          <p:cNvSpPr>
            <a:spLocks noGrp="1"/>
          </p:cNvSpPr>
          <p:nvPr/>
        </p:nvSpPr>
        <p:spPr>
          <a:xfrm>
            <a:off x="7921847" y="15400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19" name="9u7j_2_build_PredictedAtoms_4">
            <a:extLst>
              <a:ext uri="{FF2B5EF4-FFF2-40B4-BE49-F238E27FC236}">
                <a16:creationId xmlns:a16="http://schemas.microsoft.com/office/drawing/2014/main" id="{18FB39E2-E4BE-40E2-AAF5-7F8A240FACA5}"/>
              </a:ext>
            </a:extLst>
          </p:cNvPr>
          <p:cNvSpPr>
            <a:spLocks noGrp="1"/>
          </p:cNvSpPr>
          <p:nvPr/>
        </p:nvSpPr>
        <p:spPr>
          <a:xfrm>
            <a:off x="7827640" y="14850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0" name="9u7j_2_build_PredictedAtoms_5">
            <a:extLst>
              <a:ext uri="{FF2B5EF4-FFF2-40B4-BE49-F238E27FC236}">
                <a16:creationId xmlns:a16="http://schemas.microsoft.com/office/drawing/2014/main" id="{C069CA3A-496E-4CF7-B078-058439E58B63}"/>
              </a:ext>
            </a:extLst>
          </p:cNvPr>
          <p:cNvSpPr>
            <a:spLocks noGrp="1"/>
          </p:cNvSpPr>
          <p:nvPr/>
        </p:nvSpPr>
        <p:spPr>
          <a:xfrm>
            <a:off x="7840341" y="13229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1" name="9u7j_2_build_PredictedAtoms_6">
            <a:extLst>
              <a:ext uri="{FF2B5EF4-FFF2-40B4-BE49-F238E27FC236}">
                <a16:creationId xmlns:a16="http://schemas.microsoft.com/office/drawing/2014/main" id="{E8FEEC42-4049-459B-ABF9-4A33710B9509}"/>
              </a:ext>
            </a:extLst>
          </p:cNvPr>
          <p:cNvSpPr>
            <a:spLocks noGrp="1"/>
          </p:cNvSpPr>
          <p:nvPr/>
        </p:nvSpPr>
        <p:spPr>
          <a:xfrm>
            <a:off x="7696431" y="12202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2" name="9u7j_2_build_PredictedAtoms_7">
            <a:extLst>
              <a:ext uri="{FF2B5EF4-FFF2-40B4-BE49-F238E27FC236}">
                <a16:creationId xmlns:a16="http://schemas.microsoft.com/office/drawing/2014/main" id="{34EF9F75-2615-4DF3-9577-5C4272DB5643}"/>
              </a:ext>
            </a:extLst>
          </p:cNvPr>
          <p:cNvSpPr>
            <a:spLocks noGrp="1"/>
          </p:cNvSpPr>
          <p:nvPr/>
        </p:nvSpPr>
        <p:spPr>
          <a:xfrm>
            <a:off x="7772548" y="1092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3" name="9u7j_2_build_PredictedAtoms_8">
            <a:extLst>
              <a:ext uri="{FF2B5EF4-FFF2-40B4-BE49-F238E27FC236}">
                <a16:creationId xmlns:a16="http://schemas.microsoft.com/office/drawing/2014/main" id="{0FC08275-1B15-4C47-A126-97DC20D674B2}"/>
              </a:ext>
            </a:extLst>
          </p:cNvPr>
          <p:cNvSpPr>
            <a:spLocks noGrp="1"/>
          </p:cNvSpPr>
          <p:nvPr/>
        </p:nvSpPr>
        <p:spPr>
          <a:xfrm>
            <a:off x="7642303" y="12953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4" name="9u7j_2_build_PredictedAtoms_9">
            <a:extLst>
              <a:ext uri="{FF2B5EF4-FFF2-40B4-BE49-F238E27FC236}">
                <a16:creationId xmlns:a16="http://schemas.microsoft.com/office/drawing/2014/main" id="{0CF956BF-0663-4061-B25E-603C2F734B83}"/>
              </a:ext>
            </a:extLst>
          </p:cNvPr>
          <p:cNvSpPr>
            <a:spLocks noGrp="1"/>
          </p:cNvSpPr>
          <p:nvPr/>
        </p:nvSpPr>
        <p:spPr>
          <a:xfrm>
            <a:off x="7582961" y="11895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5" name="9u7j_2_build_PredictedAtoms_10">
            <a:extLst>
              <a:ext uri="{FF2B5EF4-FFF2-40B4-BE49-F238E27FC236}">
                <a16:creationId xmlns:a16="http://schemas.microsoft.com/office/drawing/2014/main" id="{CCB4C68C-8171-4A4C-B663-88836B90F87C}"/>
              </a:ext>
            </a:extLst>
          </p:cNvPr>
          <p:cNvSpPr>
            <a:spLocks noGrp="1"/>
          </p:cNvSpPr>
          <p:nvPr/>
        </p:nvSpPr>
        <p:spPr>
          <a:xfrm>
            <a:off x="7460520" y="11523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6" name="9u7j_2_build_PredictedAtoms_11">
            <a:extLst>
              <a:ext uri="{FF2B5EF4-FFF2-40B4-BE49-F238E27FC236}">
                <a16:creationId xmlns:a16="http://schemas.microsoft.com/office/drawing/2014/main" id="{CB293B63-B2D5-4CF8-85E5-C45945981017}"/>
              </a:ext>
            </a:extLst>
          </p:cNvPr>
          <p:cNvSpPr>
            <a:spLocks noGrp="1"/>
          </p:cNvSpPr>
          <p:nvPr/>
        </p:nvSpPr>
        <p:spPr>
          <a:xfrm>
            <a:off x="7463916" y="12624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7" name="9u7j_2_build_PredictedAtoms_12">
            <a:extLst>
              <a:ext uri="{FF2B5EF4-FFF2-40B4-BE49-F238E27FC236}">
                <a16:creationId xmlns:a16="http://schemas.microsoft.com/office/drawing/2014/main" id="{7C31B2CC-3A73-4FE8-AA72-067B0045EA59}"/>
              </a:ext>
            </a:extLst>
          </p:cNvPr>
          <p:cNvSpPr>
            <a:spLocks noGrp="1"/>
          </p:cNvSpPr>
          <p:nvPr/>
        </p:nvSpPr>
        <p:spPr>
          <a:xfrm>
            <a:off x="7471378" y="10065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8" name="9u7j_2_build_PredictedAtoms_13">
            <a:extLst>
              <a:ext uri="{FF2B5EF4-FFF2-40B4-BE49-F238E27FC236}">
                <a16:creationId xmlns:a16="http://schemas.microsoft.com/office/drawing/2014/main" id="{A1E60E49-76A2-46F6-8AB3-638CA5A7C8E1}"/>
              </a:ext>
            </a:extLst>
          </p:cNvPr>
          <p:cNvSpPr>
            <a:spLocks noGrp="1"/>
          </p:cNvSpPr>
          <p:nvPr/>
        </p:nvSpPr>
        <p:spPr>
          <a:xfrm>
            <a:off x="7319023" y="11561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29" name="9u7j_2_build_PredictedAtoms_14">
            <a:extLst>
              <a:ext uri="{FF2B5EF4-FFF2-40B4-BE49-F238E27FC236}">
                <a16:creationId xmlns:a16="http://schemas.microsoft.com/office/drawing/2014/main" id="{64F56506-D42A-472A-9EDD-9651E64F8F9A}"/>
              </a:ext>
            </a:extLst>
          </p:cNvPr>
          <p:cNvSpPr>
            <a:spLocks noGrp="1"/>
          </p:cNvSpPr>
          <p:nvPr/>
        </p:nvSpPr>
        <p:spPr>
          <a:xfrm>
            <a:off x="7211049" y="12558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0" name="9u7j_2_build_PredictedAtoms_15">
            <a:extLst>
              <a:ext uri="{FF2B5EF4-FFF2-40B4-BE49-F238E27FC236}">
                <a16:creationId xmlns:a16="http://schemas.microsoft.com/office/drawing/2014/main" id="{77A29D37-F5FC-4F2D-80C4-0F25748C789A}"/>
              </a:ext>
            </a:extLst>
          </p:cNvPr>
          <p:cNvSpPr>
            <a:spLocks noGrp="1"/>
          </p:cNvSpPr>
          <p:nvPr/>
        </p:nvSpPr>
        <p:spPr>
          <a:xfrm>
            <a:off x="7102014" y="12743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1" name="9u7j_2_build_PredictedAtoms_16">
            <a:extLst>
              <a:ext uri="{FF2B5EF4-FFF2-40B4-BE49-F238E27FC236}">
                <a16:creationId xmlns:a16="http://schemas.microsoft.com/office/drawing/2014/main" id="{2805ABCA-D95B-4D5A-9756-CE0B34846474}"/>
              </a:ext>
            </a:extLst>
          </p:cNvPr>
          <p:cNvSpPr>
            <a:spLocks noGrp="1"/>
          </p:cNvSpPr>
          <p:nvPr/>
        </p:nvSpPr>
        <p:spPr>
          <a:xfrm>
            <a:off x="7040677" y="13958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2" name="9u7j_2_build_PredictedAtoms_17">
            <a:extLst>
              <a:ext uri="{FF2B5EF4-FFF2-40B4-BE49-F238E27FC236}">
                <a16:creationId xmlns:a16="http://schemas.microsoft.com/office/drawing/2014/main" id="{D798224E-B70E-4059-A11E-11B6B69038E0}"/>
              </a:ext>
            </a:extLst>
          </p:cNvPr>
          <p:cNvSpPr>
            <a:spLocks noGrp="1"/>
          </p:cNvSpPr>
          <p:nvPr/>
        </p:nvSpPr>
        <p:spPr>
          <a:xfrm>
            <a:off x="6997077" y="14544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3" name="9u7j_2_build_PredictedAtoms_18">
            <a:extLst>
              <a:ext uri="{FF2B5EF4-FFF2-40B4-BE49-F238E27FC236}">
                <a16:creationId xmlns:a16="http://schemas.microsoft.com/office/drawing/2014/main" id="{E3BF9075-726C-492A-8A14-D8D8DBDBA686}"/>
              </a:ext>
            </a:extLst>
          </p:cNvPr>
          <p:cNvSpPr>
            <a:spLocks noGrp="1"/>
          </p:cNvSpPr>
          <p:nvPr/>
        </p:nvSpPr>
        <p:spPr>
          <a:xfrm>
            <a:off x="7002034" y="15990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4" name="9u7j_2_build_PredictedAtoms_19">
            <a:extLst>
              <a:ext uri="{FF2B5EF4-FFF2-40B4-BE49-F238E27FC236}">
                <a16:creationId xmlns:a16="http://schemas.microsoft.com/office/drawing/2014/main" id="{18313214-AF82-4EFA-87F3-EF3896A87EB7}"/>
              </a:ext>
            </a:extLst>
          </p:cNvPr>
          <p:cNvSpPr>
            <a:spLocks noGrp="1"/>
          </p:cNvSpPr>
          <p:nvPr/>
        </p:nvSpPr>
        <p:spPr>
          <a:xfrm>
            <a:off x="7145993" y="16326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5" name="9u7j_2_build_PredictedAtoms_20">
            <a:extLst>
              <a:ext uri="{FF2B5EF4-FFF2-40B4-BE49-F238E27FC236}">
                <a16:creationId xmlns:a16="http://schemas.microsoft.com/office/drawing/2014/main" id="{23E79130-5121-4BCD-8F31-3209B5420ED1}"/>
              </a:ext>
            </a:extLst>
          </p:cNvPr>
          <p:cNvSpPr>
            <a:spLocks noGrp="1"/>
          </p:cNvSpPr>
          <p:nvPr/>
        </p:nvSpPr>
        <p:spPr>
          <a:xfrm>
            <a:off x="7163434" y="17721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6" name="9u7j_2_build_PredictedAtoms_21">
            <a:extLst>
              <a:ext uri="{FF2B5EF4-FFF2-40B4-BE49-F238E27FC236}">
                <a16:creationId xmlns:a16="http://schemas.microsoft.com/office/drawing/2014/main" id="{06DAD92F-3BDB-4FDC-915B-4518E4AC3601}"/>
              </a:ext>
            </a:extLst>
          </p:cNvPr>
          <p:cNvSpPr>
            <a:spLocks noGrp="1"/>
          </p:cNvSpPr>
          <p:nvPr/>
        </p:nvSpPr>
        <p:spPr>
          <a:xfrm>
            <a:off x="7173993" y="20191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7" name="9u7j_2_build_PredictedAtoms_22">
            <a:extLst>
              <a:ext uri="{FF2B5EF4-FFF2-40B4-BE49-F238E27FC236}">
                <a16:creationId xmlns:a16="http://schemas.microsoft.com/office/drawing/2014/main" id="{D7BE52E3-A190-42AC-9B8A-246B79C6D8AF}"/>
              </a:ext>
            </a:extLst>
          </p:cNvPr>
          <p:cNvSpPr>
            <a:spLocks noGrp="1"/>
          </p:cNvSpPr>
          <p:nvPr/>
        </p:nvSpPr>
        <p:spPr>
          <a:xfrm>
            <a:off x="7211722" y="20321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8" name="9u7j_2_build_PredictedAtoms_23">
            <a:extLst>
              <a:ext uri="{FF2B5EF4-FFF2-40B4-BE49-F238E27FC236}">
                <a16:creationId xmlns:a16="http://schemas.microsoft.com/office/drawing/2014/main" id="{016AB87D-003C-40E1-BA8E-DE286D413F2C}"/>
              </a:ext>
            </a:extLst>
          </p:cNvPr>
          <p:cNvSpPr>
            <a:spLocks noGrp="1"/>
          </p:cNvSpPr>
          <p:nvPr/>
        </p:nvSpPr>
        <p:spPr>
          <a:xfrm>
            <a:off x="6906625" y="17760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39" name="9u7j_2_build_PredictedAtoms_24">
            <a:extLst>
              <a:ext uri="{FF2B5EF4-FFF2-40B4-BE49-F238E27FC236}">
                <a16:creationId xmlns:a16="http://schemas.microsoft.com/office/drawing/2014/main" id="{C0A09743-A86A-4028-9ADA-4AFA9B2A1DE5}"/>
              </a:ext>
            </a:extLst>
          </p:cNvPr>
          <p:cNvSpPr>
            <a:spLocks noGrp="1"/>
          </p:cNvSpPr>
          <p:nvPr/>
        </p:nvSpPr>
        <p:spPr>
          <a:xfrm>
            <a:off x="6717666" y="15116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0" name="9u7j_2_build_PredictedAtoms_25">
            <a:extLst>
              <a:ext uri="{FF2B5EF4-FFF2-40B4-BE49-F238E27FC236}">
                <a16:creationId xmlns:a16="http://schemas.microsoft.com/office/drawing/2014/main" id="{A903F8C5-14E5-489F-932A-D08F56F377F9}"/>
              </a:ext>
            </a:extLst>
          </p:cNvPr>
          <p:cNvSpPr>
            <a:spLocks noGrp="1"/>
          </p:cNvSpPr>
          <p:nvPr/>
        </p:nvSpPr>
        <p:spPr>
          <a:xfrm>
            <a:off x="6732482" y="14744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1" name="9u7j_2_build_PredictedAtoms_26">
            <a:extLst>
              <a:ext uri="{FF2B5EF4-FFF2-40B4-BE49-F238E27FC236}">
                <a16:creationId xmlns:a16="http://schemas.microsoft.com/office/drawing/2014/main" id="{41AB89F3-C4BC-4E0F-8874-63D4A2BC1BC5}"/>
              </a:ext>
            </a:extLst>
          </p:cNvPr>
          <p:cNvSpPr>
            <a:spLocks noGrp="1"/>
          </p:cNvSpPr>
          <p:nvPr/>
        </p:nvSpPr>
        <p:spPr>
          <a:xfrm>
            <a:off x="7081999" y="14179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2" name="9u7j_2_build_PredictedAtoms_27">
            <a:extLst>
              <a:ext uri="{FF2B5EF4-FFF2-40B4-BE49-F238E27FC236}">
                <a16:creationId xmlns:a16="http://schemas.microsoft.com/office/drawing/2014/main" id="{588AC9CF-2A45-4BC8-8839-FE586AB89B97}"/>
              </a:ext>
            </a:extLst>
          </p:cNvPr>
          <p:cNvSpPr>
            <a:spLocks noGrp="1"/>
          </p:cNvSpPr>
          <p:nvPr/>
        </p:nvSpPr>
        <p:spPr>
          <a:xfrm>
            <a:off x="6999676" y="13855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3" name="9u7j_2_build_PredictedAtoms_28">
            <a:extLst>
              <a:ext uri="{FF2B5EF4-FFF2-40B4-BE49-F238E27FC236}">
                <a16:creationId xmlns:a16="http://schemas.microsoft.com/office/drawing/2014/main" id="{22DA0F39-BBD3-44E1-9DEF-E796A6B17A48}"/>
              </a:ext>
            </a:extLst>
          </p:cNvPr>
          <p:cNvSpPr>
            <a:spLocks noGrp="1"/>
          </p:cNvSpPr>
          <p:nvPr/>
        </p:nvSpPr>
        <p:spPr>
          <a:xfrm>
            <a:off x="7163887" y="130809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4" name="9u7j_2_build_PredictedAtoms_29">
            <a:extLst>
              <a:ext uri="{FF2B5EF4-FFF2-40B4-BE49-F238E27FC236}">
                <a16:creationId xmlns:a16="http://schemas.microsoft.com/office/drawing/2014/main" id="{EE67FB3D-276C-419D-AE21-EB0840726BF8}"/>
              </a:ext>
            </a:extLst>
          </p:cNvPr>
          <p:cNvSpPr>
            <a:spLocks noGrp="1"/>
          </p:cNvSpPr>
          <p:nvPr/>
        </p:nvSpPr>
        <p:spPr>
          <a:xfrm>
            <a:off x="7164968" y="11879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5" name="9u7j_2_build_PredictedAtoms_30">
            <a:extLst>
              <a:ext uri="{FF2B5EF4-FFF2-40B4-BE49-F238E27FC236}">
                <a16:creationId xmlns:a16="http://schemas.microsoft.com/office/drawing/2014/main" id="{D5CD00CB-FCDF-4C44-81BB-3BE25FEF9205}"/>
              </a:ext>
            </a:extLst>
          </p:cNvPr>
          <p:cNvSpPr>
            <a:spLocks noGrp="1"/>
          </p:cNvSpPr>
          <p:nvPr/>
        </p:nvSpPr>
        <p:spPr>
          <a:xfrm>
            <a:off x="7866010" y="15707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6" name="9u7j_2_build_PredictedAtoms_31">
            <a:extLst>
              <a:ext uri="{FF2B5EF4-FFF2-40B4-BE49-F238E27FC236}">
                <a16:creationId xmlns:a16="http://schemas.microsoft.com/office/drawing/2014/main" id="{1920130C-174A-4D95-AAA8-75FF6C7B627D}"/>
              </a:ext>
            </a:extLst>
          </p:cNvPr>
          <p:cNvSpPr>
            <a:spLocks noGrp="1"/>
          </p:cNvSpPr>
          <p:nvPr/>
        </p:nvSpPr>
        <p:spPr>
          <a:xfrm>
            <a:off x="7875685" y="14775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7" name="9u7j_2_build_PredictedAtoms_32">
            <a:extLst>
              <a:ext uri="{FF2B5EF4-FFF2-40B4-BE49-F238E27FC236}">
                <a16:creationId xmlns:a16="http://schemas.microsoft.com/office/drawing/2014/main" id="{9D51E5F5-534D-4EBA-9620-E3CDF847D6E6}"/>
              </a:ext>
            </a:extLst>
          </p:cNvPr>
          <p:cNvSpPr>
            <a:spLocks noGrp="1"/>
          </p:cNvSpPr>
          <p:nvPr/>
        </p:nvSpPr>
        <p:spPr>
          <a:xfrm>
            <a:off x="8023711" y="16139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8" name="9u7j_2_build_PredictedAtoms_33">
            <a:extLst>
              <a:ext uri="{FF2B5EF4-FFF2-40B4-BE49-F238E27FC236}">
                <a16:creationId xmlns:a16="http://schemas.microsoft.com/office/drawing/2014/main" id="{87FF0272-6CB4-4710-B7A8-3F7E0476E843}"/>
              </a:ext>
            </a:extLst>
          </p:cNvPr>
          <p:cNvSpPr>
            <a:spLocks noGrp="1"/>
          </p:cNvSpPr>
          <p:nvPr/>
        </p:nvSpPr>
        <p:spPr>
          <a:xfrm>
            <a:off x="8049016" y="171807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49" name="9u7j_2_build_PredictedAtoms_34">
            <a:extLst>
              <a:ext uri="{FF2B5EF4-FFF2-40B4-BE49-F238E27FC236}">
                <a16:creationId xmlns:a16="http://schemas.microsoft.com/office/drawing/2014/main" id="{826DCADC-3B0E-405B-B92D-27D1C46AFE23}"/>
              </a:ext>
            </a:extLst>
          </p:cNvPr>
          <p:cNvSpPr>
            <a:spLocks noGrp="1"/>
          </p:cNvSpPr>
          <p:nvPr/>
        </p:nvSpPr>
        <p:spPr>
          <a:xfrm>
            <a:off x="8111344" y="16120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50" name="9u7j_2_build_PredictedAtoms_35">
            <a:extLst>
              <a:ext uri="{FF2B5EF4-FFF2-40B4-BE49-F238E27FC236}">
                <a16:creationId xmlns:a16="http://schemas.microsoft.com/office/drawing/2014/main" id="{763CAA52-C84B-4653-8C29-18C40A56FF95}"/>
              </a:ext>
            </a:extLst>
          </p:cNvPr>
          <p:cNvSpPr>
            <a:spLocks noGrp="1"/>
          </p:cNvSpPr>
          <p:nvPr/>
        </p:nvSpPr>
        <p:spPr>
          <a:xfrm>
            <a:off x="8226933" y="16647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351" name="9u7j_2_build_Clashes_0">
            <a:extLst>
              <a:ext uri="{FF2B5EF4-FFF2-40B4-BE49-F238E27FC236}">
                <a16:creationId xmlns:a16="http://schemas.microsoft.com/office/drawing/2014/main" id="{28767887-0E1F-4AB2-A6A8-B13F65173D3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2" name="9u7j_2_build_Clashes_1">
            <a:extLst>
              <a:ext uri="{FF2B5EF4-FFF2-40B4-BE49-F238E27FC236}">
                <a16:creationId xmlns:a16="http://schemas.microsoft.com/office/drawing/2014/main" id="{29D448B8-9209-49CD-BFB5-4778A6103AB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7426" y="99775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3" name="9u7j_2_build_Clashes_2">
            <a:extLst>
              <a:ext uri="{FF2B5EF4-FFF2-40B4-BE49-F238E27FC236}">
                <a16:creationId xmlns:a16="http://schemas.microsoft.com/office/drawing/2014/main" id="{16D73AB1-02D3-4FD9-90CE-939E69ECBAF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36122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4" name="9u7j_2_build_Clashes_3">
            <a:extLst>
              <a:ext uri="{FF2B5EF4-FFF2-40B4-BE49-F238E27FC236}">
                <a16:creationId xmlns:a16="http://schemas.microsoft.com/office/drawing/2014/main" id="{FE41E776-84EE-4C85-9FA1-5749A595886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5" name="9u7j_2_build_Clashes_4">
            <a:extLst>
              <a:ext uri="{FF2B5EF4-FFF2-40B4-BE49-F238E27FC236}">
                <a16:creationId xmlns:a16="http://schemas.microsoft.com/office/drawing/2014/main" id="{7F302E8C-3B66-4521-BF01-1617F8BECD3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6" name="9u7j_2_build_Clashes_5">
            <a:extLst>
              <a:ext uri="{FF2B5EF4-FFF2-40B4-BE49-F238E27FC236}">
                <a16:creationId xmlns:a16="http://schemas.microsoft.com/office/drawing/2014/main" id="{C588EC95-E118-45D0-BA50-3185F2C3307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86" y="1244795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7" name="9u7j_2_build_Clashes_6">
            <a:extLst>
              <a:ext uri="{FF2B5EF4-FFF2-40B4-BE49-F238E27FC236}">
                <a16:creationId xmlns:a16="http://schemas.microsoft.com/office/drawing/2014/main" id="{47932D68-DDEB-4134-AF5A-110E0849D91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52209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8" name="9u7j_2_build_Clashes_7">
            <a:extLst>
              <a:ext uri="{FF2B5EF4-FFF2-40B4-BE49-F238E27FC236}">
                <a16:creationId xmlns:a16="http://schemas.microsoft.com/office/drawing/2014/main" id="{64F96F94-DDBA-4888-BD64-53F38FA19D0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997728" y="124623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59" name="9u7j_2_build_Clashes_8">
            <a:extLst>
              <a:ext uri="{FF2B5EF4-FFF2-40B4-BE49-F238E27FC236}">
                <a16:creationId xmlns:a16="http://schemas.microsoft.com/office/drawing/2014/main" id="{B09CC986-9B5B-4B1C-81BA-AE2DF744282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866625" y="122129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60" name="9u7j_2_build_Clashes_9">
            <a:extLst>
              <a:ext uri="{FF2B5EF4-FFF2-40B4-BE49-F238E27FC236}">
                <a16:creationId xmlns:a16="http://schemas.microsoft.com/office/drawing/2014/main" id="{45EB9EF2-35E4-422A-9E6A-E8EE86B5880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5715" y="1257778"/>
                </a:moveTo>
                <a:lnTo>
                  <a:pt x="1089122" y="11513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361" name="9u7j_2_build_ClashingReceptorAtoms_1">
            <a:extLst>
              <a:ext uri="{FF2B5EF4-FFF2-40B4-BE49-F238E27FC236}">
                <a16:creationId xmlns:a16="http://schemas.microsoft.com/office/drawing/2014/main" id="{32686A8E-1533-4AD8-811A-C6F5706F0FD3}"/>
              </a:ext>
            </a:extLst>
          </p:cNvPr>
          <p:cNvSpPr>
            <a:spLocks noGrp="1"/>
          </p:cNvSpPr>
          <p:nvPr/>
        </p:nvSpPr>
        <p:spPr>
          <a:xfrm>
            <a:off x="7146116" y="201299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62" name="9u7j_2_build_ClashingReceptorAtoms_2">
            <a:extLst>
              <a:ext uri="{FF2B5EF4-FFF2-40B4-BE49-F238E27FC236}">
                <a16:creationId xmlns:a16="http://schemas.microsoft.com/office/drawing/2014/main" id="{A6823496-FA20-4034-95B1-C670E7CEB7EC}"/>
              </a:ext>
            </a:extLst>
          </p:cNvPr>
          <p:cNvSpPr>
            <a:spLocks noGrp="1"/>
          </p:cNvSpPr>
          <p:nvPr/>
        </p:nvSpPr>
        <p:spPr>
          <a:xfrm>
            <a:off x="7015013" y="198805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63" name="9u7j_2_build_ClashingReceptorAtoms_3">
            <a:extLst>
              <a:ext uri="{FF2B5EF4-FFF2-40B4-BE49-F238E27FC236}">
                <a16:creationId xmlns:a16="http://schemas.microsoft.com/office/drawing/2014/main" id="{305579FA-CA96-44BB-89A8-C746ECA36864}"/>
              </a:ext>
            </a:extLst>
          </p:cNvPr>
          <p:cNvSpPr>
            <a:spLocks noGrp="1"/>
          </p:cNvSpPr>
          <p:nvPr/>
        </p:nvSpPr>
        <p:spPr>
          <a:xfrm>
            <a:off x="7237509" y="19180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364" name="stage3-cases-clash_11">
            <a:extLst>
              <a:ext uri="{FF2B5EF4-FFF2-40B4-BE49-F238E27FC236}">
                <a16:creationId xmlns:a16="http://schemas.microsoft.com/office/drawing/2014/main" id="{2158BF28-29E2-4A6C-AE9B-6DFB2F97CCB9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8.29 Å   D 67%   Clash 10</a:t>
            </a:r>
          </a:p>
        </p:txBody>
      </p:sp>
      <p:sp>
        <p:nvSpPr>
          <p:cNvPr id="365" name="stage3-cases-clash_12">
            <a:extLst>
              <a:ext uri="{FF2B5EF4-FFF2-40B4-BE49-F238E27FC236}">
                <a16:creationId xmlns:a16="http://schemas.microsoft.com/office/drawing/2014/main" id="{9FCF088C-FF3C-409D-9F9C-AF663AD2A7D3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e  9WUP · FAD (A:1103)</a:t>
            </a:r>
          </a:p>
        </p:txBody>
      </p:sp>
      <p:sp>
        <p:nvSpPr>
          <p:cNvPr id="366" name="stage3-cases-clash_13">
            <a:extLst>
              <a:ext uri="{FF2B5EF4-FFF2-40B4-BE49-F238E27FC236}">
                <a16:creationId xmlns:a16="http://schemas.microsoft.com/office/drawing/2014/main" id="{DC2C19D9-3EDB-42D1-9A4A-4B25F05EC9C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509520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367" name="stage3-cases-clash_14">
            <a:extLst>
              <a:ext uri="{FF2B5EF4-FFF2-40B4-BE49-F238E27FC236}">
                <a16:creationId xmlns:a16="http://schemas.microsoft.com/office/drawing/2014/main" id="{D7772FB3-DB18-4BE1-B5F8-FD4FB80DEEC0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368" name="9wup_2_official_Receptor">
            <a:extLst>
              <a:ext uri="{FF2B5EF4-FFF2-40B4-BE49-F238E27FC236}">
                <a16:creationId xmlns:a16="http://schemas.microsoft.com/office/drawing/2014/main" id="{A70A3EFB-6FA2-4B92-859C-FC352035249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369" name="9wup_2_official_ExperimentalDensity">
            <a:extLst>
              <a:ext uri="{FF2B5EF4-FFF2-40B4-BE49-F238E27FC236}">
                <a16:creationId xmlns:a16="http://schemas.microsoft.com/office/drawing/2014/main" id="{810E6BA2-2CEC-4076-881F-7513AB3A35D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370" name="9wup_2_official_ReferenceLigand_0">
            <a:extLst>
              <a:ext uri="{FF2B5EF4-FFF2-40B4-BE49-F238E27FC236}">
                <a16:creationId xmlns:a16="http://schemas.microsoft.com/office/drawing/2014/main" id="{19FB121D-692F-42E9-A3D4-657677D3585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1" name="9wup_2_official_ReferenceLigand_1">
            <a:extLst>
              <a:ext uri="{FF2B5EF4-FFF2-40B4-BE49-F238E27FC236}">
                <a16:creationId xmlns:a16="http://schemas.microsoft.com/office/drawing/2014/main" id="{EC242008-5E14-4EA4-96AF-C0B9EBAA250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2" name="9wup_2_official_ReferenceLigand_2">
            <a:extLst>
              <a:ext uri="{FF2B5EF4-FFF2-40B4-BE49-F238E27FC236}">
                <a16:creationId xmlns:a16="http://schemas.microsoft.com/office/drawing/2014/main" id="{4A060A02-47FA-48C5-9D11-E41753EBA6C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3" name="9wup_2_official_ReferenceLigand_3">
            <a:extLst>
              <a:ext uri="{FF2B5EF4-FFF2-40B4-BE49-F238E27FC236}">
                <a16:creationId xmlns:a16="http://schemas.microsoft.com/office/drawing/2014/main" id="{FA92709B-B326-4885-A90E-F04CBD22F75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4" name="9wup_2_official_ReferenceLigand_4">
            <a:extLst>
              <a:ext uri="{FF2B5EF4-FFF2-40B4-BE49-F238E27FC236}">
                <a16:creationId xmlns:a16="http://schemas.microsoft.com/office/drawing/2014/main" id="{4157F2C7-6CB9-4980-86C7-AFA006172A7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5" name="9wup_2_official_ReferenceLigand_5">
            <a:extLst>
              <a:ext uri="{FF2B5EF4-FFF2-40B4-BE49-F238E27FC236}">
                <a16:creationId xmlns:a16="http://schemas.microsoft.com/office/drawing/2014/main" id="{F6EFE1A7-D6B6-480B-9558-07F116FC287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6" name="9wup_2_official_ReferenceLigand_6">
            <a:extLst>
              <a:ext uri="{FF2B5EF4-FFF2-40B4-BE49-F238E27FC236}">
                <a16:creationId xmlns:a16="http://schemas.microsoft.com/office/drawing/2014/main" id="{FFBF4673-CBF0-4D27-B70E-976EF6A9295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7" name="9wup_2_official_ReferenceLigand_7">
            <a:extLst>
              <a:ext uri="{FF2B5EF4-FFF2-40B4-BE49-F238E27FC236}">
                <a16:creationId xmlns:a16="http://schemas.microsoft.com/office/drawing/2014/main" id="{4B0EB6CD-8AC6-4C1F-A81B-6C7CEB7D606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8" name="9wup_2_official_ReferenceLigand_8">
            <a:extLst>
              <a:ext uri="{FF2B5EF4-FFF2-40B4-BE49-F238E27FC236}">
                <a16:creationId xmlns:a16="http://schemas.microsoft.com/office/drawing/2014/main" id="{116ADE86-06AF-4BFF-91BC-4DC28FF0602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9" name="9wup_2_official_ReferenceLigand_9">
            <a:extLst>
              <a:ext uri="{FF2B5EF4-FFF2-40B4-BE49-F238E27FC236}">
                <a16:creationId xmlns:a16="http://schemas.microsoft.com/office/drawing/2014/main" id="{D440BA78-5997-4E32-AB04-6288CB8766B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0" name="9wup_2_official_ReferenceLigand_10">
            <a:extLst>
              <a:ext uri="{FF2B5EF4-FFF2-40B4-BE49-F238E27FC236}">
                <a16:creationId xmlns:a16="http://schemas.microsoft.com/office/drawing/2014/main" id="{E0169CFA-478B-4163-B510-A4D6CA76892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1" name="9wup_2_official_ReferenceLigand_11">
            <a:extLst>
              <a:ext uri="{FF2B5EF4-FFF2-40B4-BE49-F238E27FC236}">
                <a16:creationId xmlns:a16="http://schemas.microsoft.com/office/drawing/2014/main" id="{7AC72DDE-2D19-491C-B642-122EFBA9BE4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2" name="9wup_2_official_ReferenceLigand_12">
            <a:extLst>
              <a:ext uri="{FF2B5EF4-FFF2-40B4-BE49-F238E27FC236}">
                <a16:creationId xmlns:a16="http://schemas.microsoft.com/office/drawing/2014/main" id="{A23F4193-BFAE-457C-851D-5713DE88CAD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3" name="9wup_2_official_ReferenceLigand_13">
            <a:extLst>
              <a:ext uri="{FF2B5EF4-FFF2-40B4-BE49-F238E27FC236}">
                <a16:creationId xmlns:a16="http://schemas.microsoft.com/office/drawing/2014/main" id="{730AAB60-45D3-4AAC-8405-E187DC44805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4" name="9wup_2_official_ReferenceLigand_14">
            <a:extLst>
              <a:ext uri="{FF2B5EF4-FFF2-40B4-BE49-F238E27FC236}">
                <a16:creationId xmlns:a16="http://schemas.microsoft.com/office/drawing/2014/main" id="{EE9DB58C-E01B-4B9A-A65D-A24036B3749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5" name="9wup_2_official_ReferenceLigand_15">
            <a:extLst>
              <a:ext uri="{FF2B5EF4-FFF2-40B4-BE49-F238E27FC236}">
                <a16:creationId xmlns:a16="http://schemas.microsoft.com/office/drawing/2014/main" id="{3780653E-0E8D-4B6F-BAFB-83F56803C6D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6" name="9wup_2_official_ReferenceLigand_16">
            <a:extLst>
              <a:ext uri="{FF2B5EF4-FFF2-40B4-BE49-F238E27FC236}">
                <a16:creationId xmlns:a16="http://schemas.microsoft.com/office/drawing/2014/main" id="{D2935EB2-37C8-4451-9843-348808EDAD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7" name="9wup_2_official_ReferenceLigand_17">
            <a:extLst>
              <a:ext uri="{FF2B5EF4-FFF2-40B4-BE49-F238E27FC236}">
                <a16:creationId xmlns:a16="http://schemas.microsoft.com/office/drawing/2014/main" id="{71029EA6-920D-403D-A5C4-0BF517E2A91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8" name="9wup_2_official_ReferenceLigand_18">
            <a:extLst>
              <a:ext uri="{FF2B5EF4-FFF2-40B4-BE49-F238E27FC236}">
                <a16:creationId xmlns:a16="http://schemas.microsoft.com/office/drawing/2014/main" id="{D932D0B5-78EA-4AA2-9676-EA9F88D3747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9" name="9wup_2_official_ReferenceLigand_19">
            <a:extLst>
              <a:ext uri="{FF2B5EF4-FFF2-40B4-BE49-F238E27FC236}">
                <a16:creationId xmlns:a16="http://schemas.microsoft.com/office/drawing/2014/main" id="{E6F50F7E-1094-4DA1-A247-67EEF417D56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0" name="9wup_2_official_ReferenceLigand_20">
            <a:extLst>
              <a:ext uri="{FF2B5EF4-FFF2-40B4-BE49-F238E27FC236}">
                <a16:creationId xmlns:a16="http://schemas.microsoft.com/office/drawing/2014/main" id="{71714C5F-327D-4CC0-9302-941B22B1EF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1" name="9wup_2_official_ReferenceLigand_21">
            <a:extLst>
              <a:ext uri="{FF2B5EF4-FFF2-40B4-BE49-F238E27FC236}">
                <a16:creationId xmlns:a16="http://schemas.microsoft.com/office/drawing/2014/main" id="{C879DA12-5606-4D8C-A01B-A3867940848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2" name="9wup_2_official_ReferenceLigand_22">
            <a:extLst>
              <a:ext uri="{FF2B5EF4-FFF2-40B4-BE49-F238E27FC236}">
                <a16:creationId xmlns:a16="http://schemas.microsoft.com/office/drawing/2014/main" id="{2CF58533-1845-4EBF-AEC6-F7C8E7FC3F5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3" name="9wup_2_official_ReferenceLigand_23">
            <a:extLst>
              <a:ext uri="{FF2B5EF4-FFF2-40B4-BE49-F238E27FC236}">
                <a16:creationId xmlns:a16="http://schemas.microsoft.com/office/drawing/2014/main" id="{72948C88-7103-4828-B8BA-BFF70398B12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4" name="9wup_2_official_ReferenceLigand_24">
            <a:extLst>
              <a:ext uri="{FF2B5EF4-FFF2-40B4-BE49-F238E27FC236}">
                <a16:creationId xmlns:a16="http://schemas.microsoft.com/office/drawing/2014/main" id="{F2328B2A-6051-4F12-AEA2-B3AD3194C0A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5" name="9wup_2_official_ReferenceLigand_25">
            <a:extLst>
              <a:ext uri="{FF2B5EF4-FFF2-40B4-BE49-F238E27FC236}">
                <a16:creationId xmlns:a16="http://schemas.microsoft.com/office/drawing/2014/main" id="{E8ACD8F7-FECC-4BE9-BEB5-EE4E84F3F34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6" name="9wup_2_official_ReferenceLigand_26">
            <a:extLst>
              <a:ext uri="{FF2B5EF4-FFF2-40B4-BE49-F238E27FC236}">
                <a16:creationId xmlns:a16="http://schemas.microsoft.com/office/drawing/2014/main" id="{F3425D20-639C-4CFB-9A7C-C80317A8C61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7" name="9wup_2_official_ReferenceLigand_27">
            <a:extLst>
              <a:ext uri="{FF2B5EF4-FFF2-40B4-BE49-F238E27FC236}">
                <a16:creationId xmlns:a16="http://schemas.microsoft.com/office/drawing/2014/main" id="{37F1F403-AC1A-42E3-BC7A-5374370A15E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8" name="9wup_2_official_ReferenceLigand_28">
            <a:extLst>
              <a:ext uri="{FF2B5EF4-FFF2-40B4-BE49-F238E27FC236}">
                <a16:creationId xmlns:a16="http://schemas.microsoft.com/office/drawing/2014/main" id="{2D38A80D-BDD3-4265-85D9-84AB40EF1BF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9" name="9wup_2_official_ReferenceLigand_29">
            <a:extLst>
              <a:ext uri="{FF2B5EF4-FFF2-40B4-BE49-F238E27FC236}">
                <a16:creationId xmlns:a16="http://schemas.microsoft.com/office/drawing/2014/main" id="{865F0907-E6AE-4F64-93C0-F455A6E9EFB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0" name="9wup_2_official_ReferenceLigand_30">
            <a:extLst>
              <a:ext uri="{FF2B5EF4-FFF2-40B4-BE49-F238E27FC236}">
                <a16:creationId xmlns:a16="http://schemas.microsoft.com/office/drawing/2014/main" id="{A2B300D5-E9BA-4A1B-B833-651BBC512F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1" name="9wup_2_official_ReferenceLigand_31">
            <a:extLst>
              <a:ext uri="{FF2B5EF4-FFF2-40B4-BE49-F238E27FC236}">
                <a16:creationId xmlns:a16="http://schemas.microsoft.com/office/drawing/2014/main" id="{BEB965EE-59E4-49DF-BE68-E90A3666BD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2" name="9wup_2_official_ReferenceLigand_32">
            <a:extLst>
              <a:ext uri="{FF2B5EF4-FFF2-40B4-BE49-F238E27FC236}">
                <a16:creationId xmlns:a16="http://schemas.microsoft.com/office/drawing/2014/main" id="{559909F3-07E7-473E-BCA6-D70C54EECAD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3" name="9wup_2_official_ReferenceLigand_33">
            <a:extLst>
              <a:ext uri="{FF2B5EF4-FFF2-40B4-BE49-F238E27FC236}">
                <a16:creationId xmlns:a16="http://schemas.microsoft.com/office/drawing/2014/main" id="{90766D4D-0915-42AF-8366-D8AD9E6E657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4" name="9wup_2_official_ReferenceLigand_34">
            <a:extLst>
              <a:ext uri="{FF2B5EF4-FFF2-40B4-BE49-F238E27FC236}">
                <a16:creationId xmlns:a16="http://schemas.microsoft.com/office/drawing/2014/main" id="{1485A0BA-E37A-47DA-B866-8662FC58B81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5" name="9wup_2_official_ReferenceLigand_35">
            <a:extLst>
              <a:ext uri="{FF2B5EF4-FFF2-40B4-BE49-F238E27FC236}">
                <a16:creationId xmlns:a16="http://schemas.microsoft.com/office/drawing/2014/main" id="{F0AEFCA5-A899-42DC-8836-4C2B5253051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6" name="9wup_2_official_ReferenceLigand_36">
            <a:extLst>
              <a:ext uri="{FF2B5EF4-FFF2-40B4-BE49-F238E27FC236}">
                <a16:creationId xmlns:a16="http://schemas.microsoft.com/office/drawing/2014/main" id="{E680D000-CCBD-4856-B18F-246176DA15C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7" name="9wup_2_official_ReferenceLigand_37">
            <a:extLst>
              <a:ext uri="{FF2B5EF4-FFF2-40B4-BE49-F238E27FC236}">
                <a16:creationId xmlns:a16="http://schemas.microsoft.com/office/drawing/2014/main" id="{4F2366C1-CE14-413F-A9DF-EC9D438390C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8" name="9wup_2_official_ReferenceLigand_38">
            <a:extLst>
              <a:ext uri="{FF2B5EF4-FFF2-40B4-BE49-F238E27FC236}">
                <a16:creationId xmlns:a16="http://schemas.microsoft.com/office/drawing/2014/main" id="{CC678051-CF49-466D-8379-AE8B7568901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9" name="9wup_2_official_ReferenceLigand_39">
            <a:extLst>
              <a:ext uri="{FF2B5EF4-FFF2-40B4-BE49-F238E27FC236}">
                <a16:creationId xmlns:a16="http://schemas.microsoft.com/office/drawing/2014/main" id="{C45C739F-9CF5-4595-955A-477CAC711C5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0" name="9wup_2_official_ReferenceLigand_40">
            <a:extLst>
              <a:ext uri="{FF2B5EF4-FFF2-40B4-BE49-F238E27FC236}">
                <a16:creationId xmlns:a16="http://schemas.microsoft.com/office/drawing/2014/main" id="{886DBCE7-B4FF-480A-913E-87FAD98D9BA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1" name="9wup_2_official_ReferenceLigand_41">
            <a:extLst>
              <a:ext uri="{FF2B5EF4-FFF2-40B4-BE49-F238E27FC236}">
                <a16:creationId xmlns:a16="http://schemas.microsoft.com/office/drawing/2014/main" id="{6DBB426B-7D0C-4A4D-96DF-41481CA3488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2" name="9wup_2_official_ReferenceLigand_42">
            <a:extLst>
              <a:ext uri="{FF2B5EF4-FFF2-40B4-BE49-F238E27FC236}">
                <a16:creationId xmlns:a16="http://schemas.microsoft.com/office/drawing/2014/main" id="{75C80283-BEF0-49C0-AA62-170BD49345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3" name="9wup_2_official_ReferenceLigand_43">
            <a:extLst>
              <a:ext uri="{FF2B5EF4-FFF2-40B4-BE49-F238E27FC236}">
                <a16:creationId xmlns:a16="http://schemas.microsoft.com/office/drawing/2014/main" id="{08CE9737-3D93-4AFC-AA3F-24872091A19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4" name="9wup_2_official_ReferenceLigand_44">
            <a:extLst>
              <a:ext uri="{FF2B5EF4-FFF2-40B4-BE49-F238E27FC236}">
                <a16:creationId xmlns:a16="http://schemas.microsoft.com/office/drawing/2014/main" id="{97AA301F-8159-42B6-930D-CAA55886557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5" name="9wup_2_official_ReferenceLigand_45">
            <a:extLst>
              <a:ext uri="{FF2B5EF4-FFF2-40B4-BE49-F238E27FC236}">
                <a16:creationId xmlns:a16="http://schemas.microsoft.com/office/drawing/2014/main" id="{5A2319A2-4B3A-4FE1-983E-EB31BE0DA22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6" name="9wup_2_official_ReferenceLigand_46">
            <a:extLst>
              <a:ext uri="{FF2B5EF4-FFF2-40B4-BE49-F238E27FC236}">
                <a16:creationId xmlns:a16="http://schemas.microsoft.com/office/drawing/2014/main" id="{3C117A7D-3169-4A4D-A657-725B4295071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7" name="9wup_2_official_ReferenceLigand_47">
            <a:extLst>
              <a:ext uri="{FF2B5EF4-FFF2-40B4-BE49-F238E27FC236}">
                <a16:creationId xmlns:a16="http://schemas.microsoft.com/office/drawing/2014/main" id="{FE9A7679-07CE-4C18-A45E-D66E8C1D1AA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8" name="9wup_2_official_ReferenceLigand_48">
            <a:extLst>
              <a:ext uri="{FF2B5EF4-FFF2-40B4-BE49-F238E27FC236}">
                <a16:creationId xmlns:a16="http://schemas.microsoft.com/office/drawing/2014/main" id="{AAC3A677-3768-45F3-8C04-2A652EF50B4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9" name="9wup_2_official_ReferenceLigand_49">
            <a:extLst>
              <a:ext uri="{FF2B5EF4-FFF2-40B4-BE49-F238E27FC236}">
                <a16:creationId xmlns:a16="http://schemas.microsoft.com/office/drawing/2014/main" id="{C18B35A7-1BDD-4C14-98EB-417348977A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0" name="9wup_2_official_ReferenceLigand_50">
            <a:extLst>
              <a:ext uri="{FF2B5EF4-FFF2-40B4-BE49-F238E27FC236}">
                <a16:creationId xmlns:a16="http://schemas.microsoft.com/office/drawing/2014/main" id="{20E7B5D3-1FC1-4BB8-AE60-BAC72A3AD4A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1" name="9wup_2_official_ReferenceLigand_51">
            <a:extLst>
              <a:ext uri="{FF2B5EF4-FFF2-40B4-BE49-F238E27FC236}">
                <a16:creationId xmlns:a16="http://schemas.microsoft.com/office/drawing/2014/main" id="{8756B7F0-8221-4F46-9C18-17B798A11EE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2" name="9wup_2_official_ReferenceLigand_52">
            <a:extLst>
              <a:ext uri="{FF2B5EF4-FFF2-40B4-BE49-F238E27FC236}">
                <a16:creationId xmlns:a16="http://schemas.microsoft.com/office/drawing/2014/main" id="{8F540ED0-3EE0-4B77-B9ED-3A3150C957A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3" name="9wup_2_official_ReferenceLigand_53">
            <a:extLst>
              <a:ext uri="{FF2B5EF4-FFF2-40B4-BE49-F238E27FC236}">
                <a16:creationId xmlns:a16="http://schemas.microsoft.com/office/drawing/2014/main" id="{13BEBF78-55E7-456D-9A0D-F88EA55F9E9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4" name="9wup_2_official_ReferenceLigand_54">
            <a:extLst>
              <a:ext uri="{FF2B5EF4-FFF2-40B4-BE49-F238E27FC236}">
                <a16:creationId xmlns:a16="http://schemas.microsoft.com/office/drawing/2014/main" id="{9C35682A-8989-4D16-9277-C269CEDAD5D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5" name="9wup_2_official_ReferenceLigand_55">
            <a:extLst>
              <a:ext uri="{FF2B5EF4-FFF2-40B4-BE49-F238E27FC236}">
                <a16:creationId xmlns:a16="http://schemas.microsoft.com/office/drawing/2014/main" id="{239ECCC2-0ECD-4FBC-AEE6-32A629C8D0B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6" name="9wup_2_official_ReferenceLigand_56">
            <a:extLst>
              <a:ext uri="{FF2B5EF4-FFF2-40B4-BE49-F238E27FC236}">
                <a16:creationId xmlns:a16="http://schemas.microsoft.com/office/drawing/2014/main" id="{B0418472-4592-4757-AD36-10311B7001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7" name="9wup_2_official_ReferenceLigand_57">
            <a:extLst>
              <a:ext uri="{FF2B5EF4-FFF2-40B4-BE49-F238E27FC236}">
                <a16:creationId xmlns:a16="http://schemas.microsoft.com/office/drawing/2014/main" id="{682EB45A-BC34-4807-BD0D-65849B8C044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8" name="9wup_2_official_PredictedLigand_0">
            <a:extLst>
              <a:ext uri="{FF2B5EF4-FFF2-40B4-BE49-F238E27FC236}">
                <a16:creationId xmlns:a16="http://schemas.microsoft.com/office/drawing/2014/main" id="{4FAF9137-3EA6-4F70-9175-9677D7122B2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73921" y="6961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29" name="9wup_2_official_PredictedLigand_1">
            <a:extLst>
              <a:ext uri="{FF2B5EF4-FFF2-40B4-BE49-F238E27FC236}">
                <a16:creationId xmlns:a16="http://schemas.microsoft.com/office/drawing/2014/main" id="{6D629382-4B04-4924-8D2A-3F1DB4BEB2A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380265" y="502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0" name="9wup_2_official_PredictedLigand_2">
            <a:extLst>
              <a:ext uri="{FF2B5EF4-FFF2-40B4-BE49-F238E27FC236}">
                <a16:creationId xmlns:a16="http://schemas.microsoft.com/office/drawing/2014/main" id="{3B0857FA-08B8-4396-83AB-9641A5493B5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76476" y="7897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1" name="9wup_2_official_PredictedLigand_3">
            <a:extLst>
              <a:ext uri="{FF2B5EF4-FFF2-40B4-BE49-F238E27FC236}">
                <a16:creationId xmlns:a16="http://schemas.microsoft.com/office/drawing/2014/main" id="{B5E4C270-32D4-43D9-BF92-0087AD77D6D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7964" y="633368"/>
                </a:moveTo>
                <a:lnTo>
                  <a:pt x="1509389" y="6788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2" name="9wup_2_official_PredictedLigand_4">
            <a:extLst>
              <a:ext uri="{FF2B5EF4-FFF2-40B4-BE49-F238E27FC236}">
                <a16:creationId xmlns:a16="http://schemas.microsoft.com/office/drawing/2014/main" id="{DB3C46A0-A3AE-4353-8A34-4C003455EB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92148" y="664586"/>
                </a:moveTo>
                <a:lnTo>
                  <a:pt x="1387964" y="6333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3" name="9wup_2_official_PredictedLigand_5">
            <a:extLst>
              <a:ext uri="{FF2B5EF4-FFF2-40B4-BE49-F238E27FC236}">
                <a16:creationId xmlns:a16="http://schemas.microsoft.com/office/drawing/2014/main" id="{0AC5E683-2FA5-4557-9CC2-15334A23989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500907" y="8999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4" name="9wup_2_official_PredictedLigand_6">
            <a:extLst>
              <a:ext uri="{FF2B5EF4-FFF2-40B4-BE49-F238E27FC236}">
                <a16:creationId xmlns:a16="http://schemas.microsoft.com/office/drawing/2014/main" id="{330F5DF0-9075-4C97-9F4E-04DCAB758B4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389" y="678806"/>
                </a:moveTo>
                <a:lnTo>
                  <a:pt x="1581581" y="8017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5" name="9wup_2_official_PredictedLigand_7">
            <a:extLst>
              <a:ext uri="{FF2B5EF4-FFF2-40B4-BE49-F238E27FC236}">
                <a16:creationId xmlns:a16="http://schemas.microsoft.com/office/drawing/2014/main" id="{DBA3DAE1-C8A9-427F-913A-8370F2CAFF7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1581" y="801775"/>
                </a:moveTo>
                <a:lnTo>
                  <a:pt x="1639125" y="82924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6" name="9wup_2_official_PredictedLigand_8">
            <a:extLst>
              <a:ext uri="{FF2B5EF4-FFF2-40B4-BE49-F238E27FC236}">
                <a16:creationId xmlns:a16="http://schemas.microsoft.com/office/drawing/2014/main" id="{C8E2B035-05CA-4196-B6E6-9E2C553332C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994" y="588425"/>
                </a:moveTo>
                <a:lnTo>
                  <a:pt x="1292148" y="6645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7" name="9wup_2_official_PredictedLigand_9">
            <a:extLst>
              <a:ext uri="{FF2B5EF4-FFF2-40B4-BE49-F238E27FC236}">
                <a16:creationId xmlns:a16="http://schemas.microsoft.com/office/drawing/2014/main" id="{56134F4E-D35C-4729-B500-9CF12224CA2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4920" y="596151"/>
                </a:moveTo>
                <a:lnTo>
                  <a:pt x="1156667" y="6375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8" name="9wup_2_official_PredictedLigand_10">
            <a:extLst>
              <a:ext uri="{FF2B5EF4-FFF2-40B4-BE49-F238E27FC236}">
                <a16:creationId xmlns:a16="http://schemas.microsoft.com/office/drawing/2014/main" id="{8A720C1E-C1D8-4783-B81B-B3C31E2641A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264994" y="5884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9" name="9wup_2_official_PredictedLigand_11">
            <a:extLst>
              <a:ext uri="{FF2B5EF4-FFF2-40B4-BE49-F238E27FC236}">
                <a16:creationId xmlns:a16="http://schemas.microsoft.com/office/drawing/2014/main" id="{B5BC94FD-DA07-4CDE-98C1-E137ADF4E2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9125" y="829241"/>
                </a:moveTo>
                <a:lnTo>
                  <a:pt x="1616378" y="92969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0" name="9wup_2_official_PredictedLigand_12">
            <a:extLst>
              <a:ext uri="{FF2B5EF4-FFF2-40B4-BE49-F238E27FC236}">
                <a16:creationId xmlns:a16="http://schemas.microsoft.com/office/drawing/2014/main" id="{F9177515-BE3D-425E-ACBD-33AB57EA99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84161" y="9473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1" name="9wup_2_official_PredictedLigand_13">
            <a:extLst>
              <a:ext uri="{FF2B5EF4-FFF2-40B4-BE49-F238E27FC236}">
                <a16:creationId xmlns:a16="http://schemas.microsoft.com/office/drawing/2014/main" id="{8D8B2CF2-4465-4BA1-AE22-E279F189CFD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6667" y="637506"/>
                </a:moveTo>
                <a:lnTo>
                  <a:pt x="1176788" y="7667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2" name="9wup_2_official_PredictedLigand_14">
            <a:extLst>
              <a:ext uri="{FF2B5EF4-FFF2-40B4-BE49-F238E27FC236}">
                <a16:creationId xmlns:a16="http://schemas.microsoft.com/office/drawing/2014/main" id="{79E62FBB-A777-4762-B7D5-D330B122450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064298" y="83672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3" name="9wup_2_official_PredictedLigand_15">
            <a:extLst>
              <a:ext uri="{FF2B5EF4-FFF2-40B4-BE49-F238E27FC236}">
                <a16:creationId xmlns:a16="http://schemas.microsoft.com/office/drawing/2014/main" id="{1A795625-DEAD-4C5C-9929-FDFE64D190C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788" y="766758"/>
                </a:moveTo>
                <a:lnTo>
                  <a:pt x="1258829" y="79443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4" name="9wup_2_official_PredictedLigand_16">
            <a:extLst>
              <a:ext uri="{FF2B5EF4-FFF2-40B4-BE49-F238E27FC236}">
                <a16:creationId xmlns:a16="http://schemas.microsoft.com/office/drawing/2014/main" id="{0A9501DC-BA66-4E54-8E6B-97A64F98DDB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378" y="929696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5" name="9wup_2_official_PredictedLigand_17">
            <a:extLst>
              <a:ext uri="{FF2B5EF4-FFF2-40B4-BE49-F238E27FC236}">
                <a16:creationId xmlns:a16="http://schemas.microsoft.com/office/drawing/2014/main" id="{A24C0642-3A38-4694-ABA9-7E85A2EFF53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4298" y="836721"/>
                </a:moveTo>
                <a:lnTo>
                  <a:pt x="1017990" y="8687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6" name="9wup_2_official_PredictedLigand_18">
            <a:extLst>
              <a:ext uri="{FF2B5EF4-FFF2-40B4-BE49-F238E27FC236}">
                <a16:creationId xmlns:a16="http://schemas.microsoft.com/office/drawing/2014/main" id="{5ED874FD-948E-484B-8F23-4B3321EE8A1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840705" y="12647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7" name="9wup_2_official_PredictedLigand_19">
            <a:extLst>
              <a:ext uri="{FF2B5EF4-FFF2-40B4-BE49-F238E27FC236}">
                <a16:creationId xmlns:a16="http://schemas.microsoft.com/office/drawing/2014/main" id="{A29E6166-77FE-4EF8-82CF-D3587C2F4EC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8607" y="1068436"/>
                </a:moveTo>
                <a:lnTo>
                  <a:pt x="802867" y="11679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8" name="9wup_2_official_PredictedLigand_20">
            <a:extLst>
              <a:ext uri="{FF2B5EF4-FFF2-40B4-BE49-F238E27FC236}">
                <a16:creationId xmlns:a16="http://schemas.microsoft.com/office/drawing/2014/main" id="{45A40AC1-B73A-4A9E-98C3-127BA5B9373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978" y="925516"/>
                </a:moveTo>
                <a:lnTo>
                  <a:pt x="1777550" y="8674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9" name="9wup_2_official_PredictedLigand_21">
            <a:extLst>
              <a:ext uri="{FF2B5EF4-FFF2-40B4-BE49-F238E27FC236}">
                <a16:creationId xmlns:a16="http://schemas.microsoft.com/office/drawing/2014/main" id="{FC30476D-E08C-4347-B8FA-4DA1E6CC4E9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7990" y="868785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0" name="9wup_2_official_PredictedLigand_22">
            <a:extLst>
              <a:ext uri="{FF2B5EF4-FFF2-40B4-BE49-F238E27FC236}">
                <a16:creationId xmlns:a16="http://schemas.microsoft.com/office/drawing/2014/main" id="{6DB6B69D-E987-4ACD-BE2E-385D7AE9194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284" y="961700"/>
                </a:moveTo>
                <a:lnTo>
                  <a:pt x="868607" y="10684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1" name="9wup_2_official_PredictedLigand_23">
            <a:extLst>
              <a:ext uri="{FF2B5EF4-FFF2-40B4-BE49-F238E27FC236}">
                <a16:creationId xmlns:a16="http://schemas.microsoft.com/office/drawing/2014/main" id="{FF395B0D-6E52-4BBA-AEC1-10667D2BCF8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2867" y="1167935"/>
                </a:moveTo>
                <a:lnTo>
                  <a:pt x="689719" y="11640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2" name="9wup_2_official_PredictedLigand_24">
            <a:extLst>
              <a:ext uri="{FF2B5EF4-FFF2-40B4-BE49-F238E27FC236}">
                <a16:creationId xmlns:a16="http://schemas.microsoft.com/office/drawing/2014/main" id="{8BD45353-D652-44C3-BE62-D214CBAD099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494" y="863720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3" name="9wup_2_official_PredictedLigand_25">
            <a:extLst>
              <a:ext uri="{FF2B5EF4-FFF2-40B4-BE49-F238E27FC236}">
                <a16:creationId xmlns:a16="http://schemas.microsoft.com/office/drawing/2014/main" id="{6DD0CF01-1C07-4655-89F0-FBD69EFB5AD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892494" y="86372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4" name="9wup_2_official_PredictedLigand_26">
            <a:extLst>
              <a:ext uri="{FF2B5EF4-FFF2-40B4-BE49-F238E27FC236}">
                <a16:creationId xmlns:a16="http://schemas.microsoft.com/office/drawing/2014/main" id="{FEEF318A-879B-4A20-9827-642E01D191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1602" y="648782"/>
                </a:moveTo>
                <a:lnTo>
                  <a:pt x="841816" y="7557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5" name="9wup_2_official_PredictedLigand_27">
            <a:extLst>
              <a:ext uri="{FF2B5EF4-FFF2-40B4-BE49-F238E27FC236}">
                <a16:creationId xmlns:a16="http://schemas.microsoft.com/office/drawing/2014/main" id="{F42E9778-D7BA-4885-9692-8F9CE1A4ADF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13767" y="4284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6" name="9wup_2_official_PredictedLigand_28">
            <a:extLst>
              <a:ext uri="{FF2B5EF4-FFF2-40B4-BE49-F238E27FC236}">
                <a16:creationId xmlns:a16="http://schemas.microsoft.com/office/drawing/2014/main" id="{73A76F1F-328B-4A55-BCB0-09E3A6E2540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9805" y="538709"/>
                </a:moveTo>
                <a:lnTo>
                  <a:pt x="901602" y="6487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7" name="9wup_2_official_PredictedLigand_29">
            <a:extLst>
              <a:ext uri="{FF2B5EF4-FFF2-40B4-BE49-F238E27FC236}">
                <a16:creationId xmlns:a16="http://schemas.microsoft.com/office/drawing/2014/main" id="{23FCF2A8-84A5-4BCA-8F9E-315EB503E35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826284" y="961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8" name="9wup_2_official_PredictedLigand_30">
            <a:extLst>
              <a:ext uri="{FF2B5EF4-FFF2-40B4-BE49-F238E27FC236}">
                <a16:creationId xmlns:a16="http://schemas.microsoft.com/office/drawing/2014/main" id="{852B786C-58A5-4D89-BD01-8ED176AD04D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670978" y="9255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9" name="9wup_2_official_PredictedLigand_31">
            <a:extLst>
              <a:ext uri="{FF2B5EF4-FFF2-40B4-BE49-F238E27FC236}">
                <a16:creationId xmlns:a16="http://schemas.microsoft.com/office/drawing/2014/main" id="{C41EA99D-6054-4260-9E61-BF7F5793CC5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9719" y="1164038"/>
                </a:moveTo>
                <a:lnTo>
                  <a:pt x="638197" y="10585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0" name="9wup_2_official_PredictedLigand_32">
            <a:extLst>
              <a:ext uri="{FF2B5EF4-FFF2-40B4-BE49-F238E27FC236}">
                <a16:creationId xmlns:a16="http://schemas.microsoft.com/office/drawing/2014/main" id="{7A211A22-7746-4353-9056-A269E106142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1816" y="755763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1" name="9wup_2_official_PredictedLigand_33">
            <a:extLst>
              <a:ext uri="{FF2B5EF4-FFF2-40B4-BE49-F238E27FC236}">
                <a16:creationId xmlns:a16="http://schemas.microsoft.com/office/drawing/2014/main" id="{8EC46B66-7DCA-4F54-BD10-126C9E3D37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982" y="701263"/>
                </a:moveTo>
                <a:lnTo>
                  <a:pt x="2056305" y="74950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2" name="9wup_2_official_PredictedLigand_34">
            <a:extLst>
              <a:ext uri="{FF2B5EF4-FFF2-40B4-BE49-F238E27FC236}">
                <a16:creationId xmlns:a16="http://schemas.microsoft.com/office/drawing/2014/main" id="{3CFFCCAF-1B5C-4637-B70B-1E541E6210D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849805" y="5387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3" name="9wup_2_official_PredictedLigand_35">
            <a:extLst>
              <a:ext uri="{FF2B5EF4-FFF2-40B4-BE49-F238E27FC236}">
                <a16:creationId xmlns:a16="http://schemas.microsoft.com/office/drawing/2014/main" id="{51B6360F-3D6A-4F04-8FED-BC9151CB25F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708539" y="95468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4" name="9wup_2_official_PredictedLigand_36">
            <a:extLst>
              <a:ext uri="{FF2B5EF4-FFF2-40B4-BE49-F238E27FC236}">
                <a16:creationId xmlns:a16="http://schemas.microsoft.com/office/drawing/2014/main" id="{1EE9DC53-FC33-4BD7-82AA-04B77C8D3C3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4579" y="592981"/>
                </a:moveTo>
                <a:lnTo>
                  <a:pt x="2159982" y="7012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5" name="9wup_2_official_PredictedLigand_37">
            <a:extLst>
              <a:ext uri="{FF2B5EF4-FFF2-40B4-BE49-F238E27FC236}">
                <a16:creationId xmlns:a16="http://schemas.microsoft.com/office/drawing/2014/main" id="{797C8E05-A9FE-4E37-9982-02CB1AC0926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8539" y="954682"/>
                </a:moveTo>
                <a:lnTo>
                  <a:pt x="658179" y="8475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6" name="9wup_2_official_PredictedLigand_38">
            <a:extLst>
              <a:ext uri="{FF2B5EF4-FFF2-40B4-BE49-F238E27FC236}">
                <a16:creationId xmlns:a16="http://schemas.microsoft.com/office/drawing/2014/main" id="{0BDDAF11-1102-43FA-9BB5-361CAD3E803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8179" y="847585"/>
                </a:moveTo>
                <a:lnTo>
                  <a:pt x="720497" y="74972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7" name="9wup_2_official_PredictedLigand_39">
            <a:extLst>
              <a:ext uri="{FF2B5EF4-FFF2-40B4-BE49-F238E27FC236}">
                <a16:creationId xmlns:a16="http://schemas.microsoft.com/office/drawing/2014/main" id="{1EBE27FB-1178-4F21-9A27-7871F3CACA0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7550" y="867409"/>
                </a:moveTo>
                <a:lnTo>
                  <a:pt x="1793834" y="8206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8" name="9wup_2_official_PredictedLigand_40">
            <a:extLst>
              <a:ext uri="{FF2B5EF4-FFF2-40B4-BE49-F238E27FC236}">
                <a16:creationId xmlns:a16="http://schemas.microsoft.com/office/drawing/2014/main" id="{BE3531B0-ACA7-4FA4-981A-4877F796304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903" y="534887"/>
                </a:moveTo>
                <a:lnTo>
                  <a:pt x="661478" y="421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9" name="9wup_2_official_PredictedLigand_41">
            <a:extLst>
              <a:ext uri="{FF2B5EF4-FFF2-40B4-BE49-F238E27FC236}">
                <a16:creationId xmlns:a16="http://schemas.microsoft.com/office/drawing/2014/main" id="{F8503037-37F5-4C65-9E81-DBE0666C035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0497" y="749725"/>
                </a:moveTo>
                <a:lnTo>
                  <a:pt x="667317" y="64075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0" name="9wup_2_official_PredictedLigand_42">
            <a:extLst>
              <a:ext uri="{FF2B5EF4-FFF2-40B4-BE49-F238E27FC236}">
                <a16:creationId xmlns:a16="http://schemas.microsoft.com/office/drawing/2014/main" id="{CC3EB918-51F0-4086-83AE-DF36B790BA3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317" y="640753"/>
                </a:moveTo>
                <a:lnTo>
                  <a:pt x="727903" y="5348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1" name="9wup_2_official_PredictedLigand_43">
            <a:extLst>
              <a:ext uri="{FF2B5EF4-FFF2-40B4-BE49-F238E27FC236}">
                <a16:creationId xmlns:a16="http://schemas.microsoft.com/office/drawing/2014/main" id="{519271E7-0996-4CCD-9B6E-D50B42E4FEB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197" y="1058542"/>
                </a:moveTo>
                <a:lnTo>
                  <a:pt x="534164" y="10575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2" name="9wup_2_official_PredictedLigand_44">
            <a:extLst>
              <a:ext uri="{FF2B5EF4-FFF2-40B4-BE49-F238E27FC236}">
                <a16:creationId xmlns:a16="http://schemas.microsoft.com/office/drawing/2014/main" id="{87AB9383-B152-4EEE-82D4-5CBB2F31AF1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305" y="749501"/>
                </a:moveTo>
                <a:lnTo>
                  <a:pt x="1975010" y="6862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3" name="9wup_2_official_PredictedLigand_45">
            <a:extLst>
              <a:ext uri="{FF2B5EF4-FFF2-40B4-BE49-F238E27FC236}">
                <a16:creationId xmlns:a16="http://schemas.microsoft.com/office/drawing/2014/main" id="{26FF6295-288B-44AC-8A39-642A7011EED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94579" y="59298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4" name="9wup_2_official_PredictedLigand_46">
            <a:extLst>
              <a:ext uri="{FF2B5EF4-FFF2-40B4-BE49-F238E27FC236}">
                <a16:creationId xmlns:a16="http://schemas.microsoft.com/office/drawing/2014/main" id="{353B0C3A-5F13-4636-BD5A-D2185EC2E5B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2488" y="878948"/>
                </a:moveTo>
                <a:lnTo>
                  <a:pt x="1509681" y="9686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5" name="9wup_2_official_PredictedLigand_47">
            <a:extLst>
              <a:ext uri="{FF2B5EF4-FFF2-40B4-BE49-F238E27FC236}">
                <a16:creationId xmlns:a16="http://schemas.microsoft.com/office/drawing/2014/main" id="{F30A52DC-DB6E-488B-AC69-1F34194B344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6" name="9wup_2_official_PredictedLigand_48">
            <a:extLst>
              <a:ext uri="{FF2B5EF4-FFF2-40B4-BE49-F238E27FC236}">
                <a16:creationId xmlns:a16="http://schemas.microsoft.com/office/drawing/2014/main" id="{8525A92E-D33A-4BFA-B040-D73390A6D5D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5010" y="686207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7" name="9wup_2_official_PredictedLigand_49">
            <a:extLst>
              <a:ext uri="{FF2B5EF4-FFF2-40B4-BE49-F238E27FC236}">
                <a16:creationId xmlns:a16="http://schemas.microsoft.com/office/drawing/2014/main" id="{43148451-B15A-4AFA-AA30-8867DC69D90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592488" y="8789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8" name="9wup_2_official_PredictedLigand_50">
            <a:extLst>
              <a:ext uri="{FF2B5EF4-FFF2-40B4-BE49-F238E27FC236}">
                <a16:creationId xmlns:a16="http://schemas.microsoft.com/office/drawing/2014/main" id="{7EAA3EDD-81CE-4F56-AFBD-C996B6C909A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860874" y="71090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9" name="9wup_2_official_PredictedLigand_51">
            <a:extLst>
              <a:ext uri="{FF2B5EF4-FFF2-40B4-BE49-F238E27FC236}">
                <a16:creationId xmlns:a16="http://schemas.microsoft.com/office/drawing/2014/main" id="{EEC9D0D6-28AD-4CD9-BF4D-C8456A880D6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2318" y="522479"/>
                </a:moveTo>
                <a:lnTo>
                  <a:pt x="2145270" y="4084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0" name="9wup_2_official_PredictedLigand_52">
            <a:extLst>
              <a:ext uri="{FF2B5EF4-FFF2-40B4-BE49-F238E27FC236}">
                <a16:creationId xmlns:a16="http://schemas.microsoft.com/office/drawing/2014/main" id="{14CBBA51-A42F-462E-881B-11A009F1041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825" y="573391"/>
                </a:moveTo>
                <a:lnTo>
                  <a:pt x="2112318" y="5224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1" name="9wup_2_official_PredictedLigand_53">
            <a:extLst>
              <a:ext uri="{FF2B5EF4-FFF2-40B4-BE49-F238E27FC236}">
                <a16:creationId xmlns:a16="http://schemas.microsoft.com/office/drawing/2014/main" id="{FB114EFB-9313-4E7E-B9C4-5910B33B06D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3834" y="820645"/>
                </a:moveTo>
                <a:lnTo>
                  <a:pt x="1676097" y="8350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2" name="9wup_2_official_PredictedLigand_54">
            <a:extLst>
              <a:ext uri="{FF2B5EF4-FFF2-40B4-BE49-F238E27FC236}">
                <a16:creationId xmlns:a16="http://schemas.microsoft.com/office/drawing/2014/main" id="{B7E88DDE-DDB2-4A76-A62A-D89EBEE2CF3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874" y="710907"/>
                </a:moveTo>
                <a:lnTo>
                  <a:pt x="1819830" y="6178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3" name="9wup_2_official_PredictedLigand_55">
            <a:extLst>
              <a:ext uri="{FF2B5EF4-FFF2-40B4-BE49-F238E27FC236}">
                <a16:creationId xmlns:a16="http://schemas.microsoft.com/office/drawing/2014/main" id="{2F7C3F6C-A18D-4CF9-ABD4-37BE706823F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0857" y="533076"/>
                </a:moveTo>
                <a:lnTo>
                  <a:pt x="2000825" y="5733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4" name="9wup_2_official_PredictedLigand_56">
            <a:extLst>
              <a:ext uri="{FF2B5EF4-FFF2-40B4-BE49-F238E27FC236}">
                <a16:creationId xmlns:a16="http://schemas.microsoft.com/office/drawing/2014/main" id="{BD261C1C-79BD-4D17-91BA-1FA72D81D90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9830" y="617828"/>
                </a:moveTo>
                <a:lnTo>
                  <a:pt x="1900857" y="5330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5" name="9wup_2_official_PredictedLigand_57">
            <a:extLst>
              <a:ext uri="{FF2B5EF4-FFF2-40B4-BE49-F238E27FC236}">
                <a16:creationId xmlns:a16="http://schemas.microsoft.com/office/drawing/2014/main" id="{9BFCC100-3B38-4028-B863-79BE615A679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6097" y="835060"/>
                </a:moveTo>
                <a:lnTo>
                  <a:pt x="1680165" y="91715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6" name="9wup_2_official_PredictedAtoms_0">
            <a:extLst>
              <a:ext uri="{FF2B5EF4-FFF2-40B4-BE49-F238E27FC236}">
                <a16:creationId xmlns:a16="http://schemas.microsoft.com/office/drawing/2014/main" id="{D0A3F6AA-5FBF-4EFB-85CA-89A7D9FFF64E}"/>
              </a:ext>
            </a:extLst>
          </p:cNvPr>
          <p:cNvSpPr>
            <a:spLocks noGrp="1"/>
          </p:cNvSpPr>
          <p:nvPr/>
        </p:nvSpPr>
        <p:spPr>
          <a:xfrm>
            <a:off x="1267328" y="31612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87" name="9wup_2_official_PredictedAtoms_1">
            <a:extLst>
              <a:ext uri="{FF2B5EF4-FFF2-40B4-BE49-F238E27FC236}">
                <a16:creationId xmlns:a16="http://schemas.microsoft.com/office/drawing/2014/main" id="{E7A19CA2-F0AA-49CC-A367-0456498B93FE}"/>
              </a:ext>
            </a:extLst>
          </p:cNvPr>
          <p:cNvSpPr>
            <a:spLocks noGrp="1"/>
          </p:cNvSpPr>
          <p:nvPr/>
        </p:nvSpPr>
        <p:spPr>
          <a:xfrm>
            <a:off x="1369074" y="32025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88" name="9wup_2_official_PredictedAtoms_2">
            <a:extLst>
              <a:ext uri="{FF2B5EF4-FFF2-40B4-BE49-F238E27FC236}">
                <a16:creationId xmlns:a16="http://schemas.microsoft.com/office/drawing/2014/main" id="{0EA6344B-2D37-4E28-BD78-6400812C6416}"/>
              </a:ext>
            </a:extLst>
          </p:cNvPr>
          <p:cNvSpPr>
            <a:spLocks noGrp="1"/>
          </p:cNvSpPr>
          <p:nvPr/>
        </p:nvSpPr>
        <p:spPr>
          <a:xfrm>
            <a:off x="1477402" y="315350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89" name="9wup_2_official_PredictedAtoms_3">
            <a:extLst>
              <a:ext uri="{FF2B5EF4-FFF2-40B4-BE49-F238E27FC236}">
                <a16:creationId xmlns:a16="http://schemas.microsoft.com/office/drawing/2014/main" id="{B6B31981-991E-467E-9153-340C83F8C182}"/>
              </a:ext>
            </a:extLst>
          </p:cNvPr>
          <p:cNvSpPr>
            <a:spLocks noGrp="1"/>
          </p:cNvSpPr>
          <p:nvPr/>
        </p:nvSpPr>
        <p:spPr>
          <a:xfrm>
            <a:off x="1504555" y="32296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0" name="9wup_2_official_PredictedAtoms_4">
            <a:extLst>
              <a:ext uri="{FF2B5EF4-FFF2-40B4-BE49-F238E27FC236}">
                <a16:creationId xmlns:a16="http://schemas.microsoft.com/office/drawing/2014/main" id="{605D896A-C547-40EC-9A46-1CD18206E859}"/>
              </a:ext>
            </a:extLst>
          </p:cNvPr>
          <p:cNvSpPr>
            <a:spLocks noGrp="1"/>
          </p:cNvSpPr>
          <p:nvPr/>
        </p:nvSpPr>
        <p:spPr>
          <a:xfrm>
            <a:off x="1600372" y="31984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1" name="9wup_2_official_PredictedAtoms_5">
            <a:extLst>
              <a:ext uri="{FF2B5EF4-FFF2-40B4-BE49-F238E27FC236}">
                <a16:creationId xmlns:a16="http://schemas.microsoft.com/office/drawing/2014/main" id="{63679CFB-EF8E-4B71-BC3F-D03BF3F0F4F6}"/>
              </a:ext>
            </a:extLst>
          </p:cNvPr>
          <p:cNvSpPr>
            <a:spLocks noGrp="1"/>
          </p:cNvSpPr>
          <p:nvPr/>
        </p:nvSpPr>
        <p:spPr>
          <a:xfrm>
            <a:off x="1586329" y="32612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2" name="9wup_2_official_PredictedAtoms_6">
            <a:extLst>
              <a:ext uri="{FF2B5EF4-FFF2-40B4-BE49-F238E27FC236}">
                <a16:creationId xmlns:a16="http://schemas.microsoft.com/office/drawing/2014/main" id="{B9528282-AAFE-4741-AE91-AA44D2EFB2E6}"/>
              </a:ext>
            </a:extLst>
          </p:cNvPr>
          <p:cNvSpPr>
            <a:spLocks noGrp="1"/>
          </p:cNvSpPr>
          <p:nvPr/>
        </p:nvSpPr>
        <p:spPr>
          <a:xfrm>
            <a:off x="1592672" y="30676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3" name="9wup_2_official_PredictedAtoms_7">
            <a:extLst>
              <a:ext uri="{FF2B5EF4-FFF2-40B4-BE49-F238E27FC236}">
                <a16:creationId xmlns:a16="http://schemas.microsoft.com/office/drawing/2014/main" id="{3E06AB68-8DCF-435B-AAB4-3FBA9F545CD9}"/>
              </a:ext>
            </a:extLst>
          </p:cNvPr>
          <p:cNvSpPr>
            <a:spLocks noGrp="1"/>
          </p:cNvSpPr>
          <p:nvPr/>
        </p:nvSpPr>
        <p:spPr>
          <a:xfrm>
            <a:off x="1721796" y="32438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4" name="9wup_2_official_PredictedAtoms_8">
            <a:extLst>
              <a:ext uri="{FF2B5EF4-FFF2-40B4-BE49-F238E27FC236}">
                <a16:creationId xmlns:a16="http://schemas.microsoft.com/office/drawing/2014/main" id="{36D7255C-A4A5-4099-9BD8-E536F70EE066}"/>
              </a:ext>
            </a:extLst>
          </p:cNvPr>
          <p:cNvSpPr>
            <a:spLocks noGrp="1"/>
          </p:cNvSpPr>
          <p:nvPr/>
        </p:nvSpPr>
        <p:spPr>
          <a:xfrm>
            <a:off x="1793988" y="336685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5" name="9wup_2_official_PredictedAtoms_9">
            <a:extLst>
              <a:ext uri="{FF2B5EF4-FFF2-40B4-BE49-F238E27FC236}">
                <a16:creationId xmlns:a16="http://schemas.microsoft.com/office/drawing/2014/main" id="{02F21C2F-A98A-4EF9-80A7-2A8FDFF29B35}"/>
              </a:ext>
            </a:extLst>
          </p:cNvPr>
          <p:cNvSpPr>
            <a:spLocks noGrp="1"/>
          </p:cNvSpPr>
          <p:nvPr/>
        </p:nvSpPr>
        <p:spPr>
          <a:xfrm>
            <a:off x="1713315" y="34650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6" name="9wup_2_official_PredictedAtoms_10">
            <a:extLst>
              <a:ext uri="{FF2B5EF4-FFF2-40B4-BE49-F238E27FC236}">
                <a16:creationId xmlns:a16="http://schemas.microsoft.com/office/drawing/2014/main" id="{8371DDCA-2F5B-4BD9-8A00-EDBCACFE3562}"/>
              </a:ext>
            </a:extLst>
          </p:cNvPr>
          <p:cNvSpPr>
            <a:spLocks noGrp="1"/>
          </p:cNvSpPr>
          <p:nvPr/>
        </p:nvSpPr>
        <p:spPr>
          <a:xfrm>
            <a:off x="1888884" y="33548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7" name="9wup_2_official_PredictedAtoms_11">
            <a:extLst>
              <a:ext uri="{FF2B5EF4-FFF2-40B4-BE49-F238E27FC236}">
                <a16:creationId xmlns:a16="http://schemas.microsoft.com/office/drawing/2014/main" id="{8FA570F9-2386-4CED-8D1B-E2ED212D7450}"/>
              </a:ext>
            </a:extLst>
          </p:cNvPr>
          <p:cNvSpPr>
            <a:spLocks noGrp="1"/>
          </p:cNvSpPr>
          <p:nvPr/>
        </p:nvSpPr>
        <p:spPr>
          <a:xfrm>
            <a:off x="1851532" y="33943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8" name="9wup_2_official_PredictedAtoms_12">
            <a:extLst>
              <a:ext uri="{FF2B5EF4-FFF2-40B4-BE49-F238E27FC236}">
                <a16:creationId xmlns:a16="http://schemas.microsoft.com/office/drawing/2014/main" id="{AE13EE10-C1DB-4D2E-98DC-C172861FFB2D}"/>
              </a:ext>
            </a:extLst>
          </p:cNvPr>
          <p:cNvSpPr>
            <a:spLocks noGrp="1"/>
          </p:cNvSpPr>
          <p:nvPr/>
        </p:nvSpPr>
        <p:spPr>
          <a:xfrm>
            <a:off x="1828786" y="349477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99" name="9wup_2_official_PredictedAtoms_13">
            <a:extLst>
              <a:ext uri="{FF2B5EF4-FFF2-40B4-BE49-F238E27FC236}">
                <a16:creationId xmlns:a16="http://schemas.microsoft.com/office/drawing/2014/main" id="{8BB8AE77-F00F-4F18-9D26-D7566312996A}"/>
              </a:ext>
            </a:extLst>
          </p:cNvPr>
          <p:cNvSpPr>
            <a:spLocks noGrp="1"/>
          </p:cNvSpPr>
          <p:nvPr/>
        </p:nvSpPr>
        <p:spPr>
          <a:xfrm>
            <a:off x="1883385" y="34905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0" name="9wup_2_official_PredictedAtoms_14">
            <a:extLst>
              <a:ext uri="{FF2B5EF4-FFF2-40B4-BE49-F238E27FC236}">
                <a16:creationId xmlns:a16="http://schemas.microsoft.com/office/drawing/2014/main" id="{93B199BC-CA2E-4973-9637-2360064C04A3}"/>
              </a:ext>
            </a:extLst>
          </p:cNvPr>
          <p:cNvSpPr>
            <a:spLocks noGrp="1"/>
          </p:cNvSpPr>
          <p:nvPr/>
        </p:nvSpPr>
        <p:spPr>
          <a:xfrm>
            <a:off x="1989957" y="34324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1" name="9wup_2_official_PredictedAtoms_15">
            <a:extLst>
              <a:ext uri="{FF2B5EF4-FFF2-40B4-BE49-F238E27FC236}">
                <a16:creationId xmlns:a16="http://schemas.microsoft.com/office/drawing/2014/main" id="{8E385305-7C0B-4D45-BC9C-1CBFE11BD719}"/>
              </a:ext>
            </a:extLst>
          </p:cNvPr>
          <p:cNvSpPr>
            <a:spLocks noGrp="1"/>
          </p:cNvSpPr>
          <p:nvPr/>
        </p:nvSpPr>
        <p:spPr>
          <a:xfrm>
            <a:off x="2006242" y="338572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2" name="9wup_2_official_PredictedAtoms_16">
            <a:extLst>
              <a:ext uri="{FF2B5EF4-FFF2-40B4-BE49-F238E27FC236}">
                <a16:creationId xmlns:a16="http://schemas.microsoft.com/office/drawing/2014/main" id="{AF8D2C66-9D39-4B72-A14A-8CD73A122C45}"/>
              </a:ext>
            </a:extLst>
          </p:cNvPr>
          <p:cNvSpPr>
            <a:spLocks noGrp="1"/>
          </p:cNvSpPr>
          <p:nvPr/>
        </p:nvSpPr>
        <p:spPr>
          <a:xfrm>
            <a:off x="2073282" y="327598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3" name="9wup_2_official_PredictedAtoms_17">
            <a:extLst>
              <a:ext uri="{FF2B5EF4-FFF2-40B4-BE49-F238E27FC236}">
                <a16:creationId xmlns:a16="http://schemas.microsoft.com/office/drawing/2014/main" id="{FD487E94-7788-4B29-867C-6C770FCA2E8A}"/>
              </a:ext>
            </a:extLst>
          </p:cNvPr>
          <p:cNvSpPr>
            <a:spLocks noGrp="1"/>
          </p:cNvSpPr>
          <p:nvPr/>
        </p:nvSpPr>
        <p:spPr>
          <a:xfrm>
            <a:off x="2032238" y="31829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4" name="9wup_2_official_PredictedAtoms_18">
            <a:extLst>
              <a:ext uri="{FF2B5EF4-FFF2-40B4-BE49-F238E27FC236}">
                <a16:creationId xmlns:a16="http://schemas.microsoft.com/office/drawing/2014/main" id="{0392E587-306E-49B3-AE47-131FD5095718}"/>
              </a:ext>
            </a:extLst>
          </p:cNvPr>
          <p:cNvSpPr>
            <a:spLocks noGrp="1"/>
          </p:cNvSpPr>
          <p:nvPr/>
        </p:nvSpPr>
        <p:spPr>
          <a:xfrm>
            <a:off x="2113265" y="30981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5" name="9wup_2_official_PredictedAtoms_19">
            <a:extLst>
              <a:ext uri="{FF2B5EF4-FFF2-40B4-BE49-F238E27FC236}">
                <a16:creationId xmlns:a16="http://schemas.microsoft.com/office/drawing/2014/main" id="{AB100EB6-477E-4BE4-BD25-8A9308187EFF}"/>
              </a:ext>
            </a:extLst>
          </p:cNvPr>
          <p:cNvSpPr>
            <a:spLocks noGrp="1"/>
          </p:cNvSpPr>
          <p:nvPr/>
        </p:nvSpPr>
        <p:spPr>
          <a:xfrm>
            <a:off x="2213232" y="31384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6" name="9wup_2_official_PredictedAtoms_20">
            <a:extLst>
              <a:ext uri="{FF2B5EF4-FFF2-40B4-BE49-F238E27FC236}">
                <a16:creationId xmlns:a16="http://schemas.microsoft.com/office/drawing/2014/main" id="{EEE99CCA-CE5A-40A8-9802-2142FD7D7E30}"/>
              </a:ext>
            </a:extLst>
          </p:cNvPr>
          <p:cNvSpPr>
            <a:spLocks noGrp="1"/>
          </p:cNvSpPr>
          <p:nvPr/>
        </p:nvSpPr>
        <p:spPr>
          <a:xfrm>
            <a:off x="2324726" y="30875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7" name="9wup_2_official_PredictedAtoms_21">
            <a:extLst>
              <a:ext uri="{FF2B5EF4-FFF2-40B4-BE49-F238E27FC236}">
                <a16:creationId xmlns:a16="http://schemas.microsoft.com/office/drawing/2014/main" id="{F7747778-8876-400E-BBB9-5EB20206DD10}"/>
              </a:ext>
            </a:extLst>
          </p:cNvPr>
          <p:cNvSpPr>
            <a:spLocks noGrp="1"/>
          </p:cNvSpPr>
          <p:nvPr/>
        </p:nvSpPr>
        <p:spPr>
          <a:xfrm>
            <a:off x="2357678" y="29735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8" name="9wup_2_official_PredictedAtoms_22">
            <a:extLst>
              <a:ext uri="{FF2B5EF4-FFF2-40B4-BE49-F238E27FC236}">
                <a16:creationId xmlns:a16="http://schemas.microsoft.com/office/drawing/2014/main" id="{754DC8D3-8F24-469B-A2B0-AA5E80FA48BF}"/>
              </a:ext>
            </a:extLst>
          </p:cNvPr>
          <p:cNvSpPr>
            <a:spLocks noGrp="1"/>
          </p:cNvSpPr>
          <p:nvPr/>
        </p:nvSpPr>
        <p:spPr>
          <a:xfrm>
            <a:off x="2406987" y="315806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09" name="9wup_2_official_PredictedAtoms_23">
            <a:extLst>
              <a:ext uri="{FF2B5EF4-FFF2-40B4-BE49-F238E27FC236}">
                <a16:creationId xmlns:a16="http://schemas.microsoft.com/office/drawing/2014/main" id="{7A179792-CCE3-4110-B4E2-FB017B987FAC}"/>
              </a:ext>
            </a:extLst>
          </p:cNvPr>
          <p:cNvSpPr>
            <a:spLocks noGrp="1"/>
          </p:cNvSpPr>
          <p:nvPr/>
        </p:nvSpPr>
        <p:spPr>
          <a:xfrm>
            <a:off x="2372389" y="32663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0" name="9wup_2_official_PredictedAtoms_24">
            <a:extLst>
              <a:ext uri="{FF2B5EF4-FFF2-40B4-BE49-F238E27FC236}">
                <a16:creationId xmlns:a16="http://schemas.microsoft.com/office/drawing/2014/main" id="{59A2B2BD-8A55-4C76-AA05-AA90BC1B4EFB}"/>
              </a:ext>
            </a:extLst>
          </p:cNvPr>
          <p:cNvSpPr>
            <a:spLocks noGrp="1"/>
          </p:cNvSpPr>
          <p:nvPr/>
        </p:nvSpPr>
        <p:spPr>
          <a:xfrm>
            <a:off x="2268713" y="33145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1" name="9wup_2_official_PredictedAtoms_25">
            <a:extLst>
              <a:ext uri="{FF2B5EF4-FFF2-40B4-BE49-F238E27FC236}">
                <a16:creationId xmlns:a16="http://schemas.microsoft.com/office/drawing/2014/main" id="{FCDAC291-A924-467E-A0F2-EB4B7BC8A7C6}"/>
              </a:ext>
            </a:extLst>
          </p:cNvPr>
          <p:cNvSpPr>
            <a:spLocks noGrp="1"/>
          </p:cNvSpPr>
          <p:nvPr/>
        </p:nvSpPr>
        <p:spPr>
          <a:xfrm>
            <a:off x="2187417" y="32512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2" name="9wup_2_official_PredictedAtoms_26">
            <a:extLst>
              <a:ext uri="{FF2B5EF4-FFF2-40B4-BE49-F238E27FC236}">
                <a16:creationId xmlns:a16="http://schemas.microsoft.com/office/drawing/2014/main" id="{A7C2676F-8F7C-4988-A386-EB3D466C1964}"/>
              </a:ext>
            </a:extLst>
          </p:cNvPr>
          <p:cNvSpPr>
            <a:spLocks noGrp="1"/>
          </p:cNvSpPr>
          <p:nvPr/>
        </p:nvSpPr>
        <p:spPr>
          <a:xfrm>
            <a:off x="1888505" y="34001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3" name="9wup_2_official_PredictedAtoms_27">
            <a:extLst>
              <a:ext uri="{FF2B5EF4-FFF2-40B4-BE49-F238E27FC236}">
                <a16:creationId xmlns:a16="http://schemas.microsoft.com/office/drawing/2014/main" id="{67FE3AF8-977C-4AD0-8214-01406E5FD84E}"/>
              </a:ext>
            </a:extLst>
          </p:cNvPr>
          <p:cNvSpPr>
            <a:spLocks noGrp="1"/>
          </p:cNvSpPr>
          <p:nvPr/>
        </p:nvSpPr>
        <p:spPr>
          <a:xfrm>
            <a:off x="1892573" y="34822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4" name="9wup_2_official_PredictedAtoms_28">
            <a:extLst>
              <a:ext uri="{FF2B5EF4-FFF2-40B4-BE49-F238E27FC236}">
                <a16:creationId xmlns:a16="http://schemas.microsoft.com/office/drawing/2014/main" id="{5613E724-0F4D-43B9-A74E-129516EECEBC}"/>
              </a:ext>
            </a:extLst>
          </p:cNvPr>
          <p:cNvSpPr>
            <a:spLocks noGrp="1"/>
          </p:cNvSpPr>
          <p:nvPr/>
        </p:nvSpPr>
        <p:spPr>
          <a:xfrm>
            <a:off x="1804896" y="344403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5" name="9wup_2_official_PredictedAtoms_29">
            <a:extLst>
              <a:ext uri="{FF2B5EF4-FFF2-40B4-BE49-F238E27FC236}">
                <a16:creationId xmlns:a16="http://schemas.microsoft.com/office/drawing/2014/main" id="{689B7EA4-8405-445C-BA91-BC9300E3DCC4}"/>
              </a:ext>
            </a:extLst>
          </p:cNvPr>
          <p:cNvSpPr>
            <a:spLocks noGrp="1"/>
          </p:cNvSpPr>
          <p:nvPr/>
        </p:nvSpPr>
        <p:spPr>
          <a:xfrm>
            <a:off x="1722088" y="35337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6" name="9wup_2_official_PredictedAtoms_30">
            <a:extLst>
              <a:ext uri="{FF2B5EF4-FFF2-40B4-BE49-F238E27FC236}">
                <a16:creationId xmlns:a16="http://schemas.microsoft.com/office/drawing/2014/main" id="{33986C75-FBEC-4152-995F-8189A95138C7}"/>
              </a:ext>
            </a:extLst>
          </p:cNvPr>
          <p:cNvSpPr>
            <a:spLocks noGrp="1"/>
          </p:cNvSpPr>
          <p:nvPr/>
        </p:nvSpPr>
        <p:spPr>
          <a:xfrm>
            <a:off x="1389196" y="33318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7" name="9wup_2_official_PredictedAtoms_31">
            <a:extLst>
              <a:ext uri="{FF2B5EF4-FFF2-40B4-BE49-F238E27FC236}">
                <a16:creationId xmlns:a16="http://schemas.microsoft.com/office/drawing/2014/main" id="{27877B82-C811-42C8-A118-B8BF88253626}"/>
              </a:ext>
            </a:extLst>
          </p:cNvPr>
          <p:cNvSpPr>
            <a:spLocks noGrp="1"/>
          </p:cNvSpPr>
          <p:nvPr/>
        </p:nvSpPr>
        <p:spPr>
          <a:xfrm>
            <a:off x="1471237" y="33595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8" name="9wup_2_official_PredictedAtoms_32">
            <a:extLst>
              <a:ext uri="{FF2B5EF4-FFF2-40B4-BE49-F238E27FC236}">
                <a16:creationId xmlns:a16="http://schemas.microsoft.com/office/drawing/2014/main" id="{11D42310-E2DD-406B-9377-392998708D9E}"/>
              </a:ext>
            </a:extLst>
          </p:cNvPr>
          <p:cNvSpPr>
            <a:spLocks noGrp="1"/>
          </p:cNvSpPr>
          <p:nvPr/>
        </p:nvSpPr>
        <p:spPr>
          <a:xfrm>
            <a:off x="1276705" y="34018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19" name="9wup_2_official_PredictedAtoms_33">
            <a:extLst>
              <a:ext uri="{FF2B5EF4-FFF2-40B4-BE49-F238E27FC236}">
                <a16:creationId xmlns:a16="http://schemas.microsoft.com/office/drawing/2014/main" id="{374714F6-17B5-42F9-A20B-5C4A1A60D47E}"/>
              </a:ext>
            </a:extLst>
          </p:cNvPr>
          <p:cNvSpPr>
            <a:spLocks noGrp="1"/>
          </p:cNvSpPr>
          <p:nvPr/>
        </p:nvSpPr>
        <p:spPr>
          <a:xfrm>
            <a:off x="1296568" y="351241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0" name="9wup_2_official_PredictedAtoms_34">
            <a:extLst>
              <a:ext uri="{FF2B5EF4-FFF2-40B4-BE49-F238E27FC236}">
                <a16:creationId xmlns:a16="http://schemas.microsoft.com/office/drawing/2014/main" id="{0D416883-3889-4EDC-886C-499AC2DA0CFE}"/>
              </a:ext>
            </a:extLst>
          </p:cNvPr>
          <p:cNvSpPr>
            <a:spLocks noGrp="1"/>
          </p:cNvSpPr>
          <p:nvPr/>
        </p:nvSpPr>
        <p:spPr>
          <a:xfrm>
            <a:off x="1230398" y="34338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1" name="9wup_2_official_PredictedAtoms_35">
            <a:extLst>
              <a:ext uri="{FF2B5EF4-FFF2-40B4-BE49-F238E27FC236}">
                <a16:creationId xmlns:a16="http://schemas.microsoft.com/office/drawing/2014/main" id="{D8DF05C0-EBE0-4E34-B949-EF449209DB74}"/>
              </a:ext>
            </a:extLst>
          </p:cNvPr>
          <p:cNvSpPr>
            <a:spLocks noGrp="1"/>
          </p:cNvSpPr>
          <p:nvPr/>
        </p:nvSpPr>
        <p:spPr>
          <a:xfrm>
            <a:off x="1104902" y="342880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2" name="9wup_2_official_PredictedAtoms_36">
            <a:extLst>
              <a:ext uri="{FF2B5EF4-FFF2-40B4-BE49-F238E27FC236}">
                <a16:creationId xmlns:a16="http://schemas.microsoft.com/office/drawing/2014/main" id="{5DE0BF5F-8645-4523-9B5B-026A839BF23C}"/>
              </a:ext>
            </a:extLst>
          </p:cNvPr>
          <p:cNvSpPr>
            <a:spLocks noGrp="1"/>
          </p:cNvSpPr>
          <p:nvPr/>
        </p:nvSpPr>
        <p:spPr>
          <a:xfrm>
            <a:off x="1038692" y="35267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3" name="9wup_2_official_PredictedAtoms_37">
            <a:extLst>
              <a:ext uri="{FF2B5EF4-FFF2-40B4-BE49-F238E27FC236}">
                <a16:creationId xmlns:a16="http://schemas.microsoft.com/office/drawing/2014/main" id="{9E5549AF-3468-44FC-9FF0-C50BAB689395}"/>
              </a:ext>
            </a:extLst>
          </p:cNvPr>
          <p:cNvSpPr>
            <a:spLocks noGrp="1"/>
          </p:cNvSpPr>
          <p:nvPr/>
        </p:nvSpPr>
        <p:spPr>
          <a:xfrm>
            <a:off x="1081015" y="36335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4" name="9wup_2_official_PredictedAtoms_38">
            <a:extLst>
              <a:ext uri="{FF2B5EF4-FFF2-40B4-BE49-F238E27FC236}">
                <a16:creationId xmlns:a16="http://schemas.microsoft.com/office/drawing/2014/main" id="{E6853DBD-A036-4322-9B7C-789D0CC07805}"/>
              </a:ext>
            </a:extLst>
          </p:cNvPr>
          <p:cNvSpPr>
            <a:spLocks noGrp="1"/>
          </p:cNvSpPr>
          <p:nvPr/>
        </p:nvSpPr>
        <p:spPr>
          <a:xfrm>
            <a:off x="1015275" y="37330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5" name="9wup_2_official_PredictedAtoms_39">
            <a:extLst>
              <a:ext uri="{FF2B5EF4-FFF2-40B4-BE49-F238E27FC236}">
                <a16:creationId xmlns:a16="http://schemas.microsoft.com/office/drawing/2014/main" id="{BE9D68EB-0389-4B5B-A218-4E1E345D4726}"/>
              </a:ext>
            </a:extLst>
          </p:cNvPr>
          <p:cNvSpPr>
            <a:spLocks noGrp="1"/>
          </p:cNvSpPr>
          <p:nvPr/>
        </p:nvSpPr>
        <p:spPr>
          <a:xfrm>
            <a:off x="1053113" y="38298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6" name="9wup_2_official_PredictedAtoms_40">
            <a:extLst>
              <a:ext uri="{FF2B5EF4-FFF2-40B4-BE49-F238E27FC236}">
                <a16:creationId xmlns:a16="http://schemas.microsoft.com/office/drawing/2014/main" id="{AB7E6442-5E70-48DB-92A3-95BA3F2D06DF}"/>
              </a:ext>
            </a:extLst>
          </p:cNvPr>
          <p:cNvSpPr>
            <a:spLocks noGrp="1"/>
          </p:cNvSpPr>
          <p:nvPr/>
        </p:nvSpPr>
        <p:spPr>
          <a:xfrm>
            <a:off x="902127" y="37291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7" name="9wup_2_official_PredictedAtoms_41">
            <a:extLst>
              <a:ext uri="{FF2B5EF4-FFF2-40B4-BE49-F238E27FC236}">
                <a16:creationId xmlns:a16="http://schemas.microsoft.com/office/drawing/2014/main" id="{EE067927-D59E-41DF-80A2-4F741BE628EA}"/>
              </a:ext>
            </a:extLst>
          </p:cNvPr>
          <p:cNvSpPr>
            <a:spLocks noGrp="1"/>
          </p:cNvSpPr>
          <p:nvPr/>
        </p:nvSpPr>
        <p:spPr>
          <a:xfrm>
            <a:off x="850605" y="362362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8" name="9wup_2_official_PredictedAtoms_42">
            <a:extLst>
              <a:ext uri="{FF2B5EF4-FFF2-40B4-BE49-F238E27FC236}">
                <a16:creationId xmlns:a16="http://schemas.microsoft.com/office/drawing/2014/main" id="{21B5BCDC-EE50-4085-B40D-F0C2E3255CE8}"/>
              </a:ext>
            </a:extLst>
          </p:cNvPr>
          <p:cNvSpPr>
            <a:spLocks noGrp="1"/>
          </p:cNvSpPr>
          <p:nvPr/>
        </p:nvSpPr>
        <p:spPr>
          <a:xfrm>
            <a:off x="746572" y="36226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29" name="9wup_2_official_PredictedAtoms_43">
            <a:extLst>
              <a:ext uri="{FF2B5EF4-FFF2-40B4-BE49-F238E27FC236}">
                <a16:creationId xmlns:a16="http://schemas.microsoft.com/office/drawing/2014/main" id="{5819C58D-8FCB-4592-AA7A-A9BB24C5E467}"/>
              </a:ext>
            </a:extLst>
          </p:cNvPr>
          <p:cNvSpPr>
            <a:spLocks noGrp="1"/>
          </p:cNvSpPr>
          <p:nvPr/>
        </p:nvSpPr>
        <p:spPr>
          <a:xfrm>
            <a:off x="920947" y="35197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0" name="9wup_2_official_PredictedAtoms_44">
            <a:extLst>
              <a:ext uri="{FF2B5EF4-FFF2-40B4-BE49-F238E27FC236}">
                <a16:creationId xmlns:a16="http://schemas.microsoft.com/office/drawing/2014/main" id="{DF28DF42-E861-4A4B-9C7E-EAE4D5EF3BC6}"/>
              </a:ext>
            </a:extLst>
          </p:cNvPr>
          <p:cNvSpPr>
            <a:spLocks noGrp="1"/>
          </p:cNvSpPr>
          <p:nvPr/>
        </p:nvSpPr>
        <p:spPr>
          <a:xfrm>
            <a:off x="870586" y="34126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1" name="9wup_2_official_PredictedAtoms_45">
            <a:extLst>
              <a:ext uri="{FF2B5EF4-FFF2-40B4-BE49-F238E27FC236}">
                <a16:creationId xmlns:a16="http://schemas.microsoft.com/office/drawing/2014/main" id="{2783A667-E629-49E4-993D-21323B083C31}"/>
              </a:ext>
            </a:extLst>
          </p:cNvPr>
          <p:cNvSpPr>
            <a:spLocks noGrp="1"/>
          </p:cNvSpPr>
          <p:nvPr/>
        </p:nvSpPr>
        <p:spPr>
          <a:xfrm>
            <a:off x="932904" y="331480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2" name="9wup_2_official_PredictedAtoms_46">
            <a:extLst>
              <a:ext uri="{FF2B5EF4-FFF2-40B4-BE49-F238E27FC236}">
                <a16:creationId xmlns:a16="http://schemas.microsoft.com/office/drawing/2014/main" id="{E535B0C3-3212-417A-B271-E7A1C5F749AE}"/>
              </a:ext>
            </a:extLst>
          </p:cNvPr>
          <p:cNvSpPr>
            <a:spLocks noGrp="1"/>
          </p:cNvSpPr>
          <p:nvPr/>
        </p:nvSpPr>
        <p:spPr>
          <a:xfrm>
            <a:off x="879725" y="32058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3" name="9wup_2_official_PredictedAtoms_47">
            <a:extLst>
              <a:ext uri="{FF2B5EF4-FFF2-40B4-BE49-F238E27FC236}">
                <a16:creationId xmlns:a16="http://schemas.microsoft.com/office/drawing/2014/main" id="{416E9DBE-B15E-4615-8EA7-2FE65FECDA57}"/>
              </a:ext>
            </a:extLst>
          </p:cNvPr>
          <p:cNvSpPr>
            <a:spLocks noGrp="1"/>
          </p:cNvSpPr>
          <p:nvPr/>
        </p:nvSpPr>
        <p:spPr>
          <a:xfrm>
            <a:off x="940311" y="30999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4" name="9wup_2_official_PredictedAtoms_48">
            <a:extLst>
              <a:ext uri="{FF2B5EF4-FFF2-40B4-BE49-F238E27FC236}">
                <a16:creationId xmlns:a16="http://schemas.microsoft.com/office/drawing/2014/main" id="{43E742E5-0210-4D78-BC12-FA2DDE985AD3}"/>
              </a:ext>
            </a:extLst>
          </p:cNvPr>
          <p:cNvSpPr>
            <a:spLocks noGrp="1"/>
          </p:cNvSpPr>
          <p:nvPr/>
        </p:nvSpPr>
        <p:spPr>
          <a:xfrm>
            <a:off x="873885" y="29869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5" name="9wup_2_official_PredictedAtoms_49">
            <a:extLst>
              <a:ext uri="{FF2B5EF4-FFF2-40B4-BE49-F238E27FC236}">
                <a16:creationId xmlns:a16="http://schemas.microsoft.com/office/drawing/2014/main" id="{AFA6EB7A-1B0D-4598-9106-25BED869B5AA}"/>
              </a:ext>
            </a:extLst>
          </p:cNvPr>
          <p:cNvSpPr>
            <a:spLocks noGrp="1"/>
          </p:cNvSpPr>
          <p:nvPr/>
        </p:nvSpPr>
        <p:spPr>
          <a:xfrm>
            <a:off x="1062213" y="31037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6" name="9wup_2_official_PredictedAtoms_50">
            <a:extLst>
              <a:ext uri="{FF2B5EF4-FFF2-40B4-BE49-F238E27FC236}">
                <a16:creationId xmlns:a16="http://schemas.microsoft.com/office/drawing/2014/main" id="{C5175B5F-9F85-4AF3-9619-C1B5B55BD871}"/>
              </a:ext>
            </a:extLst>
          </p:cNvPr>
          <p:cNvSpPr>
            <a:spLocks noGrp="1"/>
          </p:cNvSpPr>
          <p:nvPr/>
        </p:nvSpPr>
        <p:spPr>
          <a:xfrm>
            <a:off x="1126175" y="29935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7" name="9wup_2_official_PredictedAtoms_51">
            <a:extLst>
              <a:ext uri="{FF2B5EF4-FFF2-40B4-BE49-F238E27FC236}">
                <a16:creationId xmlns:a16="http://schemas.microsoft.com/office/drawing/2014/main" id="{CF6FD1E3-89EA-4A81-9CAF-8861853E6DFD}"/>
              </a:ext>
            </a:extLst>
          </p:cNvPr>
          <p:cNvSpPr>
            <a:spLocks noGrp="1"/>
          </p:cNvSpPr>
          <p:nvPr/>
        </p:nvSpPr>
        <p:spPr>
          <a:xfrm>
            <a:off x="1114009" y="321386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8" name="9wup_2_official_PredictedAtoms_52">
            <a:extLst>
              <a:ext uri="{FF2B5EF4-FFF2-40B4-BE49-F238E27FC236}">
                <a16:creationId xmlns:a16="http://schemas.microsoft.com/office/drawing/2014/main" id="{AAFC175D-17E0-46A0-ACE4-74AB571FEF4A}"/>
              </a:ext>
            </a:extLst>
          </p:cNvPr>
          <p:cNvSpPr>
            <a:spLocks noGrp="1"/>
          </p:cNvSpPr>
          <p:nvPr/>
        </p:nvSpPr>
        <p:spPr>
          <a:xfrm>
            <a:off x="1054224" y="33208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539" name="stage3-cases-clash_16">
            <a:extLst>
              <a:ext uri="{FF2B5EF4-FFF2-40B4-BE49-F238E27FC236}">
                <a16:creationId xmlns:a16="http://schemas.microsoft.com/office/drawing/2014/main" id="{2507A2B0-C060-4F29-94E9-F39E3EBE659A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3.83 Å   D 66%   Clash 0</a:t>
            </a:r>
          </a:p>
        </p:txBody>
      </p:sp>
      <p:sp>
        <p:nvSpPr>
          <p:cNvPr id="540" name="9wup_2_tuned_Receptor">
            <a:extLst>
              <a:ext uri="{FF2B5EF4-FFF2-40B4-BE49-F238E27FC236}">
                <a16:creationId xmlns:a16="http://schemas.microsoft.com/office/drawing/2014/main" id="{D1E35586-333D-40BD-8C32-76F67481C00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41" name="9wup_2_tuned_ExperimentalDensity">
            <a:extLst>
              <a:ext uri="{FF2B5EF4-FFF2-40B4-BE49-F238E27FC236}">
                <a16:creationId xmlns:a16="http://schemas.microsoft.com/office/drawing/2014/main" id="{E95D3605-9453-4E71-A1D1-72A9CB95FF4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42" name="9wup_2_tuned_ReferenceLigand_0">
            <a:extLst>
              <a:ext uri="{FF2B5EF4-FFF2-40B4-BE49-F238E27FC236}">
                <a16:creationId xmlns:a16="http://schemas.microsoft.com/office/drawing/2014/main" id="{B11F6794-CDD3-4B08-BA7B-E00C06B43C0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3" name="9wup_2_tuned_ReferenceLigand_1">
            <a:extLst>
              <a:ext uri="{FF2B5EF4-FFF2-40B4-BE49-F238E27FC236}">
                <a16:creationId xmlns:a16="http://schemas.microsoft.com/office/drawing/2014/main" id="{0FC7DC92-484E-46FC-9683-49C1244D501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wup_2_tuned_ReferenceLigand_2">
            <a:extLst>
              <a:ext uri="{FF2B5EF4-FFF2-40B4-BE49-F238E27FC236}">
                <a16:creationId xmlns:a16="http://schemas.microsoft.com/office/drawing/2014/main" id="{0289E551-45DD-4C4E-9656-9E6AE1DEEAE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wup_2_tuned_ReferenceLigand_3">
            <a:extLst>
              <a:ext uri="{FF2B5EF4-FFF2-40B4-BE49-F238E27FC236}">
                <a16:creationId xmlns:a16="http://schemas.microsoft.com/office/drawing/2014/main" id="{8FCB6843-E7BF-4914-9DEA-2E45B8F340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wup_2_tuned_ReferenceLigand_4">
            <a:extLst>
              <a:ext uri="{FF2B5EF4-FFF2-40B4-BE49-F238E27FC236}">
                <a16:creationId xmlns:a16="http://schemas.microsoft.com/office/drawing/2014/main" id="{8A1CABAF-FDEA-4D9A-8747-499F326A4EB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wup_2_tuned_ReferenceLigand_5">
            <a:extLst>
              <a:ext uri="{FF2B5EF4-FFF2-40B4-BE49-F238E27FC236}">
                <a16:creationId xmlns:a16="http://schemas.microsoft.com/office/drawing/2014/main" id="{E2E0506C-C9F1-4294-8D46-E9E537445BF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wup_2_tuned_ReferenceLigand_6">
            <a:extLst>
              <a:ext uri="{FF2B5EF4-FFF2-40B4-BE49-F238E27FC236}">
                <a16:creationId xmlns:a16="http://schemas.microsoft.com/office/drawing/2014/main" id="{ECA48F8C-FAFB-4158-92C6-F7292A80003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wup_2_tuned_ReferenceLigand_7">
            <a:extLst>
              <a:ext uri="{FF2B5EF4-FFF2-40B4-BE49-F238E27FC236}">
                <a16:creationId xmlns:a16="http://schemas.microsoft.com/office/drawing/2014/main" id="{653B5899-3ADF-4B63-821D-901EE83946F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wup_2_tuned_ReferenceLigand_8">
            <a:extLst>
              <a:ext uri="{FF2B5EF4-FFF2-40B4-BE49-F238E27FC236}">
                <a16:creationId xmlns:a16="http://schemas.microsoft.com/office/drawing/2014/main" id="{8B352B79-58E7-424E-9E20-5FD4772E611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wup_2_tuned_ReferenceLigand_9">
            <a:extLst>
              <a:ext uri="{FF2B5EF4-FFF2-40B4-BE49-F238E27FC236}">
                <a16:creationId xmlns:a16="http://schemas.microsoft.com/office/drawing/2014/main" id="{7EC718D2-E3F6-43E0-A72B-A22FA8B0B6E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wup_2_tuned_ReferenceLigand_10">
            <a:extLst>
              <a:ext uri="{FF2B5EF4-FFF2-40B4-BE49-F238E27FC236}">
                <a16:creationId xmlns:a16="http://schemas.microsoft.com/office/drawing/2014/main" id="{1A95ECAF-BE98-440E-AE37-1800FDFA323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wup_2_tuned_ReferenceLigand_11">
            <a:extLst>
              <a:ext uri="{FF2B5EF4-FFF2-40B4-BE49-F238E27FC236}">
                <a16:creationId xmlns:a16="http://schemas.microsoft.com/office/drawing/2014/main" id="{EBCDD6E7-9334-43DF-AFA0-DB26AA8A590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wup_2_tuned_ReferenceLigand_12">
            <a:extLst>
              <a:ext uri="{FF2B5EF4-FFF2-40B4-BE49-F238E27FC236}">
                <a16:creationId xmlns:a16="http://schemas.microsoft.com/office/drawing/2014/main" id="{F6AFAB9E-F58F-4A9A-B244-0930AA752C9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wup_2_tuned_ReferenceLigand_13">
            <a:extLst>
              <a:ext uri="{FF2B5EF4-FFF2-40B4-BE49-F238E27FC236}">
                <a16:creationId xmlns:a16="http://schemas.microsoft.com/office/drawing/2014/main" id="{0AC772F6-A45C-4E0D-9948-A75130C04C1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wup_2_tuned_ReferenceLigand_14">
            <a:extLst>
              <a:ext uri="{FF2B5EF4-FFF2-40B4-BE49-F238E27FC236}">
                <a16:creationId xmlns:a16="http://schemas.microsoft.com/office/drawing/2014/main" id="{52AB2482-8961-475B-A23B-D1A14DD8784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wup_2_tuned_ReferenceLigand_15">
            <a:extLst>
              <a:ext uri="{FF2B5EF4-FFF2-40B4-BE49-F238E27FC236}">
                <a16:creationId xmlns:a16="http://schemas.microsoft.com/office/drawing/2014/main" id="{81D4CC45-42F1-4426-AE8F-2239DDEBFA5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wup_2_tuned_ReferenceLigand_16">
            <a:extLst>
              <a:ext uri="{FF2B5EF4-FFF2-40B4-BE49-F238E27FC236}">
                <a16:creationId xmlns:a16="http://schemas.microsoft.com/office/drawing/2014/main" id="{B3F8BB3F-16C2-41E4-9BBB-B35E87B2D96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wup_2_tuned_ReferenceLigand_17">
            <a:extLst>
              <a:ext uri="{FF2B5EF4-FFF2-40B4-BE49-F238E27FC236}">
                <a16:creationId xmlns:a16="http://schemas.microsoft.com/office/drawing/2014/main" id="{82A15966-1BF7-4402-9F05-F8A233098AD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wup_2_tuned_ReferenceLigand_18">
            <a:extLst>
              <a:ext uri="{FF2B5EF4-FFF2-40B4-BE49-F238E27FC236}">
                <a16:creationId xmlns:a16="http://schemas.microsoft.com/office/drawing/2014/main" id="{6F15BF4F-0DA3-4344-B8B8-F42BFB225B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wup_2_tuned_ReferenceLigand_19">
            <a:extLst>
              <a:ext uri="{FF2B5EF4-FFF2-40B4-BE49-F238E27FC236}">
                <a16:creationId xmlns:a16="http://schemas.microsoft.com/office/drawing/2014/main" id="{4B87CB19-66BC-4D62-82CB-E00B834792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wup_2_tuned_ReferenceLigand_20">
            <a:extLst>
              <a:ext uri="{FF2B5EF4-FFF2-40B4-BE49-F238E27FC236}">
                <a16:creationId xmlns:a16="http://schemas.microsoft.com/office/drawing/2014/main" id="{97469B20-8E6B-439F-8261-C3EE30BFB16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wup_2_tuned_ReferenceLigand_21">
            <a:extLst>
              <a:ext uri="{FF2B5EF4-FFF2-40B4-BE49-F238E27FC236}">
                <a16:creationId xmlns:a16="http://schemas.microsoft.com/office/drawing/2014/main" id="{F3052528-0BCA-4898-8595-9F3D74348E3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wup_2_tuned_ReferenceLigand_22">
            <a:extLst>
              <a:ext uri="{FF2B5EF4-FFF2-40B4-BE49-F238E27FC236}">
                <a16:creationId xmlns:a16="http://schemas.microsoft.com/office/drawing/2014/main" id="{71F416D8-A40D-42A4-80BA-6E71197784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wup_2_tuned_ReferenceLigand_23">
            <a:extLst>
              <a:ext uri="{FF2B5EF4-FFF2-40B4-BE49-F238E27FC236}">
                <a16:creationId xmlns:a16="http://schemas.microsoft.com/office/drawing/2014/main" id="{98C5D378-0D03-4497-8A95-D6853C339A7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wup_2_tuned_ReferenceLigand_24">
            <a:extLst>
              <a:ext uri="{FF2B5EF4-FFF2-40B4-BE49-F238E27FC236}">
                <a16:creationId xmlns:a16="http://schemas.microsoft.com/office/drawing/2014/main" id="{E859B255-03C5-45CC-B42F-3E25DE9465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wup_2_tuned_ReferenceLigand_25">
            <a:extLst>
              <a:ext uri="{FF2B5EF4-FFF2-40B4-BE49-F238E27FC236}">
                <a16:creationId xmlns:a16="http://schemas.microsoft.com/office/drawing/2014/main" id="{F0C8D4BE-9DBC-451C-BB10-09058C6C287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wup_2_tuned_ReferenceLigand_26">
            <a:extLst>
              <a:ext uri="{FF2B5EF4-FFF2-40B4-BE49-F238E27FC236}">
                <a16:creationId xmlns:a16="http://schemas.microsoft.com/office/drawing/2014/main" id="{06E128AD-3D02-4FAD-8C0A-9F66AC01C0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wup_2_tuned_ReferenceLigand_27">
            <a:extLst>
              <a:ext uri="{FF2B5EF4-FFF2-40B4-BE49-F238E27FC236}">
                <a16:creationId xmlns:a16="http://schemas.microsoft.com/office/drawing/2014/main" id="{B9FDC28B-4439-4428-922F-DC34A5A729B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wup_2_tuned_ReferenceLigand_28">
            <a:extLst>
              <a:ext uri="{FF2B5EF4-FFF2-40B4-BE49-F238E27FC236}">
                <a16:creationId xmlns:a16="http://schemas.microsoft.com/office/drawing/2014/main" id="{6C21C12A-DB7C-418B-9A8F-2B7B7A7D2B6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wup_2_tuned_ReferenceLigand_29">
            <a:extLst>
              <a:ext uri="{FF2B5EF4-FFF2-40B4-BE49-F238E27FC236}">
                <a16:creationId xmlns:a16="http://schemas.microsoft.com/office/drawing/2014/main" id="{F03CECD3-766F-4484-A3B5-20B3A917A31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wup_2_tuned_ReferenceLigand_30">
            <a:extLst>
              <a:ext uri="{FF2B5EF4-FFF2-40B4-BE49-F238E27FC236}">
                <a16:creationId xmlns:a16="http://schemas.microsoft.com/office/drawing/2014/main" id="{02879759-9999-4C98-8FB6-C0D5503A25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wup_2_tuned_ReferenceLigand_31">
            <a:extLst>
              <a:ext uri="{FF2B5EF4-FFF2-40B4-BE49-F238E27FC236}">
                <a16:creationId xmlns:a16="http://schemas.microsoft.com/office/drawing/2014/main" id="{2F33E0DD-FE13-4C45-9F7F-E260CCFBC92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4" name="9wup_2_tuned_ReferenceLigand_32">
            <a:extLst>
              <a:ext uri="{FF2B5EF4-FFF2-40B4-BE49-F238E27FC236}">
                <a16:creationId xmlns:a16="http://schemas.microsoft.com/office/drawing/2014/main" id="{D33FBB37-360D-4C52-BE4D-045E78A7A04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5" name="9wup_2_tuned_ReferenceLigand_33">
            <a:extLst>
              <a:ext uri="{FF2B5EF4-FFF2-40B4-BE49-F238E27FC236}">
                <a16:creationId xmlns:a16="http://schemas.microsoft.com/office/drawing/2014/main" id="{EC74AB88-4135-466A-817E-3843AAC2CDB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6" name="9wup_2_tuned_ReferenceLigand_34">
            <a:extLst>
              <a:ext uri="{FF2B5EF4-FFF2-40B4-BE49-F238E27FC236}">
                <a16:creationId xmlns:a16="http://schemas.microsoft.com/office/drawing/2014/main" id="{845F913B-C936-4A92-BD90-F64F5B8ACFE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7" name="9wup_2_tuned_ReferenceLigand_35">
            <a:extLst>
              <a:ext uri="{FF2B5EF4-FFF2-40B4-BE49-F238E27FC236}">
                <a16:creationId xmlns:a16="http://schemas.microsoft.com/office/drawing/2014/main" id="{1795B99D-D838-4926-8DDC-9B84B096DEA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8" name="9wup_2_tuned_ReferenceLigand_36">
            <a:extLst>
              <a:ext uri="{FF2B5EF4-FFF2-40B4-BE49-F238E27FC236}">
                <a16:creationId xmlns:a16="http://schemas.microsoft.com/office/drawing/2014/main" id="{EC138188-9807-4D3C-8757-CEEA3BD66CF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9" name="9wup_2_tuned_ReferenceLigand_37">
            <a:extLst>
              <a:ext uri="{FF2B5EF4-FFF2-40B4-BE49-F238E27FC236}">
                <a16:creationId xmlns:a16="http://schemas.microsoft.com/office/drawing/2014/main" id="{E387B9EA-6598-4922-A1C1-3275411E26E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0" name="9wup_2_tuned_ReferenceLigand_38">
            <a:extLst>
              <a:ext uri="{FF2B5EF4-FFF2-40B4-BE49-F238E27FC236}">
                <a16:creationId xmlns:a16="http://schemas.microsoft.com/office/drawing/2014/main" id="{992A5057-592A-443F-B812-88D48C73BB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1" name="9wup_2_tuned_ReferenceLigand_39">
            <a:extLst>
              <a:ext uri="{FF2B5EF4-FFF2-40B4-BE49-F238E27FC236}">
                <a16:creationId xmlns:a16="http://schemas.microsoft.com/office/drawing/2014/main" id="{BBCDEBD3-EB3E-41C4-9E7C-DDA0A4BDD59A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2" name="9wup_2_tuned_ReferenceLigand_40">
            <a:extLst>
              <a:ext uri="{FF2B5EF4-FFF2-40B4-BE49-F238E27FC236}">
                <a16:creationId xmlns:a16="http://schemas.microsoft.com/office/drawing/2014/main" id="{1C2B61E5-1FC9-460F-9ED0-2ABA54B9CC2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3" name="9wup_2_tuned_ReferenceLigand_41">
            <a:extLst>
              <a:ext uri="{FF2B5EF4-FFF2-40B4-BE49-F238E27FC236}">
                <a16:creationId xmlns:a16="http://schemas.microsoft.com/office/drawing/2014/main" id="{D98F0605-AF19-4DC4-B238-02F2ED53817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4" name="9wup_2_tuned_ReferenceLigand_42">
            <a:extLst>
              <a:ext uri="{FF2B5EF4-FFF2-40B4-BE49-F238E27FC236}">
                <a16:creationId xmlns:a16="http://schemas.microsoft.com/office/drawing/2014/main" id="{EDC5E122-3822-4B7F-B800-030D7D48848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5" name="9wup_2_tuned_ReferenceLigand_43">
            <a:extLst>
              <a:ext uri="{FF2B5EF4-FFF2-40B4-BE49-F238E27FC236}">
                <a16:creationId xmlns:a16="http://schemas.microsoft.com/office/drawing/2014/main" id="{08494BB3-D995-47F5-B7F3-5A4123D731C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6" name="9wup_2_tuned_ReferenceLigand_44">
            <a:extLst>
              <a:ext uri="{FF2B5EF4-FFF2-40B4-BE49-F238E27FC236}">
                <a16:creationId xmlns:a16="http://schemas.microsoft.com/office/drawing/2014/main" id="{6DC27913-C9AB-4D92-9EC8-BDD1BD46E07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7" name="9wup_2_tuned_ReferenceLigand_45">
            <a:extLst>
              <a:ext uri="{FF2B5EF4-FFF2-40B4-BE49-F238E27FC236}">
                <a16:creationId xmlns:a16="http://schemas.microsoft.com/office/drawing/2014/main" id="{06F3DDFA-F67A-4723-A37C-B29C0A99A30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8" name="9wup_2_tuned_ReferenceLigand_46">
            <a:extLst>
              <a:ext uri="{FF2B5EF4-FFF2-40B4-BE49-F238E27FC236}">
                <a16:creationId xmlns:a16="http://schemas.microsoft.com/office/drawing/2014/main" id="{9EFA883F-9178-4B74-A216-FFF53C5ECF2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89" name="9wup_2_tuned_ReferenceLigand_47">
            <a:extLst>
              <a:ext uri="{FF2B5EF4-FFF2-40B4-BE49-F238E27FC236}">
                <a16:creationId xmlns:a16="http://schemas.microsoft.com/office/drawing/2014/main" id="{650B34A4-F79E-46BF-9A69-CE39ADEBA7F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0" name="9wup_2_tuned_ReferenceLigand_48">
            <a:extLst>
              <a:ext uri="{FF2B5EF4-FFF2-40B4-BE49-F238E27FC236}">
                <a16:creationId xmlns:a16="http://schemas.microsoft.com/office/drawing/2014/main" id="{4F77E537-CEB5-4CFF-8F02-1D2BFA87A9F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1" name="9wup_2_tuned_ReferenceLigand_49">
            <a:extLst>
              <a:ext uri="{FF2B5EF4-FFF2-40B4-BE49-F238E27FC236}">
                <a16:creationId xmlns:a16="http://schemas.microsoft.com/office/drawing/2014/main" id="{FBCD72A4-E98F-4A7F-9B3E-0F506E9967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2" name="9wup_2_tuned_ReferenceLigand_50">
            <a:extLst>
              <a:ext uri="{FF2B5EF4-FFF2-40B4-BE49-F238E27FC236}">
                <a16:creationId xmlns:a16="http://schemas.microsoft.com/office/drawing/2014/main" id="{D17E496D-0623-4271-8A3F-6676E11F681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3" name="9wup_2_tuned_ReferenceLigand_51">
            <a:extLst>
              <a:ext uri="{FF2B5EF4-FFF2-40B4-BE49-F238E27FC236}">
                <a16:creationId xmlns:a16="http://schemas.microsoft.com/office/drawing/2014/main" id="{4B73B2CD-D1BB-421C-BFF1-674A92F63DE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4" name="9wup_2_tuned_ReferenceLigand_52">
            <a:extLst>
              <a:ext uri="{FF2B5EF4-FFF2-40B4-BE49-F238E27FC236}">
                <a16:creationId xmlns:a16="http://schemas.microsoft.com/office/drawing/2014/main" id="{06090084-D895-4898-A929-875FBB9C36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5" name="9wup_2_tuned_ReferenceLigand_53">
            <a:extLst>
              <a:ext uri="{FF2B5EF4-FFF2-40B4-BE49-F238E27FC236}">
                <a16:creationId xmlns:a16="http://schemas.microsoft.com/office/drawing/2014/main" id="{71D6E8B9-E444-4690-8F2D-375D6AE463E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6" name="9wup_2_tuned_ReferenceLigand_54">
            <a:extLst>
              <a:ext uri="{FF2B5EF4-FFF2-40B4-BE49-F238E27FC236}">
                <a16:creationId xmlns:a16="http://schemas.microsoft.com/office/drawing/2014/main" id="{3470BDF0-4D31-4219-8C40-135EAB3C3F4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7" name="9wup_2_tuned_ReferenceLigand_55">
            <a:extLst>
              <a:ext uri="{FF2B5EF4-FFF2-40B4-BE49-F238E27FC236}">
                <a16:creationId xmlns:a16="http://schemas.microsoft.com/office/drawing/2014/main" id="{ACE7AD7D-9D24-4209-85CD-5E0CF74F996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8" name="9wup_2_tuned_ReferenceLigand_56">
            <a:extLst>
              <a:ext uri="{FF2B5EF4-FFF2-40B4-BE49-F238E27FC236}">
                <a16:creationId xmlns:a16="http://schemas.microsoft.com/office/drawing/2014/main" id="{1380C44D-CCDE-4F60-A13F-2665B3394DA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99" name="9wup_2_tuned_ReferenceLigand_57">
            <a:extLst>
              <a:ext uri="{FF2B5EF4-FFF2-40B4-BE49-F238E27FC236}">
                <a16:creationId xmlns:a16="http://schemas.microsoft.com/office/drawing/2014/main" id="{6F420462-5449-4EAC-80B1-E6AED957A42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00" name="9wup_2_tuned_PredictedLigand_0">
            <a:extLst>
              <a:ext uri="{FF2B5EF4-FFF2-40B4-BE49-F238E27FC236}">
                <a16:creationId xmlns:a16="http://schemas.microsoft.com/office/drawing/2014/main" id="{B65D2B88-5D21-4686-BE75-B1F661BCE8D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43037" y="6958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1" name="9wup_2_tuned_PredictedLigand_1">
            <a:extLst>
              <a:ext uri="{FF2B5EF4-FFF2-40B4-BE49-F238E27FC236}">
                <a16:creationId xmlns:a16="http://schemas.microsoft.com/office/drawing/2014/main" id="{25169F12-81F0-4A13-88B7-AC15FB2BA3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365014" y="497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2" name="9wup_2_tuned_PredictedLigand_2">
            <a:extLst>
              <a:ext uri="{FF2B5EF4-FFF2-40B4-BE49-F238E27FC236}">
                <a16:creationId xmlns:a16="http://schemas.microsoft.com/office/drawing/2014/main" id="{51225AB5-39D0-425C-BD3F-F662B6CB6A3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0787" y="736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3" name="9wup_2_tuned_PredictedLigand_3">
            <a:extLst>
              <a:ext uri="{FF2B5EF4-FFF2-40B4-BE49-F238E27FC236}">
                <a16:creationId xmlns:a16="http://schemas.microsoft.com/office/drawing/2014/main" id="{96B0DFEA-02B7-4744-95D0-9E3701B96E8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0686" y="629793"/>
                </a:moveTo>
                <a:lnTo>
                  <a:pt x="1345209" y="6210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4" name="9wup_2_tuned_PredictedLigand_4">
            <a:extLst>
              <a:ext uri="{FF2B5EF4-FFF2-40B4-BE49-F238E27FC236}">
                <a16:creationId xmlns:a16="http://schemas.microsoft.com/office/drawing/2014/main" id="{D501A0DB-6361-48E5-ABF2-D1E7FA26518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481332" y="88901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5" name="9wup_2_tuned_PredictedLigand_5">
            <a:extLst>
              <a:ext uri="{FF2B5EF4-FFF2-40B4-BE49-F238E27FC236}">
                <a16:creationId xmlns:a16="http://schemas.microsoft.com/office/drawing/2014/main" id="{3AA280BB-AD5F-4E0C-96AF-CA4D8350E7A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209" y="621074"/>
                </a:moveTo>
                <a:lnTo>
                  <a:pt x="1452212" y="6725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6" name="9wup_2_tuned_PredictedLigand_6">
            <a:extLst>
              <a:ext uri="{FF2B5EF4-FFF2-40B4-BE49-F238E27FC236}">
                <a16:creationId xmlns:a16="http://schemas.microsoft.com/office/drawing/2014/main" id="{8EB59F35-0900-4B40-AA8A-ACFD030C5BD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2212" y="672518"/>
                </a:moveTo>
                <a:lnTo>
                  <a:pt x="1547195" y="77522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7" name="9wup_2_tuned_PredictedLigand_7">
            <a:extLst>
              <a:ext uri="{FF2B5EF4-FFF2-40B4-BE49-F238E27FC236}">
                <a16:creationId xmlns:a16="http://schemas.microsoft.com/office/drawing/2014/main" id="{8FBA7805-F72B-4A39-A707-A9CC667081C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195" y="775226"/>
                </a:moveTo>
                <a:lnTo>
                  <a:pt x="1623625" y="7908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8" name="9wup_2_tuned_PredictedLigand_8">
            <a:extLst>
              <a:ext uri="{FF2B5EF4-FFF2-40B4-BE49-F238E27FC236}">
                <a16:creationId xmlns:a16="http://schemas.microsoft.com/office/drawing/2014/main" id="{6F384992-B8F1-4E3D-AA97-8FEC37C185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1476" y="535403"/>
                </a:moveTo>
                <a:lnTo>
                  <a:pt x="1230686" y="6297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09" name="9wup_2_tuned_PredictedLigand_9">
            <a:extLst>
              <a:ext uri="{FF2B5EF4-FFF2-40B4-BE49-F238E27FC236}">
                <a16:creationId xmlns:a16="http://schemas.microsoft.com/office/drawing/2014/main" id="{9A9B1638-C38A-4E30-904D-82CAA7DD461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625" y="790874"/>
                </a:moveTo>
                <a:lnTo>
                  <a:pt x="1615770" y="9068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0" name="9wup_2_tuned_PredictedLigand_10">
            <a:extLst>
              <a:ext uri="{FF2B5EF4-FFF2-40B4-BE49-F238E27FC236}">
                <a16:creationId xmlns:a16="http://schemas.microsoft.com/office/drawing/2014/main" id="{F093CF44-CABC-434F-A309-03DDA4C8823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57531" y="7541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1" name="9wup_2_tuned_PredictedLigand_11">
            <a:extLst>
              <a:ext uri="{FF2B5EF4-FFF2-40B4-BE49-F238E27FC236}">
                <a16:creationId xmlns:a16="http://schemas.microsoft.com/office/drawing/2014/main" id="{C4079D5C-C0A8-4247-B885-55857E93BB9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211476" y="5354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2" name="9wup_2_tuned_PredictedLigand_12">
            <a:extLst>
              <a:ext uri="{FF2B5EF4-FFF2-40B4-BE49-F238E27FC236}">
                <a16:creationId xmlns:a16="http://schemas.microsoft.com/office/drawing/2014/main" id="{AB2533DA-06FB-48D6-A559-CB65F0195C7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916765" y="671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3" name="9wup_2_tuned_PredictedLigand_13">
            <a:extLst>
              <a:ext uri="{FF2B5EF4-FFF2-40B4-BE49-F238E27FC236}">
                <a16:creationId xmlns:a16="http://schemas.microsoft.com/office/drawing/2014/main" id="{F6E99F2E-19A3-4D55-BC17-C247A78959F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5491" y="557146"/>
                </a:moveTo>
                <a:lnTo>
                  <a:pt x="1053557" y="6694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4" name="9wup_2_tuned_PredictedLigand_14">
            <a:extLst>
              <a:ext uri="{FF2B5EF4-FFF2-40B4-BE49-F238E27FC236}">
                <a16:creationId xmlns:a16="http://schemas.microsoft.com/office/drawing/2014/main" id="{534D37DF-1966-422B-A78A-40D274243DA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3557" y="669414"/>
                </a:moveTo>
                <a:lnTo>
                  <a:pt x="1108586" y="7695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5" name="9wup_2_tuned_PredictedLigand_15">
            <a:extLst>
              <a:ext uri="{FF2B5EF4-FFF2-40B4-BE49-F238E27FC236}">
                <a16:creationId xmlns:a16="http://schemas.microsoft.com/office/drawing/2014/main" id="{1B195F07-2FFB-4990-B91A-DC6B7E452F5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239" y="461541"/>
                </a:moveTo>
                <a:lnTo>
                  <a:pt x="1115491" y="5571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6" name="9wup_2_tuned_PredictedLigand_16">
            <a:extLst>
              <a:ext uri="{FF2B5EF4-FFF2-40B4-BE49-F238E27FC236}">
                <a16:creationId xmlns:a16="http://schemas.microsoft.com/office/drawing/2014/main" id="{64DB44DF-CC08-48C1-8277-575AB65A3CF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5770" y="90680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7" name="9wup_2_tuned_PredictedLigand_17">
            <a:extLst>
              <a:ext uri="{FF2B5EF4-FFF2-40B4-BE49-F238E27FC236}">
                <a16:creationId xmlns:a16="http://schemas.microsoft.com/office/drawing/2014/main" id="{133A05C6-A65C-4217-B832-DBF1473291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6765" y="671570"/>
                </a:moveTo>
                <a:lnTo>
                  <a:pt x="878210" y="6992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8" name="9wup_2_tuned_PredictedLigand_18">
            <a:extLst>
              <a:ext uri="{FF2B5EF4-FFF2-40B4-BE49-F238E27FC236}">
                <a16:creationId xmlns:a16="http://schemas.microsoft.com/office/drawing/2014/main" id="{7FA48BFE-B910-41A0-A9E8-E80EA4F1FAC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1840" y="914904"/>
                </a:moveTo>
                <a:lnTo>
                  <a:pt x="1815776" y="8589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19" name="9wup_2_tuned_PredictedLigand_19">
            <a:extLst>
              <a:ext uri="{FF2B5EF4-FFF2-40B4-BE49-F238E27FC236}">
                <a16:creationId xmlns:a16="http://schemas.microsoft.com/office/drawing/2014/main" id="{5C51D4C7-D66E-4279-B86C-863CEB9E523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7104" y="697967"/>
                </a:moveTo>
                <a:lnTo>
                  <a:pt x="2105863" y="7450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0" name="9wup_2_tuned_PredictedLigand_20">
            <a:extLst>
              <a:ext uri="{FF2B5EF4-FFF2-40B4-BE49-F238E27FC236}">
                <a16:creationId xmlns:a16="http://schemas.microsoft.com/office/drawing/2014/main" id="{9F4E805F-3A26-42C4-A602-9C6D184428E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8210" y="699220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1" name="9wup_2_tuned_PredictedLigand_21">
            <a:extLst>
              <a:ext uri="{FF2B5EF4-FFF2-40B4-BE49-F238E27FC236}">
                <a16:creationId xmlns:a16="http://schemas.microsoft.com/office/drawing/2014/main" id="{2A99FC63-AF56-454C-AFA6-7203203DE25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701840" y="91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2" name="9wup_2_tuned_PredictedLigand_22">
            <a:extLst>
              <a:ext uri="{FF2B5EF4-FFF2-40B4-BE49-F238E27FC236}">
                <a16:creationId xmlns:a16="http://schemas.microsoft.com/office/drawing/2014/main" id="{32270DB6-A94B-47DC-84FC-A3D084CE269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4447" y="589353"/>
                </a:moveTo>
                <a:lnTo>
                  <a:pt x="2217104" y="6979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3" name="9wup_2_tuned_PredictedLigand_23">
            <a:extLst>
              <a:ext uri="{FF2B5EF4-FFF2-40B4-BE49-F238E27FC236}">
                <a16:creationId xmlns:a16="http://schemas.microsoft.com/office/drawing/2014/main" id="{6B676359-8191-43D9-92CF-B6E2A118C5D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776" y="858970"/>
                </a:moveTo>
                <a:lnTo>
                  <a:pt x="1845344" y="83498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4" name="9wup_2_tuned_PredictedLigand_24">
            <a:extLst>
              <a:ext uri="{FF2B5EF4-FFF2-40B4-BE49-F238E27FC236}">
                <a16:creationId xmlns:a16="http://schemas.microsoft.com/office/drawing/2014/main" id="{D11A203A-772E-40D2-BACE-8FD188448F7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282" y="677282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5" name="9wup_2_tuned_PredictedLigand_25">
            <a:extLst>
              <a:ext uri="{FF2B5EF4-FFF2-40B4-BE49-F238E27FC236}">
                <a16:creationId xmlns:a16="http://schemas.microsoft.com/office/drawing/2014/main" id="{B43320E6-9455-4EA9-AD20-D6EE13D7BDF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750282" y="6772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6" name="9wup_2_tuned_PredictedLigand_26">
            <a:extLst>
              <a:ext uri="{FF2B5EF4-FFF2-40B4-BE49-F238E27FC236}">
                <a16:creationId xmlns:a16="http://schemas.microsoft.com/office/drawing/2014/main" id="{CD076A2C-058C-4184-A8A8-8895769396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1670" y="560501"/>
                </a:moveTo>
                <a:lnTo>
                  <a:pt x="801997" y="4701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7" name="9wup_2_tuned_PredictedLigand_27">
            <a:extLst>
              <a:ext uri="{FF2B5EF4-FFF2-40B4-BE49-F238E27FC236}">
                <a16:creationId xmlns:a16="http://schemas.microsoft.com/office/drawing/2014/main" id="{A12D4ABD-46B5-4446-A69B-45748C313B0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01997" y="470165"/>
                </a:moveTo>
                <a:lnTo>
                  <a:pt x="784435" y="3525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8" name="9wup_2_tuned_PredictedLigand_28">
            <a:extLst>
              <a:ext uri="{FF2B5EF4-FFF2-40B4-BE49-F238E27FC236}">
                <a16:creationId xmlns:a16="http://schemas.microsoft.com/office/drawing/2014/main" id="{8999A1C2-2C00-4808-BE77-4200A60123E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866890" y="2710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29" name="9wup_2_tuned_PredictedLigand_29">
            <a:extLst>
              <a:ext uri="{FF2B5EF4-FFF2-40B4-BE49-F238E27FC236}">
                <a16:creationId xmlns:a16="http://schemas.microsoft.com/office/drawing/2014/main" id="{48451A4A-26F0-4411-859B-3D0590D5ACF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6896" y="891615"/>
                </a:moveTo>
                <a:lnTo>
                  <a:pt x="665227" y="7654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0" name="9wup_2_tuned_PredictedLigand_30">
            <a:extLst>
              <a:ext uri="{FF2B5EF4-FFF2-40B4-BE49-F238E27FC236}">
                <a16:creationId xmlns:a16="http://schemas.microsoft.com/office/drawing/2014/main" id="{E41A5B78-006F-48BC-9E1B-C7788B4F231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721670" y="5605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1" name="9wup_2_tuned_PredictedLigand_31">
            <a:extLst>
              <a:ext uri="{FF2B5EF4-FFF2-40B4-BE49-F238E27FC236}">
                <a16:creationId xmlns:a16="http://schemas.microsoft.com/office/drawing/2014/main" id="{209F0B51-3E61-418E-AF1B-B0A8139E1E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63" y="745071"/>
                </a:moveTo>
                <a:lnTo>
                  <a:pt x="2022214" y="6859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2" name="9wup_2_tuned_PredictedLigand_32">
            <a:extLst>
              <a:ext uri="{FF2B5EF4-FFF2-40B4-BE49-F238E27FC236}">
                <a16:creationId xmlns:a16="http://schemas.microsoft.com/office/drawing/2014/main" id="{60E114C5-7EA7-4A34-9311-6D185CD9F91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4435" y="352572"/>
                </a:moveTo>
                <a:lnTo>
                  <a:pt x="666876" y="31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3" name="9wup_2_tuned_PredictedLigand_33">
            <a:extLst>
              <a:ext uri="{FF2B5EF4-FFF2-40B4-BE49-F238E27FC236}">
                <a16:creationId xmlns:a16="http://schemas.microsoft.com/office/drawing/2014/main" id="{57D6FFC6-E0AF-4BBA-88B0-30D0CBBEF11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5227" y="765429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4" name="9wup_2_tuned_PredictedLigand_34">
            <a:extLst>
              <a:ext uri="{FF2B5EF4-FFF2-40B4-BE49-F238E27FC236}">
                <a16:creationId xmlns:a16="http://schemas.microsoft.com/office/drawing/2014/main" id="{D183729B-DDD3-4533-AE67-5A3C08C89B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86896" y="8916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5" name="9wup_2_tuned_PredictedLigand_35">
            <a:extLst>
              <a:ext uri="{FF2B5EF4-FFF2-40B4-BE49-F238E27FC236}">
                <a16:creationId xmlns:a16="http://schemas.microsoft.com/office/drawing/2014/main" id="{C7947D4E-86F9-43A0-8B6B-15A9A4170B6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4588" y="524570"/>
                </a:moveTo>
                <a:lnTo>
                  <a:pt x="520834" y="6139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6" name="9wup_2_tuned_PredictedLigand_36">
            <a:extLst>
              <a:ext uri="{FF2B5EF4-FFF2-40B4-BE49-F238E27FC236}">
                <a16:creationId xmlns:a16="http://schemas.microsoft.com/office/drawing/2014/main" id="{EF16CCA7-8DDC-48EE-B8E3-F28ECE803C0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604588" y="5245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7" name="9wup_2_tuned_PredictedLigand_37">
            <a:extLst>
              <a:ext uri="{FF2B5EF4-FFF2-40B4-BE49-F238E27FC236}">
                <a16:creationId xmlns:a16="http://schemas.microsoft.com/office/drawing/2014/main" id="{88743308-F58E-4BD1-87B3-516614547D0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876" y="319235"/>
                </a:moveTo>
                <a:lnTo>
                  <a:pt x="573603" y="3986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8" name="9wup_2_tuned_PredictedLigand_38">
            <a:extLst>
              <a:ext uri="{FF2B5EF4-FFF2-40B4-BE49-F238E27FC236}">
                <a16:creationId xmlns:a16="http://schemas.microsoft.com/office/drawing/2014/main" id="{2821BC3E-774D-40CF-9B6E-34294190956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20834" y="613936"/>
                </a:moveTo>
                <a:lnTo>
                  <a:pt x="549144" y="7294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39" name="9wup_2_tuned_PredictedLigand_39">
            <a:extLst>
              <a:ext uri="{FF2B5EF4-FFF2-40B4-BE49-F238E27FC236}">
                <a16:creationId xmlns:a16="http://schemas.microsoft.com/office/drawing/2014/main" id="{345B793B-3AE3-441F-8D63-CF0FA1447C7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3603" y="398607"/>
                </a:moveTo>
                <a:lnTo>
                  <a:pt x="472331" y="35893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0" name="9wup_2_tuned_PredictedLigand_40">
            <a:extLst>
              <a:ext uri="{FF2B5EF4-FFF2-40B4-BE49-F238E27FC236}">
                <a16:creationId xmlns:a16="http://schemas.microsoft.com/office/drawing/2014/main" id="{23DC211D-0C18-4FD6-8B6A-12D1A74DA9D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144" y="729450"/>
                </a:moveTo>
                <a:lnTo>
                  <a:pt x="458635" y="8175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1" name="9wup_2_tuned_PredictedLigand_41">
            <a:extLst>
              <a:ext uri="{FF2B5EF4-FFF2-40B4-BE49-F238E27FC236}">
                <a16:creationId xmlns:a16="http://schemas.microsoft.com/office/drawing/2014/main" id="{340A6C4A-C837-4580-962B-5DE72FDFA6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597523" y="9804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2" name="9wup_2_tuned_PredictedLigand_42">
            <a:extLst>
              <a:ext uri="{FF2B5EF4-FFF2-40B4-BE49-F238E27FC236}">
                <a16:creationId xmlns:a16="http://schemas.microsoft.com/office/drawing/2014/main" id="{D934A961-BC9F-4A61-9B9C-F6FED018D42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7523" y="980436"/>
                </a:moveTo>
                <a:lnTo>
                  <a:pt x="631211" y="110835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3" name="9wup_2_tuned_PredictedLigand_43">
            <a:extLst>
              <a:ext uri="{FF2B5EF4-FFF2-40B4-BE49-F238E27FC236}">
                <a16:creationId xmlns:a16="http://schemas.microsoft.com/office/drawing/2014/main" id="{243441FD-E79B-4267-96C7-8430F3890D1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8635" y="817559"/>
                </a:moveTo>
                <a:lnTo>
                  <a:pt x="481052" y="9386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4" name="9wup_2_tuned_PredictedLigand_44">
            <a:extLst>
              <a:ext uri="{FF2B5EF4-FFF2-40B4-BE49-F238E27FC236}">
                <a16:creationId xmlns:a16="http://schemas.microsoft.com/office/drawing/2014/main" id="{D4ECE975-C9E2-41B1-A4A6-C636043F869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244447" y="5893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5" name="9wup_2_tuned_PredictedLigand_45">
            <a:extLst>
              <a:ext uri="{FF2B5EF4-FFF2-40B4-BE49-F238E27FC236}">
                <a16:creationId xmlns:a16="http://schemas.microsoft.com/office/drawing/2014/main" id="{36E965D2-B101-42C9-AAED-CD50D555AEB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1052" y="938612"/>
                </a:moveTo>
                <a:lnTo>
                  <a:pt x="382290" y="102717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6" name="9wup_2_tuned_PredictedLigand_46">
            <a:extLst>
              <a:ext uri="{FF2B5EF4-FFF2-40B4-BE49-F238E27FC236}">
                <a16:creationId xmlns:a16="http://schemas.microsoft.com/office/drawing/2014/main" id="{550B6270-4A79-4E7E-B90A-11FE8481116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7" name="9wup_2_tuned_PredictedLigand_47">
            <a:extLst>
              <a:ext uri="{FF2B5EF4-FFF2-40B4-BE49-F238E27FC236}">
                <a16:creationId xmlns:a16="http://schemas.microsoft.com/office/drawing/2014/main" id="{57D16911-3010-4497-B2F3-49C7BE251DC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907531" y="7175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8" name="9wup_2_tuned_PredictedLigand_48">
            <a:extLst>
              <a:ext uri="{FF2B5EF4-FFF2-40B4-BE49-F238E27FC236}">
                <a16:creationId xmlns:a16="http://schemas.microsoft.com/office/drawing/2014/main" id="{3BAA38C9-63D9-45E4-A935-9696C2BE156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476" y="892653"/>
                </a:moveTo>
                <a:lnTo>
                  <a:pt x="1576996" y="9932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49" name="9wup_2_tuned_PredictedLigand_49">
            <a:extLst>
              <a:ext uri="{FF2B5EF4-FFF2-40B4-BE49-F238E27FC236}">
                <a16:creationId xmlns:a16="http://schemas.microsoft.com/office/drawing/2014/main" id="{ADDF14A3-0195-4C06-A80A-BF3E46B65A4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2214" y="685955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0" name="9wup_2_tuned_PredictedLigand_50">
            <a:extLst>
              <a:ext uri="{FF2B5EF4-FFF2-40B4-BE49-F238E27FC236}">
                <a16:creationId xmlns:a16="http://schemas.microsoft.com/office/drawing/2014/main" id="{09B7AB0F-DDD9-4F2A-A811-8340E4FC3F7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211" y="571457"/>
                </a:moveTo>
                <a:lnTo>
                  <a:pt x="2161517" y="5231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1" name="9wup_2_tuned_PredictedLigand_51">
            <a:extLst>
              <a:ext uri="{FF2B5EF4-FFF2-40B4-BE49-F238E27FC236}">
                <a16:creationId xmlns:a16="http://schemas.microsoft.com/office/drawing/2014/main" id="{E77741E6-9BE4-49BD-ADD0-BF58788CD98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640476" y="8926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2" name="9wup_2_tuned_PredictedLigand_52">
            <a:extLst>
              <a:ext uri="{FF2B5EF4-FFF2-40B4-BE49-F238E27FC236}">
                <a16:creationId xmlns:a16="http://schemas.microsoft.com/office/drawing/2014/main" id="{F9EE52B8-FBC0-474F-B1A4-7342888C807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344" y="834985"/>
                </a:moveTo>
                <a:lnTo>
                  <a:pt x="1732639" y="8564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3" name="9wup_2_tuned_PredictedLigand_53">
            <a:extLst>
              <a:ext uri="{FF2B5EF4-FFF2-40B4-BE49-F238E27FC236}">
                <a16:creationId xmlns:a16="http://schemas.microsoft.com/office/drawing/2014/main" id="{40551453-44D3-4699-94B4-27C0996430E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1517" y="523148"/>
                </a:moveTo>
                <a:lnTo>
                  <a:pt x="2192391" y="41684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4" name="9wup_2_tuned_PredictedLigand_54">
            <a:extLst>
              <a:ext uri="{FF2B5EF4-FFF2-40B4-BE49-F238E27FC236}">
                <a16:creationId xmlns:a16="http://schemas.microsoft.com/office/drawing/2014/main" id="{8E40DAB2-B7A6-47DA-87EE-B094D77892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7531" y="717531"/>
                </a:moveTo>
                <a:lnTo>
                  <a:pt x="1858668" y="6223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5" name="9wup_2_tuned_PredictedLigand_55">
            <a:extLst>
              <a:ext uri="{FF2B5EF4-FFF2-40B4-BE49-F238E27FC236}">
                <a16:creationId xmlns:a16="http://schemas.microsoft.com/office/drawing/2014/main" id="{653352E0-8CDA-462B-ABC2-08790AE0E1B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9914" y="533417"/>
                </a:moveTo>
                <a:lnTo>
                  <a:pt x="2045211" y="571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6" name="9wup_2_tuned_PredictedLigand_56">
            <a:extLst>
              <a:ext uri="{FF2B5EF4-FFF2-40B4-BE49-F238E27FC236}">
                <a16:creationId xmlns:a16="http://schemas.microsoft.com/office/drawing/2014/main" id="{BE2C6F88-A6C9-4C38-B3D1-794002EE29C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8668" y="622346"/>
                </a:moveTo>
                <a:lnTo>
                  <a:pt x="1939914" y="5334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7" name="9wup_2_tuned_PredictedLigand_57">
            <a:extLst>
              <a:ext uri="{FF2B5EF4-FFF2-40B4-BE49-F238E27FC236}">
                <a16:creationId xmlns:a16="http://schemas.microsoft.com/office/drawing/2014/main" id="{14856E85-B1F8-4294-8BED-41B3EE05548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2639" y="856422"/>
                </a:moveTo>
                <a:lnTo>
                  <a:pt x="1740614" y="9428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658" name="9wup_2_tuned_PredictedAtoms_0">
            <a:extLst>
              <a:ext uri="{FF2B5EF4-FFF2-40B4-BE49-F238E27FC236}">
                <a16:creationId xmlns:a16="http://schemas.microsoft.com/office/drawing/2014/main" id="{61FA8A71-D00B-4C7C-92ED-73EBA435B536}"/>
              </a:ext>
            </a:extLst>
          </p:cNvPr>
          <p:cNvSpPr>
            <a:spLocks noGrp="1"/>
          </p:cNvSpPr>
          <p:nvPr/>
        </p:nvSpPr>
        <p:spPr>
          <a:xfrm>
            <a:off x="4234447" y="30266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59" name="9wup_2_tuned_PredictedAtoms_1">
            <a:extLst>
              <a:ext uri="{FF2B5EF4-FFF2-40B4-BE49-F238E27FC236}">
                <a16:creationId xmlns:a16="http://schemas.microsoft.com/office/drawing/2014/main" id="{2404E8C9-431B-4AA8-B997-3BE5FB5B60C4}"/>
              </a:ext>
            </a:extLst>
          </p:cNvPr>
          <p:cNvSpPr>
            <a:spLocks noGrp="1"/>
          </p:cNvSpPr>
          <p:nvPr/>
        </p:nvSpPr>
        <p:spPr>
          <a:xfrm>
            <a:off x="4299699" y="31222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0" name="9wup_2_tuned_PredictedAtoms_2">
            <a:extLst>
              <a:ext uri="{FF2B5EF4-FFF2-40B4-BE49-F238E27FC236}">
                <a16:creationId xmlns:a16="http://schemas.microsoft.com/office/drawing/2014/main" id="{A8796560-B465-4EBF-BB52-EB3A55310782}"/>
              </a:ext>
            </a:extLst>
          </p:cNvPr>
          <p:cNvSpPr>
            <a:spLocks noGrp="1"/>
          </p:cNvSpPr>
          <p:nvPr/>
        </p:nvSpPr>
        <p:spPr>
          <a:xfrm>
            <a:off x="4395684" y="31004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1" name="9wup_2_tuned_PredictedAtoms_3">
            <a:extLst>
              <a:ext uri="{FF2B5EF4-FFF2-40B4-BE49-F238E27FC236}">
                <a16:creationId xmlns:a16="http://schemas.microsoft.com/office/drawing/2014/main" id="{B7E02736-7CC5-4AA7-A878-3E93D905155E}"/>
              </a:ext>
            </a:extLst>
          </p:cNvPr>
          <p:cNvSpPr>
            <a:spLocks noGrp="1"/>
          </p:cNvSpPr>
          <p:nvPr/>
        </p:nvSpPr>
        <p:spPr>
          <a:xfrm>
            <a:off x="4414894" y="31948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2" name="9wup_2_tuned_PredictedAtoms_4">
            <a:extLst>
              <a:ext uri="{FF2B5EF4-FFF2-40B4-BE49-F238E27FC236}">
                <a16:creationId xmlns:a16="http://schemas.microsoft.com/office/drawing/2014/main" id="{D383C414-8256-4CC9-9B15-E09D65D35F22}"/>
              </a:ext>
            </a:extLst>
          </p:cNvPr>
          <p:cNvSpPr>
            <a:spLocks noGrp="1"/>
          </p:cNvSpPr>
          <p:nvPr/>
        </p:nvSpPr>
        <p:spPr>
          <a:xfrm>
            <a:off x="4529416" y="31861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3" name="9wup_2_tuned_PredictedAtoms_5">
            <a:extLst>
              <a:ext uri="{FF2B5EF4-FFF2-40B4-BE49-F238E27FC236}">
                <a16:creationId xmlns:a16="http://schemas.microsoft.com/office/drawing/2014/main" id="{BB238878-848D-454A-BAF7-1C9BDFA82CCE}"/>
              </a:ext>
            </a:extLst>
          </p:cNvPr>
          <p:cNvSpPr>
            <a:spLocks noGrp="1"/>
          </p:cNvSpPr>
          <p:nvPr/>
        </p:nvSpPr>
        <p:spPr>
          <a:xfrm>
            <a:off x="4549221" y="30629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4" name="9wup_2_tuned_PredictedAtoms_6">
            <a:extLst>
              <a:ext uri="{FF2B5EF4-FFF2-40B4-BE49-F238E27FC236}">
                <a16:creationId xmlns:a16="http://schemas.microsoft.com/office/drawing/2014/main" id="{C2ABEB0C-6789-4723-AFBE-E203A902B2B7}"/>
              </a:ext>
            </a:extLst>
          </p:cNvPr>
          <p:cNvSpPr>
            <a:spLocks noGrp="1"/>
          </p:cNvSpPr>
          <p:nvPr/>
        </p:nvSpPr>
        <p:spPr>
          <a:xfrm>
            <a:off x="4527245" y="32609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5" name="9wup_2_tuned_PredictedAtoms_7">
            <a:extLst>
              <a:ext uri="{FF2B5EF4-FFF2-40B4-BE49-F238E27FC236}">
                <a16:creationId xmlns:a16="http://schemas.microsoft.com/office/drawing/2014/main" id="{5904C528-E020-4C93-B6E1-4A40A1FAE0CD}"/>
              </a:ext>
            </a:extLst>
          </p:cNvPr>
          <p:cNvSpPr>
            <a:spLocks noGrp="1"/>
          </p:cNvSpPr>
          <p:nvPr/>
        </p:nvSpPr>
        <p:spPr>
          <a:xfrm>
            <a:off x="4636419" y="32376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6" name="9wup_2_tuned_PredictedAtoms_8">
            <a:extLst>
              <a:ext uri="{FF2B5EF4-FFF2-40B4-BE49-F238E27FC236}">
                <a16:creationId xmlns:a16="http://schemas.microsoft.com/office/drawing/2014/main" id="{3F1814A3-FD8F-46EF-9DD2-4F525C598E73}"/>
              </a:ext>
            </a:extLst>
          </p:cNvPr>
          <p:cNvSpPr>
            <a:spLocks noGrp="1"/>
          </p:cNvSpPr>
          <p:nvPr/>
        </p:nvSpPr>
        <p:spPr>
          <a:xfrm>
            <a:off x="4731402" y="334030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7" name="9wup_2_tuned_PredictedAtoms_9">
            <a:extLst>
              <a:ext uri="{FF2B5EF4-FFF2-40B4-BE49-F238E27FC236}">
                <a16:creationId xmlns:a16="http://schemas.microsoft.com/office/drawing/2014/main" id="{0A08AE4C-9531-41E9-B64A-73FCD1D68156}"/>
              </a:ext>
            </a:extLst>
          </p:cNvPr>
          <p:cNvSpPr>
            <a:spLocks noGrp="1"/>
          </p:cNvSpPr>
          <p:nvPr/>
        </p:nvSpPr>
        <p:spPr>
          <a:xfrm>
            <a:off x="4804994" y="33016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8" name="9wup_2_tuned_PredictedAtoms_10">
            <a:extLst>
              <a:ext uri="{FF2B5EF4-FFF2-40B4-BE49-F238E27FC236}">
                <a16:creationId xmlns:a16="http://schemas.microsoft.com/office/drawing/2014/main" id="{BC5839A2-845C-4B62-866F-797FBD1A86A3}"/>
              </a:ext>
            </a:extLst>
          </p:cNvPr>
          <p:cNvSpPr>
            <a:spLocks noGrp="1"/>
          </p:cNvSpPr>
          <p:nvPr/>
        </p:nvSpPr>
        <p:spPr>
          <a:xfrm>
            <a:off x="4665539" y="34540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69" name="9wup_2_tuned_PredictedAtoms_11">
            <a:extLst>
              <a:ext uri="{FF2B5EF4-FFF2-40B4-BE49-F238E27FC236}">
                <a16:creationId xmlns:a16="http://schemas.microsoft.com/office/drawing/2014/main" id="{7F35B781-F8CF-4D96-97C2-2B1C37839402}"/>
              </a:ext>
            </a:extLst>
          </p:cNvPr>
          <p:cNvSpPr>
            <a:spLocks noGrp="1"/>
          </p:cNvSpPr>
          <p:nvPr/>
        </p:nvSpPr>
        <p:spPr>
          <a:xfrm>
            <a:off x="4807833" y="33559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0" name="9wup_2_tuned_PredictedAtoms_12">
            <a:extLst>
              <a:ext uri="{FF2B5EF4-FFF2-40B4-BE49-F238E27FC236}">
                <a16:creationId xmlns:a16="http://schemas.microsoft.com/office/drawing/2014/main" id="{D0CDDAB4-803B-4565-B5D1-4AEFBABB435B}"/>
              </a:ext>
            </a:extLst>
          </p:cNvPr>
          <p:cNvSpPr>
            <a:spLocks noGrp="1"/>
          </p:cNvSpPr>
          <p:nvPr/>
        </p:nvSpPr>
        <p:spPr>
          <a:xfrm>
            <a:off x="4799977" y="34718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1" name="9wup_2_tuned_PredictedAtoms_13">
            <a:extLst>
              <a:ext uri="{FF2B5EF4-FFF2-40B4-BE49-F238E27FC236}">
                <a16:creationId xmlns:a16="http://schemas.microsoft.com/office/drawing/2014/main" id="{82613487-5EA3-4C64-B35F-F0932B2B42AE}"/>
              </a:ext>
            </a:extLst>
          </p:cNvPr>
          <p:cNvSpPr>
            <a:spLocks noGrp="1"/>
          </p:cNvSpPr>
          <p:nvPr/>
        </p:nvSpPr>
        <p:spPr>
          <a:xfrm>
            <a:off x="4886047" y="34799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2" name="9wup_2_tuned_PredictedAtoms_14">
            <a:extLst>
              <a:ext uri="{FF2B5EF4-FFF2-40B4-BE49-F238E27FC236}">
                <a16:creationId xmlns:a16="http://schemas.microsoft.com/office/drawing/2014/main" id="{984D6D73-C9FB-4653-BA91-7E40D6916FAA}"/>
              </a:ext>
            </a:extLst>
          </p:cNvPr>
          <p:cNvSpPr>
            <a:spLocks noGrp="1"/>
          </p:cNvSpPr>
          <p:nvPr/>
        </p:nvSpPr>
        <p:spPr>
          <a:xfrm>
            <a:off x="4999984" y="34240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3" name="9wup_2_tuned_PredictedAtoms_15">
            <a:extLst>
              <a:ext uri="{FF2B5EF4-FFF2-40B4-BE49-F238E27FC236}">
                <a16:creationId xmlns:a16="http://schemas.microsoft.com/office/drawing/2014/main" id="{D6EDF905-3EF5-41C1-872E-2011661BE320}"/>
              </a:ext>
            </a:extLst>
          </p:cNvPr>
          <p:cNvSpPr>
            <a:spLocks noGrp="1"/>
          </p:cNvSpPr>
          <p:nvPr/>
        </p:nvSpPr>
        <p:spPr>
          <a:xfrm>
            <a:off x="5029551" y="340006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4" name="9wup_2_tuned_PredictedAtoms_16">
            <a:extLst>
              <a:ext uri="{FF2B5EF4-FFF2-40B4-BE49-F238E27FC236}">
                <a16:creationId xmlns:a16="http://schemas.microsoft.com/office/drawing/2014/main" id="{FC9DD6E6-5A05-4B6D-A0CD-146185043A0F}"/>
              </a:ext>
            </a:extLst>
          </p:cNvPr>
          <p:cNvSpPr>
            <a:spLocks noGrp="1"/>
          </p:cNvSpPr>
          <p:nvPr/>
        </p:nvSpPr>
        <p:spPr>
          <a:xfrm>
            <a:off x="5091739" y="32826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5" name="9wup_2_tuned_PredictedAtoms_17">
            <a:extLst>
              <a:ext uri="{FF2B5EF4-FFF2-40B4-BE49-F238E27FC236}">
                <a16:creationId xmlns:a16="http://schemas.microsoft.com/office/drawing/2014/main" id="{A58CE9F3-2904-45D0-901E-217893180098}"/>
              </a:ext>
            </a:extLst>
          </p:cNvPr>
          <p:cNvSpPr>
            <a:spLocks noGrp="1"/>
          </p:cNvSpPr>
          <p:nvPr/>
        </p:nvSpPr>
        <p:spPr>
          <a:xfrm>
            <a:off x="5042875" y="31874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6" name="9wup_2_tuned_PredictedAtoms_18">
            <a:extLst>
              <a:ext uri="{FF2B5EF4-FFF2-40B4-BE49-F238E27FC236}">
                <a16:creationId xmlns:a16="http://schemas.microsoft.com/office/drawing/2014/main" id="{94EA6C19-2F78-4C7A-BBBE-44C3706C7F3D}"/>
              </a:ext>
            </a:extLst>
          </p:cNvPr>
          <p:cNvSpPr>
            <a:spLocks noGrp="1"/>
          </p:cNvSpPr>
          <p:nvPr/>
        </p:nvSpPr>
        <p:spPr>
          <a:xfrm>
            <a:off x="5124121" y="309849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7" name="9wup_2_tuned_PredictedAtoms_19">
            <a:extLst>
              <a:ext uri="{FF2B5EF4-FFF2-40B4-BE49-F238E27FC236}">
                <a16:creationId xmlns:a16="http://schemas.microsoft.com/office/drawing/2014/main" id="{FD21D2E3-4051-43F5-B970-FCD6AA0A6178}"/>
              </a:ext>
            </a:extLst>
          </p:cNvPr>
          <p:cNvSpPr>
            <a:spLocks noGrp="1"/>
          </p:cNvSpPr>
          <p:nvPr/>
        </p:nvSpPr>
        <p:spPr>
          <a:xfrm>
            <a:off x="5229418" y="31365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8" name="9wup_2_tuned_PredictedAtoms_20">
            <a:extLst>
              <a:ext uri="{FF2B5EF4-FFF2-40B4-BE49-F238E27FC236}">
                <a16:creationId xmlns:a16="http://schemas.microsoft.com/office/drawing/2014/main" id="{C11132E1-C044-491B-94D2-630AA22F221D}"/>
              </a:ext>
            </a:extLst>
          </p:cNvPr>
          <p:cNvSpPr>
            <a:spLocks noGrp="1"/>
          </p:cNvSpPr>
          <p:nvPr/>
        </p:nvSpPr>
        <p:spPr>
          <a:xfrm>
            <a:off x="5345725" y="30882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79" name="9wup_2_tuned_PredictedAtoms_21">
            <a:extLst>
              <a:ext uri="{FF2B5EF4-FFF2-40B4-BE49-F238E27FC236}">
                <a16:creationId xmlns:a16="http://schemas.microsoft.com/office/drawing/2014/main" id="{6265C66F-E345-4E60-B7BC-AD40452B23F6}"/>
              </a:ext>
            </a:extLst>
          </p:cNvPr>
          <p:cNvSpPr>
            <a:spLocks noGrp="1"/>
          </p:cNvSpPr>
          <p:nvPr/>
        </p:nvSpPr>
        <p:spPr>
          <a:xfrm>
            <a:off x="5376598" y="29819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0" name="9wup_2_tuned_PredictedAtoms_22">
            <a:extLst>
              <a:ext uri="{FF2B5EF4-FFF2-40B4-BE49-F238E27FC236}">
                <a16:creationId xmlns:a16="http://schemas.microsoft.com/office/drawing/2014/main" id="{B448A02C-1632-4575-AD93-54A9AA93B0C0}"/>
              </a:ext>
            </a:extLst>
          </p:cNvPr>
          <p:cNvSpPr>
            <a:spLocks noGrp="1"/>
          </p:cNvSpPr>
          <p:nvPr/>
        </p:nvSpPr>
        <p:spPr>
          <a:xfrm>
            <a:off x="5428655" y="31544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1" name="9wup_2_tuned_PredictedAtoms_23">
            <a:extLst>
              <a:ext uri="{FF2B5EF4-FFF2-40B4-BE49-F238E27FC236}">
                <a16:creationId xmlns:a16="http://schemas.microsoft.com/office/drawing/2014/main" id="{487ABD54-297E-4618-967B-4CA56F70D027}"/>
              </a:ext>
            </a:extLst>
          </p:cNvPr>
          <p:cNvSpPr>
            <a:spLocks noGrp="1"/>
          </p:cNvSpPr>
          <p:nvPr/>
        </p:nvSpPr>
        <p:spPr>
          <a:xfrm>
            <a:off x="5401312" y="326305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2" name="9wup_2_tuned_PredictedAtoms_24">
            <a:extLst>
              <a:ext uri="{FF2B5EF4-FFF2-40B4-BE49-F238E27FC236}">
                <a16:creationId xmlns:a16="http://schemas.microsoft.com/office/drawing/2014/main" id="{2A8047B7-400D-4344-9100-08D2A532ABE7}"/>
              </a:ext>
            </a:extLst>
          </p:cNvPr>
          <p:cNvSpPr>
            <a:spLocks noGrp="1"/>
          </p:cNvSpPr>
          <p:nvPr/>
        </p:nvSpPr>
        <p:spPr>
          <a:xfrm>
            <a:off x="5290070" y="33101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3" name="9wup_2_tuned_PredictedAtoms_25">
            <a:extLst>
              <a:ext uri="{FF2B5EF4-FFF2-40B4-BE49-F238E27FC236}">
                <a16:creationId xmlns:a16="http://schemas.microsoft.com/office/drawing/2014/main" id="{1B718CD0-30C7-4BC2-A279-67C43A2EA9F2}"/>
              </a:ext>
            </a:extLst>
          </p:cNvPr>
          <p:cNvSpPr>
            <a:spLocks noGrp="1"/>
          </p:cNvSpPr>
          <p:nvPr/>
        </p:nvSpPr>
        <p:spPr>
          <a:xfrm>
            <a:off x="5206421" y="32510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4" name="9wup_2_tuned_PredictedAtoms_26">
            <a:extLst>
              <a:ext uri="{FF2B5EF4-FFF2-40B4-BE49-F238E27FC236}">
                <a16:creationId xmlns:a16="http://schemas.microsoft.com/office/drawing/2014/main" id="{A379AE09-0AE8-4851-BBAC-DB0B0ECA09D4}"/>
              </a:ext>
            </a:extLst>
          </p:cNvPr>
          <p:cNvSpPr>
            <a:spLocks noGrp="1"/>
          </p:cNvSpPr>
          <p:nvPr/>
        </p:nvSpPr>
        <p:spPr>
          <a:xfrm>
            <a:off x="4916846" y="34215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5" name="9wup_2_tuned_PredictedAtoms_27">
            <a:extLst>
              <a:ext uri="{FF2B5EF4-FFF2-40B4-BE49-F238E27FC236}">
                <a16:creationId xmlns:a16="http://schemas.microsoft.com/office/drawing/2014/main" id="{15C2431C-9B62-4B14-99ED-EBAED4D2C94F}"/>
              </a:ext>
            </a:extLst>
          </p:cNvPr>
          <p:cNvSpPr>
            <a:spLocks noGrp="1"/>
          </p:cNvSpPr>
          <p:nvPr/>
        </p:nvSpPr>
        <p:spPr>
          <a:xfrm>
            <a:off x="4924821" y="35079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6" name="9wup_2_tuned_PredictedAtoms_28">
            <a:extLst>
              <a:ext uri="{FF2B5EF4-FFF2-40B4-BE49-F238E27FC236}">
                <a16:creationId xmlns:a16="http://schemas.microsoft.com/office/drawing/2014/main" id="{96252B86-5413-4223-9628-9DF13045C7A3}"/>
              </a:ext>
            </a:extLst>
          </p:cNvPr>
          <p:cNvSpPr>
            <a:spLocks noGrp="1"/>
          </p:cNvSpPr>
          <p:nvPr/>
        </p:nvSpPr>
        <p:spPr>
          <a:xfrm>
            <a:off x="4824684" y="345773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7" name="9wup_2_tuned_PredictedAtoms_29">
            <a:extLst>
              <a:ext uri="{FF2B5EF4-FFF2-40B4-BE49-F238E27FC236}">
                <a16:creationId xmlns:a16="http://schemas.microsoft.com/office/drawing/2014/main" id="{7DE4D71F-3CB1-401B-9CCF-36821C9C575D}"/>
              </a:ext>
            </a:extLst>
          </p:cNvPr>
          <p:cNvSpPr>
            <a:spLocks noGrp="1"/>
          </p:cNvSpPr>
          <p:nvPr/>
        </p:nvSpPr>
        <p:spPr>
          <a:xfrm>
            <a:off x="4761204" y="35583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8" name="9wup_2_tuned_PredictedAtoms_30">
            <a:extLst>
              <a:ext uri="{FF2B5EF4-FFF2-40B4-BE49-F238E27FC236}">
                <a16:creationId xmlns:a16="http://schemas.microsoft.com/office/drawing/2014/main" id="{860151E1-6593-4073-86BB-D2C1BFD93407}"/>
              </a:ext>
            </a:extLst>
          </p:cNvPr>
          <p:cNvSpPr>
            <a:spLocks noGrp="1"/>
          </p:cNvSpPr>
          <p:nvPr/>
        </p:nvSpPr>
        <p:spPr>
          <a:xfrm>
            <a:off x="4237764" y="32344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89" name="9wup_2_tuned_PredictedAtoms_31">
            <a:extLst>
              <a:ext uri="{FF2B5EF4-FFF2-40B4-BE49-F238E27FC236}">
                <a16:creationId xmlns:a16="http://schemas.microsoft.com/office/drawing/2014/main" id="{B746187D-F2A1-418E-BDA3-F3199579DD69}"/>
              </a:ext>
            </a:extLst>
          </p:cNvPr>
          <p:cNvSpPr>
            <a:spLocks noGrp="1"/>
          </p:cNvSpPr>
          <p:nvPr/>
        </p:nvSpPr>
        <p:spPr>
          <a:xfrm>
            <a:off x="4292793" y="33346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0" name="9wup_2_tuned_PredictedAtoms_32">
            <a:extLst>
              <a:ext uri="{FF2B5EF4-FFF2-40B4-BE49-F238E27FC236}">
                <a16:creationId xmlns:a16="http://schemas.microsoft.com/office/drawing/2014/main" id="{0BF40DE7-DFB8-41BA-AC86-998A8A2270E7}"/>
              </a:ext>
            </a:extLst>
          </p:cNvPr>
          <p:cNvSpPr>
            <a:spLocks noGrp="1"/>
          </p:cNvSpPr>
          <p:nvPr/>
        </p:nvSpPr>
        <p:spPr>
          <a:xfrm>
            <a:off x="4100972" y="32366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1" name="9wup_2_tuned_PredictedAtoms_33">
            <a:extLst>
              <a:ext uri="{FF2B5EF4-FFF2-40B4-BE49-F238E27FC236}">
                <a16:creationId xmlns:a16="http://schemas.microsoft.com/office/drawing/2014/main" id="{56E48B2C-26E6-4BB9-B438-3C6002CE6923}"/>
              </a:ext>
            </a:extLst>
          </p:cNvPr>
          <p:cNvSpPr>
            <a:spLocks noGrp="1"/>
          </p:cNvSpPr>
          <p:nvPr/>
        </p:nvSpPr>
        <p:spPr>
          <a:xfrm>
            <a:off x="4041739" y="33191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2" name="9wup_2_tuned_PredictedAtoms_34">
            <a:extLst>
              <a:ext uri="{FF2B5EF4-FFF2-40B4-BE49-F238E27FC236}">
                <a16:creationId xmlns:a16="http://schemas.microsoft.com/office/drawing/2014/main" id="{18677981-B221-4FD3-A1FF-4296DF8BC512}"/>
              </a:ext>
            </a:extLst>
          </p:cNvPr>
          <p:cNvSpPr>
            <a:spLocks noGrp="1"/>
          </p:cNvSpPr>
          <p:nvPr/>
        </p:nvSpPr>
        <p:spPr>
          <a:xfrm>
            <a:off x="4062418" y="32643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3" name="9wup_2_tuned_PredictedAtoms_35">
            <a:extLst>
              <a:ext uri="{FF2B5EF4-FFF2-40B4-BE49-F238E27FC236}">
                <a16:creationId xmlns:a16="http://schemas.microsoft.com/office/drawing/2014/main" id="{98159453-9E6F-4C46-BFD9-03E74E83988D}"/>
              </a:ext>
            </a:extLst>
          </p:cNvPr>
          <p:cNvSpPr>
            <a:spLocks noGrp="1"/>
          </p:cNvSpPr>
          <p:nvPr/>
        </p:nvSpPr>
        <p:spPr>
          <a:xfrm>
            <a:off x="3934490" y="32423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4" name="9wup_2_tuned_PredictedAtoms_36">
            <a:extLst>
              <a:ext uri="{FF2B5EF4-FFF2-40B4-BE49-F238E27FC236}">
                <a16:creationId xmlns:a16="http://schemas.microsoft.com/office/drawing/2014/main" id="{709ACDD3-C6BD-4ED3-B793-5B3417A582B2}"/>
              </a:ext>
            </a:extLst>
          </p:cNvPr>
          <p:cNvSpPr>
            <a:spLocks noGrp="1"/>
          </p:cNvSpPr>
          <p:nvPr/>
        </p:nvSpPr>
        <p:spPr>
          <a:xfrm>
            <a:off x="3905877" y="31255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5" name="9wup_2_tuned_PredictedAtoms_37">
            <a:extLst>
              <a:ext uri="{FF2B5EF4-FFF2-40B4-BE49-F238E27FC236}">
                <a16:creationId xmlns:a16="http://schemas.microsoft.com/office/drawing/2014/main" id="{37C49ADB-E5DC-4E4C-BF47-D5B40B4696BC}"/>
              </a:ext>
            </a:extLst>
          </p:cNvPr>
          <p:cNvSpPr>
            <a:spLocks noGrp="1"/>
          </p:cNvSpPr>
          <p:nvPr/>
        </p:nvSpPr>
        <p:spPr>
          <a:xfrm>
            <a:off x="3986204" y="30352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6" name="9wup_2_tuned_PredictedAtoms_38">
            <a:extLst>
              <a:ext uri="{FF2B5EF4-FFF2-40B4-BE49-F238E27FC236}">
                <a16:creationId xmlns:a16="http://schemas.microsoft.com/office/drawing/2014/main" id="{EBAB3F4F-F13F-41AE-B17A-E36DA566C250}"/>
              </a:ext>
            </a:extLst>
          </p:cNvPr>
          <p:cNvSpPr>
            <a:spLocks noGrp="1"/>
          </p:cNvSpPr>
          <p:nvPr/>
        </p:nvSpPr>
        <p:spPr>
          <a:xfrm>
            <a:off x="3968643" y="29176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7" name="9wup_2_tuned_PredictedAtoms_39">
            <a:extLst>
              <a:ext uri="{FF2B5EF4-FFF2-40B4-BE49-F238E27FC236}">
                <a16:creationId xmlns:a16="http://schemas.microsoft.com/office/drawing/2014/main" id="{C4D6596C-89DE-47B1-A219-F67656A7BA6B}"/>
              </a:ext>
            </a:extLst>
          </p:cNvPr>
          <p:cNvSpPr>
            <a:spLocks noGrp="1"/>
          </p:cNvSpPr>
          <p:nvPr/>
        </p:nvSpPr>
        <p:spPr>
          <a:xfrm>
            <a:off x="4051098" y="28361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8" name="9wup_2_tuned_PredictedAtoms_40">
            <a:extLst>
              <a:ext uri="{FF2B5EF4-FFF2-40B4-BE49-F238E27FC236}">
                <a16:creationId xmlns:a16="http://schemas.microsoft.com/office/drawing/2014/main" id="{A8461DB2-B979-4925-B2C2-B491962AA19F}"/>
              </a:ext>
            </a:extLst>
          </p:cNvPr>
          <p:cNvSpPr>
            <a:spLocks noGrp="1"/>
          </p:cNvSpPr>
          <p:nvPr/>
        </p:nvSpPr>
        <p:spPr>
          <a:xfrm>
            <a:off x="3851083" y="28843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699" name="9wup_2_tuned_PredictedAtoms_41">
            <a:extLst>
              <a:ext uri="{FF2B5EF4-FFF2-40B4-BE49-F238E27FC236}">
                <a16:creationId xmlns:a16="http://schemas.microsoft.com/office/drawing/2014/main" id="{9AEFBBFD-8D95-4877-9C48-1045E682C11C}"/>
              </a:ext>
            </a:extLst>
          </p:cNvPr>
          <p:cNvSpPr>
            <a:spLocks noGrp="1"/>
          </p:cNvSpPr>
          <p:nvPr/>
        </p:nvSpPr>
        <p:spPr>
          <a:xfrm>
            <a:off x="3757810" y="29636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0" name="9wup_2_tuned_PredictedAtoms_42">
            <a:extLst>
              <a:ext uri="{FF2B5EF4-FFF2-40B4-BE49-F238E27FC236}">
                <a16:creationId xmlns:a16="http://schemas.microsoft.com/office/drawing/2014/main" id="{B04A486D-F3BD-4BE8-8759-282F497541E6}"/>
              </a:ext>
            </a:extLst>
          </p:cNvPr>
          <p:cNvSpPr>
            <a:spLocks noGrp="1"/>
          </p:cNvSpPr>
          <p:nvPr/>
        </p:nvSpPr>
        <p:spPr>
          <a:xfrm>
            <a:off x="3656538" y="29240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1" name="9wup_2_tuned_PredictedAtoms_43">
            <a:extLst>
              <a:ext uri="{FF2B5EF4-FFF2-40B4-BE49-F238E27FC236}">
                <a16:creationId xmlns:a16="http://schemas.microsoft.com/office/drawing/2014/main" id="{AB7278FD-3A37-4B14-8FB0-A3FE861BB088}"/>
              </a:ext>
            </a:extLst>
          </p:cNvPr>
          <p:cNvSpPr>
            <a:spLocks noGrp="1"/>
          </p:cNvSpPr>
          <p:nvPr/>
        </p:nvSpPr>
        <p:spPr>
          <a:xfrm>
            <a:off x="3788795" y="308965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2" name="9wup_2_tuned_PredictedAtoms_44">
            <a:extLst>
              <a:ext uri="{FF2B5EF4-FFF2-40B4-BE49-F238E27FC236}">
                <a16:creationId xmlns:a16="http://schemas.microsoft.com/office/drawing/2014/main" id="{9B6495BC-A28D-4C58-9198-518BC221D61C}"/>
              </a:ext>
            </a:extLst>
          </p:cNvPr>
          <p:cNvSpPr>
            <a:spLocks noGrp="1"/>
          </p:cNvSpPr>
          <p:nvPr/>
        </p:nvSpPr>
        <p:spPr>
          <a:xfrm>
            <a:off x="3705042" y="31790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3" name="9wup_2_tuned_PredictedAtoms_45">
            <a:extLst>
              <a:ext uri="{FF2B5EF4-FFF2-40B4-BE49-F238E27FC236}">
                <a16:creationId xmlns:a16="http://schemas.microsoft.com/office/drawing/2014/main" id="{230F1C1F-022F-474B-976C-4744A91E349B}"/>
              </a:ext>
            </a:extLst>
          </p:cNvPr>
          <p:cNvSpPr>
            <a:spLocks noGrp="1"/>
          </p:cNvSpPr>
          <p:nvPr/>
        </p:nvSpPr>
        <p:spPr>
          <a:xfrm>
            <a:off x="3733352" y="32945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4" name="9wup_2_tuned_PredictedAtoms_46">
            <a:extLst>
              <a:ext uri="{FF2B5EF4-FFF2-40B4-BE49-F238E27FC236}">
                <a16:creationId xmlns:a16="http://schemas.microsoft.com/office/drawing/2014/main" id="{144ED4C8-8F31-4600-9330-AE6621E377C3}"/>
              </a:ext>
            </a:extLst>
          </p:cNvPr>
          <p:cNvSpPr>
            <a:spLocks noGrp="1"/>
          </p:cNvSpPr>
          <p:nvPr/>
        </p:nvSpPr>
        <p:spPr>
          <a:xfrm>
            <a:off x="3642843" y="33826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5" name="9wup_2_tuned_PredictedAtoms_47">
            <a:extLst>
              <a:ext uri="{FF2B5EF4-FFF2-40B4-BE49-F238E27FC236}">
                <a16:creationId xmlns:a16="http://schemas.microsoft.com/office/drawing/2014/main" id="{B5CE7509-89C6-4CF2-8E2D-A5DD6D7079FA}"/>
              </a:ext>
            </a:extLst>
          </p:cNvPr>
          <p:cNvSpPr>
            <a:spLocks noGrp="1"/>
          </p:cNvSpPr>
          <p:nvPr/>
        </p:nvSpPr>
        <p:spPr>
          <a:xfrm>
            <a:off x="3665260" y="35036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6" name="9wup_2_tuned_PredictedAtoms_48">
            <a:extLst>
              <a:ext uri="{FF2B5EF4-FFF2-40B4-BE49-F238E27FC236}">
                <a16:creationId xmlns:a16="http://schemas.microsoft.com/office/drawing/2014/main" id="{D1395934-F4D8-44EE-84AC-4C17201B9AE6}"/>
              </a:ext>
            </a:extLst>
          </p:cNvPr>
          <p:cNvSpPr>
            <a:spLocks noGrp="1"/>
          </p:cNvSpPr>
          <p:nvPr/>
        </p:nvSpPr>
        <p:spPr>
          <a:xfrm>
            <a:off x="3566497" y="359225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7" name="9wup_2_tuned_PredictedAtoms_49">
            <a:extLst>
              <a:ext uri="{FF2B5EF4-FFF2-40B4-BE49-F238E27FC236}">
                <a16:creationId xmlns:a16="http://schemas.microsoft.com/office/drawing/2014/main" id="{F617C48C-22A2-49D8-8B3E-90545E985A9C}"/>
              </a:ext>
            </a:extLst>
          </p:cNvPr>
          <p:cNvSpPr>
            <a:spLocks noGrp="1"/>
          </p:cNvSpPr>
          <p:nvPr/>
        </p:nvSpPr>
        <p:spPr>
          <a:xfrm>
            <a:off x="3781730" y="35455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8" name="9wup_2_tuned_PredictedAtoms_50">
            <a:extLst>
              <a:ext uri="{FF2B5EF4-FFF2-40B4-BE49-F238E27FC236}">
                <a16:creationId xmlns:a16="http://schemas.microsoft.com/office/drawing/2014/main" id="{0F7142BA-AAC5-4C26-9A54-A9D96987E19F}"/>
              </a:ext>
            </a:extLst>
          </p:cNvPr>
          <p:cNvSpPr>
            <a:spLocks noGrp="1"/>
          </p:cNvSpPr>
          <p:nvPr/>
        </p:nvSpPr>
        <p:spPr>
          <a:xfrm>
            <a:off x="3815418" y="36734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09" name="9wup_2_tuned_PredictedAtoms_51">
            <a:extLst>
              <a:ext uri="{FF2B5EF4-FFF2-40B4-BE49-F238E27FC236}">
                <a16:creationId xmlns:a16="http://schemas.microsoft.com/office/drawing/2014/main" id="{EFD83AD3-A4A9-46A1-A2BD-87CCD1226BAF}"/>
              </a:ext>
            </a:extLst>
          </p:cNvPr>
          <p:cNvSpPr>
            <a:spLocks noGrp="1"/>
          </p:cNvSpPr>
          <p:nvPr/>
        </p:nvSpPr>
        <p:spPr>
          <a:xfrm>
            <a:off x="3871103" y="34566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10" name="9wup_2_tuned_PredictedAtoms_52">
            <a:extLst>
              <a:ext uri="{FF2B5EF4-FFF2-40B4-BE49-F238E27FC236}">
                <a16:creationId xmlns:a16="http://schemas.microsoft.com/office/drawing/2014/main" id="{97956EA8-02F0-4FC3-A2E8-7999112CF7BC}"/>
              </a:ext>
            </a:extLst>
          </p:cNvPr>
          <p:cNvSpPr>
            <a:spLocks noGrp="1"/>
          </p:cNvSpPr>
          <p:nvPr/>
        </p:nvSpPr>
        <p:spPr>
          <a:xfrm>
            <a:off x="3849434" y="33305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711" name="stage3-cases-clash_18">
            <a:extLst>
              <a:ext uri="{FF2B5EF4-FFF2-40B4-BE49-F238E27FC236}">
                <a16:creationId xmlns:a16="http://schemas.microsoft.com/office/drawing/2014/main" id="{FC29B102-B7D1-440F-BC3A-16B1B26BA976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0.52 Å   D 87%   Clash 0</a:t>
            </a:r>
          </a:p>
        </p:txBody>
      </p:sp>
      <p:sp>
        <p:nvSpPr>
          <p:cNvPr id="712" name="9wup_2_build_Receptor">
            <a:extLst>
              <a:ext uri="{FF2B5EF4-FFF2-40B4-BE49-F238E27FC236}">
                <a16:creationId xmlns:a16="http://schemas.microsoft.com/office/drawing/2014/main" id="{6B40C91F-D4D0-4F96-98EA-59B95FC65AB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170" y="684045"/>
                </a:moveTo>
                <a:lnTo>
                  <a:pt x="1476742" y="689377"/>
                </a:lnTo>
                <a:moveTo>
                  <a:pt x="1403026" y="489011"/>
                </a:moveTo>
                <a:lnTo>
                  <a:pt x="1392649" y="399802"/>
                </a:lnTo>
                <a:moveTo>
                  <a:pt x="1510170" y="684045"/>
                </a:moveTo>
                <a:lnTo>
                  <a:pt x="1625562" y="750144"/>
                </a:lnTo>
                <a:moveTo>
                  <a:pt x="1521169" y="554289"/>
                </a:moveTo>
                <a:lnTo>
                  <a:pt x="1510170" y="684045"/>
                </a:lnTo>
                <a:moveTo>
                  <a:pt x="1521169" y="554289"/>
                </a:moveTo>
                <a:lnTo>
                  <a:pt x="1403026" y="489011"/>
                </a:lnTo>
                <a:moveTo>
                  <a:pt x="1403026" y="489011"/>
                </a:moveTo>
                <a:lnTo>
                  <a:pt x="1312729" y="531249"/>
                </a:lnTo>
                <a:moveTo>
                  <a:pt x="1312729" y="531249"/>
                </a:moveTo>
                <a:lnTo>
                  <a:pt x="1192755" y="485639"/>
                </a:lnTo>
                <a:moveTo>
                  <a:pt x="1565944" y="549144"/>
                </a:moveTo>
                <a:lnTo>
                  <a:pt x="1521169" y="554289"/>
                </a:lnTo>
                <a:moveTo>
                  <a:pt x="1177485" y="361758"/>
                </a:moveTo>
                <a:lnTo>
                  <a:pt x="1120739" y="285357"/>
                </a:lnTo>
                <a:moveTo>
                  <a:pt x="1192755" y="485639"/>
                </a:moveTo>
                <a:lnTo>
                  <a:pt x="1177485" y="361758"/>
                </a:lnTo>
                <a:moveTo>
                  <a:pt x="1192755" y="485639"/>
                </a:moveTo>
                <a:lnTo>
                  <a:pt x="1102103" y="571432"/>
                </a:lnTo>
                <a:moveTo>
                  <a:pt x="1306209" y="971612"/>
                </a:moveTo>
                <a:lnTo>
                  <a:pt x="1271358" y="1071919"/>
                </a:lnTo>
                <a:moveTo>
                  <a:pt x="1604023" y="446866"/>
                </a:moveTo>
                <a:lnTo>
                  <a:pt x="1597502" y="351989"/>
                </a:lnTo>
                <a:moveTo>
                  <a:pt x="1306209" y="971612"/>
                </a:moveTo>
                <a:lnTo>
                  <a:pt x="1421576" y="950647"/>
                </a:lnTo>
                <a:moveTo>
                  <a:pt x="1177485" y="361758"/>
                </a:moveTo>
                <a:lnTo>
                  <a:pt x="1226287" y="339978"/>
                </a:lnTo>
                <a:moveTo>
                  <a:pt x="1604023" y="446866"/>
                </a:moveTo>
                <a:lnTo>
                  <a:pt x="1565944" y="549144"/>
                </a:lnTo>
                <a:moveTo>
                  <a:pt x="829048" y="945769"/>
                </a:moveTo>
                <a:lnTo>
                  <a:pt x="823996" y="905067"/>
                </a:lnTo>
                <a:moveTo>
                  <a:pt x="1228615" y="891447"/>
                </a:moveTo>
                <a:lnTo>
                  <a:pt x="1306209" y="971612"/>
                </a:lnTo>
                <a:moveTo>
                  <a:pt x="1100056" y="903037"/>
                </a:moveTo>
                <a:lnTo>
                  <a:pt x="1228615" y="891447"/>
                </a:lnTo>
                <a:moveTo>
                  <a:pt x="1268682" y="125622"/>
                </a:moveTo>
                <a:lnTo>
                  <a:pt x="1216380" y="30711"/>
                </a:lnTo>
                <a:moveTo>
                  <a:pt x="697823" y="867311"/>
                </a:moveTo>
                <a:lnTo>
                  <a:pt x="622693" y="849461"/>
                </a:lnTo>
                <a:moveTo>
                  <a:pt x="1035878" y="840333"/>
                </a:moveTo>
                <a:lnTo>
                  <a:pt x="1100056" y="903037"/>
                </a:lnTo>
                <a:moveTo>
                  <a:pt x="1209645" y="224332"/>
                </a:moveTo>
                <a:lnTo>
                  <a:pt x="1268682" y="125622"/>
                </a:lnTo>
                <a:moveTo>
                  <a:pt x="823996" y="905067"/>
                </a:moveTo>
                <a:lnTo>
                  <a:pt x="910669" y="802221"/>
                </a:lnTo>
                <a:moveTo>
                  <a:pt x="1226287" y="339978"/>
                </a:moveTo>
                <a:lnTo>
                  <a:pt x="1209645" y="224332"/>
                </a:lnTo>
                <a:moveTo>
                  <a:pt x="823996" y="905067"/>
                </a:moveTo>
                <a:lnTo>
                  <a:pt x="697823" y="867311"/>
                </a:lnTo>
                <a:moveTo>
                  <a:pt x="1657382" y="454589"/>
                </a:moveTo>
                <a:lnTo>
                  <a:pt x="1604023" y="446866"/>
                </a:lnTo>
                <a:moveTo>
                  <a:pt x="910669" y="802221"/>
                </a:moveTo>
                <a:lnTo>
                  <a:pt x="1035878" y="840333"/>
                </a:lnTo>
                <a:moveTo>
                  <a:pt x="660977" y="479803"/>
                </a:moveTo>
                <a:lnTo>
                  <a:pt x="780469" y="485243"/>
                </a:lnTo>
                <a:moveTo>
                  <a:pt x="328255" y="1149837"/>
                </a:moveTo>
                <a:lnTo>
                  <a:pt x="408390" y="1241385"/>
                </a:lnTo>
                <a:moveTo>
                  <a:pt x="697823" y="867311"/>
                </a:moveTo>
                <a:lnTo>
                  <a:pt x="674844" y="855656"/>
                </a:lnTo>
                <a:moveTo>
                  <a:pt x="1748120" y="365054"/>
                </a:moveTo>
                <a:lnTo>
                  <a:pt x="1657382" y="454589"/>
                </a:lnTo>
                <a:moveTo>
                  <a:pt x="1209645" y="224332"/>
                </a:moveTo>
                <a:lnTo>
                  <a:pt x="1256798" y="226026"/>
                </a:lnTo>
                <a:moveTo>
                  <a:pt x="520773" y="1232390"/>
                </a:moveTo>
                <a:lnTo>
                  <a:pt x="408390" y="1241385"/>
                </a:lnTo>
                <a:moveTo>
                  <a:pt x="780469" y="485243"/>
                </a:moveTo>
                <a:lnTo>
                  <a:pt x="862359" y="442783"/>
                </a:lnTo>
                <a:moveTo>
                  <a:pt x="361014" y="1048685"/>
                </a:moveTo>
                <a:lnTo>
                  <a:pt x="328255" y="1149837"/>
                </a:lnTo>
                <a:moveTo>
                  <a:pt x="862359" y="442783"/>
                </a:moveTo>
                <a:lnTo>
                  <a:pt x="981501" y="447690"/>
                </a:lnTo>
                <a:moveTo>
                  <a:pt x="621820" y="432043"/>
                </a:moveTo>
                <a:lnTo>
                  <a:pt x="660977" y="479803"/>
                </a:lnTo>
                <a:moveTo>
                  <a:pt x="552748" y="1130929"/>
                </a:moveTo>
                <a:lnTo>
                  <a:pt x="520773" y="1232390"/>
                </a:lnTo>
                <a:moveTo>
                  <a:pt x="674844" y="855656"/>
                </a:moveTo>
                <a:lnTo>
                  <a:pt x="556860" y="827361"/>
                </a:lnTo>
                <a:moveTo>
                  <a:pt x="1256798" y="226026"/>
                </a:moveTo>
                <a:lnTo>
                  <a:pt x="1382414" y="230066"/>
                </a:lnTo>
                <a:moveTo>
                  <a:pt x="473660" y="1037460"/>
                </a:moveTo>
                <a:lnTo>
                  <a:pt x="361014" y="1048685"/>
                </a:lnTo>
                <a:moveTo>
                  <a:pt x="473660" y="1037460"/>
                </a:moveTo>
                <a:lnTo>
                  <a:pt x="552748" y="1130929"/>
                </a:lnTo>
                <a:moveTo>
                  <a:pt x="2221551" y="337071"/>
                </a:moveTo>
                <a:lnTo>
                  <a:pt x="2108679" y="270304"/>
                </a:lnTo>
                <a:moveTo>
                  <a:pt x="825610" y="395303"/>
                </a:moveTo>
                <a:lnTo>
                  <a:pt x="862359" y="442783"/>
                </a:lnTo>
                <a:moveTo>
                  <a:pt x="2108679" y="270304"/>
                </a:moveTo>
                <a:lnTo>
                  <a:pt x="2078200" y="180327"/>
                </a:lnTo>
                <a:moveTo>
                  <a:pt x="491068" y="427149"/>
                </a:moveTo>
                <a:lnTo>
                  <a:pt x="621820" y="432043"/>
                </a:lnTo>
                <a:moveTo>
                  <a:pt x="2150566" y="617657"/>
                </a:moveTo>
                <a:lnTo>
                  <a:pt x="2073338" y="708821"/>
                </a:lnTo>
                <a:moveTo>
                  <a:pt x="1893829" y="1097800"/>
                </a:moveTo>
                <a:lnTo>
                  <a:pt x="1872686" y="1084076"/>
                </a:lnTo>
                <a:moveTo>
                  <a:pt x="2073338" y="708821"/>
                </a:moveTo>
                <a:lnTo>
                  <a:pt x="1956457" y="701648"/>
                </a:lnTo>
                <a:moveTo>
                  <a:pt x="1956457" y="701648"/>
                </a:moveTo>
                <a:lnTo>
                  <a:pt x="1879272" y="792208"/>
                </a:lnTo>
                <a:moveTo>
                  <a:pt x="556860" y="827361"/>
                </a:moveTo>
                <a:lnTo>
                  <a:pt x="559299" y="710494"/>
                </a:lnTo>
                <a:moveTo>
                  <a:pt x="2317043" y="254484"/>
                </a:moveTo>
                <a:lnTo>
                  <a:pt x="2221551" y="337071"/>
                </a:lnTo>
                <a:moveTo>
                  <a:pt x="556860" y="827361"/>
                </a:moveTo>
                <a:lnTo>
                  <a:pt x="509222" y="926489"/>
                </a:lnTo>
                <a:moveTo>
                  <a:pt x="509222" y="926489"/>
                </a:moveTo>
                <a:lnTo>
                  <a:pt x="473660" y="1037460"/>
                </a:lnTo>
                <a:moveTo>
                  <a:pt x="621820" y="432043"/>
                </a:moveTo>
                <a:lnTo>
                  <a:pt x="706143" y="390325"/>
                </a:lnTo>
                <a:moveTo>
                  <a:pt x="559299" y="710494"/>
                </a:moveTo>
                <a:lnTo>
                  <a:pt x="462364" y="643529"/>
                </a:lnTo>
                <a:moveTo>
                  <a:pt x="2112691" y="518972"/>
                </a:moveTo>
                <a:lnTo>
                  <a:pt x="2150566" y="617657"/>
                </a:lnTo>
                <a:moveTo>
                  <a:pt x="706143" y="390325"/>
                </a:moveTo>
                <a:lnTo>
                  <a:pt x="825610" y="395303"/>
                </a:lnTo>
                <a:moveTo>
                  <a:pt x="1916458" y="604362"/>
                </a:moveTo>
                <a:lnTo>
                  <a:pt x="1956457" y="701648"/>
                </a:lnTo>
                <a:moveTo>
                  <a:pt x="2221551" y="337071"/>
                </a:moveTo>
                <a:lnTo>
                  <a:pt x="2197302" y="419112"/>
                </a:lnTo>
                <a:moveTo>
                  <a:pt x="450014" y="529903"/>
                </a:moveTo>
                <a:lnTo>
                  <a:pt x="491068" y="427149"/>
                </a:lnTo>
                <a:moveTo>
                  <a:pt x="2429254" y="1166075"/>
                </a:moveTo>
                <a:lnTo>
                  <a:pt x="2409899" y="1092865"/>
                </a:lnTo>
                <a:moveTo>
                  <a:pt x="462364" y="643529"/>
                </a:moveTo>
                <a:lnTo>
                  <a:pt x="450014" y="529903"/>
                </a:lnTo>
                <a:moveTo>
                  <a:pt x="559299" y="710494"/>
                </a:moveTo>
                <a:lnTo>
                  <a:pt x="646658" y="681243"/>
                </a:lnTo>
                <a:moveTo>
                  <a:pt x="1990359" y="1049334"/>
                </a:moveTo>
                <a:lnTo>
                  <a:pt x="1893829" y="1097800"/>
                </a:lnTo>
                <a:moveTo>
                  <a:pt x="2197302" y="419112"/>
                </a:moveTo>
                <a:lnTo>
                  <a:pt x="2112691" y="518972"/>
                </a:lnTo>
                <a:moveTo>
                  <a:pt x="1893829" y="1097800"/>
                </a:moveTo>
                <a:lnTo>
                  <a:pt x="1818220" y="1159509"/>
                </a:lnTo>
                <a:moveTo>
                  <a:pt x="2112691" y="518972"/>
                </a:moveTo>
                <a:lnTo>
                  <a:pt x="1994334" y="513758"/>
                </a:lnTo>
                <a:moveTo>
                  <a:pt x="321277" y="512877"/>
                </a:moveTo>
                <a:lnTo>
                  <a:pt x="240780" y="526551"/>
                </a:lnTo>
                <a:moveTo>
                  <a:pt x="1994334" y="513758"/>
                </a:moveTo>
                <a:lnTo>
                  <a:pt x="1916458" y="604362"/>
                </a:lnTo>
                <a:moveTo>
                  <a:pt x="450014" y="529903"/>
                </a:moveTo>
                <a:lnTo>
                  <a:pt x="321277" y="512877"/>
                </a:lnTo>
                <a:moveTo>
                  <a:pt x="2340829" y="1187987"/>
                </a:moveTo>
                <a:lnTo>
                  <a:pt x="2429254" y="1166075"/>
                </a:lnTo>
                <a:moveTo>
                  <a:pt x="2022268" y="1057080"/>
                </a:moveTo>
                <a:lnTo>
                  <a:pt x="1990359" y="1049334"/>
                </a:lnTo>
                <a:moveTo>
                  <a:pt x="321277" y="512877"/>
                </a:moveTo>
                <a:lnTo>
                  <a:pt x="302280" y="482929"/>
                </a:lnTo>
                <a:moveTo>
                  <a:pt x="2340829" y="1187987"/>
                </a:moveTo>
                <a:lnTo>
                  <a:pt x="2240780" y="1096069"/>
                </a:lnTo>
                <a:moveTo>
                  <a:pt x="2240780" y="1096069"/>
                </a:moveTo>
                <a:lnTo>
                  <a:pt x="2125073" y="1141907"/>
                </a:lnTo>
                <a:moveTo>
                  <a:pt x="127545" y="353321"/>
                </a:moveTo>
                <a:lnTo>
                  <a:pt x="184981" y="260341"/>
                </a:lnTo>
                <a:moveTo>
                  <a:pt x="2125073" y="1141907"/>
                </a:moveTo>
                <a:lnTo>
                  <a:pt x="2022268" y="1057080"/>
                </a:lnTo>
                <a:moveTo>
                  <a:pt x="1177112" y="34306"/>
                </a:moveTo>
                <a:lnTo>
                  <a:pt x="1190447" y="141633"/>
                </a:lnTo>
                <a:moveTo>
                  <a:pt x="2400883" y="1190263"/>
                </a:moveTo>
                <a:lnTo>
                  <a:pt x="2340829" y="1187987"/>
                </a:lnTo>
                <a:moveTo>
                  <a:pt x="182350" y="465444"/>
                </a:moveTo>
                <a:lnTo>
                  <a:pt x="127545" y="353321"/>
                </a:lnTo>
                <a:moveTo>
                  <a:pt x="302280" y="482929"/>
                </a:moveTo>
                <a:lnTo>
                  <a:pt x="182350" y="465444"/>
                </a:lnTo>
                <a:moveTo>
                  <a:pt x="182350" y="465444"/>
                </a:moveTo>
                <a:lnTo>
                  <a:pt x="183609" y="458254"/>
                </a:lnTo>
                <a:moveTo>
                  <a:pt x="2499326" y="127983"/>
                </a:moveTo>
                <a:lnTo>
                  <a:pt x="2477659" y="261179"/>
                </a:lnTo>
                <a:moveTo>
                  <a:pt x="2388360" y="63220"/>
                </a:moveTo>
                <a:lnTo>
                  <a:pt x="2499326" y="127983"/>
                </a:lnTo>
                <a:moveTo>
                  <a:pt x="2477659" y="261179"/>
                </a:moveTo>
                <a:lnTo>
                  <a:pt x="2412842" y="310618"/>
                </a:lnTo>
                <a:moveTo>
                  <a:pt x="183609" y="458254"/>
                </a:moveTo>
                <a:lnTo>
                  <a:pt x="233214" y="562297"/>
                </a:lnTo>
                <a:moveTo>
                  <a:pt x="2499326" y="127983"/>
                </a:moveTo>
                <a:lnTo>
                  <a:pt x="2577163" y="92939"/>
                </a:lnTo>
                <a:moveTo>
                  <a:pt x="2509471" y="610718"/>
                </a:moveTo>
                <a:lnTo>
                  <a:pt x="2560138" y="690713"/>
                </a:lnTo>
                <a:moveTo>
                  <a:pt x="1078448" y="1087827"/>
                </a:moveTo>
                <a:lnTo>
                  <a:pt x="1065049" y="1033559"/>
                </a:lnTo>
                <a:moveTo>
                  <a:pt x="2560138" y="690713"/>
                </a:moveTo>
                <a:lnTo>
                  <a:pt x="2468236" y="783330"/>
                </a:lnTo>
                <a:moveTo>
                  <a:pt x="2468236" y="783330"/>
                </a:moveTo>
                <a:lnTo>
                  <a:pt x="2364196" y="732299"/>
                </a:lnTo>
                <a:moveTo>
                  <a:pt x="978571" y="1163649"/>
                </a:moveTo>
                <a:lnTo>
                  <a:pt x="959953" y="1274076"/>
                </a:lnTo>
                <a:moveTo>
                  <a:pt x="978571" y="1163649"/>
                </a:moveTo>
                <a:lnTo>
                  <a:pt x="1078448" y="1087827"/>
                </a:lnTo>
                <a:moveTo>
                  <a:pt x="2199176" y="892717"/>
                </a:moveTo>
                <a:lnTo>
                  <a:pt x="2082665" y="916738"/>
                </a:lnTo>
                <a:moveTo>
                  <a:pt x="2249511" y="785551"/>
                </a:moveTo>
                <a:lnTo>
                  <a:pt x="2199176" y="892717"/>
                </a:lnTo>
                <a:moveTo>
                  <a:pt x="2364196" y="732299"/>
                </a:moveTo>
                <a:lnTo>
                  <a:pt x="2249511" y="785551"/>
                </a:lnTo>
                <a:moveTo>
                  <a:pt x="870117" y="1093586"/>
                </a:moveTo>
                <a:lnTo>
                  <a:pt x="978571" y="1163649"/>
                </a:lnTo>
                <a:moveTo>
                  <a:pt x="777276" y="90503"/>
                </a:moveTo>
                <a:lnTo>
                  <a:pt x="732467" y="72840"/>
                </a:lnTo>
                <a:moveTo>
                  <a:pt x="2364196" y="732299"/>
                </a:moveTo>
                <a:lnTo>
                  <a:pt x="2359170" y="625568"/>
                </a:lnTo>
                <a:moveTo>
                  <a:pt x="470236" y="682618"/>
                </a:moveTo>
                <a:lnTo>
                  <a:pt x="536839" y="581654"/>
                </a:lnTo>
                <a:moveTo>
                  <a:pt x="542648" y="779633"/>
                </a:moveTo>
                <a:lnTo>
                  <a:pt x="470236" y="682618"/>
                </a:lnTo>
                <a:moveTo>
                  <a:pt x="536839" y="581654"/>
                </a:moveTo>
                <a:lnTo>
                  <a:pt x="503478" y="462871"/>
                </a:lnTo>
                <a:moveTo>
                  <a:pt x="2082665" y="916738"/>
                </a:moveTo>
                <a:lnTo>
                  <a:pt x="2015497" y="835977"/>
                </a:lnTo>
                <a:moveTo>
                  <a:pt x="503478" y="462871"/>
                </a:moveTo>
                <a:lnTo>
                  <a:pt x="590091" y="379526"/>
                </a:lnTo>
                <a:moveTo>
                  <a:pt x="2249511" y="785551"/>
                </a:moveTo>
                <a:lnTo>
                  <a:pt x="2179631" y="706159"/>
                </a:lnTo>
                <a:moveTo>
                  <a:pt x="654605" y="617003"/>
                </a:moveTo>
                <a:lnTo>
                  <a:pt x="536839" y="581654"/>
                </a:lnTo>
                <a:moveTo>
                  <a:pt x="656297" y="744089"/>
                </a:moveTo>
                <a:lnTo>
                  <a:pt x="542648" y="779633"/>
                </a:lnTo>
                <a:moveTo>
                  <a:pt x="843915" y="1027043"/>
                </a:moveTo>
                <a:lnTo>
                  <a:pt x="870117" y="1093586"/>
                </a:lnTo>
                <a:moveTo>
                  <a:pt x="707946" y="411825"/>
                </a:moveTo>
                <a:lnTo>
                  <a:pt x="590091" y="379526"/>
                </a:lnTo>
                <a:moveTo>
                  <a:pt x="656297" y="744089"/>
                </a:moveTo>
                <a:lnTo>
                  <a:pt x="654605" y="617003"/>
                </a:lnTo>
                <a:moveTo>
                  <a:pt x="654605" y="617003"/>
                </a:moveTo>
                <a:lnTo>
                  <a:pt x="741232" y="529627"/>
                </a:lnTo>
                <a:moveTo>
                  <a:pt x="761896" y="822173"/>
                </a:moveTo>
                <a:lnTo>
                  <a:pt x="656297" y="744089"/>
                </a:lnTo>
                <a:moveTo>
                  <a:pt x="741232" y="529627"/>
                </a:moveTo>
                <a:lnTo>
                  <a:pt x="707946" y="411825"/>
                </a:lnTo>
                <a:moveTo>
                  <a:pt x="2359170" y="625568"/>
                </a:moveTo>
                <a:lnTo>
                  <a:pt x="2248637" y="609225"/>
                </a:lnTo>
                <a:moveTo>
                  <a:pt x="777276" y="90503"/>
                </a:moveTo>
                <a:lnTo>
                  <a:pt x="893696" y="40072"/>
                </a:lnTo>
                <a:moveTo>
                  <a:pt x="2062265" y="730509"/>
                </a:moveTo>
                <a:lnTo>
                  <a:pt x="2015497" y="835977"/>
                </a:lnTo>
                <a:moveTo>
                  <a:pt x="2248637" y="609225"/>
                </a:moveTo>
                <a:lnTo>
                  <a:pt x="2179631" y="706159"/>
                </a:lnTo>
                <a:moveTo>
                  <a:pt x="730870" y="953673"/>
                </a:moveTo>
                <a:lnTo>
                  <a:pt x="761896" y="822173"/>
                </a:lnTo>
                <a:moveTo>
                  <a:pt x="2179631" y="706159"/>
                </a:moveTo>
                <a:lnTo>
                  <a:pt x="2062265" y="730509"/>
                </a:lnTo>
                <a:moveTo>
                  <a:pt x="730870" y="953673"/>
                </a:moveTo>
                <a:lnTo>
                  <a:pt x="843915" y="1027043"/>
                </a:lnTo>
                <a:moveTo>
                  <a:pt x="694288" y="30411"/>
                </a:moveTo>
                <a:lnTo>
                  <a:pt x="777276" y="90503"/>
                </a:lnTo>
                <a:moveTo>
                  <a:pt x="587503" y="109904"/>
                </a:moveTo>
                <a:lnTo>
                  <a:pt x="510615" y="120776"/>
                </a:lnTo>
                <a:moveTo>
                  <a:pt x="659364" y="972186"/>
                </a:moveTo>
                <a:lnTo>
                  <a:pt x="730870" y="953673"/>
                </a:lnTo>
                <a:moveTo>
                  <a:pt x="843915" y="1027043"/>
                </a:moveTo>
                <a:lnTo>
                  <a:pt x="906385" y="1022793"/>
                </a:lnTo>
                <a:moveTo>
                  <a:pt x="694288" y="30411"/>
                </a:moveTo>
                <a:lnTo>
                  <a:pt x="587503" y="109904"/>
                </a:lnTo>
                <a:moveTo>
                  <a:pt x="759584" y="66"/>
                </a:moveTo>
                <a:lnTo>
                  <a:pt x="694288" y="30411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13" name="9wup_2_build_ExperimentalDensity">
            <a:extLst>
              <a:ext uri="{FF2B5EF4-FFF2-40B4-BE49-F238E27FC236}">
                <a16:creationId xmlns:a16="http://schemas.microsoft.com/office/drawing/2014/main" id="{B5139F34-3B76-4242-9F84-4565AD8BA36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5132" y="696387"/>
                </a:moveTo>
                <a:lnTo>
                  <a:pt x="1216690" y="780529"/>
                </a:lnTo>
                <a:moveTo>
                  <a:pt x="1208567" y="652550"/>
                </a:moveTo>
                <a:lnTo>
                  <a:pt x="1235132" y="696387"/>
                </a:lnTo>
                <a:moveTo>
                  <a:pt x="1303364" y="697571"/>
                </a:moveTo>
                <a:lnTo>
                  <a:pt x="1235132" y="696387"/>
                </a:lnTo>
                <a:moveTo>
                  <a:pt x="1235132" y="696387"/>
                </a:moveTo>
                <a:lnTo>
                  <a:pt x="1285629" y="788251"/>
                </a:lnTo>
                <a:moveTo>
                  <a:pt x="1276964" y="613540"/>
                </a:moveTo>
                <a:lnTo>
                  <a:pt x="1235132" y="696387"/>
                </a:lnTo>
                <a:moveTo>
                  <a:pt x="1285629" y="788251"/>
                </a:moveTo>
                <a:lnTo>
                  <a:pt x="1216690" y="780529"/>
                </a:lnTo>
                <a:moveTo>
                  <a:pt x="1267603" y="613864"/>
                </a:moveTo>
                <a:lnTo>
                  <a:pt x="1208567" y="652550"/>
                </a:lnTo>
                <a:moveTo>
                  <a:pt x="1276964" y="613540"/>
                </a:moveTo>
                <a:lnTo>
                  <a:pt x="1208567" y="652550"/>
                </a:lnTo>
                <a:moveTo>
                  <a:pt x="1303364" y="697571"/>
                </a:moveTo>
                <a:lnTo>
                  <a:pt x="1285629" y="788251"/>
                </a:lnTo>
                <a:moveTo>
                  <a:pt x="1208567" y="652550"/>
                </a:moveTo>
                <a:lnTo>
                  <a:pt x="1153873" y="677703"/>
                </a:lnTo>
                <a:moveTo>
                  <a:pt x="1303364" y="697571"/>
                </a:moveTo>
                <a:lnTo>
                  <a:pt x="1291073" y="789761"/>
                </a:lnTo>
                <a:moveTo>
                  <a:pt x="1495218" y="600921"/>
                </a:moveTo>
                <a:lnTo>
                  <a:pt x="1429839" y="599214"/>
                </a:lnTo>
                <a:moveTo>
                  <a:pt x="1276964" y="613540"/>
                </a:moveTo>
                <a:lnTo>
                  <a:pt x="1303364" y="697571"/>
                </a:lnTo>
                <a:moveTo>
                  <a:pt x="1285629" y="788251"/>
                </a:moveTo>
                <a:lnTo>
                  <a:pt x="1282768" y="790213"/>
                </a:lnTo>
                <a:moveTo>
                  <a:pt x="1291073" y="789761"/>
                </a:moveTo>
                <a:lnTo>
                  <a:pt x="1285629" y="788251"/>
                </a:lnTo>
                <a:moveTo>
                  <a:pt x="1291073" y="789761"/>
                </a:moveTo>
                <a:lnTo>
                  <a:pt x="1282768" y="790213"/>
                </a:lnTo>
                <a:moveTo>
                  <a:pt x="1525682" y="639771"/>
                </a:moveTo>
                <a:lnTo>
                  <a:pt x="1495218" y="600921"/>
                </a:lnTo>
                <a:moveTo>
                  <a:pt x="1365898" y="699799"/>
                </a:moveTo>
                <a:lnTo>
                  <a:pt x="1303364" y="697571"/>
                </a:lnTo>
                <a:moveTo>
                  <a:pt x="1276964" y="613540"/>
                </a:moveTo>
                <a:lnTo>
                  <a:pt x="1267603" y="613864"/>
                </a:lnTo>
                <a:moveTo>
                  <a:pt x="1501675" y="866344"/>
                </a:moveTo>
                <a:lnTo>
                  <a:pt x="1457548" y="869150"/>
                </a:lnTo>
                <a:moveTo>
                  <a:pt x="1769265" y="755816"/>
                </a:moveTo>
                <a:lnTo>
                  <a:pt x="1776010" y="764424"/>
                </a:lnTo>
                <a:moveTo>
                  <a:pt x="1274344" y="610457"/>
                </a:moveTo>
                <a:lnTo>
                  <a:pt x="1267603" y="613864"/>
                </a:lnTo>
                <a:moveTo>
                  <a:pt x="1303364" y="697571"/>
                </a:moveTo>
                <a:lnTo>
                  <a:pt x="1359940" y="789760"/>
                </a:lnTo>
                <a:moveTo>
                  <a:pt x="1467755" y="517085"/>
                </a:moveTo>
                <a:lnTo>
                  <a:pt x="1429839" y="599214"/>
                </a:lnTo>
                <a:moveTo>
                  <a:pt x="1274344" y="610457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303364" y="697571"/>
                </a:lnTo>
                <a:moveTo>
                  <a:pt x="1267603" y="613864"/>
                </a:moveTo>
                <a:lnTo>
                  <a:pt x="1153873" y="677703"/>
                </a:lnTo>
                <a:moveTo>
                  <a:pt x="1592415" y="612732"/>
                </a:moveTo>
                <a:lnTo>
                  <a:pt x="1525682" y="639771"/>
                </a:lnTo>
                <a:moveTo>
                  <a:pt x="1602845" y="861492"/>
                </a:moveTo>
                <a:lnTo>
                  <a:pt x="1501675" y="866344"/>
                </a:lnTo>
                <a:moveTo>
                  <a:pt x="1501675" y="866344"/>
                </a:moveTo>
                <a:lnTo>
                  <a:pt x="1486270" y="905694"/>
                </a:lnTo>
                <a:moveTo>
                  <a:pt x="1457548" y="869150"/>
                </a:moveTo>
                <a:lnTo>
                  <a:pt x="1486270" y="905694"/>
                </a:lnTo>
                <a:moveTo>
                  <a:pt x="1793298" y="733986"/>
                </a:moveTo>
                <a:lnTo>
                  <a:pt x="1769265" y="755816"/>
                </a:lnTo>
                <a:moveTo>
                  <a:pt x="1359940" y="789760"/>
                </a:moveTo>
                <a:lnTo>
                  <a:pt x="1291073" y="789761"/>
                </a:lnTo>
                <a:moveTo>
                  <a:pt x="1479274" y="795467"/>
                </a:moveTo>
                <a:lnTo>
                  <a:pt x="1501675" y="866344"/>
                </a:lnTo>
                <a:moveTo>
                  <a:pt x="1479274" y="795467"/>
                </a:moveTo>
                <a:lnTo>
                  <a:pt x="1457548" y="869150"/>
                </a:lnTo>
                <a:moveTo>
                  <a:pt x="1525682" y="639771"/>
                </a:moveTo>
                <a:lnTo>
                  <a:pt x="1575607" y="599878"/>
                </a:lnTo>
                <a:moveTo>
                  <a:pt x="1457548" y="869150"/>
                </a:moveTo>
                <a:lnTo>
                  <a:pt x="1475756" y="782225"/>
                </a:lnTo>
                <a:moveTo>
                  <a:pt x="1457548" y="869150"/>
                </a:moveTo>
                <a:lnTo>
                  <a:pt x="1362085" y="878689"/>
                </a:lnTo>
                <a:moveTo>
                  <a:pt x="1588201" y="775307"/>
                </a:moveTo>
                <a:lnTo>
                  <a:pt x="1501675" y="866344"/>
                </a:lnTo>
                <a:moveTo>
                  <a:pt x="1359934" y="612024"/>
                </a:moveTo>
                <a:lnTo>
                  <a:pt x="1276964" y="613540"/>
                </a:lnTo>
                <a:moveTo>
                  <a:pt x="1359934" y="612024"/>
                </a:moveTo>
                <a:lnTo>
                  <a:pt x="1274344" y="610457"/>
                </a:lnTo>
                <a:moveTo>
                  <a:pt x="1267603" y="613864"/>
                </a:moveTo>
                <a:lnTo>
                  <a:pt x="1186537" y="623640"/>
                </a:lnTo>
                <a:moveTo>
                  <a:pt x="1588201" y="775307"/>
                </a:moveTo>
                <a:lnTo>
                  <a:pt x="1602845" y="861492"/>
                </a:lnTo>
                <a:moveTo>
                  <a:pt x="1486270" y="905694"/>
                </a:moveTo>
                <a:lnTo>
                  <a:pt x="1362085" y="878689"/>
                </a:lnTo>
                <a:moveTo>
                  <a:pt x="1186537" y="623640"/>
                </a:moveTo>
                <a:lnTo>
                  <a:pt x="1153873" y="677703"/>
                </a:lnTo>
                <a:moveTo>
                  <a:pt x="1467755" y="517085"/>
                </a:moveTo>
                <a:lnTo>
                  <a:pt x="1495218" y="600921"/>
                </a:lnTo>
                <a:moveTo>
                  <a:pt x="1481991" y="781799"/>
                </a:moveTo>
                <a:lnTo>
                  <a:pt x="1479274" y="795467"/>
                </a:lnTo>
                <a:moveTo>
                  <a:pt x="1479274" y="795467"/>
                </a:moveTo>
                <a:lnTo>
                  <a:pt x="1475756" y="782225"/>
                </a:lnTo>
                <a:moveTo>
                  <a:pt x="1588201" y="775307"/>
                </a:moveTo>
                <a:lnTo>
                  <a:pt x="1479274" y="795467"/>
                </a:lnTo>
                <a:moveTo>
                  <a:pt x="1365898" y="699799"/>
                </a:moveTo>
                <a:lnTo>
                  <a:pt x="1359940" y="789760"/>
                </a:lnTo>
                <a:moveTo>
                  <a:pt x="1481991" y="781799"/>
                </a:moveTo>
                <a:lnTo>
                  <a:pt x="1475756" y="782225"/>
                </a:lnTo>
                <a:moveTo>
                  <a:pt x="1575607" y="599878"/>
                </a:moveTo>
                <a:lnTo>
                  <a:pt x="1495218" y="600921"/>
                </a:lnTo>
                <a:moveTo>
                  <a:pt x="1340009" y="566607"/>
                </a:moveTo>
                <a:lnTo>
                  <a:pt x="1274344" y="610457"/>
                </a:lnTo>
                <a:moveTo>
                  <a:pt x="1359934" y="612024"/>
                </a:moveTo>
                <a:lnTo>
                  <a:pt x="1365898" y="699799"/>
                </a:lnTo>
                <a:moveTo>
                  <a:pt x="1475756" y="782225"/>
                </a:moveTo>
                <a:lnTo>
                  <a:pt x="1359940" y="789760"/>
                </a:lnTo>
                <a:moveTo>
                  <a:pt x="1588201" y="775307"/>
                </a:moveTo>
                <a:lnTo>
                  <a:pt x="1481991" y="781799"/>
                </a:lnTo>
                <a:moveTo>
                  <a:pt x="1501675" y="866344"/>
                </a:moveTo>
                <a:lnTo>
                  <a:pt x="1556486" y="933532"/>
                </a:lnTo>
                <a:moveTo>
                  <a:pt x="1267603" y="613864"/>
                </a:moveTo>
                <a:lnTo>
                  <a:pt x="1216331" y="583326"/>
                </a:lnTo>
                <a:moveTo>
                  <a:pt x="1274344" y="610457"/>
                </a:moveTo>
                <a:lnTo>
                  <a:pt x="1216331" y="583326"/>
                </a:lnTo>
                <a:moveTo>
                  <a:pt x="1613585" y="597347"/>
                </a:moveTo>
                <a:lnTo>
                  <a:pt x="1592415" y="612732"/>
                </a:lnTo>
                <a:moveTo>
                  <a:pt x="1602845" y="861492"/>
                </a:moveTo>
                <a:lnTo>
                  <a:pt x="1556486" y="933532"/>
                </a:lnTo>
                <a:moveTo>
                  <a:pt x="1592415" y="612732"/>
                </a:moveTo>
                <a:lnTo>
                  <a:pt x="1575607" y="599878"/>
                </a:lnTo>
                <a:moveTo>
                  <a:pt x="1556486" y="933532"/>
                </a:moveTo>
                <a:lnTo>
                  <a:pt x="1486270" y="905694"/>
                </a:lnTo>
                <a:moveTo>
                  <a:pt x="1486270" y="905694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340009" y="566607"/>
                </a:lnTo>
                <a:moveTo>
                  <a:pt x="1467755" y="517085"/>
                </a:moveTo>
                <a:lnTo>
                  <a:pt x="1575607" y="599878"/>
                </a:lnTo>
                <a:moveTo>
                  <a:pt x="1327126" y="363648"/>
                </a:moveTo>
                <a:lnTo>
                  <a:pt x="1262001" y="415995"/>
                </a:lnTo>
                <a:moveTo>
                  <a:pt x="1613585" y="597347"/>
                </a:moveTo>
                <a:lnTo>
                  <a:pt x="1575607" y="599878"/>
                </a:lnTo>
                <a:moveTo>
                  <a:pt x="1362085" y="878689"/>
                </a:moveTo>
                <a:lnTo>
                  <a:pt x="1439598" y="966587"/>
                </a:lnTo>
                <a:moveTo>
                  <a:pt x="1653187" y="865955"/>
                </a:moveTo>
                <a:lnTo>
                  <a:pt x="1602845" y="861492"/>
                </a:lnTo>
                <a:moveTo>
                  <a:pt x="1793298" y="733986"/>
                </a:moveTo>
                <a:lnTo>
                  <a:pt x="1776010" y="764424"/>
                </a:lnTo>
                <a:moveTo>
                  <a:pt x="1652664" y="777182"/>
                </a:moveTo>
                <a:lnTo>
                  <a:pt x="1602845" y="861492"/>
                </a:lnTo>
                <a:moveTo>
                  <a:pt x="1262001" y="415995"/>
                </a:moveTo>
                <a:lnTo>
                  <a:pt x="1207143" y="438572"/>
                </a:lnTo>
                <a:moveTo>
                  <a:pt x="1430489" y="701651"/>
                </a:moveTo>
                <a:lnTo>
                  <a:pt x="1365898" y="699799"/>
                </a:lnTo>
                <a:moveTo>
                  <a:pt x="1216331" y="583326"/>
                </a:moveTo>
                <a:lnTo>
                  <a:pt x="1186537" y="623640"/>
                </a:lnTo>
                <a:moveTo>
                  <a:pt x="1231082" y="815739"/>
                </a:moveTo>
                <a:lnTo>
                  <a:pt x="1217331" y="802204"/>
                </a:lnTo>
                <a:moveTo>
                  <a:pt x="1430489" y="701651"/>
                </a:moveTo>
                <a:lnTo>
                  <a:pt x="1475756" y="782225"/>
                </a:lnTo>
                <a:moveTo>
                  <a:pt x="1542668" y="715836"/>
                </a:moveTo>
                <a:lnTo>
                  <a:pt x="1481991" y="781799"/>
                </a:lnTo>
                <a:moveTo>
                  <a:pt x="1430489" y="701651"/>
                </a:moveTo>
                <a:lnTo>
                  <a:pt x="1359940" y="789760"/>
                </a:lnTo>
                <a:moveTo>
                  <a:pt x="1542668" y="715836"/>
                </a:moveTo>
                <a:lnTo>
                  <a:pt x="1588201" y="775307"/>
                </a:lnTo>
                <a:moveTo>
                  <a:pt x="1153873" y="677703"/>
                </a:moveTo>
                <a:lnTo>
                  <a:pt x="1180024" y="631303"/>
                </a:lnTo>
                <a:moveTo>
                  <a:pt x="1359934" y="612024"/>
                </a:moveTo>
                <a:lnTo>
                  <a:pt x="1430489" y="701651"/>
                </a:lnTo>
                <a:moveTo>
                  <a:pt x="1492275" y="518704"/>
                </a:moveTo>
                <a:lnTo>
                  <a:pt x="1467755" y="517085"/>
                </a:lnTo>
                <a:moveTo>
                  <a:pt x="1652664" y="777182"/>
                </a:moveTo>
                <a:lnTo>
                  <a:pt x="1588201" y="775307"/>
                </a:lnTo>
                <a:moveTo>
                  <a:pt x="1492275" y="518704"/>
                </a:moveTo>
                <a:lnTo>
                  <a:pt x="1575607" y="599878"/>
                </a:lnTo>
                <a:moveTo>
                  <a:pt x="1340009" y="566607"/>
                </a:moveTo>
                <a:lnTo>
                  <a:pt x="1216331" y="583326"/>
                </a:lnTo>
                <a:moveTo>
                  <a:pt x="1556486" y="933532"/>
                </a:moveTo>
                <a:lnTo>
                  <a:pt x="1439598" y="966587"/>
                </a:lnTo>
                <a:moveTo>
                  <a:pt x="1359934" y="612024"/>
                </a:moveTo>
                <a:lnTo>
                  <a:pt x="1400837" y="616064"/>
                </a:lnTo>
                <a:moveTo>
                  <a:pt x="1153873" y="677703"/>
                </a:moveTo>
                <a:lnTo>
                  <a:pt x="1165464" y="668789"/>
                </a:lnTo>
                <a:moveTo>
                  <a:pt x="1602845" y="861492"/>
                </a:moveTo>
                <a:lnTo>
                  <a:pt x="1622490" y="895022"/>
                </a:lnTo>
                <a:moveTo>
                  <a:pt x="1439598" y="966587"/>
                </a:moveTo>
                <a:lnTo>
                  <a:pt x="1434284" y="973505"/>
                </a:lnTo>
                <a:moveTo>
                  <a:pt x="1340009" y="566607"/>
                </a:moveTo>
                <a:lnTo>
                  <a:pt x="1319188" y="530621"/>
                </a:lnTo>
                <a:moveTo>
                  <a:pt x="1300464" y="830439"/>
                </a:moveTo>
                <a:lnTo>
                  <a:pt x="1231082" y="815739"/>
                </a:lnTo>
                <a:moveTo>
                  <a:pt x="1613585" y="597347"/>
                </a:moveTo>
                <a:lnTo>
                  <a:pt x="1532055" y="548638"/>
                </a:lnTo>
                <a:moveTo>
                  <a:pt x="1575607" y="599878"/>
                </a:moveTo>
                <a:lnTo>
                  <a:pt x="1532055" y="548638"/>
                </a:lnTo>
                <a:moveTo>
                  <a:pt x="1186537" y="623640"/>
                </a:moveTo>
                <a:lnTo>
                  <a:pt x="1180024" y="631303"/>
                </a:lnTo>
                <a:moveTo>
                  <a:pt x="1330134" y="350878"/>
                </a:moveTo>
                <a:lnTo>
                  <a:pt x="1327126" y="363648"/>
                </a:lnTo>
                <a:moveTo>
                  <a:pt x="1527209" y="472280"/>
                </a:moveTo>
                <a:lnTo>
                  <a:pt x="1467755" y="517085"/>
                </a:lnTo>
                <a:moveTo>
                  <a:pt x="1481991" y="781799"/>
                </a:moveTo>
                <a:lnTo>
                  <a:pt x="1510084" y="700753"/>
                </a:lnTo>
                <a:moveTo>
                  <a:pt x="1319188" y="530621"/>
                </a:moveTo>
                <a:lnTo>
                  <a:pt x="1216331" y="583326"/>
                </a:lnTo>
                <a:moveTo>
                  <a:pt x="1510084" y="700753"/>
                </a:moveTo>
                <a:lnTo>
                  <a:pt x="1475756" y="782225"/>
                </a:lnTo>
                <a:moveTo>
                  <a:pt x="1400837" y="616064"/>
                </a:moveTo>
                <a:lnTo>
                  <a:pt x="1340009" y="566607"/>
                </a:lnTo>
                <a:moveTo>
                  <a:pt x="1330134" y="350878"/>
                </a:moveTo>
                <a:lnTo>
                  <a:pt x="1335524" y="351721"/>
                </a:lnTo>
                <a:moveTo>
                  <a:pt x="1776010" y="764424"/>
                </a:moveTo>
                <a:lnTo>
                  <a:pt x="1741629" y="774567"/>
                </a:lnTo>
                <a:moveTo>
                  <a:pt x="1327126" y="363648"/>
                </a:moveTo>
                <a:lnTo>
                  <a:pt x="1207143" y="438572"/>
                </a:lnTo>
                <a:moveTo>
                  <a:pt x="1335524" y="351721"/>
                </a:moveTo>
                <a:lnTo>
                  <a:pt x="1327126" y="363648"/>
                </a:lnTo>
                <a:moveTo>
                  <a:pt x="1434284" y="973505"/>
                </a:moveTo>
                <a:lnTo>
                  <a:pt x="1420409" y="970103"/>
                </a:lnTo>
                <a:moveTo>
                  <a:pt x="1340009" y="566607"/>
                </a:moveTo>
                <a:lnTo>
                  <a:pt x="1408184" y="616869"/>
                </a:lnTo>
                <a:moveTo>
                  <a:pt x="1251597" y="536960"/>
                </a:moveTo>
                <a:lnTo>
                  <a:pt x="1216331" y="583326"/>
                </a:lnTo>
                <a:moveTo>
                  <a:pt x="1652664" y="777182"/>
                </a:moveTo>
                <a:lnTo>
                  <a:pt x="1542668" y="715836"/>
                </a:lnTo>
                <a:moveTo>
                  <a:pt x="1492275" y="518704"/>
                </a:moveTo>
                <a:lnTo>
                  <a:pt x="1532055" y="548638"/>
                </a:lnTo>
                <a:moveTo>
                  <a:pt x="1652664" y="777182"/>
                </a:moveTo>
                <a:lnTo>
                  <a:pt x="1653187" y="865955"/>
                </a:lnTo>
                <a:moveTo>
                  <a:pt x="1231082" y="815739"/>
                </a:moveTo>
                <a:lnTo>
                  <a:pt x="1275281" y="805272"/>
                </a:lnTo>
                <a:moveTo>
                  <a:pt x="1793298" y="733986"/>
                </a:moveTo>
                <a:lnTo>
                  <a:pt x="1741629" y="774567"/>
                </a:lnTo>
                <a:moveTo>
                  <a:pt x="1216331" y="583326"/>
                </a:moveTo>
                <a:lnTo>
                  <a:pt x="1180024" y="631303"/>
                </a:lnTo>
                <a:moveTo>
                  <a:pt x="1400837" y="616064"/>
                </a:moveTo>
                <a:lnTo>
                  <a:pt x="1430489" y="701651"/>
                </a:lnTo>
                <a:moveTo>
                  <a:pt x="1527209" y="472280"/>
                </a:moveTo>
                <a:lnTo>
                  <a:pt x="1492275" y="518704"/>
                </a:lnTo>
                <a:moveTo>
                  <a:pt x="1327126" y="363648"/>
                </a:moveTo>
                <a:lnTo>
                  <a:pt x="1238098" y="448982"/>
                </a:lnTo>
                <a:moveTo>
                  <a:pt x="1556486" y="933532"/>
                </a:moveTo>
                <a:lnTo>
                  <a:pt x="1510661" y="967253"/>
                </a:lnTo>
                <a:moveTo>
                  <a:pt x="1510661" y="967253"/>
                </a:moveTo>
                <a:lnTo>
                  <a:pt x="1439598" y="966587"/>
                </a:lnTo>
                <a:moveTo>
                  <a:pt x="1319188" y="530621"/>
                </a:moveTo>
                <a:lnTo>
                  <a:pt x="1251597" y="536960"/>
                </a:lnTo>
                <a:moveTo>
                  <a:pt x="1622490" y="895022"/>
                </a:moveTo>
                <a:lnTo>
                  <a:pt x="1556486" y="933532"/>
                </a:lnTo>
                <a:moveTo>
                  <a:pt x="1238098" y="448982"/>
                </a:moveTo>
                <a:lnTo>
                  <a:pt x="1207143" y="438572"/>
                </a:lnTo>
                <a:moveTo>
                  <a:pt x="1412725" y="633849"/>
                </a:moveTo>
                <a:lnTo>
                  <a:pt x="1430489" y="701651"/>
                </a:lnTo>
                <a:moveTo>
                  <a:pt x="1327126" y="363648"/>
                </a:moveTo>
                <a:lnTo>
                  <a:pt x="1293323" y="446492"/>
                </a:lnTo>
                <a:moveTo>
                  <a:pt x="1275281" y="805272"/>
                </a:moveTo>
                <a:lnTo>
                  <a:pt x="1217331" y="802204"/>
                </a:lnTo>
                <a:moveTo>
                  <a:pt x="1319188" y="530621"/>
                </a:moveTo>
                <a:lnTo>
                  <a:pt x="1408184" y="616869"/>
                </a:lnTo>
                <a:moveTo>
                  <a:pt x="1439598" y="966587"/>
                </a:moveTo>
                <a:lnTo>
                  <a:pt x="1502857" y="975480"/>
                </a:lnTo>
                <a:moveTo>
                  <a:pt x="1293323" y="446492"/>
                </a:moveTo>
                <a:lnTo>
                  <a:pt x="1319188" y="530621"/>
                </a:lnTo>
                <a:moveTo>
                  <a:pt x="1492275" y="518704"/>
                </a:moveTo>
                <a:lnTo>
                  <a:pt x="1512456" y="522581"/>
                </a:lnTo>
                <a:moveTo>
                  <a:pt x="1502857" y="975480"/>
                </a:moveTo>
                <a:lnTo>
                  <a:pt x="1434284" y="973505"/>
                </a:lnTo>
                <a:moveTo>
                  <a:pt x="1335524" y="351721"/>
                </a:moveTo>
                <a:lnTo>
                  <a:pt x="1293323" y="446492"/>
                </a:lnTo>
                <a:moveTo>
                  <a:pt x="1400837" y="616064"/>
                </a:moveTo>
                <a:lnTo>
                  <a:pt x="1412725" y="633849"/>
                </a:lnTo>
                <a:moveTo>
                  <a:pt x="1510084" y="700753"/>
                </a:moveTo>
                <a:lnTo>
                  <a:pt x="1430489" y="701651"/>
                </a:lnTo>
                <a:moveTo>
                  <a:pt x="1397991" y="529868"/>
                </a:moveTo>
                <a:lnTo>
                  <a:pt x="1319188" y="530621"/>
                </a:lnTo>
                <a:moveTo>
                  <a:pt x="1238098" y="448982"/>
                </a:moveTo>
                <a:lnTo>
                  <a:pt x="1251597" y="536960"/>
                </a:lnTo>
                <a:moveTo>
                  <a:pt x="1653187" y="865955"/>
                </a:moveTo>
                <a:lnTo>
                  <a:pt x="1622490" y="895022"/>
                </a:lnTo>
                <a:moveTo>
                  <a:pt x="1542668" y="715836"/>
                </a:moveTo>
                <a:lnTo>
                  <a:pt x="1510084" y="700753"/>
                </a:lnTo>
                <a:moveTo>
                  <a:pt x="1400837" y="616064"/>
                </a:moveTo>
                <a:lnTo>
                  <a:pt x="1408184" y="616869"/>
                </a:lnTo>
                <a:moveTo>
                  <a:pt x="1412725" y="633849"/>
                </a:moveTo>
                <a:lnTo>
                  <a:pt x="1408184" y="616869"/>
                </a:lnTo>
                <a:moveTo>
                  <a:pt x="1348384" y="889577"/>
                </a:moveTo>
                <a:lnTo>
                  <a:pt x="1420409" y="970103"/>
                </a:lnTo>
                <a:moveTo>
                  <a:pt x="1293323" y="446492"/>
                </a:moveTo>
                <a:lnTo>
                  <a:pt x="1251597" y="536960"/>
                </a:lnTo>
                <a:moveTo>
                  <a:pt x="1293323" y="446492"/>
                </a:moveTo>
                <a:lnTo>
                  <a:pt x="1238098" y="448982"/>
                </a:lnTo>
                <a:moveTo>
                  <a:pt x="1611973" y="729335"/>
                </a:moveTo>
                <a:lnTo>
                  <a:pt x="1542668" y="715836"/>
                </a:lnTo>
                <a:moveTo>
                  <a:pt x="1532055" y="548638"/>
                </a:moveTo>
                <a:lnTo>
                  <a:pt x="1512456" y="522581"/>
                </a:lnTo>
                <a:moveTo>
                  <a:pt x="1652664" y="777182"/>
                </a:moveTo>
                <a:lnTo>
                  <a:pt x="1611973" y="729335"/>
                </a:lnTo>
                <a:moveTo>
                  <a:pt x="1653187" y="865955"/>
                </a:moveTo>
                <a:lnTo>
                  <a:pt x="1642062" y="872197"/>
                </a:lnTo>
                <a:moveTo>
                  <a:pt x="1300464" y="830439"/>
                </a:moveTo>
                <a:lnTo>
                  <a:pt x="1348384" y="889577"/>
                </a:lnTo>
                <a:moveTo>
                  <a:pt x="1300464" y="830439"/>
                </a:moveTo>
                <a:lnTo>
                  <a:pt x="1275281" y="805272"/>
                </a:lnTo>
                <a:moveTo>
                  <a:pt x="1510084" y="700753"/>
                </a:moveTo>
                <a:lnTo>
                  <a:pt x="1412725" y="633849"/>
                </a:lnTo>
                <a:moveTo>
                  <a:pt x="1420409" y="970103"/>
                </a:moveTo>
                <a:lnTo>
                  <a:pt x="1376750" y="953923"/>
                </a:lnTo>
                <a:moveTo>
                  <a:pt x="1207143" y="438572"/>
                </a:moveTo>
                <a:lnTo>
                  <a:pt x="1264403" y="451791"/>
                </a:lnTo>
                <a:moveTo>
                  <a:pt x="1527209" y="472280"/>
                </a:moveTo>
                <a:lnTo>
                  <a:pt x="1512456" y="522581"/>
                </a:lnTo>
                <a:moveTo>
                  <a:pt x="1397991" y="529868"/>
                </a:moveTo>
                <a:lnTo>
                  <a:pt x="1408184" y="616869"/>
                </a:lnTo>
                <a:moveTo>
                  <a:pt x="1180024" y="631303"/>
                </a:moveTo>
                <a:lnTo>
                  <a:pt x="1165464" y="668789"/>
                </a:lnTo>
                <a:moveTo>
                  <a:pt x="1369806" y="446164"/>
                </a:moveTo>
                <a:lnTo>
                  <a:pt x="1319188" y="530621"/>
                </a:lnTo>
                <a:moveTo>
                  <a:pt x="1510661" y="967253"/>
                </a:moveTo>
                <a:lnTo>
                  <a:pt x="1502857" y="975480"/>
                </a:lnTo>
                <a:moveTo>
                  <a:pt x="1556486" y="933532"/>
                </a:moveTo>
                <a:lnTo>
                  <a:pt x="1569189" y="942138"/>
                </a:lnTo>
                <a:moveTo>
                  <a:pt x="1180024" y="631303"/>
                </a:moveTo>
                <a:lnTo>
                  <a:pt x="1175613" y="634575"/>
                </a:lnTo>
                <a:moveTo>
                  <a:pt x="1510661" y="967253"/>
                </a:moveTo>
                <a:lnTo>
                  <a:pt x="1509923" y="968885"/>
                </a:lnTo>
                <a:moveTo>
                  <a:pt x="1434284" y="973505"/>
                </a:moveTo>
                <a:lnTo>
                  <a:pt x="1428327" y="978652"/>
                </a:lnTo>
                <a:moveTo>
                  <a:pt x="1238098" y="448982"/>
                </a:moveTo>
                <a:lnTo>
                  <a:pt x="1264403" y="451791"/>
                </a:lnTo>
                <a:moveTo>
                  <a:pt x="1216331" y="583326"/>
                </a:moveTo>
                <a:lnTo>
                  <a:pt x="1229952" y="546973"/>
                </a:lnTo>
                <a:moveTo>
                  <a:pt x="1599672" y="535528"/>
                </a:moveTo>
                <a:lnTo>
                  <a:pt x="1532055" y="548638"/>
                </a:lnTo>
                <a:moveTo>
                  <a:pt x="1335524" y="351721"/>
                </a:moveTo>
                <a:lnTo>
                  <a:pt x="1360919" y="358924"/>
                </a:lnTo>
                <a:moveTo>
                  <a:pt x="1664136" y="784806"/>
                </a:moveTo>
                <a:lnTo>
                  <a:pt x="1653187" y="865955"/>
                </a:lnTo>
                <a:moveTo>
                  <a:pt x="1652664" y="777182"/>
                </a:moveTo>
                <a:lnTo>
                  <a:pt x="1664136" y="784806"/>
                </a:lnTo>
                <a:moveTo>
                  <a:pt x="1484226" y="681945"/>
                </a:moveTo>
                <a:lnTo>
                  <a:pt x="1412725" y="633849"/>
                </a:lnTo>
                <a:moveTo>
                  <a:pt x="1509923" y="968885"/>
                </a:moveTo>
                <a:lnTo>
                  <a:pt x="1502857" y="975480"/>
                </a:lnTo>
                <a:moveTo>
                  <a:pt x="1216331" y="583326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2490" y="895022"/>
                </a:lnTo>
                <a:moveTo>
                  <a:pt x="1434284" y="973505"/>
                </a:moveTo>
                <a:lnTo>
                  <a:pt x="1447337" y="987624"/>
                </a:lnTo>
                <a:moveTo>
                  <a:pt x="1484226" y="681945"/>
                </a:moveTo>
                <a:lnTo>
                  <a:pt x="1408184" y="616869"/>
                </a:lnTo>
                <a:moveTo>
                  <a:pt x="1175613" y="634575"/>
                </a:moveTo>
                <a:lnTo>
                  <a:pt x="1165464" y="668789"/>
                </a:lnTo>
                <a:moveTo>
                  <a:pt x="1532055" y="548638"/>
                </a:moveTo>
                <a:lnTo>
                  <a:pt x="1590428" y="521980"/>
                </a:lnTo>
                <a:moveTo>
                  <a:pt x="1420409" y="970103"/>
                </a:moveTo>
                <a:lnTo>
                  <a:pt x="1428327" y="978652"/>
                </a:lnTo>
                <a:moveTo>
                  <a:pt x="1348384" y="889577"/>
                </a:moveTo>
                <a:lnTo>
                  <a:pt x="1376750" y="953923"/>
                </a:lnTo>
                <a:moveTo>
                  <a:pt x="1300464" y="830439"/>
                </a:moveTo>
                <a:lnTo>
                  <a:pt x="1350250" y="894091"/>
                </a:lnTo>
                <a:moveTo>
                  <a:pt x="1369806" y="446164"/>
                </a:moveTo>
                <a:lnTo>
                  <a:pt x="1293323" y="446492"/>
                </a:lnTo>
                <a:moveTo>
                  <a:pt x="1484226" y="681945"/>
                </a:moveTo>
                <a:lnTo>
                  <a:pt x="1510084" y="700753"/>
                </a:lnTo>
                <a:moveTo>
                  <a:pt x="1165464" y="668789"/>
                </a:moveTo>
                <a:lnTo>
                  <a:pt x="1143052" y="726946"/>
                </a:lnTo>
                <a:moveTo>
                  <a:pt x="1542668" y="715836"/>
                </a:moveTo>
                <a:lnTo>
                  <a:pt x="1560918" y="705125"/>
                </a:lnTo>
                <a:moveTo>
                  <a:pt x="1369806" y="446164"/>
                </a:moveTo>
                <a:lnTo>
                  <a:pt x="1397991" y="529868"/>
                </a:lnTo>
                <a:moveTo>
                  <a:pt x="1360919" y="358924"/>
                </a:moveTo>
                <a:lnTo>
                  <a:pt x="1293323" y="446492"/>
                </a:lnTo>
                <a:moveTo>
                  <a:pt x="1251597" y="536960"/>
                </a:moveTo>
                <a:lnTo>
                  <a:pt x="1229952" y="546973"/>
                </a:lnTo>
                <a:moveTo>
                  <a:pt x="1590428" y="521980"/>
                </a:moveTo>
                <a:lnTo>
                  <a:pt x="1512456" y="522581"/>
                </a:lnTo>
                <a:moveTo>
                  <a:pt x="1175613" y="634575"/>
                </a:moveTo>
                <a:lnTo>
                  <a:pt x="1143052" y="726946"/>
                </a:lnTo>
                <a:moveTo>
                  <a:pt x="1238098" y="448982"/>
                </a:moveTo>
                <a:lnTo>
                  <a:pt x="1229952" y="546973"/>
                </a:lnTo>
                <a:moveTo>
                  <a:pt x="1275281" y="805272"/>
                </a:moveTo>
                <a:lnTo>
                  <a:pt x="1241241" y="784247"/>
                </a:lnTo>
                <a:moveTo>
                  <a:pt x="1569189" y="942138"/>
                </a:moveTo>
                <a:lnTo>
                  <a:pt x="1510661" y="967253"/>
                </a:lnTo>
                <a:moveTo>
                  <a:pt x="1348384" y="889577"/>
                </a:moveTo>
                <a:lnTo>
                  <a:pt x="1350250" y="894091"/>
                </a:lnTo>
                <a:moveTo>
                  <a:pt x="1226404" y="550490"/>
                </a:moveTo>
                <a:lnTo>
                  <a:pt x="1180024" y="631303"/>
                </a:lnTo>
                <a:moveTo>
                  <a:pt x="1275281" y="805272"/>
                </a:moveTo>
                <a:lnTo>
                  <a:pt x="1350250" y="894091"/>
                </a:lnTo>
                <a:moveTo>
                  <a:pt x="1622490" y="895022"/>
                </a:moveTo>
                <a:lnTo>
                  <a:pt x="1569189" y="942138"/>
                </a:lnTo>
                <a:moveTo>
                  <a:pt x="1664136" y="784806"/>
                </a:moveTo>
                <a:lnTo>
                  <a:pt x="1611973" y="729335"/>
                </a:lnTo>
                <a:moveTo>
                  <a:pt x="1664136" y="784806"/>
                </a:moveTo>
                <a:lnTo>
                  <a:pt x="1642062" y="872197"/>
                </a:lnTo>
                <a:moveTo>
                  <a:pt x="1376750" y="953923"/>
                </a:moveTo>
                <a:lnTo>
                  <a:pt x="1350250" y="894091"/>
                </a:lnTo>
                <a:moveTo>
                  <a:pt x="1408184" y="616869"/>
                </a:moveTo>
                <a:lnTo>
                  <a:pt x="1397934" y="627131"/>
                </a:lnTo>
                <a:moveTo>
                  <a:pt x="1569189" y="942138"/>
                </a:moveTo>
                <a:lnTo>
                  <a:pt x="1509923" y="968885"/>
                </a:lnTo>
                <a:moveTo>
                  <a:pt x="1502857" y="975480"/>
                </a:moveTo>
                <a:lnTo>
                  <a:pt x="1447337" y="987624"/>
                </a:lnTo>
                <a:moveTo>
                  <a:pt x="1376750" y="953923"/>
                </a:moveTo>
                <a:lnTo>
                  <a:pt x="1428327" y="978652"/>
                </a:lnTo>
                <a:moveTo>
                  <a:pt x="1336682" y="807708"/>
                </a:moveTo>
                <a:lnTo>
                  <a:pt x="1275281" y="805272"/>
                </a:lnTo>
                <a:moveTo>
                  <a:pt x="1560918" y="705125"/>
                </a:moveTo>
                <a:lnTo>
                  <a:pt x="1510084" y="700753"/>
                </a:lnTo>
                <a:moveTo>
                  <a:pt x="1599672" y="535528"/>
                </a:moveTo>
                <a:lnTo>
                  <a:pt x="1590428" y="521980"/>
                </a:lnTo>
                <a:moveTo>
                  <a:pt x="1408184" y="616869"/>
                </a:moveTo>
                <a:lnTo>
                  <a:pt x="1423349" y="715305"/>
                </a:lnTo>
                <a:moveTo>
                  <a:pt x="1642062" y="872197"/>
                </a:moveTo>
                <a:lnTo>
                  <a:pt x="1569189" y="942138"/>
                </a:lnTo>
                <a:moveTo>
                  <a:pt x="1509923" y="968885"/>
                </a:moveTo>
                <a:lnTo>
                  <a:pt x="1447337" y="987624"/>
                </a:lnTo>
                <a:moveTo>
                  <a:pt x="1400342" y="539416"/>
                </a:moveTo>
                <a:lnTo>
                  <a:pt x="1408184" y="616869"/>
                </a:lnTo>
                <a:moveTo>
                  <a:pt x="1360919" y="358924"/>
                </a:moveTo>
                <a:lnTo>
                  <a:pt x="1369806" y="446164"/>
                </a:lnTo>
                <a:moveTo>
                  <a:pt x="1226404" y="550490"/>
                </a:moveTo>
                <a:lnTo>
                  <a:pt x="1175613" y="634575"/>
                </a:lnTo>
                <a:moveTo>
                  <a:pt x="1611973" y="729335"/>
                </a:moveTo>
                <a:lnTo>
                  <a:pt x="1560918" y="705125"/>
                </a:lnTo>
                <a:moveTo>
                  <a:pt x="1509923" y="968885"/>
                </a:moveTo>
                <a:lnTo>
                  <a:pt x="1459809" y="979172"/>
                </a:lnTo>
                <a:moveTo>
                  <a:pt x="1264403" y="451791"/>
                </a:moveTo>
                <a:lnTo>
                  <a:pt x="1229952" y="546973"/>
                </a:lnTo>
                <a:moveTo>
                  <a:pt x="1376750" y="953923"/>
                </a:moveTo>
                <a:lnTo>
                  <a:pt x="1440049" y="980192"/>
                </a:lnTo>
                <a:moveTo>
                  <a:pt x="1397991" y="529868"/>
                </a:moveTo>
                <a:lnTo>
                  <a:pt x="1400342" y="539416"/>
                </a:lnTo>
                <a:moveTo>
                  <a:pt x="1393366" y="451546"/>
                </a:moveTo>
                <a:lnTo>
                  <a:pt x="1397991" y="529868"/>
                </a:lnTo>
                <a:moveTo>
                  <a:pt x="1560918" y="705125"/>
                </a:moveTo>
                <a:lnTo>
                  <a:pt x="1484226" y="681945"/>
                </a:lnTo>
                <a:moveTo>
                  <a:pt x="1484226" y="681945"/>
                </a:moveTo>
                <a:lnTo>
                  <a:pt x="1446533" y="712398"/>
                </a:lnTo>
                <a:moveTo>
                  <a:pt x="1553901" y="701281"/>
                </a:moveTo>
                <a:lnTo>
                  <a:pt x="1484226" y="681945"/>
                </a:lnTo>
                <a:moveTo>
                  <a:pt x="1336682" y="807708"/>
                </a:moveTo>
                <a:lnTo>
                  <a:pt x="1241241" y="784247"/>
                </a:lnTo>
                <a:moveTo>
                  <a:pt x="1175613" y="634575"/>
                </a:moveTo>
                <a:lnTo>
                  <a:pt x="1157686" y="733148"/>
                </a:lnTo>
                <a:moveTo>
                  <a:pt x="1175613" y="634575"/>
                </a:moveTo>
                <a:lnTo>
                  <a:pt x="1143018" y="645151"/>
                </a:lnTo>
                <a:moveTo>
                  <a:pt x="1336682" y="807708"/>
                </a:moveTo>
                <a:lnTo>
                  <a:pt x="1350250" y="894091"/>
                </a:lnTo>
                <a:moveTo>
                  <a:pt x="1484226" y="681945"/>
                </a:moveTo>
                <a:lnTo>
                  <a:pt x="1423349" y="715305"/>
                </a:lnTo>
                <a:moveTo>
                  <a:pt x="1664136" y="784806"/>
                </a:moveTo>
                <a:lnTo>
                  <a:pt x="1560918" y="705125"/>
                </a:lnTo>
                <a:moveTo>
                  <a:pt x="1428327" y="978652"/>
                </a:moveTo>
                <a:lnTo>
                  <a:pt x="1447337" y="987624"/>
                </a:lnTo>
                <a:moveTo>
                  <a:pt x="1143052" y="726946"/>
                </a:moveTo>
                <a:lnTo>
                  <a:pt x="1157686" y="733148"/>
                </a:lnTo>
                <a:moveTo>
                  <a:pt x="1350250" y="894091"/>
                </a:moveTo>
                <a:lnTo>
                  <a:pt x="1440049" y="980192"/>
                </a:lnTo>
                <a:moveTo>
                  <a:pt x="1311101" y="368053"/>
                </a:moveTo>
                <a:lnTo>
                  <a:pt x="1264403" y="451791"/>
                </a:lnTo>
                <a:moveTo>
                  <a:pt x="1428327" y="978652"/>
                </a:moveTo>
                <a:lnTo>
                  <a:pt x="1440049" y="980192"/>
                </a:lnTo>
                <a:moveTo>
                  <a:pt x="1229952" y="546973"/>
                </a:moveTo>
                <a:lnTo>
                  <a:pt x="1226404" y="550490"/>
                </a:lnTo>
                <a:moveTo>
                  <a:pt x="1642062" y="872197"/>
                </a:moveTo>
                <a:lnTo>
                  <a:pt x="1629638" y="883106"/>
                </a:lnTo>
                <a:moveTo>
                  <a:pt x="1509923" y="968885"/>
                </a:moveTo>
                <a:lnTo>
                  <a:pt x="1514481" y="967065"/>
                </a:lnTo>
                <a:moveTo>
                  <a:pt x="1230473" y="547726"/>
                </a:moveTo>
                <a:lnTo>
                  <a:pt x="1229952" y="546973"/>
                </a:lnTo>
                <a:moveTo>
                  <a:pt x="1369806" y="446164"/>
                </a:moveTo>
                <a:lnTo>
                  <a:pt x="1393366" y="451546"/>
                </a:lnTo>
                <a:moveTo>
                  <a:pt x="1230473" y="547726"/>
                </a:moveTo>
                <a:lnTo>
                  <a:pt x="1226404" y="550490"/>
                </a:lnTo>
                <a:moveTo>
                  <a:pt x="1382050" y="363604"/>
                </a:moveTo>
                <a:lnTo>
                  <a:pt x="1369806" y="446164"/>
                </a:lnTo>
                <a:moveTo>
                  <a:pt x="1664136" y="784806"/>
                </a:moveTo>
                <a:lnTo>
                  <a:pt x="1654616" y="790511"/>
                </a:lnTo>
                <a:moveTo>
                  <a:pt x="1447337" y="987624"/>
                </a:moveTo>
                <a:lnTo>
                  <a:pt x="1440049" y="980192"/>
                </a:lnTo>
                <a:moveTo>
                  <a:pt x="1175613" y="634575"/>
                </a:moveTo>
                <a:lnTo>
                  <a:pt x="1172371" y="586058"/>
                </a:lnTo>
                <a:moveTo>
                  <a:pt x="1459809" y="979172"/>
                </a:moveTo>
                <a:lnTo>
                  <a:pt x="1447337" y="987624"/>
                </a:lnTo>
                <a:moveTo>
                  <a:pt x="1307747" y="753644"/>
                </a:moveTo>
                <a:lnTo>
                  <a:pt x="1241241" y="784247"/>
                </a:lnTo>
                <a:moveTo>
                  <a:pt x="1360919" y="358924"/>
                </a:moveTo>
                <a:lnTo>
                  <a:pt x="1382050" y="363604"/>
                </a:lnTo>
                <a:moveTo>
                  <a:pt x="1289296" y="460917"/>
                </a:moveTo>
                <a:lnTo>
                  <a:pt x="1264403" y="451791"/>
                </a:lnTo>
                <a:moveTo>
                  <a:pt x="1459809" y="979172"/>
                </a:moveTo>
                <a:lnTo>
                  <a:pt x="1440049" y="980192"/>
                </a:lnTo>
                <a:moveTo>
                  <a:pt x="1560918" y="705125"/>
                </a:moveTo>
                <a:lnTo>
                  <a:pt x="1553901" y="701281"/>
                </a:lnTo>
                <a:moveTo>
                  <a:pt x="1553901" y="701281"/>
                </a:moveTo>
                <a:lnTo>
                  <a:pt x="1446533" y="712398"/>
                </a:lnTo>
                <a:moveTo>
                  <a:pt x="1241241" y="784247"/>
                </a:moveTo>
                <a:lnTo>
                  <a:pt x="1183222" y="757012"/>
                </a:lnTo>
                <a:moveTo>
                  <a:pt x="1560918" y="705125"/>
                </a:moveTo>
                <a:lnTo>
                  <a:pt x="1560339" y="706452"/>
                </a:lnTo>
                <a:moveTo>
                  <a:pt x="1664136" y="784806"/>
                </a:moveTo>
                <a:lnTo>
                  <a:pt x="1629638" y="883106"/>
                </a:lnTo>
                <a:moveTo>
                  <a:pt x="1446533" y="712398"/>
                </a:moveTo>
                <a:lnTo>
                  <a:pt x="1423349" y="715305"/>
                </a:lnTo>
                <a:moveTo>
                  <a:pt x="1446533" y="712398"/>
                </a:moveTo>
                <a:lnTo>
                  <a:pt x="1430476" y="721972"/>
                </a:lnTo>
                <a:moveTo>
                  <a:pt x="1664136" y="784806"/>
                </a:moveTo>
                <a:lnTo>
                  <a:pt x="1632362" y="859016"/>
                </a:lnTo>
                <a:moveTo>
                  <a:pt x="1560339" y="706452"/>
                </a:moveTo>
                <a:lnTo>
                  <a:pt x="1553901" y="701281"/>
                </a:lnTo>
                <a:moveTo>
                  <a:pt x="1397934" y="627131"/>
                </a:moveTo>
                <a:lnTo>
                  <a:pt x="1423349" y="715305"/>
                </a:lnTo>
                <a:moveTo>
                  <a:pt x="1307747" y="753644"/>
                </a:moveTo>
                <a:lnTo>
                  <a:pt x="1336682" y="807708"/>
                </a:lnTo>
                <a:moveTo>
                  <a:pt x="1542130" y="708568"/>
                </a:moveTo>
                <a:lnTo>
                  <a:pt x="1446533" y="712398"/>
                </a:lnTo>
                <a:moveTo>
                  <a:pt x="1560918" y="705125"/>
                </a:moveTo>
                <a:lnTo>
                  <a:pt x="1654616" y="790511"/>
                </a:lnTo>
                <a:moveTo>
                  <a:pt x="1629638" y="883106"/>
                </a:moveTo>
                <a:lnTo>
                  <a:pt x="1569189" y="942138"/>
                </a:lnTo>
                <a:moveTo>
                  <a:pt x="1400342" y="539416"/>
                </a:moveTo>
                <a:lnTo>
                  <a:pt x="1397934" y="627131"/>
                </a:lnTo>
                <a:moveTo>
                  <a:pt x="970078" y="442602"/>
                </a:moveTo>
                <a:lnTo>
                  <a:pt x="993726" y="474016"/>
                </a:lnTo>
                <a:moveTo>
                  <a:pt x="1553901" y="701281"/>
                </a:moveTo>
                <a:lnTo>
                  <a:pt x="1542130" y="708568"/>
                </a:lnTo>
                <a:moveTo>
                  <a:pt x="1423349" y="715305"/>
                </a:moveTo>
                <a:lnTo>
                  <a:pt x="1430476" y="721972"/>
                </a:lnTo>
                <a:moveTo>
                  <a:pt x="1396109" y="810506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542130" y="708568"/>
                </a:lnTo>
                <a:moveTo>
                  <a:pt x="1393134" y="899920"/>
                </a:moveTo>
                <a:lnTo>
                  <a:pt x="1350250" y="894091"/>
                </a:lnTo>
                <a:moveTo>
                  <a:pt x="1560339" y="706452"/>
                </a:moveTo>
                <a:lnTo>
                  <a:pt x="1654616" y="790511"/>
                </a:lnTo>
                <a:moveTo>
                  <a:pt x="1569189" y="942138"/>
                </a:moveTo>
                <a:lnTo>
                  <a:pt x="1514481" y="967065"/>
                </a:lnTo>
                <a:moveTo>
                  <a:pt x="1423349" y="715305"/>
                </a:moveTo>
                <a:lnTo>
                  <a:pt x="1307747" y="753644"/>
                </a:lnTo>
                <a:moveTo>
                  <a:pt x="1289296" y="460917"/>
                </a:moveTo>
                <a:lnTo>
                  <a:pt x="1229952" y="546973"/>
                </a:lnTo>
                <a:moveTo>
                  <a:pt x="1289175" y="461046"/>
                </a:moveTo>
                <a:lnTo>
                  <a:pt x="1229952" y="546973"/>
                </a:lnTo>
                <a:moveTo>
                  <a:pt x="1143018" y="645151"/>
                </a:moveTo>
                <a:lnTo>
                  <a:pt x="1157686" y="733148"/>
                </a:lnTo>
                <a:moveTo>
                  <a:pt x="1393366" y="451546"/>
                </a:moveTo>
                <a:lnTo>
                  <a:pt x="1400342" y="539416"/>
                </a:lnTo>
                <a:moveTo>
                  <a:pt x="1226404" y="550490"/>
                </a:moveTo>
                <a:lnTo>
                  <a:pt x="1172371" y="586058"/>
                </a:lnTo>
                <a:moveTo>
                  <a:pt x="1396109" y="810506"/>
                </a:moveTo>
                <a:lnTo>
                  <a:pt x="1336682" y="807708"/>
                </a:lnTo>
                <a:moveTo>
                  <a:pt x="884521" y="750867"/>
                </a:moveTo>
                <a:lnTo>
                  <a:pt x="854283" y="752486"/>
                </a:lnTo>
                <a:moveTo>
                  <a:pt x="1289175" y="461046"/>
                </a:moveTo>
                <a:lnTo>
                  <a:pt x="1230473" y="547726"/>
                </a:lnTo>
                <a:moveTo>
                  <a:pt x="1230473" y="547726"/>
                </a:moveTo>
                <a:lnTo>
                  <a:pt x="1172371" y="586058"/>
                </a:lnTo>
                <a:moveTo>
                  <a:pt x="1514481" y="967065"/>
                </a:moveTo>
                <a:lnTo>
                  <a:pt x="1459809" y="979172"/>
                </a:lnTo>
                <a:moveTo>
                  <a:pt x="854283" y="752486"/>
                </a:moveTo>
                <a:lnTo>
                  <a:pt x="751944" y="759793"/>
                </a:lnTo>
                <a:moveTo>
                  <a:pt x="1423349" y="715305"/>
                </a:moveTo>
                <a:lnTo>
                  <a:pt x="1322437" y="724754"/>
                </a:lnTo>
                <a:moveTo>
                  <a:pt x="962092" y="746418"/>
                </a:moveTo>
                <a:lnTo>
                  <a:pt x="884521" y="750867"/>
                </a:lnTo>
                <a:moveTo>
                  <a:pt x="854283" y="752486"/>
                </a:moveTo>
                <a:lnTo>
                  <a:pt x="843635" y="843306"/>
                </a:lnTo>
                <a:moveTo>
                  <a:pt x="1382050" y="363604"/>
                </a:moveTo>
                <a:lnTo>
                  <a:pt x="1393366" y="451546"/>
                </a:lnTo>
                <a:moveTo>
                  <a:pt x="1393134" y="899920"/>
                </a:moveTo>
                <a:lnTo>
                  <a:pt x="1440049" y="980192"/>
                </a:lnTo>
                <a:moveTo>
                  <a:pt x="1459809" y="979172"/>
                </a:moveTo>
                <a:lnTo>
                  <a:pt x="1393134" y="899920"/>
                </a:lnTo>
                <a:moveTo>
                  <a:pt x="1157686" y="733148"/>
                </a:moveTo>
                <a:lnTo>
                  <a:pt x="1183222" y="757012"/>
                </a:lnTo>
                <a:moveTo>
                  <a:pt x="1560339" y="706452"/>
                </a:moveTo>
                <a:lnTo>
                  <a:pt x="1626641" y="768884"/>
                </a:lnTo>
                <a:moveTo>
                  <a:pt x="1307747" y="753644"/>
                </a:moveTo>
                <a:lnTo>
                  <a:pt x="1183222" y="757012"/>
                </a:lnTo>
                <a:moveTo>
                  <a:pt x="1654616" y="790511"/>
                </a:moveTo>
                <a:lnTo>
                  <a:pt x="1632362" y="859016"/>
                </a:lnTo>
                <a:moveTo>
                  <a:pt x="1048638" y="477641"/>
                </a:moveTo>
                <a:lnTo>
                  <a:pt x="993726" y="474016"/>
                </a:lnTo>
                <a:moveTo>
                  <a:pt x="1143018" y="645151"/>
                </a:moveTo>
                <a:lnTo>
                  <a:pt x="1065864" y="652221"/>
                </a:lnTo>
                <a:moveTo>
                  <a:pt x="1423349" y="715305"/>
                </a:moveTo>
                <a:lnTo>
                  <a:pt x="1396109" y="810506"/>
                </a:lnTo>
                <a:moveTo>
                  <a:pt x="1322437" y="724754"/>
                </a:moveTo>
                <a:lnTo>
                  <a:pt x="1307747" y="753644"/>
                </a:lnTo>
                <a:moveTo>
                  <a:pt x="1446533" y="712398"/>
                </a:moveTo>
                <a:lnTo>
                  <a:pt x="1499176" y="725944"/>
                </a:lnTo>
                <a:moveTo>
                  <a:pt x="1430476" y="721972"/>
                </a:moveTo>
                <a:lnTo>
                  <a:pt x="1396109" y="810506"/>
                </a:lnTo>
                <a:moveTo>
                  <a:pt x="1397934" y="627131"/>
                </a:moveTo>
                <a:lnTo>
                  <a:pt x="1340345" y="637295"/>
                </a:lnTo>
                <a:moveTo>
                  <a:pt x="1626641" y="768884"/>
                </a:moveTo>
                <a:lnTo>
                  <a:pt x="1542130" y="708568"/>
                </a:lnTo>
                <a:moveTo>
                  <a:pt x="1654616" y="790511"/>
                </a:moveTo>
                <a:lnTo>
                  <a:pt x="1626641" y="768884"/>
                </a:lnTo>
                <a:moveTo>
                  <a:pt x="1172371" y="586058"/>
                </a:moveTo>
                <a:lnTo>
                  <a:pt x="1143018" y="645151"/>
                </a:lnTo>
                <a:moveTo>
                  <a:pt x="937745" y="820051"/>
                </a:moveTo>
                <a:lnTo>
                  <a:pt x="854283" y="752486"/>
                </a:lnTo>
                <a:moveTo>
                  <a:pt x="1423349" y="715305"/>
                </a:moveTo>
                <a:lnTo>
                  <a:pt x="1340345" y="637295"/>
                </a:lnTo>
                <a:moveTo>
                  <a:pt x="1065864" y="652221"/>
                </a:moveTo>
                <a:lnTo>
                  <a:pt x="1022111" y="654270"/>
                </a:lnTo>
                <a:moveTo>
                  <a:pt x="1396109" y="810506"/>
                </a:moveTo>
                <a:lnTo>
                  <a:pt x="1307747" y="753644"/>
                </a:lnTo>
                <a:moveTo>
                  <a:pt x="884521" y="750867"/>
                </a:moveTo>
                <a:lnTo>
                  <a:pt x="937745" y="820051"/>
                </a:lnTo>
                <a:moveTo>
                  <a:pt x="1230473" y="547726"/>
                </a:moveTo>
                <a:lnTo>
                  <a:pt x="1210019" y="558503"/>
                </a:lnTo>
                <a:moveTo>
                  <a:pt x="1311101" y="368053"/>
                </a:moveTo>
                <a:lnTo>
                  <a:pt x="1289296" y="460917"/>
                </a:lnTo>
                <a:moveTo>
                  <a:pt x="970078" y="442602"/>
                </a:moveTo>
                <a:lnTo>
                  <a:pt x="943396" y="483238"/>
                </a:lnTo>
                <a:moveTo>
                  <a:pt x="1311101" y="368053"/>
                </a:moveTo>
                <a:lnTo>
                  <a:pt x="1289636" y="460948"/>
                </a:lnTo>
                <a:moveTo>
                  <a:pt x="1157686" y="733148"/>
                </a:moveTo>
                <a:lnTo>
                  <a:pt x="1070697" y="742827"/>
                </a:lnTo>
                <a:moveTo>
                  <a:pt x="1632362" y="859016"/>
                </a:moveTo>
                <a:lnTo>
                  <a:pt x="1629638" y="883106"/>
                </a:lnTo>
                <a:moveTo>
                  <a:pt x="1143018" y="645151"/>
                </a:moveTo>
                <a:lnTo>
                  <a:pt x="1070697" y="742827"/>
                </a:lnTo>
                <a:moveTo>
                  <a:pt x="938135" y="661939"/>
                </a:moveTo>
                <a:lnTo>
                  <a:pt x="884521" y="750867"/>
                </a:lnTo>
                <a:moveTo>
                  <a:pt x="1569189" y="942138"/>
                </a:moveTo>
                <a:lnTo>
                  <a:pt x="1582347" y="957904"/>
                </a:lnTo>
                <a:moveTo>
                  <a:pt x="1654616" y="790511"/>
                </a:moveTo>
                <a:lnTo>
                  <a:pt x="1647786" y="795651"/>
                </a:lnTo>
                <a:moveTo>
                  <a:pt x="1499176" y="725944"/>
                </a:moveTo>
                <a:lnTo>
                  <a:pt x="1430476" y="721972"/>
                </a:lnTo>
                <a:moveTo>
                  <a:pt x="962092" y="746418"/>
                </a:moveTo>
                <a:lnTo>
                  <a:pt x="937745" y="820051"/>
                </a:lnTo>
                <a:moveTo>
                  <a:pt x="1629638" y="883106"/>
                </a:moveTo>
                <a:lnTo>
                  <a:pt x="1629351" y="884009"/>
                </a:lnTo>
                <a:moveTo>
                  <a:pt x="938135" y="661939"/>
                </a:moveTo>
                <a:lnTo>
                  <a:pt x="962092" y="746418"/>
                </a:lnTo>
                <a:moveTo>
                  <a:pt x="1542130" y="708568"/>
                </a:moveTo>
                <a:lnTo>
                  <a:pt x="1499176" y="725944"/>
                </a:lnTo>
                <a:moveTo>
                  <a:pt x="1050363" y="743930"/>
                </a:moveTo>
                <a:lnTo>
                  <a:pt x="962092" y="746418"/>
                </a:lnTo>
                <a:moveTo>
                  <a:pt x="1022111" y="654270"/>
                </a:moveTo>
                <a:lnTo>
                  <a:pt x="1055680" y="712856"/>
                </a:lnTo>
                <a:moveTo>
                  <a:pt x="921942" y="663731"/>
                </a:moveTo>
                <a:lnTo>
                  <a:pt x="884521" y="750867"/>
                </a:lnTo>
                <a:moveTo>
                  <a:pt x="1632362" y="859016"/>
                </a:moveTo>
                <a:lnTo>
                  <a:pt x="1629351" y="884009"/>
                </a:lnTo>
                <a:moveTo>
                  <a:pt x="854283" y="752486"/>
                </a:moveTo>
                <a:lnTo>
                  <a:pt x="925469" y="841997"/>
                </a:lnTo>
                <a:moveTo>
                  <a:pt x="1048638" y="477641"/>
                </a:moveTo>
                <a:lnTo>
                  <a:pt x="970078" y="442602"/>
                </a:lnTo>
                <a:moveTo>
                  <a:pt x="1397934" y="627131"/>
                </a:moveTo>
                <a:lnTo>
                  <a:pt x="1351738" y="549728"/>
                </a:lnTo>
                <a:moveTo>
                  <a:pt x="843635" y="843306"/>
                </a:moveTo>
                <a:lnTo>
                  <a:pt x="817988" y="898546"/>
                </a:lnTo>
                <a:moveTo>
                  <a:pt x="1022111" y="654270"/>
                </a:moveTo>
                <a:lnTo>
                  <a:pt x="938135" y="661939"/>
                </a:lnTo>
                <a:moveTo>
                  <a:pt x="1065864" y="652221"/>
                </a:moveTo>
                <a:lnTo>
                  <a:pt x="1055680" y="712856"/>
                </a:lnTo>
                <a:moveTo>
                  <a:pt x="1056708" y="565031"/>
                </a:moveTo>
                <a:lnTo>
                  <a:pt x="1065864" y="652221"/>
                </a:lnTo>
                <a:moveTo>
                  <a:pt x="1183222" y="757012"/>
                </a:moveTo>
                <a:lnTo>
                  <a:pt x="1070697" y="742827"/>
                </a:lnTo>
                <a:moveTo>
                  <a:pt x="1143018" y="645151"/>
                </a:moveTo>
                <a:lnTo>
                  <a:pt x="1152394" y="561184"/>
                </a:lnTo>
                <a:moveTo>
                  <a:pt x="805591" y="703230"/>
                </a:moveTo>
                <a:lnTo>
                  <a:pt x="854283" y="752486"/>
                </a:lnTo>
                <a:moveTo>
                  <a:pt x="925469" y="841997"/>
                </a:moveTo>
                <a:lnTo>
                  <a:pt x="843635" y="843306"/>
                </a:lnTo>
                <a:moveTo>
                  <a:pt x="1393366" y="451546"/>
                </a:moveTo>
                <a:lnTo>
                  <a:pt x="1382636" y="457500"/>
                </a:lnTo>
                <a:moveTo>
                  <a:pt x="884521" y="750867"/>
                </a:moveTo>
                <a:lnTo>
                  <a:pt x="805591" y="703230"/>
                </a:lnTo>
                <a:moveTo>
                  <a:pt x="1065864" y="652221"/>
                </a:moveTo>
                <a:lnTo>
                  <a:pt x="1070697" y="742827"/>
                </a:lnTo>
                <a:moveTo>
                  <a:pt x="1289296" y="460917"/>
                </a:moveTo>
                <a:lnTo>
                  <a:pt x="1289175" y="461046"/>
                </a:lnTo>
                <a:moveTo>
                  <a:pt x="1038246" y="438193"/>
                </a:moveTo>
                <a:lnTo>
                  <a:pt x="970078" y="442602"/>
                </a:lnTo>
                <a:moveTo>
                  <a:pt x="1289636" y="460948"/>
                </a:moveTo>
                <a:lnTo>
                  <a:pt x="1289296" y="460917"/>
                </a:lnTo>
                <a:moveTo>
                  <a:pt x="1289636" y="460948"/>
                </a:moveTo>
                <a:lnTo>
                  <a:pt x="1289175" y="461046"/>
                </a:lnTo>
                <a:moveTo>
                  <a:pt x="1230473" y="547726"/>
                </a:moveTo>
                <a:lnTo>
                  <a:pt x="1237742" y="537583"/>
                </a:lnTo>
                <a:moveTo>
                  <a:pt x="1382050" y="363604"/>
                </a:moveTo>
                <a:lnTo>
                  <a:pt x="1382636" y="457500"/>
                </a:lnTo>
                <a:moveTo>
                  <a:pt x="1400342" y="539416"/>
                </a:moveTo>
                <a:lnTo>
                  <a:pt x="1351738" y="549728"/>
                </a:lnTo>
                <a:moveTo>
                  <a:pt x="1340345" y="637295"/>
                </a:moveTo>
                <a:lnTo>
                  <a:pt x="1322437" y="724754"/>
                </a:lnTo>
                <a:moveTo>
                  <a:pt x="805591" y="703230"/>
                </a:moveTo>
                <a:lnTo>
                  <a:pt x="751944" y="759793"/>
                </a:lnTo>
                <a:moveTo>
                  <a:pt x="1647786" y="795651"/>
                </a:moveTo>
                <a:lnTo>
                  <a:pt x="1632362" y="859016"/>
                </a:lnTo>
                <a:moveTo>
                  <a:pt x="1396109" y="810506"/>
                </a:moveTo>
                <a:lnTo>
                  <a:pt x="1393134" y="899920"/>
                </a:lnTo>
                <a:moveTo>
                  <a:pt x="1647786" y="795651"/>
                </a:moveTo>
                <a:lnTo>
                  <a:pt x="1629351" y="884009"/>
                </a:lnTo>
                <a:moveTo>
                  <a:pt x="1055680" y="712856"/>
                </a:moveTo>
                <a:lnTo>
                  <a:pt x="938135" y="661939"/>
                </a:lnTo>
                <a:moveTo>
                  <a:pt x="1055680" y="712856"/>
                </a:moveTo>
                <a:lnTo>
                  <a:pt x="1050363" y="743930"/>
                </a:lnTo>
                <a:moveTo>
                  <a:pt x="1307747" y="753644"/>
                </a:moveTo>
                <a:lnTo>
                  <a:pt x="1253527" y="734077"/>
                </a:lnTo>
                <a:moveTo>
                  <a:pt x="1393366" y="451546"/>
                </a:moveTo>
                <a:lnTo>
                  <a:pt x="1351738" y="549728"/>
                </a:lnTo>
                <a:moveTo>
                  <a:pt x="1055680" y="712856"/>
                </a:moveTo>
                <a:lnTo>
                  <a:pt x="1070697" y="742827"/>
                </a:lnTo>
                <a:moveTo>
                  <a:pt x="1459809" y="979172"/>
                </a:moveTo>
                <a:lnTo>
                  <a:pt x="1456298" y="937256"/>
                </a:lnTo>
                <a:moveTo>
                  <a:pt x="1647786" y="795651"/>
                </a:moveTo>
                <a:lnTo>
                  <a:pt x="1626641" y="768884"/>
                </a:lnTo>
                <a:moveTo>
                  <a:pt x="938135" y="661939"/>
                </a:moveTo>
                <a:lnTo>
                  <a:pt x="1050363" y="743930"/>
                </a:lnTo>
                <a:moveTo>
                  <a:pt x="1152394" y="561184"/>
                </a:moveTo>
                <a:lnTo>
                  <a:pt x="1065864" y="652221"/>
                </a:lnTo>
                <a:moveTo>
                  <a:pt x="1070697" y="742827"/>
                </a:moveTo>
                <a:lnTo>
                  <a:pt x="1050363" y="743930"/>
                </a:lnTo>
                <a:moveTo>
                  <a:pt x="1626641" y="768884"/>
                </a:moveTo>
                <a:lnTo>
                  <a:pt x="1499176" y="725944"/>
                </a:lnTo>
                <a:moveTo>
                  <a:pt x="1048638" y="477641"/>
                </a:moveTo>
                <a:lnTo>
                  <a:pt x="1056708" y="565031"/>
                </a:lnTo>
                <a:moveTo>
                  <a:pt x="938135" y="661939"/>
                </a:moveTo>
                <a:lnTo>
                  <a:pt x="921942" y="663731"/>
                </a:lnTo>
                <a:moveTo>
                  <a:pt x="937745" y="820051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183222" y="757012"/>
                </a:lnTo>
                <a:moveTo>
                  <a:pt x="1245989" y="734606"/>
                </a:moveTo>
                <a:lnTo>
                  <a:pt x="1183222" y="757012"/>
                </a:lnTo>
                <a:moveTo>
                  <a:pt x="962092" y="746418"/>
                </a:moveTo>
                <a:lnTo>
                  <a:pt x="995107" y="840448"/>
                </a:lnTo>
                <a:moveTo>
                  <a:pt x="1322437" y="724754"/>
                </a:moveTo>
                <a:lnTo>
                  <a:pt x="1253527" y="734077"/>
                </a:lnTo>
                <a:moveTo>
                  <a:pt x="1172371" y="586058"/>
                </a:moveTo>
                <a:lnTo>
                  <a:pt x="1152394" y="561184"/>
                </a:lnTo>
                <a:moveTo>
                  <a:pt x="926879" y="648872"/>
                </a:moveTo>
                <a:lnTo>
                  <a:pt x="938135" y="661939"/>
                </a:lnTo>
                <a:moveTo>
                  <a:pt x="1152394" y="561184"/>
                </a:moveTo>
                <a:lnTo>
                  <a:pt x="1056708" y="565031"/>
                </a:lnTo>
                <a:moveTo>
                  <a:pt x="1322437" y="724754"/>
                </a:moveTo>
                <a:lnTo>
                  <a:pt x="1250115" y="732522"/>
                </a:lnTo>
                <a:moveTo>
                  <a:pt x="962092" y="746418"/>
                </a:moveTo>
                <a:lnTo>
                  <a:pt x="1009691" y="840252"/>
                </a:lnTo>
                <a:moveTo>
                  <a:pt x="1183222" y="757012"/>
                </a:moveTo>
                <a:lnTo>
                  <a:pt x="1129755" y="801515"/>
                </a:lnTo>
                <a:moveTo>
                  <a:pt x="884521" y="750867"/>
                </a:moveTo>
                <a:lnTo>
                  <a:pt x="842555" y="673535"/>
                </a:lnTo>
                <a:moveTo>
                  <a:pt x="1022111" y="654270"/>
                </a:moveTo>
                <a:lnTo>
                  <a:pt x="950765" y="576452"/>
                </a:lnTo>
                <a:moveTo>
                  <a:pt x="926879" y="648872"/>
                </a:moveTo>
                <a:lnTo>
                  <a:pt x="921942" y="663731"/>
                </a:lnTo>
                <a:moveTo>
                  <a:pt x="1629638" y="883106"/>
                </a:moveTo>
                <a:lnTo>
                  <a:pt x="1582347" y="957904"/>
                </a:lnTo>
                <a:moveTo>
                  <a:pt x="1210019" y="558503"/>
                </a:moveTo>
                <a:lnTo>
                  <a:pt x="1172371" y="586058"/>
                </a:lnTo>
                <a:moveTo>
                  <a:pt x="1393134" y="899920"/>
                </a:moveTo>
                <a:lnTo>
                  <a:pt x="1412643" y="901753"/>
                </a:lnTo>
                <a:moveTo>
                  <a:pt x="1430476" y="721972"/>
                </a:moveTo>
                <a:lnTo>
                  <a:pt x="1447091" y="792213"/>
                </a:lnTo>
                <a:moveTo>
                  <a:pt x="1038246" y="438193"/>
                </a:moveTo>
                <a:lnTo>
                  <a:pt x="1048638" y="477641"/>
                </a:lnTo>
                <a:moveTo>
                  <a:pt x="843635" y="843306"/>
                </a:moveTo>
                <a:lnTo>
                  <a:pt x="886336" y="896976"/>
                </a:lnTo>
                <a:moveTo>
                  <a:pt x="1582347" y="957904"/>
                </a:moveTo>
                <a:lnTo>
                  <a:pt x="1514481" y="967065"/>
                </a:lnTo>
                <a:moveTo>
                  <a:pt x="1629351" y="884009"/>
                </a:moveTo>
                <a:lnTo>
                  <a:pt x="1582347" y="957904"/>
                </a:lnTo>
                <a:moveTo>
                  <a:pt x="995107" y="840448"/>
                </a:moveTo>
                <a:lnTo>
                  <a:pt x="937745" y="820051"/>
                </a:lnTo>
                <a:moveTo>
                  <a:pt x="1351738" y="549728"/>
                </a:moveTo>
                <a:lnTo>
                  <a:pt x="1340345" y="637295"/>
                </a:lnTo>
                <a:moveTo>
                  <a:pt x="1129755" y="801515"/>
                </a:moveTo>
                <a:lnTo>
                  <a:pt x="1050363" y="743930"/>
                </a:lnTo>
                <a:moveTo>
                  <a:pt x="950765" y="576452"/>
                </a:moveTo>
                <a:lnTo>
                  <a:pt x="938135" y="661939"/>
                </a:lnTo>
                <a:moveTo>
                  <a:pt x="1070697" y="742827"/>
                </a:moveTo>
                <a:lnTo>
                  <a:pt x="1129755" y="801515"/>
                </a:lnTo>
                <a:moveTo>
                  <a:pt x="1514481" y="967065"/>
                </a:moveTo>
                <a:lnTo>
                  <a:pt x="1456298" y="937256"/>
                </a:lnTo>
                <a:moveTo>
                  <a:pt x="1396109" y="810506"/>
                </a:moveTo>
                <a:lnTo>
                  <a:pt x="1424779" y="814199"/>
                </a:lnTo>
                <a:moveTo>
                  <a:pt x="1210019" y="558503"/>
                </a:moveTo>
                <a:lnTo>
                  <a:pt x="1152394" y="561184"/>
                </a:lnTo>
                <a:moveTo>
                  <a:pt x="1289175" y="461046"/>
                </a:moveTo>
                <a:lnTo>
                  <a:pt x="1237742" y="537583"/>
                </a:lnTo>
                <a:moveTo>
                  <a:pt x="1424779" y="814199"/>
                </a:moveTo>
                <a:lnTo>
                  <a:pt x="1393134" y="899920"/>
                </a:lnTo>
                <a:moveTo>
                  <a:pt x="1289636" y="460948"/>
                </a:moveTo>
                <a:lnTo>
                  <a:pt x="1237742" y="537583"/>
                </a:lnTo>
                <a:moveTo>
                  <a:pt x="1050363" y="743930"/>
                </a:moveTo>
                <a:lnTo>
                  <a:pt x="1009691" y="840252"/>
                </a:lnTo>
                <a:moveTo>
                  <a:pt x="1382636" y="457500"/>
                </a:moveTo>
                <a:lnTo>
                  <a:pt x="1351738" y="549728"/>
                </a:lnTo>
                <a:moveTo>
                  <a:pt x="995107" y="840448"/>
                </a:moveTo>
                <a:lnTo>
                  <a:pt x="925469" y="841997"/>
                </a:lnTo>
                <a:moveTo>
                  <a:pt x="1680101" y="888397"/>
                </a:moveTo>
                <a:lnTo>
                  <a:pt x="1629351" y="884009"/>
                </a:lnTo>
                <a:moveTo>
                  <a:pt x="1393134" y="899920"/>
                </a:moveTo>
                <a:lnTo>
                  <a:pt x="1456298" y="937256"/>
                </a:lnTo>
                <a:moveTo>
                  <a:pt x="970078" y="442602"/>
                </a:moveTo>
                <a:lnTo>
                  <a:pt x="981708" y="434304"/>
                </a:lnTo>
                <a:moveTo>
                  <a:pt x="943396" y="483238"/>
                </a:moveTo>
                <a:lnTo>
                  <a:pt x="953020" y="488734"/>
                </a:lnTo>
                <a:moveTo>
                  <a:pt x="950765" y="576452"/>
                </a:moveTo>
                <a:lnTo>
                  <a:pt x="926879" y="648872"/>
                </a:lnTo>
                <a:moveTo>
                  <a:pt x="1626641" y="768884"/>
                </a:moveTo>
                <a:lnTo>
                  <a:pt x="1567729" y="727591"/>
                </a:lnTo>
                <a:moveTo>
                  <a:pt x="886336" y="896976"/>
                </a:moveTo>
                <a:lnTo>
                  <a:pt x="817988" y="898546"/>
                </a:lnTo>
                <a:moveTo>
                  <a:pt x="1289636" y="460948"/>
                </a:moveTo>
                <a:lnTo>
                  <a:pt x="1342519" y="464851"/>
                </a:lnTo>
                <a:moveTo>
                  <a:pt x="1322437" y="724754"/>
                </a:moveTo>
                <a:lnTo>
                  <a:pt x="1289621" y="647572"/>
                </a:lnTo>
                <a:moveTo>
                  <a:pt x="1007803" y="845420"/>
                </a:moveTo>
                <a:lnTo>
                  <a:pt x="925469" y="841997"/>
                </a:lnTo>
                <a:moveTo>
                  <a:pt x="1253527" y="734077"/>
                </a:moveTo>
                <a:lnTo>
                  <a:pt x="1245989" y="734606"/>
                </a:lnTo>
                <a:moveTo>
                  <a:pt x="921942" y="663731"/>
                </a:moveTo>
                <a:lnTo>
                  <a:pt x="842555" y="673535"/>
                </a:lnTo>
                <a:moveTo>
                  <a:pt x="1382636" y="457500"/>
                </a:moveTo>
                <a:lnTo>
                  <a:pt x="1360283" y="502956"/>
                </a:lnTo>
                <a:moveTo>
                  <a:pt x="1250115" y="732522"/>
                </a:moveTo>
                <a:lnTo>
                  <a:pt x="1253527" y="734077"/>
                </a:lnTo>
                <a:moveTo>
                  <a:pt x="1111248" y="479855"/>
                </a:moveTo>
                <a:lnTo>
                  <a:pt x="1056708" y="565031"/>
                </a:lnTo>
                <a:moveTo>
                  <a:pt x="1250115" y="732522"/>
                </a:moveTo>
                <a:lnTo>
                  <a:pt x="1245989" y="734606"/>
                </a:lnTo>
                <a:moveTo>
                  <a:pt x="1447091" y="792213"/>
                </a:moveTo>
                <a:lnTo>
                  <a:pt x="1396109" y="810506"/>
                </a:lnTo>
                <a:moveTo>
                  <a:pt x="925469" y="841997"/>
                </a:moveTo>
                <a:lnTo>
                  <a:pt x="886336" y="896976"/>
                </a:lnTo>
                <a:moveTo>
                  <a:pt x="1245989" y="734606"/>
                </a:moveTo>
                <a:lnTo>
                  <a:pt x="1246523" y="735360"/>
                </a:lnTo>
                <a:moveTo>
                  <a:pt x="1250115" y="732522"/>
                </a:moveTo>
                <a:lnTo>
                  <a:pt x="1246523" y="735360"/>
                </a:lnTo>
                <a:moveTo>
                  <a:pt x="1360283" y="502956"/>
                </a:moveTo>
                <a:lnTo>
                  <a:pt x="1351738" y="549728"/>
                </a:lnTo>
                <a:moveTo>
                  <a:pt x="1567729" y="727591"/>
                </a:moveTo>
                <a:lnTo>
                  <a:pt x="1499176" y="725944"/>
                </a:lnTo>
                <a:moveTo>
                  <a:pt x="817988" y="898546"/>
                </a:moveTo>
                <a:lnTo>
                  <a:pt x="759246" y="859931"/>
                </a:lnTo>
                <a:moveTo>
                  <a:pt x="1183222" y="757012"/>
                </a:moveTo>
                <a:lnTo>
                  <a:pt x="1196786" y="779184"/>
                </a:lnTo>
                <a:moveTo>
                  <a:pt x="842555" y="673535"/>
                </a:moveTo>
                <a:lnTo>
                  <a:pt x="805591" y="703230"/>
                </a:lnTo>
                <a:moveTo>
                  <a:pt x="1111248" y="479855"/>
                </a:moveTo>
                <a:lnTo>
                  <a:pt x="1048638" y="477641"/>
                </a:lnTo>
                <a:moveTo>
                  <a:pt x="1424779" y="814199"/>
                </a:moveTo>
                <a:lnTo>
                  <a:pt x="1412643" y="901753"/>
                </a:lnTo>
                <a:moveTo>
                  <a:pt x="1499176" y="725944"/>
                </a:moveTo>
                <a:lnTo>
                  <a:pt x="1447091" y="792213"/>
                </a:lnTo>
                <a:moveTo>
                  <a:pt x="1237742" y="537583"/>
                </a:moveTo>
                <a:lnTo>
                  <a:pt x="1210019" y="558503"/>
                </a:lnTo>
                <a:moveTo>
                  <a:pt x="1629351" y="884009"/>
                </a:moveTo>
                <a:lnTo>
                  <a:pt x="1651316" y="966097"/>
                </a:lnTo>
                <a:moveTo>
                  <a:pt x="1412643" y="901753"/>
                </a:moveTo>
                <a:lnTo>
                  <a:pt x="1456298" y="937256"/>
                </a:lnTo>
                <a:moveTo>
                  <a:pt x="1050363" y="743930"/>
                </a:moveTo>
                <a:lnTo>
                  <a:pt x="1092570" y="838752"/>
                </a:lnTo>
                <a:moveTo>
                  <a:pt x="1340345" y="637295"/>
                </a:moveTo>
                <a:lnTo>
                  <a:pt x="1270969" y="559509"/>
                </a:lnTo>
                <a:moveTo>
                  <a:pt x="981708" y="434304"/>
                </a:moveTo>
                <a:lnTo>
                  <a:pt x="943396" y="483238"/>
                </a:lnTo>
                <a:moveTo>
                  <a:pt x="1652864" y="804519"/>
                </a:moveTo>
                <a:lnTo>
                  <a:pt x="1629351" y="884009"/>
                </a:lnTo>
                <a:moveTo>
                  <a:pt x="1009691" y="840252"/>
                </a:moveTo>
                <a:lnTo>
                  <a:pt x="995107" y="840448"/>
                </a:lnTo>
                <a:moveTo>
                  <a:pt x="1340345" y="637295"/>
                </a:moveTo>
                <a:lnTo>
                  <a:pt x="1289621" y="647572"/>
                </a:lnTo>
                <a:moveTo>
                  <a:pt x="921942" y="663731"/>
                </a:moveTo>
                <a:lnTo>
                  <a:pt x="870955" y="654646"/>
                </a:lnTo>
                <a:moveTo>
                  <a:pt x="1111248" y="479855"/>
                </a:moveTo>
                <a:lnTo>
                  <a:pt x="1152394" y="561184"/>
                </a:lnTo>
                <a:moveTo>
                  <a:pt x="995107" y="840448"/>
                </a:moveTo>
                <a:lnTo>
                  <a:pt x="1007803" y="845420"/>
                </a:lnTo>
                <a:moveTo>
                  <a:pt x="1111248" y="479855"/>
                </a:moveTo>
                <a:lnTo>
                  <a:pt x="1038246" y="438193"/>
                </a:lnTo>
                <a:moveTo>
                  <a:pt x="1626641" y="768884"/>
                </a:moveTo>
                <a:lnTo>
                  <a:pt x="1652864" y="804519"/>
                </a:lnTo>
                <a:moveTo>
                  <a:pt x="926879" y="648872"/>
                </a:moveTo>
                <a:lnTo>
                  <a:pt x="870955" y="654646"/>
                </a:lnTo>
                <a:moveTo>
                  <a:pt x="1108592" y="468089"/>
                </a:moveTo>
                <a:lnTo>
                  <a:pt x="1038246" y="438193"/>
                </a:lnTo>
                <a:moveTo>
                  <a:pt x="1009691" y="840252"/>
                </a:moveTo>
                <a:lnTo>
                  <a:pt x="1007803" y="845420"/>
                </a:lnTo>
                <a:moveTo>
                  <a:pt x="1210019" y="558503"/>
                </a:moveTo>
                <a:lnTo>
                  <a:pt x="1111248" y="479855"/>
                </a:lnTo>
                <a:moveTo>
                  <a:pt x="1582347" y="957904"/>
                </a:moveTo>
                <a:lnTo>
                  <a:pt x="1456298" y="937256"/>
                </a:lnTo>
                <a:moveTo>
                  <a:pt x="953020" y="488734"/>
                </a:moveTo>
                <a:lnTo>
                  <a:pt x="950765" y="576452"/>
                </a:lnTo>
                <a:moveTo>
                  <a:pt x="1647786" y="795651"/>
                </a:moveTo>
                <a:lnTo>
                  <a:pt x="1652864" y="804519"/>
                </a:lnTo>
                <a:moveTo>
                  <a:pt x="1007803" y="845420"/>
                </a:moveTo>
                <a:lnTo>
                  <a:pt x="886336" y="896976"/>
                </a:lnTo>
                <a:moveTo>
                  <a:pt x="1626641" y="768884"/>
                </a:moveTo>
                <a:lnTo>
                  <a:pt x="1640076" y="789011"/>
                </a:lnTo>
                <a:moveTo>
                  <a:pt x="1351738" y="549728"/>
                </a:moveTo>
                <a:lnTo>
                  <a:pt x="1270969" y="559509"/>
                </a:lnTo>
                <a:moveTo>
                  <a:pt x="1038246" y="438193"/>
                </a:moveTo>
                <a:lnTo>
                  <a:pt x="981708" y="434304"/>
                </a:lnTo>
                <a:moveTo>
                  <a:pt x="1360283" y="502956"/>
                </a:moveTo>
                <a:lnTo>
                  <a:pt x="1342519" y="464851"/>
                </a:lnTo>
                <a:moveTo>
                  <a:pt x="805591" y="703230"/>
                </a:moveTo>
                <a:lnTo>
                  <a:pt x="748217" y="686165"/>
                </a:lnTo>
                <a:moveTo>
                  <a:pt x="1289621" y="647572"/>
                </a:moveTo>
                <a:lnTo>
                  <a:pt x="1250115" y="732522"/>
                </a:lnTo>
                <a:moveTo>
                  <a:pt x="1289621" y="647572"/>
                </a:moveTo>
                <a:lnTo>
                  <a:pt x="1246523" y="735360"/>
                </a:lnTo>
                <a:moveTo>
                  <a:pt x="1342519" y="464851"/>
                </a:moveTo>
                <a:lnTo>
                  <a:pt x="1237742" y="537583"/>
                </a:lnTo>
                <a:moveTo>
                  <a:pt x="1360283" y="502956"/>
                </a:moveTo>
                <a:lnTo>
                  <a:pt x="1270969" y="559509"/>
                </a:lnTo>
                <a:moveTo>
                  <a:pt x="1447091" y="792213"/>
                </a:moveTo>
                <a:lnTo>
                  <a:pt x="1424779" y="814199"/>
                </a:lnTo>
                <a:moveTo>
                  <a:pt x="1129755" y="801515"/>
                </a:moveTo>
                <a:lnTo>
                  <a:pt x="1092570" y="838752"/>
                </a:lnTo>
                <a:moveTo>
                  <a:pt x="1245989" y="734606"/>
                </a:moveTo>
                <a:lnTo>
                  <a:pt x="1196786" y="779184"/>
                </a:lnTo>
                <a:moveTo>
                  <a:pt x="1270969" y="559509"/>
                </a:moveTo>
                <a:lnTo>
                  <a:pt x="1237742" y="537583"/>
                </a:lnTo>
                <a:moveTo>
                  <a:pt x="886336" y="896976"/>
                </a:moveTo>
                <a:lnTo>
                  <a:pt x="759246" y="859931"/>
                </a:lnTo>
                <a:moveTo>
                  <a:pt x="1092570" y="838752"/>
                </a:moveTo>
                <a:lnTo>
                  <a:pt x="1009691" y="840252"/>
                </a:lnTo>
                <a:moveTo>
                  <a:pt x="870955" y="654646"/>
                </a:moveTo>
                <a:lnTo>
                  <a:pt x="842555" y="673535"/>
                </a:lnTo>
                <a:moveTo>
                  <a:pt x="1567729" y="727591"/>
                </a:moveTo>
                <a:lnTo>
                  <a:pt x="1447091" y="792213"/>
                </a:lnTo>
                <a:moveTo>
                  <a:pt x="1246523" y="735360"/>
                </a:moveTo>
                <a:lnTo>
                  <a:pt x="1196786" y="779184"/>
                </a:lnTo>
                <a:moveTo>
                  <a:pt x="1196786" y="779184"/>
                </a:moveTo>
                <a:lnTo>
                  <a:pt x="1129755" y="801515"/>
                </a:lnTo>
                <a:moveTo>
                  <a:pt x="1651316" y="966097"/>
                </a:moveTo>
                <a:lnTo>
                  <a:pt x="1582347" y="957904"/>
                </a:lnTo>
                <a:moveTo>
                  <a:pt x="1424779" y="814199"/>
                </a:moveTo>
                <a:lnTo>
                  <a:pt x="1431603" y="817689"/>
                </a:lnTo>
                <a:moveTo>
                  <a:pt x="1111248" y="479855"/>
                </a:moveTo>
                <a:lnTo>
                  <a:pt x="1108592" y="468089"/>
                </a:lnTo>
                <a:moveTo>
                  <a:pt x="1342519" y="464851"/>
                </a:moveTo>
                <a:lnTo>
                  <a:pt x="1270969" y="559509"/>
                </a:lnTo>
                <a:moveTo>
                  <a:pt x="1111248" y="479855"/>
                </a:moveTo>
                <a:lnTo>
                  <a:pt x="1113958" y="480277"/>
                </a:lnTo>
                <a:moveTo>
                  <a:pt x="842555" y="673535"/>
                </a:moveTo>
                <a:lnTo>
                  <a:pt x="748217" y="686165"/>
                </a:lnTo>
                <a:moveTo>
                  <a:pt x="981708" y="434304"/>
                </a:moveTo>
                <a:lnTo>
                  <a:pt x="953020" y="488734"/>
                </a:lnTo>
                <a:moveTo>
                  <a:pt x="759246" y="859931"/>
                </a:moveTo>
                <a:lnTo>
                  <a:pt x="758582" y="858891"/>
                </a:lnTo>
                <a:moveTo>
                  <a:pt x="1009691" y="840252"/>
                </a:moveTo>
                <a:lnTo>
                  <a:pt x="1078341" y="878345"/>
                </a:lnTo>
                <a:moveTo>
                  <a:pt x="1113958" y="480277"/>
                </a:moveTo>
                <a:lnTo>
                  <a:pt x="1108592" y="468089"/>
                </a:lnTo>
                <a:moveTo>
                  <a:pt x="842555" y="673535"/>
                </a:moveTo>
                <a:lnTo>
                  <a:pt x="752085" y="683156"/>
                </a:lnTo>
                <a:moveTo>
                  <a:pt x="1210019" y="558503"/>
                </a:moveTo>
                <a:lnTo>
                  <a:pt x="1181888" y="544460"/>
                </a:lnTo>
                <a:moveTo>
                  <a:pt x="950765" y="576452"/>
                </a:moveTo>
                <a:lnTo>
                  <a:pt x="964690" y="581892"/>
                </a:lnTo>
                <a:moveTo>
                  <a:pt x="1078341" y="878345"/>
                </a:moveTo>
                <a:lnTo>
                  <a:pt x="1007803" y="845420"/>
                </a:lnTo>
                <a:moveTo>
                  <a:pt x="763843" y="858859"/>
                </a:moveTo>
                <a:lnTo>
                  <a:pt x="759246" y="859931"/>
                </a:lnTo>
                <a:moveTo>
                  <a:pt x="926879" y="648872"/>
                </a:moveTo>
                <a:lnTo>
                  <a:pt x="937733" y="628332"/>
                </a:lnTo>
                <a:moveTo>
                  <a:pt x="763843" y="858859"/>
                </a:moveTo>
                <a:lnTo>
                  <a:pt x="758582" y="858891"/>
                </a:lnTo>
                <a:moveTo>
                  <a:pt x="953020" y="488734"/>
                </a:moveTo>
                <a:lnTo>
                  <a:pt x="973717" y="491369"/>
                </a:lnTo>
                <a:moveTo>
                  <a:pt x="1270969" y="559509"/>
                </a:moveTo>
                <a:lnTo>
                  <a:pt x="1289621" y="647572"/>
                </a:lnTo>
                <a:moveTo>
                  <a:pt x="1680101" y="888397"/>
                </a:moveTo>
                <a:lnTo>
                  <a:pt x="1651316" y="966097"/>
                </a:lnTo>
                <a:moveTo>
                  <a:pt x="1447091" y="792213"/>
                </a:moveTo>
                <a:lnTo>
                  <a:pt x="1431603" y="817689"/>
                </a:lnTo>
                <a:moveTo>
                  <a:pt x="1108592" y="468089"/>
                </a:moveTo>
                <a:lnTo>
                  <a:pt x="981708" y="434304"/>
                </a:lnTo>
                <a:moveTo>
                  <a:pt x="1652864" y="804519"/>
                </a:moveTo>
                <a:lnTo>
                  <a:pt x="1680101" y="888397"/>
                </a:lnTo>
                <a:moveTo>
                  <a:pt x="1007803" y="845420"/>
                </a:moveTo>
                <a:lnTo>
                  <a:pt x="953963" y="884036"/>
                </a:lnTo>
                <a:moveTo>
                  <a:pt x="953020" y="488734"/>
                </a:moveTo>
                <a:lnTo>
                  <a:pt x="964690" y="581892"/>
                </a:lnTo>
                <a:moveTo>
                  <a:pt x="1246523" y="735360"/>
                </a:moveTo>
                <a:lnTo>
                  <a:pt x="1225922" y="745390"/>
                </a:lnTo>
                <a:moveTo>
                  <a:pt x="953963" y="884036"/>
                </a:moveTo>
                <a:lnTo>
                  <a:pt x="886336" y="896976"/>
                </a:lnTo>
                <a:moveTo>
                  <a:pt x="886336" y="896976"/>
                </a:moveTo>
                <a:lnTo>
                  <a:pt x="839786" y="857698"/>
                </a:lnTo>
                <a:moveTo>
                  <a:pt x="1755594" y="888251"/>
                </a:moveTo>
                <a:lnTo>
                  <a:pt x="1680101" y="888397"/>
                </a:lnTo>
                <a:moveTo>
                  <a:pt x="1237742" y="537583"/>
                </a:moveTo>
                <a:lnTo>
                  <a:pt x="1181888" y="544460"/>
                </a:lnTo>
                <a:moveTo>
                  <a:pt x="1640076" y="789011"/>
                </a:moveTo>
                <a:lnTo>
                  <a:pt x="1567729" y="727591"/>
                </a:lnTo>
                <a:moveTo>
                  <a:pt x="950765" y="576452"/>
                </a:moveTo>
                <a:lnTo>
                  <a:pt x="937733" y="628332"/>
                </a:lnTo>
                <a:moveTo>
                  <a:pt x="1108592" y="468089"/>
                </a:moveTo>
                <a:lnTo>
                  <a:pt x="1080253" y="396666"/>
                </a:lnTo>
                <a:moveTo>
                  <a:pt x="752085" y="683156"/>
                </a:moveTo>
                <a:lnTo>
                  <a:pt x="748217" y="686165"/>
                </a:lnTo>
                <a:moveTo>
                  <a:pt x="649336" y="780329"/>
                </a:moveTo>
                <a:lnTo>
                  <a:pt x="758582" y="858891"/>
                </a:lnTo>
                <a:moveTo>
                  <a:pt x="1092570" y="838752"/>
                </a:moveTo>
                <a:lnTo>
                  <a:pt x="1078341" y="878345"/>
                </a:lnTo>
                <a:moveTo>
                  <a:pt x="981708" y="434304"/>
                </a:moveTo>
                <a:lnTo>
                  <a:pt x="973717" y="491369"/>
                </a:lnTo>
                <a:moveTo>
                  <a:pt x="839786" y="857698"/>
                </a:moveTo>
                <a:lnTo>
                  <a:pt x="759246" y="859931"/>
                </a:lnTo>
                <a:moveTo>
                  <a:pt x="1237742" y="537583"/>
                </a:moveTo>
                <a:lnTo>
                  <a:pt x="1204818" y="569532"/>
                </a:lnTo>
                <a:moveTo>
                  <a:pt x="1111248" y="479855"/>
                </a:moveTo>
                <a:lnTo>
                  <a:pt x="1181888" y="544460"/>
                </a:lnTo>
                <a:moveTo>
                  <a:pt x="839786" y="857698"/>
                </a:moveTo>
                <a:lnTo>
                  <a:pt x="763843" y="858859"/>
                </a:lnTo>
                <a:moveTo>
                  <a:pt x="1567729" y="727591"/>
                </a:moveTo>
                <a:lnTo>
                  <a:pt x="1512589" y="745725"/>
                </a:lnTo>
                <a:moveTo>
                  <a:pt x="1113958" y="480277"/>
                </a:moveTo>
                <a:lnTo>
                  <a:pt x="1181888" y="544460"/>
                </a:lnTo>
                <a:moveTo>
                  <a:pt x="999257" y="401743"/>
                </a:moveTo>
                <a:lnTo>
                  <a:pt x="981708" y="434304"/>
                </a:lnTo>
                <a:moveTo>
                  <a:pt x="1080253" y="396666"/>
                </a:moveTo>
                <a:lnTo>
                  <a:pt x="981708" y="434304"/>
                </a:lnTo>
                <a:moveTo>
                  <a:pt x="886336" y="896976"/>
                </a:moveTo>
                <a:lnTo>
                  <a:pt x="930731" y="854720"/>
                </a:lnTo>
                <a:moveTo>
                  <a:pt x="1512589" y="745725"/>
                </a:moveTo>
                <a:lnTo>
                  <a:pt x="1447091" y="792213"/>
                </a:lnTo>
                <a:moveTo>
                  <a:pt x="842555" y="673535"/>
                </a:moveTo>
                <a:lnTo>
                  <a:pt x="814416" y="650739"/>
                </a:lnTo>
                <a:moveTo>
                  <a:pt x="973717" y="491369"/>
                </a:moveTo>
                <a:lnTo>
                  <a:pt x="964690" y="581892"/>
                </a:lnTo>
                <a:moveTo>
                  <a:pt x="999257" y="401743"/>
                </a:moveTo>
                <a:lnTo>
                  <a:pt x="973717" y="491369"/>
                </a:lnTo>
                <a:moveTo>
                  <a:pt x="1289621" y="647572"/>
                </a:moveTo>
                <a:lnTo>
                  <a:pt x="1225922" y="745390"/>
                </a:lnTo>
                <a:moveTo>
                  <a:pt x="1129755" y="801515"/>
                </a:moveTo>
                <a:lnTo>
                  <a:pt x="1140599" y="780813"/>
                </a:lnTo>
                <a:moveTo>
                  <a:pt x="827126" y="850984"/>
                </a:moveTo>
                <a:lnTo>
                  <a:pt x="763843" y="858859"/>
                </a:lnTo>
                <a:moveTo>
                  <a:pt x="1092570" y="838752"/>
                </a:moveTo>
                <a:lnTo>
                  <a:pt x="1097275" y="842135"/>
                </a:lnTo>
                <a:moveTo>
                  <a:pt x="1651316" y="966097"/>
                </a:moveTo>
                <a:lnTo>
                  <a:pt x="1638780" y="984837"/>
                </a:lnTo>
                <a:moveTo>
                  <a:pt x="1652864" y="804519"/>
                </a:moveTo>
                <a:lnTo>
                  <a:pt x="1755594" y="888251"/>
                </a:lnTo>
                <a:moveTo>
                  <a:pt x="1652864" y="804519"/>
                </a:moveTo>
                <a:lnTo>
                  <a:pt x="1640076" y="789011"/>
                </a:lnTo>
                <a:moveTo>
                  <a:pt x="1270969" y="559509"/>
                </a:moveTo>
                <a:lnTo>
                  <a:pt x="1204818" y="569532"/>
                </a:lnTo>
                <a:moveTo>
                  <a:pt x="1289621" y="647572"/>
                </a:moveTo>
                <a:lnTo>
                  <a:pt x="1204818" y="569532"/>
                </a:lnTo>
                <a:moveTo>
                  <a:pt x="1078341" y="878345"/>
                </a:moveTo>
                <a:lnTo>
                  <a:pt x="953963" y="884036"/>
                </a:lnTo>
                <a:moveTo>
                  <a:pt x="1680101" y="888397"/>
                </a:moveTo>
                <a:lnTo>
                  <a:pt x="1719618" y="963791"/>
                </a:lnTo>
                <a:moveTo>
                  <a:pt x="1080253" y="396666"/>
                </a:moveTo>
                <a:lnTo>
                  <a:pt x="999257" y="401743"/>
                </a:lnTo>
                <a:moveTo>
                  <a:pt x="748217" y="686165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70955" y="654646"/>
                </a:lnTo>
                <a:moveTo>
                  <a:pt x="1512589" y="745725"/>
                </a:moveTo>
                <a:lnTo>
                  <a:pt x="1431603" y="817689"/>
                </a:lnTo>
                <a:moveTo>
                  <a:pt x="758582" y="858891"/>
                </a:moveTo>
                <a:lnTo>
                  <a:pt x="698834" y="794998"/>
                </a:lnTo>
                <a:moveTo>
                  <a:pt x="752085" y="683156"/>
                </a:moveTo>
                <a:lnTo>
                  <a:pt x="716549" y="688856"/>
                </a:lnTo>
                <a:moveTo>
                  <a:pt x="1097275" y="842135"/>
                </a:moveTo>
                <a:lnTo>
                  <a:pt x="1078341" y="878345"/>
                </a:lnTo>
                <a:moveTo>
                  <a:pt x="1225922" y="745390"/>
                </a:moveTo>
                <a:lnTo>
                  <a:pt x="1196786" y="779184"/>
                </a:lnTo>
                <a:moveTo>
                  <a:pt x="763843" y="858859"/>
                </a:moveTo>
                <a:lnTo>
                  <a:pt x="698834" y="794998"/>
                </a:lnTo>
                <a:moveTo>
                  <a:pt x="870955" y="654646"/>
                </a:moveTo>
                <a:lnTo>
                  <a:pt x="814416" y="650739"/>
                </a:lnTo>
                <a:moveTo>
                  <a:pt x="716549" y="688856"/>
                </a:moveTo>
                <a:lnTo>
                  <a:pt x="649336" y="780329"/>
                </a:lnTo>
                <a:moveTo>
                  <a:pt x="1289621" y="647572"/>
                </a:moveTo>
                <a:lnTo>
                  <a:pt x="1254791" y="658112"/>
                </a:lnTo>
                <a:moveTo>
                  <a:pt x="814416" y="650739"/>
                </a:moveTo>
                <a:lnTo>
                  <a:pt x="752085" y="683156"/>
                </a:lnTo>
                <a:moveTo>
                  <a:pt x="839786" y="857698"/>
                </a:moveTo>
                <a:lnTo>
                  <a:pt x="827126" y="850984"/>
                </a:lnTo>
                <a:moveTo>
                  <a:pt x="964690" y="581892"/>
                </a:moveTo>
                <a:lnTo>
                  <a:pt x="937733" y="628332"/>
                </a:lnTo>
                <a:moveTo>
                  <a:pt x="1640076" y="789011"/>
                </a:moveTo>
                <a:lnTo>
                  <a:pt x="1512589" y="745725"/>
                </a:lnTo>
                <a:moveTo>
                  <a:pt x="1652864" y="804519"/>
                </a:moveTo>
                <a:lnTo>
                  <a:pt x="1685909" y="807396"/>
                </a:lnTo>
                <a:moveTo>
                  <a:pt x="1719618" y="963791"/>
                </a:moveTo>
                <a:lnTo>
                  <a:pt x="1651316" y="966097"/>
                </a:lnTo>
                <a:moveTo>
                  <a:pt x="1140599" y="780813"/>
                </a:moveTo>
                <a:lnTo>
                  <a:pt x="1092570" y="838752"/>
                </a:lnTo>
                <a:moveTo>
                  <a:pt x="752085" y="683156"/>
                </a:moveTo>
                <a:lnTo>
                  <a:pt x="692186" y="690264"/>
                </a:lnTo>
                <a:moveTo>
                  <a:pt x="1078341" y="87834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01452" y="491185"/>
                </a:lnTo>
                <a:moveTo>
                  <a:pt x="1113958" y="480277"/>
                </a:moveTo>
                <a:lnTo>
                  <a:pt x="1119658" y="579241"/>
                </a:lnTo>
                <a:moveTo>
                  <a:pt x="953963" y="884036"/>
                </a:moveTo>
                <a:lnTo>
                  <a:pt x="930731" y="854720"/>
                </a:lnTo>
                <a:moveTo>
                  <a:pt x="930731" y="854720"/>
                </a:moveTo>
                <a:lnTo>
                  <a:pt x="839786" y="857698"/>
                </a:lnTo>
                <a:moveTo>
                  <a:pt x="1204818" y="569532"/>
                </a:moveTo>
                <a:lnTo>
                  <a:pt x="1181888" y="544460"/>
                </a:lnTo>
                <a:moveTo>
                  <a:pt x="649336" y="780329"/>
                </a:moveTo>
                <a:lnTo>
                  <a:pt x="698834" y="794998"/>
                </a:lnTo>
                <a:moveTo>
                  <a:pt x="1685909" y="807396"/>
                </a:moveTo>
                <a:lnTo>
                  <a:pt x="1755594" y="888251"/>
                </a:lnTo>
                <a:moveTo>
                  <a:pt x="838790" y="147896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40076" y="789011"/>
                </a:lnTo>
                <a:moveTo>
                  <a:pt x="1755594" y="888251"/>
                </a:moveTo>
                <a:lnTo>
                  <a:pt x="1719618" y="963791"/>
                </a:lnTo>
                <a:moveTo>
                  <a:pt x="687455" y="693203"/>
                </a:moveTo>
                <a:lnTo>
                  <a:pt x="649336" y="780329"/>
                </a:lnTo>
                <a:moveTo>
                  <a:pt x="1196786" y="779184"/>
                </a:moveTo>
                <a:lnTo>
                  <a:pt x="1140599" y="780813"/>
                </a:lnTo>
                <a:moveTo>
                  <a:pt x="1719618" y="963791"/>
                </a:moveTo>
                <a:lnTo>
                  <a:pt x="1638780" y="984837"/>
                </a:lnTo>
                <a:moveTo>
                  <a:pt x="1037850" y="848779"/>
                </a:moveTo>
                <a:lnTo>
                  <a:pt x="953963" y="884036"/>
                </a:lnTo>
                <a:moveTo>
                  <a:pt x="727717" y="363198"/>
                </a:moveTo>
                <a:lnTo>
                  <a:pt x="708855" y="334791"/>
                </a:lnTo>
                <a:moveTo>
                  <a:pt x="1638780" y="984837"/>
                </a:moveTo>
                <a:lnTo>
                  <a:pt x="1599246" y="1032598"/>
                </a:lnTo>
                <a:moveTo>
                  <a:pt x="1108592" y="468089"/>
                </a:moveTo>
                <a:lnTo>
                  <a:pt x="1111262" y="403592"/>
                </a:lnTo>
                <a:moveTo>
                  <a:pt x="930731" y="854720"/>
                </a:moveTo>
                <a:lnTo>
                  <a:pt x="827126" y="850984"/>
                </a:lnTo>
                <a:moveTo>
                  <a:pt x="1827567" y="888749"/>
                </a:moveTo>
                <a:lnTo>
                  <a:pt x="1755594" y="888251"/>
                </a:lnTo>
                <a:moveTo>
                  <a:pt x="1097275" y="842135"/>
                </a:moveTo>
                <a:lnTo>
                  <a:pt x="1037850" y="848779"/>
                </a:lnTo>
                <a:moveTo>
                  <a:pt x="1113958" y="480277"/>
                </a:moveTo>
                <a:lnTo>
                  <a:pt x="1111262" y="403592"/>
                </a:lnTo>
                <a:moveTo>
                  <a:pt x="1022796" y="496063"/>
                </a:moveTo>
                <a:lnTo>
                  <a:pt x="973717" y="491369"/>
                </a:lnTo>
                <a:moveTo>
                  <a:pt x="1007860" y="851774"/>
                </a:moveTo>
                <a:lnTo>
                  <a:pt x="953963" y="884036"/>
                </a:lnTo>
                <a:moveTo>
                  <a:pt x="1465773" y="825114"/>
                </a:moveTo>
                <a:lnTo>
                  <a:pt x="1431603" y="817689"/>
                </a:lnTo>
                <a:moveTo>
                  <a:pt x="1710409" y="818711"/>
                </a:moveTo>
                <a:lnTo>
                  <a:pt x="1755594" y="888251"/>
                </a:lnTo>
                <a:moveTo>
                  <a:pt x="827126" y="850984"/>
                </a:moveTo>
                <a:lnTo>
                  <a:pt x="698834" y="794998"/>
                </a:lnTo>
                <a:moveTo>
                  <a:pt x="617922" y="428791"/>
                </a:moveTo>
                <a:lnTo>
                  <a:pt x="595576" y="430730"/>
                </a:lnTo>
                <a:moveTo>
                  <a:pt x="1706332" y="986146"/>
                </a:moveTo>
                <a:lnTo>
                  <a:pt x="1638780" y="984837"/>
                </a:lnTo>
                <a:moveTo>
                  <a:pt x="1023408" y="584819"/>
                </a:moveTo>
                <a:lnTo>
                  <a:pt x="964690" y="581892"/>
                </a:lnTo>
                <a:moveTo>
                  <a:pt x="708855" y="334791"/>
                </a:moveTo>
                <a:lnTo>
                  <a:pt x="617922" y="428791"/>
                </a:lnTo>
                <a:moveTo>
                  <a:pt x="716549" y="688856"/>
                </a:moveTo>
                <a:lnTo>
                  <a:pt x="687455" y="693203"/>
                </a:lnTo>
                <a:moveTo>
                  <a:pt x="1022796" y="496063"/>
                </a:moveTo>
                <a:lnTo>
                  <a:pt x="964690" y="581892"/>
                </a:lnTo>
                <a:moveTo>
                  <a:pt x="800255" y="427627"/>
                </a:moveTo>
                <a:lnTo>
                  <a:pt x="733141" y="448648"/>
                </a:lnTo>
                <a:moveTo>
                  <a:pt x="1181888" y="544460"/>
                </a:moveTo>
                <a:lnTo>
                  <a:pt x="1145201" y="576189"/>
                </a:lnTo>
                <a:moveTo>
                  <a:pt x="692186" y="690264"/>
                </a:moveTo>
                <a:lnTo>
                  <a:pt x="716549" y="688856"/>
                </a:lnTo>
                <a:moveTo>
                  <a:pt x="937733" y="628332"/>
                </a:moveTo>
                <a:lnTo>
                  <a:pt x="814416" y="650739"/>
                </a:lnTo>
                <a:moveTo>
                  <a:pt x="1140599" y="780813"/>
                </a:moveTo>
                <a:lnTo>
                  <a:pt x="1097275" y="842135"/>
                </a:lnTo>
                <a:moveTo>
                  <a:pt x="1254791" y="658112"/>
                </a:moveTo>
                <a:lnTo>
                  <a:pt x="1225922" y="745390"/>
                </a:lnTo>
                <a:moveTo>
                  <a:pt x="733141" y="448648"/>
                </a:moveTo>
                <a:lnTo>
                  <a:pt x="679614" y="492192"/>
                </a:lnTo>
                <a:moveTo>
                  <a:pt x="1812201" y="802696"/>
                </a:moveTo>
                <a:lnTo>
                  <a:pt x="1755594" y="888251"/>
                </a:lnTo>
                <a:moveTo>
                  <a:pt x="1225922" y="745390"/>
                </a:moveTo>
                <a:lnTo>
                  <a:pt x="1140599" y="780813"/>
                </a:lnTo>
                <a:moveTo>
                  <a:pt x="627115" y="341188"/>
                </a:moveTo>
                <a:lnTo>
                  <a:pt x="617922" y="428791"/>
                </a:lnTo>
                <a:moveTo>
                  <a:pt x="2182324" y="775937"/>
                </a:moveTo>
                <a:lnTo>
                  <a:pt x="2099739" y="780884"/>
                </a:lnTo>
                <a:moveTo>
                  <a:pt x="1097275" y="842135"/>
                </a:moveTo>
                <a:lnTo>
                  <a:pt x="1019594" y="839652"/>
                </a:lnTo>
                <a:moveTo>
                  <a:pt x="617922" y="428791"/>
                </a:moveTo>
                <a:lnTo>
                  <a:pt x="582430" y="344270"/>
                </a:lnTo>
                <a:moveTo>
                  <a:pt x="1005566" y="410352"/>
                </a:moveTo>
                <a:lnTo>
                  <a:pt x="973717" y="491369"/>
                </a:lnTo>
                <a:moveTo>
                  <a:pt x="796730" y="372099"/>
                </a:moveTo>
                <a:lnTo>
                  <a:pt x="727717" y="363198"/>
                </a:lnTo>
                <a:moveTo>
                  <a:pt x="1640076" y="789011"/>
                </a:moveTo>
                <a:lnTo>
                  <a:pt x="1582729" y="772385"/>
                </a:lnTo>
                <a:moveTo>
                  <a:pt x="964690" y="581892"/>
                </a:moveTo>
                <a:lnTo>
                  <a:pt x="1007700" y="652260"/>
                </a:lnTo>
                <a:moveTo>
                  <a:pt x="1204818" y="569532"/>
                </a:moveTo>
                <a:lnTo>
                  <a:pt x="1254791" y="658112"/>
                </a:lnTo>
                <a:moveTo>
                  <a:pt x="1640076" y="789011"/>
                </a:moveTo>
                <a:lnTo>
                  <a:pt x="1694689" y="810542"/>
                </a:lnTo>
                <a:moveTo>
                  <a:pt x="1181888" y="544460"/>
                </a:moveTo>
                <a:lnTo>
                  <a:pt x="1119658" y="579241"/>
                </a:lnTo>
                <a:moveTo>
                  <a:pt x="1204818" y="569532"/>
                </a:moveTo>
                <a:lnTo>
                  <a:pt x="1145201" y="576189"/>
                </a:lnTo>
                <a:moveTo>
                  <a:pt x="582430" y="344270"/>
                </a:moveTo>
                <a:lnTo>
                  <a:pt x="595576" y="430730"/>
                </a:lnTo>
                <a:moveTo>
                  <a:pt x="2099739" y="780884"/>
                </a:moveTo>
                <a:lnTo>
                  <a:pt x="2062271" y="784248"/>
                </a:lnTo>
                <a:moveTo>
                  <a:pt x="708855" y="334791"/>
                </a:moveTo>
                <a:lnTo>
                  <a:pt x="627115" y="341188"/>
                </a:lnTo>
                <a:moveTo>
                  <a:pt x="649336" y="780329"/>
                </a:moveTo>
                <a:lnTo>
                  <a:pt x="613664" y="790854"/>
                </a:lnTo>
                <a:moveTo>
                  <a:pt x="1007860" y="851774"/>
                </a:moveTo>
                <a:lnTo>
                  <a:pt x="930731" y="854720"/>
                </a:lnTo>
                <a:moveTo>
                  <a:pt x="595576" y="430730"/>
                </a:moveTo>
                <a:lnTo>
                  <a:pt x="511524" y="438149"/>
                </a:lnTo>
                <a:moveTo>
                  <a:pt x="727717" y="363198"/>
                </a:moveTo>
                <a:lnTo>
                  <a:pt x="791018" y="333422"/>
                </a:lnTo>
                <a:moveTo>
                  <a:pt x="999257" y="401743"/>
                </a:moveTo>
                <a:lnTo>
                  <a:pt x="1005566" y="410352"/>
                </a:lnTo>
                <a:moveTo>
                  <a:pt x="1080253" y="396666"/>
                </a:moveTo>
                <a:lnTo>
                  <a:pt x="1111262" y="403592"/>
                </a:lnTo>
                <a:moveTo>
                  <a:pt x="814416" y="650739"/>
                </a:moveTo>
                <a:lnTo>
                  <a:pt x="692186" y="690264"/>
                </a:lnTo>
                <a:moveTo>
                  <a:pt x="1225922" y="745390"/>
                </a:moveTo>
                <a:lnTo>
                  <a:pt x="1157085" y="755368"/>
                </a:lnTo>
                <a:moveTo>
                  <a:pt x="692186" y="690264"/>
                </a:moveTo>
                <a:lnTo>
                  <a:pt x="687455" y="693203"/>
                </a:lnTo>
                <a:moveTo>
                  <a:pt x="1037850" y="848779"/>
                </a:moveTo>
                <a:lnTo>
                  <a:pt x="1007860" y="851774"/>
                </a:lnTo>
                <a:moveTo>
                  <a:pt x="907770" y="156272"/>
                </a:moveTo>
                <a:lnTo>
                  <a:pt x="838790" y="147896"/>
                </a:lnTo>
                <a:moveTo>
                  <a:pt x="617922" y="428791"/>
                </a:moveTo>
                <a:lnTo>
                  <a:pt x="679614" y="492192"/>
                </a:lnTo>
                <a:moveTo>
                  <a:pt x="1582729" y="772385"/>
                </a:moveTo>
                <a:lnTo>
                  <a:pt x="1512589" y="745725"/>
                </a:lnTo>
                <a:moveTo>
                  <a:pt x="1685909" y="807396"/>
                </a:moveTo>
                <a:lnTo>
                  <a:pt x="1710409" y="818711"/>
                </a:lnTo>
                <a:moveTo>
                  <a:pt x="2113299" y="693353"/>
                </a:moveTo>
                <a:lnTo>
                  <a:pt x="2099739" y="780884"/>
                </a:lnTo>
                <a:moveTo>
                  <a:pt x="2166110" y="690039"/>
                </a:moveTo>
                <a:lnTo>
                  <a:pt x="2099739" y="780884"/>
                </a:lnTo>
                <a:moveTo>
                  <a:pt x="322652" y="983788"/>
                </a:moveTo>
                <a:lnTo>
                  <a:pt x="341887" y="1067091"/>
                </a:lnTo>
                <a:moveTo>
                  <a:pt x="627115" y="341188"/>
                </a:moveTo>
                <a:lnTo>
                  <a:pt x="582430" y="344270"/>
                </a:lnTo>
                <a:moveTo>
                  <a:pt x="893880" y="824287"/>
                </a:moveTo>
                <a:lnTo>
                  <a:pt x="827126" y="850984"/>
                </a:lnTo>
                <a:moveTo>
                  <a:pt x="1512589" y="745725"/>
                </a:moveTo>
                <a:lnTo>
                  <a:pt x="1465773" y="825114"/>
                </a:lnTo>
                <a:moveTo>
                  <a:pt x="687455" y="693203"/>
                </a:moveTo>
                <a:lnTo>
                  <a:pt x="571725" y="701706"/>
                </a:lnTo>
                <a:moveTo>
                  <a:pt x="2166110" y="690039"/>
                </a:moveTo>
                <a:lnTo>
                  <a:pt x="2182324" y="775937"/>
                </a:lnTo>
                <a:moveTo>
                  <a:pt x="1755594" y="888251"/>
                </a:moveTo>
                <a:lnTo>
                  <a:pt x="1787231" y="950632"/>
                </a:lnTo>
                <a:moveTo>
                  <a:pt x="1719618" y="963791"/>
                </a:moveTo>
                <a:lnTo>
                  <a:pt x="1706332" y="986146"/>
                </a:lnTo>
                <a:moveTo>
                  <a:pt x="343942" y="1071895"/>
                </a:moveTo>
                <a:lnTo>
                  <a:pt x="341887" y="1067091"/>
                </a:lnTo>
                <a:moveTo>
                  <a:pt x="582430" y="344270"/>
                </a:moveTo>
                <a:lnTo>
                  <a:pt x="494823" y="350118"/>
                </a:lnTo>
                <a:moveTo>
                  <a:pt x="582430" y="344270"/>
                </a:moveTo>
                <a:lnTo>
                  <a:pt x="511524" y="438149"/>
                </a:lnTo>
                <a:moveTo>
                  <a:pt x="687455" y="693203"/>
                </a:moveTo>
                <a:lnTo>
                  <a:pt x="567821" y="696166"/>
                </a:lnTo>
                <a:moveTo>
                  <a:pt x="1037850" y="848779"/>
                </a:moveTo>
                <a:lnTo>
                  <a:pt x="1019594" y="839652"/>
                </a:lnTo>
                <a:moveTo>
                  <a:pt x="494823" y="350118"/>
                </a:moveTo>
                <a:lnTo>
                  <a:pt x="511524" y="438149"/>
                </a:lnTo>
                <a:moveTo>
                  <a:pt x="617922" y="428791"/>
                </a:moveTo>
                <a:lnTo>
                  <a:pt x="555401" y="500493"/>
                </a:lnTo>
                <a:moveTo>
                  <a:pt x="2099739" y="780884"/>
                </a:moveTo>
                <a:lnTo>
                  <a:pt x="2155314" y="853984"/>
                </a:lnTo>
                <a:moveTo>
                  <a:pt x="1638780" y="984837"/>
                </a:moveTo>
                <a:lnTo>
                  <a:pt x="1667365" y="1027415"/>
                </a:lnTo>
                <a:moveTo>
                  <a:pt x="2099739" y="780884"/>
                </a:moveTo>
                <a:lnTo>
                  <a:pt x="2043190" y="698876"/>
                </a:lnTo>
                <a:moveTo>
                  <a:pt x="692186" y="690264"/>
                </a:moveTo>
                <a:lnTo>
                  <a:pt x="567821" y="696166"/>
                </a:lnTo>
                <a:moveTo>
                  <a:pt x="791018" y="333422"/>
                </a:moveTo>
                <a:lnTo>
                  <a:pt x="708855" y="334791"/>
                </a:lnTo>
                <a:moveTo>
                  <a:pt x="2182324" y="775937"/>
                </a:moveTo>
                <a:lnTo>
                  <a:pt x="2155314" y="853984"/>
                </a:lnTo>
                <a:moveTo>
                  <a:pt x="827126" y="850984"/>
                </a:moveTo>
                <a:lnTo>
                  <a:pt x="769398" y="828339"/>
                </a:lnTo>
                <a:moveTo>
                  <a:pt x="1007700" y="652260"/>
                </a:moveTo>
                <a:lnTo>
                  <a:pt x="937733" y="628332"/>
                </a:lnTo>
                <a:moveTo>
                  <a:pt x="930731" y="854720"/>
                </a:moveTo>
                <a:lnTo>
                  <a:pt x="893880" y="824287"/>
                </a:lnTo>
                <a:moveTo>
                  <a:pt x="595576" y="430730"/>
                </a:moveTo>
                <a:lnTo>
                  <a:pt x="555401" y="500493"/>
                </a:lnTo>
                <a:moveTo>
                  <a:pt x="838790" y="147896"/>
                </a:moveTo>
                <a:lnTo>
                  <a:pt x="892497" y="150777"/>
                </a:lnTo>
                <a:moveTo>
                  <a:pt x="1225922" y="745390"/>
                </a:moveTo>
                <a:lnTo>
                  <a:pt x="1168775" y="667806"/>
                </a:lnTo>
                <a:moveTo>
                  <a:pt x="892497" y="150777"/>
                </a:moveTo>
                <a:lnTo>
                  <a:pt x="837481" y="147172"/>
                </a:lnTo>
                <a:moveTo>
                  <a:pt x="1685909" y="807396"/>
                </a:moveTo>
                <a:lnTo>
                  <a:pt x="1694689" y="810542"/>
                </a:lnTo>
                <a:moveTo>
                  <a:pt x="571725" y="701706"/>
                </a:moveTo>
                <a:lnTo>
                  <a:pt x="568466" y="706317"/>
                </a:lnTo>
                <a:moveTo>
                  <a:pt x="1019594" y="839652"/>
                </a:moveTo>
                <a:lnTo>
                  <a:pt x="1007860" y="851774"/>
                </a:lnTo>
                <a:moveTo>
                  <a:pt x="444083" y="1066882"/>
                </a:moveTo>
                <a:lnTo>
                  <a:pt x="343942" y="1071895"/>
                </a:lnTo>
                <a:moveTo>
                  <a:pt x="567821" y="696166"/>
                </a:moveTo>
                <a:lnTo>
                  <a:pt x="571725" y="701706"/>
                </a:lnTo>
                <a:moveTo>
                  <a:pt x="804881" y="419751"/>
                </a:moveTo>
                <a:lnTo>
                  <a:pt x="800255" y="427627"/>
                </a:lnTo>
                <a:moveTo>
                  <a:pt x="2155314" y="853984"/>
                </a:moveTo>
                <a:lnTo>
                  <a:pt x="2062271" y="784248"/>
                </a:lnTo>
                <a:moveTo>
                  <a:pt x="2043190" y="698876"/>
                </a:moveTo>
                <a:lnTo>
                  <a:pt x="2062271" y="784248"/>
                </a:lnTo>
                <a:moveTo>
                  <a:pt x="2062271" y="784248"/>
                </a:moveTo>
                <a:lnTo>
                  <a:pt x="2005891" y="790450"/>
                </a:lnTo>
                <a:moveTo>
                  <a:pt x="617922" y="428791"/>
                </a:moveTo>
                <a:lnTo>
                  <a:pt x="575631" y="526962"/>
                </a:lnTo>
                <a:moveTo>
                  <a:pt x="1140599" y="780813"/>
                </a:moveTo>
                <a:lnTo>
                  <a:pt x="1019594" y="839652"/>
                </a:lnTo>
                <a:moveTo>
                  <a:pt x="2166110" y="690039"/>
                </a:moveTo>
                <a:lnTo>
                  <a:pt x="2113299" y="693353"/>
                </a:lnTo>
                <a:moveTo>
                  <a:pt x="667449" y="300542"/>
                </a:moveTo>
                <a:lnTo>
                  <a:pt x="708855" y="334791"/>
                </a:lnTo>
                <a:moveTo>
                  <a:pt x="698834" y="794998"/>
                </a:moveTo>
                <a:lnTo>
                  <a:pt x="613664" y="790854"/>
                </a:lnTo>
                <a:moveTo>
                  <a:pt x="804881" y="419751"/>
                </a:moveTo>
                <a:lnTo>
                  <a:pt x="796730" y="372099"/>
                </a:lnTo>
                <a:moveTo>
                  <a:pt x="1204818" y="569532"/>
                </a:moveTo>
                <a:lnTo>
                  <a:pt x="1168775" y="667806"/>
                </a:lnTo>
                <a:moveTo>
                  <a:pt x="1719702" y="807954"/>
                </a:moveTo>
                <a:lnTo>
                  <a:pt x="1710409" y="818711"/>
                </a:lnTo>
                <a:moveTo>
                  <a:pt x="937733" y="628332"/>
                </a:moveTo>
                <a:lnTo>
                  <a:pt x="882692" y="648027"/>
                </a:lnTo>
                <a:moveTo>
                  <a:pt x="1812201" y="802696"/>
                </a:moveTo>
                <a:lnTo>
                  <a:pt x="1827567" y="888749"/>
                </a:lnTo>
                <a:moveTo>
                  <a:pt x="494823" y="350118"/>
                </a:moveTo>
                <a:lnTo>
                  <a:pt x="450334" y="354788"/>
                </a:lnTo>
                <a:moveTo>
                  <a:pt x="1145201" y="576189"/>
                </a:moveTo>
                <a:lnTo>
                  <a:pt x="1119658" y="579241"/>
                </a:lnTo>
                <a:moveTo>
                  <a:pt x="511524" y="438149"/>
                </a:moveTo>
                <a:lnTo>
                  <a:pt x="450334" y="354788"/>
                </a:lnTo>
                <a:moveTo>
                  <a:pt x="448192" y="977261"/>
                </a:moveTo>
                <a:lnTo>
                  <a:pt x="444083" y="1066882"/>
                </a:lnTo>
                <a:moveTo>
                  <a:pt x="1140599" y="780813"/>
                </a:moveTo>
                <a:lnTo>
                  <a:pt x="1129148" y="756868"/>
                </a:lnTo>
                <a:moveTo>
                  <a:pt x="687455" y="693203"/>
                </a:moveTo>
                <a:lnTo>
                  <a:pt x="613664" y="790854"/>
                </a:lnTo>
                <a:moveTo>
                  <a:pt x="800255" y="427627"/>
                </a:moveTo>
                <a:lnTo>
                  <a:pt x="679614" y="492192"/>
                </a:lnTo>
                <a:moveTo>
                  <a:pt x="769398" y="828339"/>
                </a:moveTo>
                <a:lnTo>
                  <a:pt x="698834" y="794998"/>
                </a:lnTo>
                <a:moveTo>
                  <a:pt x="1145201" y="576189"/>
                </a:moveTo>
                <a:lnTo>
                  <a:pt x="1129268" y="602300"/>
                </a:lnTo>
                <a:moveTo>
                  <a:pt x="1812201" y="802696"/>
                </a:moveTo>
                <a:lnTo>
                  <a:pt x="1710409" y="818711"/>
                </a:lnTo>
                <a:moveTo>
                  <a:pt x="1157085" y="755368"/>
                </a:moveTo>
                <a:lnTo>
                  <a:pt x="1140599" y="780813"/>
                </a:lnTo>
                <a:moveTo>
                  <a:pt x="1007860" y="851774"/>
                </a:moveTo>
                <a:lnTo>
                  <a:pt x="893880" y="824287"/>
                </a:lnTo>
                <a:moveTo>
                  <a:pt x="1022796" y="496063"/>
                </a:moveTo>
                <a:lnTo>
                  <a:pt x="1023408" y="584819"/>
                </a:lnTo>
                <a:moveTo>
                  <a:pt x="2062271" y="784248"/>
                </a:moveTo>
                <a:lnTo>
                  <a:pt x="2029749" y="840979"/>
                </a:lnTo>
                <a:moveTo>
                  <a:pt x="2113299" y="693353"/>
                </a:moveTo>
                <a:lnTo>
                  <a:pt x="2043190" y="698876"/>
                </a:lnTo>
                <a:moveTo>
                  <a:pt x="1640076" y="789011"/>
                </a:moveTo>
                <a:lnTo>
                  <a:pt x="1652681" y="796074"/>
                </a:lnTo>
                <a:moveTo>
                  <a:pt x="511524" y="438149"/>
                </a:moveTo>
                <a:lnTo>
                  <a:pt x="555401" y="500493"/>
                </a:lnTo>
                <a:moveTo>
                  <a:pt x="1710409" y="818711"/>
                </a:moveTo>
                <a:lnTo>
                  <a:pt x="1694689" y="810542"/>
                </a:lnTo>
                <a:moveTo>
                  <a:pt x="1119658" y="579241"/>
                </a:moveTo>
                <a:lnTo>
                  <a:pt x="1023408" y="584819"/>
                </a:lnTo>
                <a:moveTo>
                  <a:pt x="667449" y="300542"/>
                </a:moveTo>
                <a:lnTo>
                  <a:pt x="627115" y="341188"/>
                </a:lnTo>
                <a:moveTo>
                  <a:pt x="511524" y="438149"/>
                </a:moveTo>
                <a:lnTo>
                  <a:pt x="441280" y="445316"/>
                </a:lnTo>
                <a:moveTo>
                  <a:pt x="882692" y="648027"/>
                </a:moveTo>
                <a:lnTo>
                  <a:pt x="814416" y="650739"/>
                </a:lnTo>
                <a:moveTo>
                  <a:pt x="1101452" y="491185"/>
                </a:moveTo>
                <a:lnTo>
                  <a:pt x="1022796" y="496063"/>
                </a:lnTo>
                <a:moveTo>
                  <a:pt x="511358" y="1063544"/>
                </a:moveTo>
                <a:lnTo>
                  <a:pt x="448192" y="977261"/>
                </a:lnTo>
                <a:moveTo>
                  <a:pt x="814416" y="650739"/>
                </a:moveTo>
                <a:lnTo>
                  <a:pt x="767885" y="604267"/>
                </a:lnTo>
                <a:moveTo>
                  <a:pt x="1119658" y="579241"/>
                </a:moveTo>
                <a:lnTo>
                  <a:pt x="1022796" y="496063"/>
                </a:lnTo>
                <a:moveTo>
                  <a:pt x="814416" y="650739"/>
                </a:moveTo>
                <a:lnTo>
                  <a:pt x="737625" y="606277"/>
                </a:lnTo>
                <a:moveTo>
                  <a:pt x="1101452" y="491185"/>
                </a:moveTo>
                <a:lnTo>
                  <a:pt x="1119658" y="579241"/>
                </a:lnTo>
                <a:moveTo>
                  <a:pt x="1812201" y="802696"/>
                </a:moveTo>
                <a:lnTo>
                  <a:pt x="1719702" y="807954"/>
                </a:lnTo>
                <a:moveTo>
                  <a:pt x="511358" y="1063544"/>
                </a:moveTo>
                <a:lnTo>
                  <a:pt x="444083" y="1066882"/>
                </a:lnTo>
                <a:moveTo>
                  <a:pt x="571725" y="701706"/>
                </a:moveTo>
                <a:lnTo>
                  <a:pt x="613664" y="790854"/>
                </a:lnTo>
                <a:moveTo>
                  <a:pt x="698834" y="794998"/>
                </a:moveTo>
                <a:lnTo>
                  <a:pt x="645727" y="845161"/>
                </a:lnTo>
                <a:moveTo>
                  <a:pt x="796730" y="372099"/>
                </a:moveTo>
                <a:lnTo>
                  <a:pt x="791018" y="333422"/>
                </a:lnTo>
                <a:moveTo>
                  <a:pt x="435323" y="890750"/>
                </a:moveTo>
                <a:lnTo>
                  <a:pt x="448192" y="977261"/>
                </a:lnTo>
                <a:moveTo>
                  <a:pt x="1019594" y="839652"/>
                </a:moveTo>
                <a:lnTo>
                  <a:pt x="893880" y="824287"/>
                </a:lnTo>
                <a:moveTo>
                  <a:pt x="692186" y="690264"/>
                </a:moveTo>
                <a:lnTo>
                  <a:pt x="593702" y="615015"/>
                </a:lnTo>
                <a:moveTo>
                  <a:pt x="1719702" y="807954"/>
                </a:moveTo>
                <a:lnTo>
                  <a:pt x="1694689" y="810542"/>
                </a:lnTo>
                <a:moveTo>
                  <a:pt x="1787231" y="950632"/>
                </a:moveTo>
                <a:lnTo>
                  <a:pt x="1719618" y="963791"/>
                </a:lnTo>
                <a:moveTo>
                  <a:pt x="2243229" y="778463"/>
                </a:moveTo>
                <a:lnTo>
                  <a:pt x="2182324" y="775937"/>
                </a:lnTo>
                <a:moveTo>
                  <a:pt x="568466" y="706317"/>
                </a:moveTo>
                <a:lnTo>
                  <a:pt x="613664" y="790854"/>
                </a:lnTo>
                <a:moveTo>
                  <a:pt x="1119658" y="579241"/>
                </a:moveTo>
                <a:lnTo>
                  <a:pt x="1129268" y="602300"/>
                </a:lnTo>
                <a:moveTo>
                  <a:pt x="2043190" y="698876"/>
                </a:moveTo>
                <a:lnTo>
                  <a:pt x="2005891" y="790450"/>
                </a:lnTo>
                <a:moveTo>
                  <a:pt x="1157085" y="755368"/>
                </a:moveTo>
                <a:lnTo>
                  <a:pt x="1129148" y="756868"/>
                </a:lnTo>
                <a:moveTo>
                  <a:pt x="568466" y="706317"/>
                </a:moveTo>
                <a:lnTo>
                  <a:pt x="545766" y="795331"/>
                </a:lnTo>
                <a:moveTo>
                  <a:pt x="1023408" y="584819"/>
                </a:moveTo>
                <a:lnTo>
                  <a:pt x="1007700" y="652260"/>
                </a:lnTo>
                <a:moveTo>
                  <a:pt x="737625" y="606277"/>
                </a:moveTo>
                <a:lnTo>
                  <a:pt x="692186" y="690264"/>
                </a:lnTo>
                <a:moveTo>
                  <a:pt x="568466" y="706317"/>
                </a:moveTo>
                <a:lnTo>
                  <a:pt x="479346" y="799751"/>
                </a:lnTo>
                <a:moveTo>
                  <a:pt x="322652" y="983788"/>
                </a:moveTo>
                <a:lnTo>
                  <a:pt x="302048" y="990353"/>
                </a:lnTo>
                <a:moveTo>
                  <a:pt x="804881" y="419751"/>
                </a:moveTo>
                <a:lnTo>
                  <a:pt x="837465" y="421301"/>
                </a:lnTo>
                <a:moveTo>
                  <a:pt x="627115" y="341188"/>
                </a:moveTo>
                <a:lnTo>
                  <a:pt x="541895" y="287694"/>
                </a:lnTo>
                <a:moveTo>
                  <a:pt x="511524" y="438149"/>
                </a:moveTo>
                <a:lnTo>
                  <a:pt x="429238" y="478050"/>
                </a:lnTo>
                <a:moveTo>
                  <a:pt x="800255" y="427627"/>
                </a:moveTo>
                <a:lnTo>
                  <a:pt x="708912" y="518048"/>
                </a:lnTo>
                <a:moveTo>
                  <a:pt x="1140599" y="780813"/>
                </a:moveTo>
                <a:lnTo>
                  <a:pt x="1041833" y="764580"/>
                </a:lnTo>
                <a:moveTo>
                  <a:pt x="1254791" y="658112"/>
                </a:moveTo>
                <a:lnTo>
                  <a:pt x="1168775" y="667806"/>
                </a:lnTo>
                <a:moveTo>
                  <a:pt x="512303" y="975805"/>
                </a:moveTo>
                <a:lnTo>
                  <a:pt x="448192" y="977261"/>
                </a:lnTo>
                <a:moveTo>
                  <a:pt x="692186" y="690264"/>
                </a:moveTo>
                <a:lnTo>
                  <a:pt x="649543" y="612265"/>
                </a:lnTo>
                <a:moveTo>
                  <a:pt x="541895" y="287694"/>
                </a:moveTo>
                <a:lnTo>
                  <a:pt x="582430" y="344270"/>
                </a:lnTo>
                <a:moveTo>
                  <a:pt x="341887" y="1067091"/>
                </a:moveTo>
                <a:lnTo>
                  <a:pt x="302048" y="990353"/>
                </a:lnTo>
                <a:moveTo>
                  <a:pt x="1582729" y="772385"/>
                </a:moveTo>
                <a:lnTo>
                  <a:pt x="1465773" y="825114"/>
                </a:lnTo>
                <a:moveTo>
                  <a:pt x="1145201" y="576189"/>
                </a:moveTo>
                <a:lnTo>
                  <a:pt x="1168775" y="667806"/>
                </a:lnTo>
                <a:moveTo>
                  <a:pt x="567821" y="696166"/>
                </a:moveTo>
                <a:lnTo>
                  <a:pt x="544347" y="617854"/>
                </a:lnTo>
                <a:moveTo>
                  <a:pt x="1119658" y="579241"/>
                </a:moveTo>
                <a:lnTo>
                  <a:pt x="1007700" y="652260"/>
                </a:lnTo>
                <a:moveTo>
                  <a:pt x="1827567" y="888749"/>
                </a:moveTo>
                <a:lnTo>
                  <a:pt x="1787231" y="950632"/>
                </a:lnTo>
                <a:moveTo>
                  <a:pt x="1465773" y="825114"/>
                </a:moveTo>
                <a:lnTo>
                  <a:pt x="1465896" y="896944"/>
                </a:lnTo>
                <a:moveTo>
                  <a:pt x="2237471" y="690650"/>
                </a:moveTo>
                <a:lnTo>
                  <a:pt x="2182324" y="775937"/>
                </a:lnTo>
                <a:moveTo>
                  <a:pt x="450334" y="354788"/>
                </a:moveTo>
                <a:lnTo>
                  <a:pt x="441280" y="445316"/>
                </a:lnTo>
                <a:moveTo>
                  <a:pt x="343942" y="1071895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4823" y="350118"/>
                </a:lnTo>
                <a:moveTo>
                  <a:pt x="837465" y="421301"/>
                </a:moveTo>
                <a:lnTo>
                  <a:pt x="800255" y="427627"/>
                </a:lnTo>
                <a:moveTo>
                  <a:pt x="2140678" y="623402"/>
                </a:moveTo>
                <a:lnTo>
                  <a:pt x="2113299" y="693353"/>
                </a:lnTo>
                <a:moveTo>
                  <a:pt x="2140678" y="623402"/>
                </a:moveTo>
                <a:lnTo>
                  <a:pt x="2166110" y="690039"/>
                </a:lnTo>
                <a:moveTo>
                  <a:pt x="537700" y="1108473"/>
                </a:moveTo>
                <a:lnTo>
                  <a:pt x="444083" y="1066882"/>
                </a:lnTo>
                <a:moveTo>
                  <a:pt x="2043190" y="698876"/>
                </a:moveTo>
                <a:lnTo>
                  <a:pt x="2002187" y="702633"/>
                </a:lnTo>
                <a:moveTo>
                  <a:pt x="1878041" y="799453"/>
                </a:moveTo>
                <a:lnTo>
                  <a:pt x="1812201" y="802696"/>
                </a:lnTo>
                <a:moveTo>
                  <a:pt x="1667365" y="1027415"/>
                </a:moveTo>
                <a:lnTo>
                  <a:pt x="1599246" y="1032598"/>
                </a:lnTo>
                <a:moveTo>
                  <a:pt x="593702" y="615015"/>
                </a:moveTo>
                <a:lnTo>
                  <a:pt x="567821" y="696166"/>
                </a:lnTo>
                <a:moveTo>
                  <a:pt x="708912" y="518048"/>
                </a:moveTo>
                <a:lnTo>
                  <a:pt x="679614" y="492192"/>
                </a:lnTo>
                <a:moveTo>
                  <a:pt x="679614" y="492192"/>
                </a:moveTo>
                <a:lnTo>
                  <a:pt x="662686" y="520988"/>
                </a:lnTo>
                <a:moveTo>
                  <a:pt x="2155314" y="853984"/>
                </a:moveTo>
                <a:lnTo>
                  <a:pt x="2029749" y="840979"/>
                </a:lnTo>
                <a:moveTo>
                  <a:pt x="2002187" y="702633"/>
                </a:moveTo>
                <a:lnTo>
                  <a:pt x="2005891" y="790450"/>
                </a:lnTo>
                <a:moveTo>
                  <a:pt x="1005566" y="410352"/>
                </a:moveTo>
                <a:lnTo>
                  <a:pt x="1022796" y="496063"/>
                </a:lnTo>
                <a:moveTo>
                  <a:pt x="544299" y="1062206"/>
                </a:moveTo>
                <a:lnTo>
                  <a:pt x="511358" y="1063544"/>
                </a:lnTo>
                <a:moveTo>
                  <a:pt x="1041833" y="764580"/>
                </a:moveTo>
                <a:lnTo>
                  <a:pt x="1019594" y="839652"/>
                </a:lnTo>
                <a:moveTo>
                  <a:pt x="1111262" y="403592"/>
                </a:moveTo>
                <a:lnTo>
                  <a:pt x="1101452" y="491185"/>
                </a:lnTo>
                <a:moveTo>
                  <a:pt x="450334" y="354788"/>
                </a:moveTo>
                <a:lnTo>
                  <a:pt x="412160" y="447623"/>
                </a:lnTo>
                <a:moveTo>
                  <a:pt x="1101452" y="491185"/>
                </a:moveTo>
                <a:lnTo>
                  <a:pt x="1005566" y="410352"/>
                </a:lnTo>
                <a:moveTo>
                  <a:pt x="2005891" y="790450"/>
                </a:moveTo>
                <a:lnTo>
                  <a:pt x="2029749" y="840979"/>
                </a:lnTo>
                <a:moveTo>
                  <a:pt x="511524" y="438149"/>
                </a:moveTo>
                <a:lnTo>
                  <a:pt x="451672" y="536030"/>
                </a:lnTo>
                <a:moveTo>
                  <a:pt x="800255" y="427627"/>
                </a:moveTo>
                <a:lnTo>
                  <a:pt x="769095" y="515177"/>
                </a:lnTo>
                <a:moveTo>
                  <a:pt x="2005891" y="790450"/>
                </a:moveTo>
                <a:lnTo>
                  <a:pt x="1915658" y="797426"/>
                </a:lnTo>
                <a:moveTo>
                  <a:pt x="1787231" y="950632"/>
                </a:moveTo>
                <a:lnTo>
                  <a:pt x="1706332" y="986146"/>
                </a:lnTo>
                <a:moveTo>
                  <a:pt x="837465" y="421301"/>
                </a:moveTo>
                <a:lnTo>
                  <a:pt x="796730" y="372099"/>
                </a:lnTo>
                <a:moveTo>
                  <a:pt x="1116634" y="670292"/>
                </a:moveTo>
                <a:lnTo>
                  <a:pt x="1129148" y="756868"/>
                </a:lnTo>
                <a:moveTo>
                  <a:pt x="1119658" y="579241"/>
                </a:moveTo>
                <a:lnTo>
                  <a:pt x="1022193" y="676501"/>
                </a:lnTo>
                <a:moveTo>
                  <a:pt x="679614" y="492192"/>
                </a:moveTo>
                <a:lnTo>
                  <a:pt x="575631" y="526962"/>
                </a:lnTo>
                <a:moveTo>
                  <a:pt x="791018" y="333422"/>
                </a:moveTo>
                <a:lnTo>
                  <a:pt x="667449" y="300542"/>
                </a:lnTo>
                <a:moveTo>
                  <a:pt x="1157085" y="755368"/>
                </a:moveTo>
                <a:lnTo>
                  <a:pt x="1116634" y="670292"/>
                </a:lnTo>
                <a:moveTo>
                  <a:pt x="450334" y="354788"/>
                </a:moveTo>
                <a:lnTo>
                  <a:pt x="401899" y="359699"/>
                </a:lnTo>
                <a:moveTo>
                  <a:pt x="1129268" y="602300"/>
                </a:moveTo>
                <a:lnTo>
                  <a:pt x="1116634" y="670292"/>
                </a:lnTo>
                <a:moveTo>
                  <a:pt x="512303" y="975805"/>
                </a:moveTo>
                <a:lnTo>
                  <a:pt x="511358" y="1063544"/>
                </a:lnTo>
                <a:moveTo>
                  <a:pt x="494823" y="350118"/>
                </a:moveTo>
                <a:lnTo>
                  <a:pt x="419189" y="319727"/>
                </a:lnTo>
                <a:moveTo>
                  <a:pt x="2113299" y="693353"/>
                </a:moveTo>
                <a:lnTo>
                  <a:pt x="2017997" y="655826"/>
                </a:lnTo>
                <a:moveTo>
                  <a:pt x="511358" y="1063544"/>
                </a:moveTo>
                <a:lnTo>
                  <a:pt x="537700" y="1108473"/>
                </a:lnTo>
                <a:moveTo>
                  <a:pt x="1706332" y="986146"/>
                </a:moveTo>
                <a:lnTo>
                  <a:pt x="1667365" y="1027415"/>
                </a:lnTo>
                <a:moveTo>
                  <a:pt x="1129148" y="756868"/>
                </a:moveTo>
                <a:lnTo>
                  <a:pt x="1041833" y="764580"/>
                </a:lnTo>
                <a:moveTo>
                  <a:pt x="1129268" y="602300"/>
                </a:moveTo>
                <a:lnTo>
                  <a:pt x="1022193" y="676501"/>
                </a:lnTo>
                <a:moveTo>
                  <a:pt x="1599246" y="1032598"/>
                </a:moveTo>
                <a:lnTo>
                  <a:pt x="1543685" y="1044096"/>
                </a:lnTo>
                <a:moveTo>
                  <a:pt x="441280" y="445316"/>
                </a:moveTo>
                <a:lnTo>
                  <a:pt x="412160" y="447623"/>
                </a:lnTo>
                <a:moveTo>
                  <a:pt x="444083" y="1066882"/>
                </a:moveTo>
                <a:lnTo>
                  <a:pt x="413320" y="1114129"/>
                </a:lnTo>
                <a:moveTo>
                  <a:pt x="2005891" y="790450"/>
                </a:moveTo>
                <a:lnTo>
                  <a:pt x="1910235" y="709551"/>
                </a:lnTo>
                <a:moveTo>
                  <a:pt x="512303" y="975805"/>
                </a:moveTo>
                <a:lnTo>
                  <a:pt x="435323" y="890750"/>
                </a:lnTo>
                <a:moveTo>
                  <a:pt x="1915658" y="797426"/>
                </a:moveTo>
                <a:lnTo>
                  <a:pt x="1878041" y="799453"/>
                </a:lnTo>
                <a:moveTo>
                  <a:pt x="907770" y="156272"/>
                </a:moveTo>
                <a:lnTo>
                  <a:pt x="892497" y="150777"/>
                </a:lnTo>
                <a:moveTo>
                  <a:pt x="893880" y="824287"/>
                </a:moveTo>
                <a:lnTo>
                  <a:pt x="769398" y="828339"/>
                </a:lnTo>
                <a:moveTo>
                  <a:pt x="455886" y="711609"/>
                </a:moveTo>
                <a:lnTo>
                  <a:pt x="479346" y="799751"/>
                </a:lnTo>
                <a:moveTo>
                  <a:pt x="2182324" y="775937"/>
                </a:moveTo>
                <a:lnTo>
                  <a:pt x="2221318" y="815485"/>
                </a:lnTo>
                <a:moveTo>
                  <a:pt x="613664" y="790854"/>
                </a:moveTo>
                <a:lnTo>
                  <a:pt x="545766" y="795331"/>
                </a:lnTo>
                <a:moveTo>
                  <a:pt x="1168775" y="667806"/>
                </a:moveTo>
                <a:lnTo>
                  <a:pt x="1157085" y="755368"/>
                </a:lnTo>
                <a:moveTo>
                  <a:pt x="1168775" y="667806"/>
                </a:moveTo>
                <a:lnTo>
                  <a:pt x="1129268" y="602300"/>
                </a:lnTo>
                <a:moveTo>
                  <a:pt x="1904847" y="838409"/>
                </a:moveTo>
                <a:lnTo>
                  <a:pt x="1812201" y="802696"/>
                </a:lnTo>
                <a:moveTo>
                  <a:pt x="2029749" y="840979"/>
                </a:moveTo>
                <a:lnTo>
                  <a:pt x="1915658" y="797426"/>
                </a:lnTo>
                <a:moveTo>
                  <a:pt x="544299" y="1062206"/>
                </a:moveTo>
                <a:lnTo>
                  <a:pt x="537700" y="1108473"/>
                </a:lnTo>
                <a:moveTo>
                  <a:pt x="533115" y="975386"/>
                </a:moveTo>
                <a:lnTo>
                  <a:pt x="511358" y="1063544"/>
                </a:lnTo>
                <a:moveTo>
                  <a:pt x="575631" y="526962"/>
                </a:moveTo>
                <a:lnTo>
                  <a:pt x="555401" y="500493"/>
                </a:lnTo>
                <a:moveTo>
                  <a:pt x="1022193" y="676501"/>
                </a:moveTo>
                <a:lnTo>
                  <a:pt x="1007700" y="652260"/>
                </a:lnTo>
                <a:moveTo>
                  <a:pt x="544347" y="617854"/>
                </a:moveTo>
                <a:lnTo>
                  <a:pt x="455886" y="711609"/>
                </a:lnTo>
                <a:moveTo>
                  <a:pt x="1019594" y="839652"/>
                </a:moveTo>
                <a:lnTo>
                  <a:pt x="983554" y="769859"/>
                </a:lnTo>
                <a:moveTo>
                  <a:pt x="545766" y="795331"/>
                </a:moveTo>
                <a:lnTo>
                  <a:pt x="479346" y="799751"/>
                </a:lnTo>
                <a:moveTo>
                  <a:pt x="2237471" y="690650"/>
                </a:moveTo>
                <a:lnTo>
                  <a:pt x="2166110" y="690039"/>
                </a:lnTo>
                <a:moveTo>
                  <a:pt x="2017997" y="655826"/>
                </a:moveTo>
                <a:lnTo>
                  <a:pt x="2043190" y="698876"/>
                </a:lnTo>
                <a:moveTo>
                  <a:pt x="555401" y="500493"/>
                </a:moveTo>
                <a:lnTo>
                  <a:pt x="542635" y="529299"/>
                </a:lnTo>
                <a:moveTo>
                  <a:pt x="422758" y="804184"/>
                </a:moveTo>
                <a:lnTo>
                  <a:pt x="435323" y="890750"/>
                </a:lnTo>
                <a:moveTo>
                  <a:pt x="708912" y="518048"/>
                </a:moveTo>
                <a:lnTo>
                  <a:pt x="662686" y="520988"/>
                </a:lnTo>
                <a:moveTo>
                  <a:pt x="441280" y="445316"/>
                </a:moveTo>
                <a:lnTo>
                  <a:pt x="429238" y="478050"/>
                </a:lnTo>
                <a:moveTo>
                  <a:pt x="401899" y="359699"/>
                </a:moveTo>
                <a:lnTo>
                  <a:pt x="412160" y="447623"/>
                </a:lnTo>
                <a:moveTo>
                  <a:pt x="1910235" y="709551"/>
                </a:moveTo>
                <a:lnTo>
                  <a:pt x="1878041" y="799453"/>
                </a:lnTo>
                <a:moveTo>
                  <a:pt x="544299" y="1062206"/>
                </a:moveTo>
                <a:lnTo>
                  <a:pt x="647023" y="1145938"/>
                </a:lnTo>
                <a:moveTo>
                  <a:pt x="544299" y="1062206"/>
                </a:moveTo>
                <a:lnTo>
                  <a:pt x="552785" y="1151983"/>
                </a:lnTo>
                <a:moveTo>
                  <a:pt x="2002187" y="702633"/>
                </a:moveTo>
                <a:lnTo>
                  <a:pt x="1910235" y="709551"/>
                </a:lnTo>
                <a:moveTo>
                  <a:pt x="1007700" y="652260"/>
                </a:moveTo>
                <a:lnTo>
                  <a:pt x="882692" y="648027"/>
                </a:lnTo>
                <a:moveTo>
                  <a:pt x="1116634" y="670292"/>
                </a:moveTo>
                <a:lnTo>
                  <a:pt x="1022193" y="676501"/>
                </a:lnTo>
                <a:moveTo>
                  <a:pt x="1111262" y="403592"/>
                </a:moveTo>
                <a:lnTo>
                  <a:pt x="1005566" y="410352"/>
                </a:lnTo>
                <a:moveTo>
                  <a:pt x="343942" y="1071895"/>
                </a:moveTo>
                <a:lnTo>
                  <a:pt x="299224" y="1082271"/>
                </a:lnTo>
                <a:moveTo>
                  <a:pt x="533115" y="975386"/>
                </a:moveTo>
                <a:lnTo>
                  <a:pt x="544299" y="1062206"/>
                </a:lnTo>
                <a:moveTo>
                  <a:pt x="1881201" y="711751"/>
                </a:moveTo>
                <a:lnTo>
                  <a:pt x="1878041" y="799453"/>
                </a:lnTo>
                <a:moveTo>
                  <a:pt x="814416" y="650739"/>
                </a:moveTo>
                <a:lnTo>
                  <a:pt x="846606" y="603529"/>
                </a:lnTo>
                <a:moveTo>
                  <a:pt x="1910235" y="709551"/>
                </a:moveTo>
                <a:lnTo>
                  <a:pt x="1915658" y="797426"/>
                </a:lnTo>
                <a:moveTo>
                  <a:pt x="460004" y="623922"/>
                </a:moveTo>
                <a:lnTo>
                  <a:pt x="455886" y="711609"/>
                </a:lnTo>
                <a:moveTo>
                  <a:pt x="1878041" y="799453"/>
                </a:moveTo>
                <a:lnTo>
                  <a:pt x="1904847" y="838409"/>
                </a:lnTo>
                <a:moveTo>
                  <a:pt x="662686" y="520988"/>
                </a:moveTo>
                <a:lnTo>
                  <a:pt x="575631" y="526962"/>
                </a:lnTo>
                <a:moveTo>
                  <a:pt x="645168" y="1057409"/>
                </a:moveTo>
                <a:lnTo>
                  <a:pt x="544299" y="1062206"/>
                </a:lnTo>
                <a:moveTo>
                  <a:pt x="412160" y="447623"/>
                </a:moveTo>
                <a:lnTo>
                  <a:pt x="429238" y="478050"/>
                </a:lnTo>
                <a:moveTo>
                  <a:pt x="1116634" y="670292"/>
                </a:moveTo>
                <a:lnTo>
                  <a:pt x="1041833" y="764580"/>
                </a:lnTo>
                <a:moveTo>
                  <a:pt x="1007700" y="652260"/>
                </a:moveTo>
                <a:lnTo>
                  <a:pt x="993095" y="679242"/>
                </a:lnTo>
                <a:moveTo>
                  <a:pt x="662686" y="520988"/>
                </a:moveTo>
                <a:lnTo>
                  <a:pt x="593702" y="615015"/>
                </a:lnTo>
                <a:moveTo>
                  <a:pt x="419189" y="319727"/>
                </a:moveTo>
                <a:lnTo>
                  <a:pt x="450334" y="354788"/>
                </a:lnTo>
                <a:moveTo>
                  <a:pt x="2029749" y="840979"/>
                </a:moveTo>
                <a:lnTo>
                  <a:pt x="1904847" y="838409"/>
                </a:lnTo>
                <a:moveTo>
                  <a:pt x="515433" y="888102"/>
                </a:moveTo>
                <a:lnTo>
                  <a:pt x="435323" y="890750"/>
                </a:lnTo>
                <a:moveTo>
                  <a:pt x="1022193" y="676501"/>
                </a:moveTo>
                <a:lnTo>
                  <a:pt x="1041833" y="764580"/>
                </a:lnTo>
                <a:moveTo>
                  <a:pt x="1915658" y="797426"/>
                </a:moveTo>
                <a:lnTo>
                  <a:pt x="1904847" y="838409"/>
                </a:lnTo>
                <a:moveTo>
                  <a:pt x="1876098" y="893543"/>
                </a:moveTo>
                <a:lnTo>
                  <a:pt x="1827567" y="888749"/>
                </a:lnTo>
                <a:moveTo>
                  <a:pt x="479346" y="799751"/>
                </a:moveTo>
                <a:lnTo>
                  <a:pt x="422758" y="804184"/>
                </a:lnTo>
                <a:moveTo>
                  <a:pt x="552785" y="1151983"/>
                </a:moveTo>
                <a:lnTo>
                  <a:pt x="537700" y="1108473"/>
                </a:lnTo>
                <a:moveTo>
                  <a:pt x="341887" y="1067091"/>
                </a:moveTo>
                <a:lnTo>
                  <a:pt x="290459" y="994372"/>
                </a:lnTo>
                <a:moveTo>
                  <a:pt x="555401" y="500493"/>
                </a:moveTo>
                <a:lnTo>
                  <a:pt x="451672" y="536030"/>
                </a:lnTo>
                <a:moveTo>
                  <a:pt x="1168775" y="667806"/>
                </a:moveTo>
                <a:lnTo>
                  <a:pt x="1116634" y="670292"/>
                </a:lnTo>
                <a:moveTo>
                  <a:pt x="1019594" y="839652"/>
                </a:moveTo>
                <a:lnTo>
                  <a:pt x="937228" y="773967"/>
                </a:lnTo>
                <a:moveTo>
                  <a:pt x="593702" y="615015"/>
                </a:moveTo>
                <a:lnTo>
                  <a:pt x="544347" y="617854"/>
                </a:lnTo>
                <a:moveTo>
                  <a:pt x="769095" y="515177"/>
                </a:moveTo>
                <a:lnTo>
                  <a:pt x="708912" y="518048"/>
                </a:lnTo>
                <a:moveTo>
                  <a:pt x="343942" y="1071895"/>
                </a:moveTo>
                <a:lnTo>
                  <a:pt x="290459" y="994372"/>
                </a:lnTo>
                <a:moveTo>
                  <a:pt x="708912" y="518048"/>
                </a:moveTo>
                <a:lnTo>
                  <a:pt x="737625" y="606277"/>
                </a:lnTo>
                <a:moveTo>
                  <a:pt x="533115" y="975386"/>
                </a:moveTo>
                <a:lnTo>
                  <a:pt x="512303" y="975805"/>
                </a:lnTo>
                <a:moveTo>
                  <a:pt x="737625" y="606277"/>
                </a:moveTo>
                <a:lnTo>
                  <a:pt x="662686" y="520988"/>
                </a:lnTo>
                <a:moveTo>
                  <a:pt x="542635" y="529299"/>
                </a:moveTo>
                <a:lnTo>
                  <a:pt x="544347" y="617854"/>
                </a:lnTo>
                <a:moveTo>
                  <a:pt x="613664" y="790854"/>
                </a:moveTo>
                <a:lnTo>
                  <a:pt x="645727" y="845161"/>
                </a:lnTo>
                <a:moveTo>
                  <a:pt x="2017997" y="655826"/>
                </a:moveTo>
                <a:lnTo>
                  <a:pt x="2002187" y="702633"/>
                </a:lnTo>
                <a:moveTo>
                  <a:pt x="575631" y="526962"/>
                </a:moveTo>
                <a:lnTo>
                  <a:pt x="593702" y="615015"/>
                </a:lnTo>
                <a:moveTo>
                  <a:pt x="667449" y="300542"/>
                </a:moveTo>
                <a:lnTo>
                  <a:pt x="541895" y="287694"/>
                </a:lnTo>
                <a:moveTo>
                  <a:pt x="575631" y="526962"/>
                </a:moveTo>
                <a:lnTo>
                  <a:pt x="542635" y="529299"/>
                </a:lnTo>
                <a:moveTo>
                  <a:pt x="645727" y="845161"/>
                </a:moveTo>
                <a:lnTo>
                  <a:pt x="545766" y="795331"/>
                </a:lnTo>
                <a:moveTo>
                  <a:pt x="1772987" y="726231"/>
                </a:moveTo>
                <a:lnTo>
                  <a:pt x="1719702" y="807954"/>
                </a:lnTo>
                <a:moveTo>
                  <a:pt x="796730" y="372099"/>
                </a:moveTo>
                <a:lnTo>
                  <a:pt x="864833" y="422452"/>
                </a:lnTo>
                <a:moveTo>
                  <a:pt x="593702" y="615015"/>
                </a:moveTo>
                <a:lnTo>
                  <a:pt x="542635" y="529299"/>
                </a:lnTo>
                <a:moveTo>
                  <a:pt x="544347" y="617854"/>
                </a:moveTo>
                <a:lnTo>
                  <a:pt x="460004" y="623922"/>
                </a:lnTo>
                <a:moveTo>
                  <a:pt x="647023" y="1145938"/>
                </a:moveTo>
                <a:lnTo>
                  <a:pt x="552785" y="1151983"/>
                </a:lnTo>
                <a:moveTo>
                  <a:pt x="545766" y="795331"/>
                </a:moveTo>
                <a:lnTo>
                  <a:pt x="515433" y="888102"/>
                </a:lnTo>
                <a:moveTo>
                  <a:pt x="1022193" y="676501"/>
                </a:moveTo>
                <a:lnTo>
                  <a:pt x="993095" y="679242"/>
                </a:lnTo>
                <a:moveTo>
                  <a:pt x="837465" y="421301"/>
                </a:moveTo>
                <a:lnTo>
                  <a:pt x="769095" y="515177"/>
                </a:lnTo>
                <a:moveTo>
                  <a:pt x="662686" y="520988"/>
                </a:moveTo>
                <a:lnTo>
                  <a:pt x="649543" y="612265"/>
                </a:lnTo>
                <a:moveTo>
                  <a:pt x="537700" y="1108473"/>
                </a:moveTo>
                <a:lnTo>
                  <a:pt x="413320" y="1114129"/>
                </a:lnTo>
                <a:moveTo>
                  <a:pt x="479346" y="799751"/>
                </a:moveTo>
                <a:lnTo>
                  <a:pt x="515433" y="888102"/>
                </a:lnTo>
                <a:moveTo>
                  <a:pt x="1910235" y="709551"/>
                </a:moveTo>
                <a:lnTo>
                  <a:pt x="1881201" y="711751"/>
                </a:lnTo>
                <a:moveTo>
                  <a:pt x="515433" y="888102"/>
                </a:moveTo>
                <a:lnTo>
                  <a:pt x="512303" y="975805"/>
                </a:lnTo>
                <a:moveTo>
                  <a:pt x="1041833" y="764580"/>
                </a:moveTo>
                <a:lnTo>
                  <a:pt x="993095" y="679242"/>
                </a:lnTo>
                <a:moveTo>
                  <a:pt x="769398" y="828339"/>
                </a:moveTo>
                <a:lnTo>
                  <a:pt x="645727" y="845161"/>
                </a:lnTo>
                <a:moveTo>
                  <a:pt x="645168" y="1057409"/>
                </a:moveTo>
                <a:lnTo>
                  <a:pt x="647023" y="1145938"/>
                </a:lnTo>
                <a:moveTo>
                  <a:pt x="545766" y="795331"/>
                </a:moveTo>
                <a:lnTo>
                  <a:pt x="526536" y="887723"/>
                </a:lnTo>
                <a:moveTo>
                  <a:pt x="542635" y="529299"/>
                </a:moveTo>
                <a:lnTo>
                  <a:pt x="460004" y="623922"/>
                </a:lnTo>
                <a:moveTo>
                  <a:pt x="1719702" y="807954"/>
                </a:moveTo>
                <a:lnTo>
                  <a:pt x="1652681" y="796074"/>
                </a:lnTo>
                <a:moveTo>
                  <a:pt x="1772987" y="726231"/>
                </a:moveTo>
                <a:lnTo>
                  <a:pt x="1812201" y="802696"/>
                </a:lnTo>
                <a:moveTo>
                  <a:pt x="769095" y="515177"/>
                </a:moveTo>
                <a:lnTo>
                  <a:pt x="767885" y="604267"/>
                </a:lnTo>
                <a:moveTo>
                  <a:pt x="635098" y="970386"/>
                </a:moveTo>
                <a:lnTo>
                  <a:pt x="544299" y="1062206"/>
                </a:lnTo>
                <a:moveTo>
                  <a:pt x="767885" y="604267"/>
                </a:moveTo>
                <a:lnTo>
                  <a:pt x="737625" y="606277"/>
                </a:lnTo>
                <a:moveTo>
                  <a:pt x="769095" y="515177"/>
                </a:moveTo>
                <a:lnTo>
                  <a:pt x="737625" y="606277"/>
                </a:lnTo>
                <a:moveTo>
                  <a:pt x="2140678" y="623402"/>
                </a:moveTo>
                <a:lnTo>
                  <a:pt x="2133488" y="607148"/>
                </a:lnTo>
                <a:moveTo>
                  <a:pt x="526536" y="887723"/>
                </a:moveTo>
                <a:lnTo>
                  <a:pt x="512303" y="975805"/>
                </a:lnTo>
                <a:moveTo>
                  <a:pt x="649543" y="612265"/>
                </a:moveTo>
                <a:lnTo>
                  <a:pt x="593702" y="615015"/>
                </a:lnTo>
                <a:moveTo>
                  <a:pt x="791018" y="333422"/>
                </a:moveTo>
                <a:lnTo>
                  <a:pt x="864833" y="422452"/>
                </a:lnTo>
                <a:moveTo>
                  <a:pt x="2140678" y="623402"/>
                </a:moveTo>
                <a:lnTo>
                  <a:pt x="2017997" y="655826"/>
                </a:lnTo>
                <a:moveTo>
                  <a:pt x="1755480" y="990827"/>
                </a:moveTo>
                <a:lnTo>
                  <a:pt x="1706332" y="986146"/>
                </a:lnTo>
                <a:moveTo>
                  <a:pt x="2002187" y="702633"/>
                </a:moveTo>
                <a:lnTo>
                  <a:pt x="1894153" y="669937"/>
                </a:lnTo>
                <a:moveTo>
                  <a:pt x="545766" y="795331"/>
                </a:moveTo>
                <a:lnTo>
                  <a:pt x="636203" y="881315"/>
                </a:lnTo>
                <a:moveTo>
                  <a:pt x="937228" y="773967"/>
                </a:moveTo>
                <a:lnTo>
                  <a:pt x="893880" y="824287"/>
                </a:lnTo>
                <a:moveTo>
                  <a:pt x="1582729" y="772385"/>
                </a:moveTo>
                <a:lnTo>
                  <a:pt x="1540604" y="825090"/>
                </a:lnTo>
                <a:moveTo>
                  <a:pt x="542635" y="529299"/>
                </a:moveTo>
                <a:lnTo>
                  <a:pt x="451672" y="536030"/>
                </a:lnTo>
                <a:moveTo>
                  <a:pt x="451672" y="536030"/>
                </a:moveTo>
                <a:lnTo>
                  <a:pt x="429238" y="478050"/>
                </a:lnTo>
                <a:moveTo>
                  <a:pt x="737625" y="606277"/>
                </a:moveTo>
                <a:lnTo>
                  <a:pt x="649543" y="612265"/>
                </a:lnTo>
                <a:moveTo>
                  <a:pt x="515433" y="888102"/>
                </a:moveTo>
                <a:lnTo>
                  <a:pt x="422758" y="804184"/>
                </a:lnTo>
                <a:moveTo>
                  <a:pt x="419189" y="319727"/>
                </a:moveTo>
                <a:lnTo>
                  <a:pt x="401899" y="359699"/>
                </a:lnTo>
                <a:moveTo>
                  <a:pt x="2221318" y="815485"/>
                </a:moveTo>
                <a:lnTo>
                  <a:pt x="2155314" y="853984"/>
                </a:lnTo>
                <a:moveTo>
                  <a:pt x="978821" y="197272"/>
                </a:moveTo>
                <a:lnTo>
                  <a:pt x="907770" y="156272"/>
                </a:lnTo>
                <a:moveTo>
                  <a:pt x="1540604" y="825090"/>
                </a:moveTo>
                <a:lnTo>
                  <a:pt x="1465773" y="825114"/>
                </a:lnTo>
                <a:moveTo>
                  <a:pt x="412160" y="447623"/>
                </a:moveTo>
                <a:lnTo>
                  <a:pt x="411967" y="450687"/>
                </a:lnTo>
                <a:moveTo>
                  <a:pt x="1041833" y="764580"/>
                </a:moveTo>
                <a:lnTo>
                  <a:pt x="983554" y="769859"/>
                </a:lnTo>
                <a:moveTo>
                  <a:pt x="1652681" y="796074"/>
                </a:moveTo>
                <a:lnTo>
                  <a:pt x="1582729" y="772385"/>
                </a:lnTo>
                <a:moveTo>
                  <a:pt x="451672" y="536030"/>
                </a:moveTo>
                <a:lnTo>
                  <a:pt x="460004" y="623922"/>
                </a:lnTo>
                <a:moveTo>
                  <a:pt x="1007700" y="652260"/>
                </a:moveTo>
                <a:lnTo>
                  <a:pt x="921561" y="685954"/>
                </a:lnTo>
                <a:moveTo>
                  <a:pt x="1878041" y="799453"/>
                </a:moveTo>
                <a:lnTo>
                  <a:pt x="1772987" y="726231"/>
                </a:lnTo>
                <a:moveTo>
                  <a:pt x="1652681" y="796074"/>
                </a:moveTo>
                <a:lnTo>
                  <a:pt x="1694689" y="810542"/>
                </a:lnTo>
                <a:moveTo>
                  <a:pt x="1812201" y="802696"/>
                </a:moveTo>
                <a:lnTo>
                  <a:pt x="1876098" y="893543"/>
                </a:lnTo>
                <a:moveTo>
                  <a:pt x="526536" y="887723"/>
                </a:moveTo>
                <a:lnTo>
                  <a:pt x="533115" y="975386"/>
                </a:lnTo>
                <a:moveTo>
                  <a:pt x="1878041" y="799453"/>
                </a:moveTo>
                <a:lnTo>
                  <a:pt x="1774373" y="721101"/>
                </a:lnTo>
                <a:moveTo>
                  <a:pt x="2212473" y="606362"/>
                </a:moveTo>
                <a:lnTo>
                  <a:pt x="2166110" y="690039"/>
                </a:lnTo>
                <a:moveTo>
                  <a:pt x="401899" y="359699"/>
                </a:moveTo>
                <a:lnTo>
                  <a:pt x="411967" y="450687"/>
                </a:lnTo>
                <a:moveTo>
                  <a:pt x="856934" y="335031"/>
                </a:moveTo>
                <a:lnTo>
                  <a:pt x="791018" y="333422"/>
                </a:lnTo>
                <a:moveTo>
                  <a:pt x="2155314" y="853984"/>
                </a:moveTo>
                <a:lnTo>
                  <a:pt x="2100366" y="875152"/>
                </a:lnTo>
                <a:moveTo>
                  <a:pt x="422758" y="804184"/>
                </a:moveTo>
                <a:lnTo>
                  <a:pt x="370258" y="809065"/>
                </a:lnTo>
                <a:moveTo>
                  <a:pt x="1894153" y="669937"/>
                </a:moveTo>
                <a:lnTo>
                  <a:pt x="1910235" y="709551"/>
                </a:lnTo>
                <a:moveTo>
                  <a:pt x="993095" y="679242"/>
                </a:moveTo>
                <a:lnTo>
                  <a:pt x="983554" y="769859"/>
                </a:lnTo>
                <a:moveTo>
                  <a:pt x="635098" y="970386"/>
                </a:moveTo>
                <a:lnTo>
                  <a:pt x="533115" y="975386"/>
                </a:lnTo>
                <a:moveTo>
                  <a:pt x="636203" y="881315"/>
                </a:moveTo>
                <a:lnTo>
                  <a:pt x="533115" y="975386"/>
                </a:lnTo>
                <a:moveTo>
                  <a:pt x="1827567" y="888749"/>
                </a:moveTo>
                <a:lnTo>
                  <a:pt x="1853739" y="920073"/>
                </a:lnTo>
                <a:moveTo>
                  <a:pt x="635098" y="970386"/>
                </a:moveTo>
                <a:lnTo>
                  <a:pt x="645168" y="1057409"/>
                </a:lnTo>
                <a:moveTo>
                  <a:pt x="541895" y="287694"/>
                </a:moveTo>
                <a:lnTo>
                  <a:pt x="419189" y="319727"/>
                </a:lnTo>
                <a:moveTo>
                  <a:pt x="526536" y="887723"/>
                </a:moveTo>
                <a:lnTo>
                  <a:pt x="515433" y="888102"/>
                </a:lnTo>
                <a:moveTo>
                  <a:pt x="429238" y="47805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65896" y="896944"/>
                </a:lnTo>
                <a:moveTo>
                  <a:pt x="769398" y="828339"/>
                </a:moveTo>
                <a:lnTo>
                  <a:pt x="675707" y="879634"/>
                </a:lnTo>
                <a:moveTo>
                  <a:pt x="1894153" y="669937"/>
                </a:moveTo>
                <a:lnTo>
                  <a:pt x="1881201" y="711751"/>
                </a:lnTo>
                <a:moveTo>
                  <a:pt x="1465773" y="825114"/>
                </a:moveTo>
                <a:lnTo>
                  <a:pt x="1530728" y="839967"/>
                </a:lnTo>
                <a:moveTo>
                  <a:pt x="2140678" y="623402"/>
                </a:moveTo>
                <a:lnTo>
                  <a:pt x="2032384" y="615377"/>
                </a:lnTo>
                <a:moveTo>
                  <a:pt x="837465" y="421301"/>
                </a:moveTo>
                <a:lnTo>
                  <a:pt x="864833" y="422452"/>
                </a:lnTo>
                <a:moveTo>
                  <a:pt x="645727" y="845161"/>
                </a:moveTo>
                <a:lnTo>
                  <a:pt x="636203" y="881315"/>
                </a:lnTo>
                <a:moveTo>
                  <a:pt x="921561" y="685954"/>
                </a:moveTo>
                <a:lnTo>
                  <a:pt x="882692" y="648027"/>
                </a:lnTo>
                <a:moveTo>
                  <a:pt x="2237471" y="690650"/>
                </a:moveTo>
                <a:lnTo>
                  <a:pt x="2243229" y="778463"/>
                </a:lnTo>
                <a:moveTo>
                  <a:pt x="2017997" y="655826"/>
                </a:moveTo>
                <a:lnTo>
                  <a:pt x="1894153" y="669937"/>
                </a:lnTo>
                <a:moveTo>
                  <a:pt x="864833" y="422452"/>
                </a:moveTo>
                <a:lnTo>
                  <a:pt x="769095" y="515177"/>
                </a:lnTo>
                <a:moveTo>
                  <a:pt x="401899" y="359699"/>
                </a:moveTo>
                <a:lnTo>
                  <a:pt x="403280" y="363410"/>
                </a:lnTo>
                <a:moveTo>
                  <a:pt x="2178837" y="606681"/>
                </a:moveTo>
                <a:lnTo>
                  <a:pt x="2140678" y="623402"/>
                </a:lnTo>
                <a:moveTo>
                  <a:pt x="733625" y="264744"/>
                </a:moveTo>
                <a:lnTo>
                  <a:pt x="791018" y="333422"/>
                </a:lnTo>
                <a:moveTo>
                  <a:pt x="636203" y="881315"/>
                </a:moveTo>
                <a:lnTo>
                  <a:pt x="526536" y="887723"/>
                </a:lnTo>
                <a:moveTo>
                  <a:pt x="769398" y="828339"/>
                </a:moveTo>
                <a:lnTo>
                  <a:pt x="736827" y="876564"/>
                </a:lnTo>
                <a:moveTo>
                  <a:pt x="993095" y="679242"/>
                </a:moveTo>
                <a:lnTo>
                  <a:pt x="937228" y="773967"/>
                </a:lnTo>
                <a:moveTo>
                  <a:pt x="993095" y="679242"/>
                </a:moveTo>
                <a:lnTo>
                  <a:pt x="921561" y="685954"/>
                </a:lnTo>
                <a:moveTo>
                  <a:pt x="1706332" y="986146"/>
                </a:moveTo>
                <a:lnTo>
                  <a:pt x="1735013" y="1014801"/>
                </a:lnTo>
                <a:moveTo>
                  <a:pt x="1881201" y="711751"/>
                </a:moveTo>
                <a:lnTo>
                  <a:pt x="1774373" y="721101"/>
                </a:lnTo>
                <a:moveTo>
                  <a:pt x="1667365" y="1027415"/>
                </a:moveTo>
                <a:lnTo>
                  <a:pt x="1543685" y="1044096"/>
                </a:lnTo>
                <a:moveTo>
                  <a:pt x="2100366" y="875152"/>
                </a:moveTo>
                <a:lnTo>
                  <a:pt x="2029749" y="840979"/>
                </a:lnTo>
                <a:moveTo>
                  <a:pt x="2133488" y="607148"/>
                </a:moveTo>
                <a:lnTo>
                  <a:pt x="2032384" y="615377"/>
                </a:lnTo>
                <a:moveTo>
                  <a:pt x="675707" y="879634"/>
                </a:moveTo>
                <a:lnTo>
                  <a:pt x="645727" y="845161"/>
                </a:lnTo>
                <a:moveTo>
                  <a:pt x="479346" y="799751"/>
                </a:moveTo>
                <a:lnTo>
                  <a:pt x="391068" y="763547"/>
                </a:lnTo>
                <a:moveTo>
                  <a:pt x="2032384" y="615377"/>
                </a:moveTo>
                <a:lnTo>
                  <a:pt x="2017997" y="655826"/>
                </a:lnTo>
                <a:moveTo>
                  <a:pt x="667449" y="300542"/>
                </a:moveTo>
                <a:lnTo>
                  <a:pt x="582690" y="263814"/>
                </a:lnTo>
                <a:moveTo>
                  <a:pt x="636203" y="881315"/>
                </a:moveTo>
                <a:lnTo>
                  <a:pt x="635098" y="970386"/>
                </a:lnTo>
                <a:moveTo>
                  <a:pt x="893880" y="824287"/>
                </a:moveTo>
                <a:lnTo>
                  <a:pt x="836575" y="808308"/>
                </a:lnTo>
                <a:moveTo>
                  <a:pt x="2017997" y="655826"/>
                </a:moveTo>
                <a:lnTo>
                  <a:pt x="2001119" y="617716"/>
                </a:lnTo>
                <a:moveTo>
                  <a:pt x="647023" y="1145938"/>
                </a:moveTo>
                <a:lnTo>
                  <a:pt x="613261" y="1220528"/>
                </a:lnTo>
                <a:moveTo>
                  <a:pt x="552785" y="1151983"/>
                </a:moveTo>
                <a:lnTo>
                  <a:pt x="613261" y="1220528"/>
                </a:lnTo>
                <a:moveTo>
                  <a:pt x="2178837" y="606681"/>
                </a:moveTo>
                <a:lnTo>
                  <a:pt x="2133488" y="607148"/>
                </a:lnTo>
                <a:moveTo>
                  <a:pt x="413320" y="1114129"/>
                </a:moveTo>
                <a:lnTo>
                  <a:pt x="299224" y="1082271"/>
                </a:lnTo>
                <a:moveTo>
                  <a:pt x="1904847" y="838409"/>
                </a:moveTo>
                <a:lnTo>
                  <a:pt x="1876098" y="893543"/>
                </a:lnTo>
                <a:moveTo>
                  <a:pt x="983554" y="769859"/>
                </a:moveTo>
                <a:lnTo>
                  <a:pt x="937228" y="773967"/>
                </a:lnTo>
                <a:moveTo>
                  <a:pt x="667449" y="300542"/>
                </a:moveTo>
                <a:lnTo>
                  <a:pt x="619718" y="262256"/>
                </a:lnTo>
                <a:moveTo>
                  <a:pt x="391068" y="763547"/>
                </a:moveTo>
                <a:lnTo>
                  <a:pt x="422758" y="804184"/>
                </a:lnTo>
                <a:moveTo>
                  <a:pt x="733625" y="264744"/>
                </a:moveTo>
                <a:lnTo>
                  <a:pt x="667449" y="300542"/>
                </a:lnTo>
                <a:moveTo>
                  <a:pt x="1881201" y="711751"/>
                </a:moveTo>
                <a:lnTo>
                  <a:pt x="1877650" y="626653"/>
                </a:lnTo>
                <a:moveTo>
                  <a:pt x="675707" y="879634"/>
                </a:moveTo>
                <a:lnTo>
                  <a:pt x="636203" y="881315"/>
                </a:lnTo>
                <a:moveTo>
                  <a:pt x="302048" y="990353"/>
                </a:moveTo>
                <a:lnTo>
                  <a:pt x="290459" y="994372"/>
                </a:lnTo>
                <a:moveTo>
                  <a:pt x="2243229" y="778463"/>
                </a:moveTo>
                <a:lnTo>
                  <a:pt x="2221318" y="815485"/>
                </a:lnTo>
                <a:moveTo>
                  <a:pt x="882692" y="648027"/>
                </a:moveTo>
                <a:lnTo>
                  <a:pt x="846606" y="603529"/>
                </a:lnTo>
                <a:moveTo>
                  <a:pt x="2017997" y="655826"/>
                </a:moveTo>
                <a:lnTo>
                  <a:pt x="1909583" y="624464"/>
                </a:lnTo>
                <a:moveTo>
                  <a:pt x="846606" y="603529"/>
                </a:moveTo>
                <a:lnTo>
                  <a:pt x="767885" y="604267"/>
                </a:lnTo>
                <a:moveTo>
                  <a:pt x="2029749" y="840979"/>
                </a:moveTo>
                <a:lnTo>
                  <a:pt x="1973843" y="847041"/>
                </a:lnTo>
                <a:moveTo>
                  <a:pt x="1787231" y="950632"/>
                </a:moveTo>
                <a:lnTo>
                  <a:pt x="1755480" y="990827"/>
                </a:lnTo>
                <a:moveTo>
                  <a:pt x="582690" y="263814"/>
                </a:moveTo>
                <a:lnTo>
                  <a:pt x="541895" y="287694"/>
                </a:lnTo>
                <a:moveTo>
                  <a:pt x="2212473" y="606362"/>
                </a:moveTo>
                <a:lnTo>
                  <a:pt x="2140678" y="623402"/>
                </a:lnTo>
                <a:moveTo>
                  <a:pt x="836575" y="808308"/>
                </a:moveTo>
                <a:lnTo>
                  <a:pt x="769398" y="828339"/>
                </a:lnTo>
                <a:moveTo>
                  <a:pt x="419189" y="319727"/>
                </a:moveTo>
                <a:lnTo>
                  <a:pt x="403280" y="363410"/>
                </a:lnTo>
                <a:moveTo>
                  <a:pt x="921561" y="685954"/>
                </a:moveTo>
                <a:lnTo>
                  <a:pt x="937228" y="773967"/>
                </a:lnTo>
                <a:moveTo>
                  <a:pt x="455886" y="711609"/>
                </a:moveTo>
                <a:lnTo>
                  <a:pt x="414161" y="722035"/>
                </a:lnTo>
                <a:moveTo>
                  <a:pt x="892497" y="150777"/>
                </a:moveTo>
                <a:lnTo>
                  <a:pt x="847728" y="97165"/>
                </a:lnTo>
                <a:moveTo>
                  <a:pt x="537700" y="1108473"/>
                </a:moveTo>
                <a:lnTo>
                  <a:pt x="483660" y="1143929"/>
                </a:lnTo>
                <a:moveTo>
                  <a:pt x="2032384" y="615377"/>
                </a:moveTo>
                <a:lnTo>
                  <a:pt x="2001119" y="617716"/>
                </a:lnTo>
                <a:moveTo>
                  <a:pt x="403280" y="363410"/>
                </a:moveTo>
                <a:lnTo>
                  <a:pt x="411967" y="450687"/>
                </a:lnTo>
                <a:moveTo>
                  <a:pt x="1774373" y="721101"/>
                </a:moveTo>
                <a:lnTo>
                  <a:pt x="1772987" y="726231"/>
                </a:lnTo>
                <a:moveTo>
                  <a:pt x="839674" y="515931"/>
                </a:moveTo>
                <a:lnTo>
                  <a:pt x="767885" y="604267"/>
                </a:lnTo>
                <a:moveTo>
                  <a:pt x="391068" y="763547"/>
                </a:moveTo>
                <a:lnTo>
                  <a:pt x="370258" y="809065"/>
                </a:lnTo>
                <a:moveTo>
                  <a:pt x="839674" y="515931"/>
                </a:moveTo>
                <a:lnTo>
                  <a:pt x="769095" y="515177"/>
                </a:lnTo>
                <a:moveTo>
                  <a:pt x="1909583" y="624464"/>
                </a:moveTo>
                <a:lnTo>
                  <a:pt x="1894153" y="669937"/>
                </a:lnTo>
                <a:moveTo>
                  <a:pt x="479346" y="799751"/>
                </a:moveTo>
                <a:lnTo>
                  <a:pt x="414161" y="722035"/>
                </a:lnTo>
                <a:moveTo>
                  <a:pt x="1772987" y="726231"/>
                </a:moveTo>
                <a:lnTo>
                  <a:pt x="1652681" y="796074"/>
                </a:lnTo>
                <a:moveTo>
                  <a:pt x="1894153" y="669937"/>
                </a:moveTo>
                <a:lnTo>
                  <a:pt x="1877650" y="626653"/>
                </a:lnTo>
                <a:moveTo>
                  <a:pt x="907770" y="156272"/>
                </a:moveTo>
                <a:lnTo>
                  <a:pt x="891449" y="158928"/>
                </a:lnTo>
                <a:moveTo>
                  <a:pt x="736827" y="876564"/>
                </a:moveTo>
                <a:lnTo>
                  <a:pt x="675707" y="879634"/>
                </a:lnTo>
                <a:moveTo>
                  <a:pt x="1973843" y="847041"/>
                </a:moveTo>
                <a:lnTo>
                  <a:pt x="1904847" y="838409"/>
                </a:lnTo>
                <a:moveTo>
                  <a:pt x="1881201" y="711751"/>
                </a:moveTo>
                <a:lnTo>
                  <a:pt x="1795859" y="633701"/>
                </a:lnTo>
                <a:moveTo>
                  <a:pt x="1652681" y="796074"/>
                </a:moveTo>
                <a:lnTo>
                  <a:pt x="1540604" y="825090"/>
                </a:lnTo>
                <a:moveTo>
                  <a:pt x="2094307" y="525459"/>
                </a:moveTo>
                <a:lnTo>
                  <a:pt x="2133488" y="607148"/>
                </a:lnTo>
                <a:moveTo>
                  <a:pt x="537700" y="1108473"/>
                </a:moveTo>
                <a:lnTo>
                  <a:pt x="499893" y="1162225"/>
                </a:lnTo>
                <a:moveTo>
                  <a:pt x="708539" y="1059484"/>
                </a:moveTo>
                <a:lnTo>
                  <a:pt x="647023" y="1145938"/>
                </a:lnTo>
                <a:moveTo>
                  <a:pt x="856934" y="335031"/>
                </a:moveTo>
                <a:lnTo>
                  <a:pt x="864833" y="422452"/>
                </a:lnTo>
                <a:moveTo>
                  <a:pt x="706592" y="1148710"/>
                </a:moveTo>
                <a:lnTo>
                  <a:pt x="647023" y="1145938"/>
                </a:lnTo>
                <a:moveTo>
                  <a:pt x="483660" y="1143929"/>
                </a:moveTo>
                <a:lnTo>
                  <a:pt x="413320" y="1114129"/>
                </a:lnTo>
                <a:moveTo>
                  <a:pt x="541895" y="287694"/>
                </a:moveTo>
                <a:lnTo>
                  <a:pt x="497174" y="271023"/>
                </a:lnTo>
                <a:moveTo>
                  <a:pt x="1772987" y="726231"/>
                </a:moveTo>
                <a:lnTo>
                  <a:pt x="1762509" y="722933"/>
                </a:lnTo>
                <a:moveTo>
                  <a:pt x="2001119" y="617716"/>
                </a:moveTo>
                <a:lnTo>
                  <a:pt x="1909583" y="624464"/>
                </a:lnTo>
                <a:moveTo>
                  <a:pt x="710386" y="970277"/>
                </a:moveTo>
                <a:lnTo>
                  <a:pt x="645168" y="1057409"/>
                </a:lnTo>
                <a:moveTo>
                  <a:pt x="2212473" y="606362"/>
                </a:moveTo>
                <a:lnTo>
                  <a:pt x="2237471" y="690650"/>
                </a:lnTo>
                <a:moveTo>
                  <a:pt x="1774373" y="721101"/>
                </a:moveTo>
                <a:lnTo>
                  <a:pt x="1762509" y="722933"/>
                </a:lnTo>
                <a:moveTo>
                  <a:pt x="708539" y="1059484"/>
                </a:moveTo>
                <a:lnTo>
                  <a:pt x="645168" y="1057409"/>
                </a:lnTo>
                <a:moveTo>
                  <a:pt x="1853739" y="920073"/>
                </a:moveTo>
                <a:lnTo>
                  <a:pt x="1787231" y="950632"/>
                </a:lnTo>
                <a:moveTo>
                  <a:pt x="2243229" y="778463"/>
                </a:moveTo>
                <a:lnTo>
                  <a:pt x="2246234" y="783303"/>
                </a:lnTo>
                <a:moveTo>
                  <a:pt x="541895" y="287694"/>
                </a:moveTo>
                <a:lnTo>
                  <a:pt x="470373" y="273074"/>
                </a:lnTo>
                <a:moveTo>
                  <a:pt x="552785" y="1151983"/>
                </a:moveTo>
                <a:lnTo>
                  <a:pt x="499893" y="1162225"/>
                </a:lnTo>
                <a:moveTo>
                  <a:pt x="370258" y="809065"/>
                </a:moveTo>
                <a:lnTo>
                  <a:pt x="292000" y="906642"/>
                </a:lnTo>
                <a:moveTo>
                  <a:pt x="1540604" y="825090"/>
                </a:moveTo>
                <a:lnTo>
                  <a:pt x="1530728" y="839967"/>
                </a:lnTo>
                <a:moveTo>
                  <a:pt x="290459" y="994372"/>
                </a:moveTo>
                <a:lnTo>
                  <a:pt x="299224" y="1082271"/>
                </a:lnTo>
                <a:moveTo>
                  <a:pt x="719902" y="935387"/>
                </a:moveTo>
                <a:lnTo>
                  <a:pt x="636203" y="881315"/>
                </a:lnTo>
                <a:moveTo>
                  <a:pt x="667449" y="300542"/>
                </a:moveTo>
                <a:lnTo>
                  <a:pt x="705863" y="260157"/>
                </a:lnTo>
                <a:moveTo>
                  <a:pt x="2221318" y="815485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67365" y="1027415"/>
                </a:lnTo>
                <a:moveTo>
                  <a:pt x="2214784" y="607274"/>
                </a:moveTo>
                <a:lnTo>
                  <a:pt x="2237471" y="690650"/>
                </a:lnTo>
                <a:moveTo>
                  <a:pt x="892497" y="150777"/>
                </a:moveTo>
                <a:lnTo>
                  <a:pt x="891449" y="158928"/>
                </a:lnTo>
                <a:moveTo>
                  <a:pt x="1909583" y="624464"/>
                </a:moveTo>
                <a:lnTo>
                  <a:pt x="1877650" y="626653"/>
                </a:lnTo>
                <a:moveTo>
                  <a:pt x="470373" y="273074"/>
                </a:moveTo>
                <a:lnTo>
                  <a:pt x="419189" y="319727"/>
                </a:lnTo>
                <a:moveTo>
                  <a:pt x="937228" y="773967"/>
                </a:moveTo>
                <a:lnTo>
                  <a:pt x="836575" y="808308"/>
                </a:lnTo>
                <a:moveTo>
                  <a:pt x="413320" y="1114129"/>
                </a:moveTo>
                <a:lnTo>
                  <a:pt x="358427" y="1136147"/>
                </a:lnTo>
                <a:moveTo>
                  <a:pt x="675707" y="879634"/>
                </a:moveTo>
                <a:lnTo>
                  <a:pt x="719902" y="935387"/>
                </a:lnTo>
                <a:moveTo>
                  <a:pt x="907770" y="156272"/>
                </a:moveTo>
                <a:lnTo>
                  <a:pt x="921233" y="176831"/>
                </a:lnTo>
                <a:moveTo>
                  <a:pt x="2212473" y="606362"/>
                </a:moveTo>
                <a:lnTo>
                  <a:pt x="2178837" y="606681"/>
                </a:lnTo>
                <a:moveTo>
                  <a:pt x="710386" y="970277"/>
                </a:moveTo>
                <a:lnTo>
                  <a:pt x="635098" y="970386"/>
                </a:lnTo>
                <a:moveTo>
                  <a:pt x="864833" y="422452"/>
                </a:moveTo>
                <a:lnTo>
                  <a:pt x="839674" y="515931"/>
                </a:lnTo>
                <a:moveTo>
                  <a:pt x="2094307" y="525459"/>
                </a:moveTo>
                <a:lnTo>
                  <a:pt x="2032384" y="615377"/>
                </a:lnTo>
                <a:moveTo>
                  <a:pt x="636203" y="881315"/>
                </a:moveTo>
                <a:lnTo>
                  <a:pt x="710386" y="970277"/>
                </a:lnTo>
                <a:moveTo>
                  <a:pt x="2248668" y="695589"/>
                </a:moveTo>
                <a:lnTo>
                  <a:pt x="2243229" y="778463"/>
                </a:lnTo>
                <a:moveTo>
                  <a:pt x="1667365" y="1027415"/>
                </a:moveTo>
                <a:lnTo>
                  <a:pt x="1613107" y="1059439"/>
                </a:lnTo>
                <a:moveTo>
                  <a:pt x="2189978" y="521615"/>
                </a:moveTo>
                <a:lnTo>
                  <a:pt x="2133488" y="607148"/>
                </a:lnTo>
                <a:moveTo>
                  <a:pt x="1795859" y="633701"/>
                </a:moveTo>
                <a:lnTo>
                  <a:pt x="1774373" y="721101"/>
                </a:lnTo>
                <a:moveTo>
                  <a:pt x="736827" y="876564"/>
                </a:moveTo>
                <a:lnTo>
                  <a:pt x="719902" y="935387"/>
                </a:lnTo>
                <a:moveTo>
                  <a:pt x="856934" y="335031"/>
                </a:moveTo>
                <a:lnTo>
                  <a:pt x="733625" y="264744"/>
                </a:lnTo>
                <a:moveTo>
                  <a:pt x="2206734" y="585712"/>
                </a:moveTo>
                <a:lnTo>
                  <a:pt x="2178837" y="606681"/>
                </a:lnTo>
                <a:moveTo>
                  <a:pt x="2063223" y="528132"/>
                </a:moveTo>
                <a:lnTo>
                  <a:pt x="2032384" y="615377"/>
                </a:lnTo>
                <a:moveTo>
                  <a:pt x="455886" y="711609"/>
                </a:moveTo>
                <a:lnTo>
                  <a:pt x="444579" y="634783"/>
                </a:lnTo>
                <a:moveTo>
                  <a:pt x="292000" y="906642"/>
                </a:moveTo>
                <a:lnTo>
                  <a:pt x="290459" y="994372"/>
                </a:lnTo>
                <a:moveTo>
                  <a:pt x="619718" y="262256"/>
                </a:moveTo>
                <a:lnTo>
                  <a:pt x="582690" y="263814"/>
                </a:lnTo>
                <a:moveTo>
                  <a:pt x="2237471" y="690650"/>
                </a:moveTo>
                <a:lnTo>
                  <a:pt x="2248668" y="695589"/>
                </a:lnTo>
                <a:moveTo>
                  <a:pt x="647023" y="1145938"/>
                </a:moveTo>
                <a:lnTo>
                  <a:pt x="681676" y="1220007"/>
                </a:lnTo>
                <a:moveTo>
                  <a:pt x="2246234" y="783303"/>
                </a:moveTo>
                <a:lnTo>
                  <a:pt x="2221318" y="815485"/>
                </a:lnTo>
                <a:moveTo>
                  <a:pt x="1543685" y="1044096"/>
                </a:moveTo>
                <a:lnTo>
                  <a:pt x="1499857" y="1010293"/>
                </a:lnTo>
                <a:moveTo>
                  <a:pt x="1613107" y="1059439"/>
                </a:moveTo>
                <a:lnTo>
                  <a:pt x="1543685" y="1044096"/>
                </a:lnTo>
                <a:moveTo>
                  <a:pt x="470373" y="273074"/>
                </a:moveTo>
                <a:lnTo>
                  <a:pt x="403280" y="363410"/>
                </a:lnTo>
                <a:moveTo>
                  <a:pt x="1877650" y="626653"/>
                </a:moveTo>
                <a:lnTo>
                  <a:pt x="1795859" y="633701"/>
                </a:lnTo>
                <a:moveTo>
                  <a:pt x="2100366" y="875152"/>
                </a:moveTo>
                <a:lnTo>
                  <a:pt x="1973843" y="847041"/>
                </a:lnTo>
                <a:moveTo>
                  <a:pt x="1876098" y="893543"/>
                </a:moveTo>
                <a:lnTo>
                  <a:pt x="1853739" y="920073"/>
                </a:lnTo>
                <a:moveTo>
                  <a:pt x="839674" y="515931"/>
                </a:moveTo>
                <a:lnTo>
                  <a:pt x="846606" y="603529"/>
                </a:lnTo>
                <a:moveTo>
                  <a:pt x="582690" y="263814"/>
                </a:moveTo>
                <a:lnTo>
                  <a:pt x="497174" y="271023"/>
                </a:lnTo>
                <a:moveTo>
                  <a:pt x="299224" y="1082271"/>
                </a:moveTo>
                <a:lnTo>
                  <a:pt x="358427" y="1136147"/>
                </a:lnTo>
                <a:moveTo>
                  <a:pt x="429238" y="478050"/>
                </a:moveTo>
                <a:lnTo>
                  <a:pt x="415330" y="458790"/>
                </a:lnTo>
                <a:moveTo>
                  <a:pt x="414161" y="722035"/>
                </a:moveTo>
                <a:lnTo>
                  <a:pt x="391068" y="763547"/>
                </a:lnTo>
                <a:moveTo>
                  <a:pt x="460004" y="623922"/>
                </a:moveTo>
                <a:lnTo>
                  <a:pt x="444579" y="634783"/>
                </a:lnTo>
                <a:moveTo>
                  <a:pt x="937228" y="773967"/>
                </a:moveTo>
                <a:lnTo>
                  <a:pt x="866135" y="783908"/>
                </a:lnTo>
                <a:moveTo>
                  <a:pt x="882692" y="648027"/>
                </a:moveTo>
                <a:lnTo>
                  <a:pt x="866221" y="608400"/>
                </a:lnTo>
                <a:moveTo>
                  <a:pt x="2212473" y="606362"/>
                </a:moveTo>
                <a:lnTo>
                  <a:pt x="2206734" y="585712"/>
                </a:lnTo>
                <a:moveTo>
                  <a:pt x="613261" y="1220528"/>
                </a:moveTo>
                <a:lnTo>
                  <a:pt x="499893" y="1162225"/>
                </a:lnTo>
                <a:moveTo>
                  <a:pt x="606837" y="232454"/>
                </a:moveTo>
                <a:lnTo>
                  <a:pt x="582690" y="263814"/>
                </a:lnTo>
                <a:moveTo>
                  <a:pt x="1755480" y="990827"/>
                </a:moveTo>
                <a:lnTo>
                  <a:pt x="1735013" y="1014801"/>
                </a:lnTo>
                <a:moveTo>
                  <a:pt x="2178837" y="606681"/>
                </a:moveTo>
                <a:lnTo>
                  <a:pt x="2189978" y="521615"/>
                </a:lnTo>
                <a:moveTo>
                  <a:pt x="2212473" y="606362"/>
                </a:moveTo>
                <a:lnTo>
                  <a:pt x="2214784" y="607274"/>
                </a:lnTo>
                <a:moveTo>
                  <a:pt x="1772987" y="726231"/>
                </a:moveTo>
                <a:lnTo>
                  <a:pt x="1705529" y="731080"/>
                </a:lnTo>
                <a:moveTo>
                  <a:pt x="2032384" y="615377"/>
                </a:moveTo>
                <a:lnTo>
                  <a:pt x="1954708" y="545572"/>
                </a:lnTo>
                <a:moveTo>
                  <a:pt x="769398" y="828339"/>
                </a:moveTo>
                <a:lnTo>
                  <a:pt x="782512" y="843405"/>
                </a:lnTo>
                <a:moveTo>
                  <a:pt x="1609224" y="826203"/>
                </a:moveTo>
                <a:lnTo>
                  <a:pt x="1540604" y="825090"/>
                </a:lnTo>
                <a:moveTo>
                  <a:pt x="451672" y="536030"/>
                </a:moveTo>
                <a:lnTo>
                  <a:pt x="415330" y="458790"/>
                </a:lnTo>
                <a:moveTo>
                  <a:pt x="1876098" y="893543"/>
                </a:moveTo>
                <a:lnTo>
                  <a:pt x="1868847" y="898171"/>
                </a:lnTo>
                <a:moveTo>
                  <a:pt x="1954708" y="545572"/>
                </a:moveTo>
                <a:lnTo>
                  <a:pt x="2001119" y="617716"/>
                </a:lnTo>
                <a:moveTo>
                  <a:pt x="606837" y="232454"/>
                </a:moveTo>
                <a:lnTo>
                  <a:pt x="619718" y="262256"/>
                </a:lnTo>
                <a:moveTo>
                  <a:pt x="460004" y="623922"/>
                </a:moveTo>
                <a:lnTo>
                  <a:pt x="442290" y="546990"/>
                </a:lnTo>
                <a:moveTo>
                  <a:pt x="1652681" y="796074"/>
                </a:moveTo>
                <a:lnTo>
                  <a:pt x="1609224" y="826203"/>
                </a:lnTo>
                <a:moveTo>
                  <a:pt x="2214784" y="607274"/>
                </a:moveTo>
                <a:lnTo>
                  <a:pt x="2206734" y="585712"/>
                </a:lnTo>
                <a:moveTo>
                  <a:pt x="1705529" y="731080"/>
                </a:moveTo>
                <a:lnTo>
                  <a:pt x="1652681" y="796074"/>
                </a:lnTo>
                <a:moveTo>
                  <a:pt x="719902" y="935387"/>
                </a:moveTo>
                <a:lnTo>
                  <a:pt x="710386" y="970277"/>
                </a:lnTo>
                <a:moveTo>
                  <a:pt x="582690" y="263814"/>
                </a:moveTo>
                <a:lnTo>
                  <a:pt x="484101" y="264017"/>
                </a:lnTo>
                <a:moveTo>
                  <a:pt x="475834" y="274934"/>
                </a:moveTo>
                <a:lnTo>
                  <a:pt x="403280" y="363410"/>
                </a:lnTo>
                <a:moveTo>
                  <a:pt x="370258" y="809065"/>
                </a:moveTo>
                <a:lnTo>
                  <a:pt x="338744" y="819578"/>
                </a:lnTo>
                <a:moveTo>
                  <a:pt x="2094307" y="525459"/>
                </a:moveTo>
                <a:lnTo>
                  <a:pt x="2063223" y="528132"/>
                </a:lnTo>
                <a:moveTo>
                  <a:pt x="370258" y="809065"/>
                </a:moveTo>
                <a:lnTo>
                  <a:pt x="338366" y="820082"/>
                </a:lnTo>
                <a:moveTo>
                  <a:pt x="2032384" y="615377"/>
                </a:moveTo>
                <a:lnTo>
                  <a:pt x="1964992" y="537625"/>
                </a:lnTo>
                <a:moveTo>
                  <a:pt x="451672" y="536030"/>
                </a:moveTo>
                <a:lnTo>
                  <a:pt x="442290" y="546990"/>
                </a:lnTo>
                <a:moveTo>
                  <a:pt x="497174" y="271023"/>
                </a:moveTo>
                <a:lnTo>
                  <a:pt x="470373" y="273074"/>
                </a:lnTo>
                <a:moveTo>
                  <a:pt x="736827" y="876564"/>
                </a:moveTo>
                <a:lnTo>
                  <a:pt x="754595" y="880936"/>
                </a:lnTo>
                <a:moveTo>
                  <a:pt x="1762509" y="722933"/>
                </a:moveTo>
                <a:lnTo>
                  <a:pt x="1705529" y="731080"/>
                </a:lnTo>
                <a:moveTo>
                  <a:pt x="1954708" y="545572"/>
                </a:moveTo>
                <a:lnTo>
                  <a:pt x="1909583" y="624464"/>
                </a:lnTo>
                <a:moveTo>
                  <a:pt x="1774373" y="721101"/>
                </a:moveTo>
                <a:lnTo>
                  <a:pt x="1715099" y="701064"/>
                </a:lnTo>
                <a:moveTo>
                  <a:pt x="415330" y="458790"/>
                </a:moveTo>
                <a:lnTo>
                  <a:pt x="411967" y="450687"/>
                </a:lnTo>
                <a:moveTo>
                  <a:pt x="1530728" y="839967"/>
                </a:moveTo>
                <a:lnTo>
                  <a:pt x="1492848" y="922709"/>
                </a:lnTo>
                <a:moveTo>
                  <a:pt x="1540604" y="825090"/>
                </a:moveTo>
                <a:lnTo>
                  <a:pt x="1598716" y="832719"/>
                </a:lnTo>
                <a:moveTo>
                  <a:pt x="483660" y="1143929"/>
                </a:moveTo>
                <a:lnTo>
                  <a:pt x="499893" y="1162225"/>
                </a:lnTo>
                <a:moveTo>
                  <a:pt x="710386" y="970277"/>
                </a:moveTo>
                <a:lnTo>
                  <a:pt x="708539" y="1059484"/>
                </a:lnTo>
                <a:moveTo>
                  <a:pt x="1904847" y="838409"/>
                </a:moveTo>
                <a:lnTo>
                  <a:pt x="1917029" y="838802"/>
                </a:lnTo>
                <a:moveTo>
                  <a:pt x="1787231" y="950632"/>
                </a:moveTo>
                <a:lnTo>
                  <a:pt x="1801514" y="984131"/>
                </a:lnTo>
                <a:moveTo>
                  <a:pt x="708539" y="1059484"/>
                </a:moveTo>
                <a:lnTo>
                  <a:pt x="706592" y="1148710"/>
                </a:lnTo>
                <a:moveTo>
                  <a:pt x="483660" y="1143929"/>
                </a:moveTo>
                <a:lnTo>
                  <a:pt x="358427" y="1136147"/>
                </a:lnTo>
                <a:moveTo>
                  <a:pt x="978821" y="197272"/>
                </a:moveTo>
                <a:lnTo>
                  <a:pt x="921233" y="176831"/>
                </a:lnTo>
                <a:moveTo>
                  <a:pt x="921561" y="685954"/>
                </a:moveTo>
                <a:lnTo>
                  <a:pt x="866221" y="608400"/>
                </a:lnTo>
                <a:moveTo>
                  <a:pt x="681676" y="1220007"/>
                </a:moveTo>
                <a:lnTo>
                  <a:pt x="613261" y="1220528"/>
                </a:lnTo>
                <a:moveTo>
                  <a:pt x="866135" y="783908"/>
                </a:moveTo>
                <a:lnTo>
                  <a:pt x="836575" y="808308"/>
                </a:lnTo>
                <a:moveTo>
                  <a:pt x="847728" y="97165"/>
                </a:moveTo>
                <a:lnTo>
                  <a:pt x="891449" y="158928"/>
                </a:lnTo>
                <a:moveTo>
                  <a:pt x="705863" y="260157"/>
                </a:moveTo>
                <a:lnTo>
                  <a:pt x="619718" y="262256"/>
                </a:lnTo>
                <a:moveTo>
                  <a:pt x="733625" y="264744"/>
                </a:moveTo>
                <a:lnTo>
                  <a:pt x="705863" y="260157"/>
                </a:lnTo>
                <a:moveTo>
                  <a:pt x="2248668" y="695589"/>
                </a:moveTo>
                <a:lnTo>
                  <a:pt x="2246234" y="783303"/>
                </a:lnTo>
                <a:moveTo>
                  <a:pt x="937228" y="773967"/>
                </a:moveTo>
                <a:lnTo>
                  <a:pt x="885197" y="696468"/>
                </a:lnTo>
                <a:moveTo>
                  <a:pt x="2189978" y="521615"/>
                </a:moveTo>
                <a:lnTo>
                  <a:pt x="2094307" y="525459"/>
                </a:lnTo>
                <a:moveTo>
                  <a:pt x="921561" y="685954"/>
                </a:moveTo>
                <a:lnTo>
                  <a:pt x="885197" y="696468"/>
                </a:lnTo>
                <a:moveTo>
                  <a:pt x="2221318" y="815485"/>
                </a:moveTo>
                <a:lnTo>
                  <a:pt x="2166915" y="845224"/>
                </a:lnTo>
                <a:moveTo>
                  <a:pt x="2214784" y="607274"/>
                </a:moveTo>
                <a:lnTo>
                  <a:pt x="2248668" y="695589"/>
                </a:lnTo>
                <a:moveTo>
                  <a:pt x="910877" y="427702"/>
                </a:moveTo>
                <a:lnTo>
                  <a:pt x="864833" y="422452"/>
                </a:lnTo>
                <a:moveTo>
                  <a:pt x="2206734" y="585712"/>
                </a:moveTo>
                <a:lnTo>
                  <a:pt x="2189978" y="521615"/>
                </a:lnTo>
                <a:moveTo>
                  <a:pt x="2075640" y="485592"/>
                </a:moveTo>
                <a:lnTo>
                  <a:pt x="2094307" y="525459"/>
                </a:lnTo>
                <a:moveTo>
                  <a:pt x="484101" y="264017"/>
                </a:moveTo>
                <a:lnTo>
                  <a:pt x="497174" y="271023"/>
                </a:lnTo>
                <a:moveTo>
                  <a:pt x="1909583" y="624464"/>
                </a:moveTo>
                <a:lnTo>
                  <a:pt x="1830979" y="561496"/>
                </a:lnTo>
                <a:moveTo>
                  <a:pt x="1715099" y="701064"/>
                </a:moveTo>
                <a:lnTo>
                  <a:pt x="1762509" y="722933"/>
                </a:lnTo>
                <a:moveTo>
                  <a:pt x="1543685" y="1044096"/>
                </a:moveTo>
                <a:lnTo>
                  <a:pt x="1513582" y="1013404"/>
                </a:lnTo>
                <a:moveTo>
                  <a:pt x="1830979" y="561496"/>
                </a:moveTo>
                <a:lnTo>
                  <a:pt x="1877650" y="626653"/>
                </a:lnTo>
                <a:moveTo>
                  <a:pt x="1598716" y="832719"/>
                </a:moveTo>
                <a:lnTo>
                  <a:pt x="1530728" y="839967"/>
                </a:lnTo>
                <a:moveTo>
                  <a:pt x="484101" y="264017"/>
                </a:moveTo>
                <a:lnTo>
                  <a:pt x="470373" y="273074"/>
                </a:lnTo>
                <a:moveTo>
                  <a:pt x="1868847" y="898171"/>
                </a:moveTo>
                <a:lnTo>
                  <a:pt x="1853739" y="920073"/>
                </a:lnTo>
                <a:moveTo>
                  <a:pt x="2166915" y="845224"/>
                </a:moveTo>
                <a:lnTo>
                  <a:pt x="2100366" y="875152"/>
                </a:lnTo>
                <a:moveTo>
                  <a:pt x="1735013" y="1014801"/>
                </a:moveTo>
                <a:lnTo>
                  <a:pt x="1613107" y="1059439"/>
                </a:lnTo>
                <a:moveTo>
                  <a:pt x="606837" y="232454"/>
                </a:moveTo>
                <a:lnTo>
                  <a:pt x="484101" y="264017"/>
                </a:lnTo>
                <a:moveTo>
                  <a:pt x="856934" y="335031"/>
                </a:moveTo>
                <a:lnTo>
                  <a:pt x="802634" y="273570"/>
                </a:lnTo>
                <a:moveTo>
                  <a:pt x="2075640" y="485592"/>
                </a:moveTo>
                <a:lnTo>
                  <a:pt x="2063223" y="528132"/>
                </a:lnTo>
                <a:moveTo>
                  <a:pt x="391068" y="763547"/>
                </a:moveTo>
                <a:lnTo>
                  <a:pt x="338744" y="819578"/>
                </a:lnTo>
                <a:moveTo>
                  <a:pt x="754595" y="880936"/>
                </a:moveTo>
                <a:lnTo>
                  <a:pt x="719902" y="935387"/>
                </a:lnTo>
                <a:moveTo>
                  <a:pt x="1774373" y="7211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910877" y="427702"/>
                </a:lnTo>
                <a:moveTo>
                  <a:pt x="1652681" y="796074"/>
                </a:moveTo>
                <a:lnTo>
                  <a:pt x="1699827" y="734419"/>
                </a:lnTo>
                <a:moveTo>
                  <a:pt x="470373" y="273074"/>
                </a:moveTo>
                <a:lnTo>
                  <a:pt x="475834" y="274934"/>
                </a:lnTo>
                <a:moveTo>
                  <a:pt x="705863" y="260157"/>
                </a:moveTo>
                <a:lnTo>
                  <a:pt x="606837" y="232454"/>
                </a:lnTo>
                <a:moveTo>
                  <a:pt x="846606" y="603529"/>
                </a:moveTo>
                <a:lnTo>
                  <a:pt x="866221" y="608400"/>
                </a:lnTo>
                <a:moveTo>
                  <a:pt x="782512" y="843405"/>
                </a:moveTo>
                <a:lnTo>
                  <a:pt x="736827" y="876564"/>
                </a:lnTo>
                <a:moveTo>
                  <a:pt x="754595" y="880936"/>
                </a:moveTo>
                <a:lnTo>
                  <a:pt x="710386" y="970277"/>
                </a:lnTo>
                <a:moveTo>
                  <a:pt x="434688" y="371342"/>
                </a:moveTo>
                <a:lnTo>
                  <a:pt x="411967" y="450687"/>
                </a:lnTo>
                <a:moveTo>
                  <a:pt x="1755480" y="990827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1967" y="450687"/>
                </a:lnTo>
                <a:moveTo>
                  <a:pt x="802634" y="273570"/>
                </a:moveTo>
                <a:lnTo>
                  <a:pt x="733625" y="264744"/>
                </a:lnTo>
                <a:moveTo>
                  <a:pt x="338366" y="820082"/>
                </a:moveTo>
                <a:lnTo>
                  <a:pt x="292000" y="906642"/>
                </a:lnTo>
                <a:moveTo>
                  <a:pt x="2100366" y="875152"/>
                </a:moveTo>
                <a:lnTo>
                  <a:pt x="2041008" y="826822"/>
                </a:lnTo>
                <a:moveTo>
                  <a:pt x="1830979" y="561496"/>
                </a:moveTo>
                <a:lnTo>
                  <a:pt x="1795859" y="633701"/>
                </a:lnTo>
                <a:moveTo>
                  <a:pt x="706592" y="1148710"/>
                </a:moveTo>
                <a:lnTo>
                  <a:pt x="681676" y="1220007"/>
                </a:lnTo>
                <a:moveTo>
                  <a:pt x="2063223" y="528132"/>
                </a:moveTo>
                <a:lnTo>
                  <a:pt x="1964992" y="537625"/>
                </a:lnTo>
                <a:moveTo>
                  <a:pt x="2171122" y="436202"/>
                </a:moveTo>
                <a:lnTo>
                  <a:pt x="2094307" y="525459"/>
                </a:lnTo>
                <a:moveTo>
                  <a:pt x="2246234" y="783303"/>
                </a:moveTo>
                <a:lnTo>
                  <a:pt x="2166915" y="845224"/>
                </a:lnTo>
                <a:moveTo>
                  <a:pt x="1492848" y="922709"/>
                </a:moveTo>
                <a:lnTo>
                  <a:pt x="1499857" y="1010293"/>
                </a:lnTo>
                <a:moveTo>
                  <a:pt x="484101" y="264017"/>
                </a:moveTo>
                <a:lnTo>
                  <a:pt x="475834" y="274934"/>
                </a:lnTo>
                <a:moveTo>
                  <a:pt x="1917029" y="838802"/>
                </a:moveTo>
                <a:lnTo>
                  <a:pt x="1876098" y="893543"/>
                </a:lnTo>
                <a:moveTo>
                  <a:pt x="910877" y="427702"/>
                </a:moveTo>
                <a:lnTo>
                  <a:pt x="839674" y="515931"/>
                </a:lnTo>
                <a:moveTo>
                  <a:pt x="299224" y="1082271"/>
                </a:moveTo>
                <a:lnTo>
                  <a:pt x="309742" y="1091498"/>
                </a:lnTo>
                <a:moveTo>
                  <a:pt x="1543685" y="1044096"/>
                </a:moveTo>
                <a:lnTo>
                  <a:pt x="1555547" y="1039450"/>
                </a:lnTo>
                <a:moveTo>
                  <a:pt x="290459" y="994372"/>
                </a:moveTo>
                <a:lnTo>
                  <a:pt x="314328" y="1001790"/>
                </a:lnTo>
                <a:moveTo>
                  <a:pt x="434688" y="371342"/>
                </a:moveTo>
                <a:lnTo>
                  <a:pt x="403280" y="363410"/>
                </a:lnTo>
                <a:moveTo>
                  <a:pt x="1801514" y="984131"/>
                </a:moveTo>
                <a:lnTo>
                  <a:pt x="1755480" y="990827"/>
                </a:lnTo>
                <a:moveTo>
                  <a:pt x="444579" y="634783"/>
                </a:moveTo>
                <a:lnTo>
                  <a:pt x="414161" y="722035"/>
                </a:lnTo>
                <a:moveTo>
                  <a:pt x="836575" y="808308"/>
                </a:moveTo>
                <a:lnTo>
                  <a:pt x="782512" y="843405"/>
                </a:lnTo>
                <a:moveTo>
                  <a:pt x="290459" y="994372"/>
                </a:moveTo>
                <a:lnTo>
                  <a:pt x="309742" y="1091498"/>
                </a:lnTo>
                <a:moveTo>
                  <a:pt x="2041008" y="826822"/>
                </a:moveTo>
                <a:lnTo>
                  <a:pt x="1973843" y="847041"/>
                </a:lnTo>
                <a:moveTo>
                  <a:pt x="879159" y="520859"/>
                </a:moveTo>
                <a:lnTo>
                  <a:pt x="846606" y="603529"/>
                </a:lnTo>
                <a:moveTo>
                  <a:pt x="847728" y="97165"/>
                </a:moveTo>
                <a:lnTo>
                  <a:pt x="904731" y="162222"/>
                </a:lnTo>
                <a:moveTo>
                  <a:pt x="1795859" y="633701"/>
                </a:moveTo>
                <a:lnTo>
                  <a:pt x="1729057" y="643713"/>
                </a:lnTo>
                <a:moveTo>
                  <a:pt x="856934" y="335031"/>
                </a:moveTo>
                <a:lnTo>
                  <a:pt x="859004" y="345017"/>
                </a:lnTo>
                <a:moveTo>
                  <a:pt x="2092139" y="440854"/>
                </a:moveTo>
                <a:lnTo>
                  <a:pt x="2075640" y="485592"/>
                </a:lnTo>
                <a:moveTo>
                  <a:pt x="1787954" y="995705"/>
                </a:moveTo>
                <a:lnTo>
                  <a:pt x="1735013" y="1014801"/>
                </a:lnTo>
                <a:moveTo>
                  <a:pt x="292000" y="906642"/>
                </a:moveTo>
                <a:lnTo>
                  <a:pt x="316749" y="912477"/>
                </a:lnTo>
                <a:moveTo>
                  <a:pt x="1954708" y="545572"/>
                </a:moveTo>
                <a:lnTo>
                  <a:pt x="1948313" y="538523"/>
                </a:lnTo>
                <a:moveTo>
                  <a:pt x="891449" y="158928"/>
                </a:moveTo>
                <a:lnTo>
                  <a:pt x="921233" y="176831"/>
                </a:lnTo>
                <a:moveTo>
                  <a:pt x="292000" y="906642"/>
                </a:moveTo>
                <a:lnTo>
                  <a:pt x="314328" y="1001790"/>
                </a:lnTo>
                <a:moveTo>
                  <a:pt x="1609224" y="826203"/>
                </a:moveTo>
                <a:lnTo>
                  <a:pt x="1598716" y="832719"/>
                </a:lnTo>
                <a:moveTo>
                  <a:pt x="2171122" y="436202"/>
                </a:moveTo>
                <a:lnTo>
                  <a:pt x="2189978" y="521615"/>
                </a:lnTo>
                <a:moveTo>
                  <a:pt x="1715099" y="701064"/>
                </a:moveTo>
                <a:lnTo>
                  <a:pt x="1705529" y="731080"/>
                </a:lnTo>
                <a:moveTo>
                  <a:pt x="1964992" y="537625"/>
                </a:moveTo>
                <a:lnTo>
                  <a:pt x="1954708" y="545572"/>
                </a:lnTo>
                <a:moveTo>
                  <a:pt x="2171122" y="436202"/>
                </a:moveTo>
                <a:lnTo>
                  <a:pt x="2075640" y="485592"/>
                </a:lnTo>
                <a:moveTo>
                  <a:pt x="1973843" y="847041"/>
                </a:moveTo>
                <a:lnTo>
                  <a:pt x="1917029" y="838802"/>
                </a:lnTo>
                <a:moveTo>
                  <a:pt x="1954708" y="545572"/>
                </a:moveTo>
                <a:lnTo>
                  <a:pt x="1830979" y="561496"/>
                </a:lnTo>
                <a:moveTo>
                  <a:pt x="839674" y="515931"/>
                </a:moveTo>
                <a:lnTo>
                  <a:pt x="879159" y="520859"/>
                </a:lnTo>
                <a:moveTo>
                  <a:pt x="391068" y="763547"/>
                </a:moveTo>
                <a:lnTo>
                  <a:pt x="417835" y="729904"/>
                </a:lnTo>
                <a:moveTo>
                  <a:pt x="483660" y="1143929"/>
                </a:moveTo>
                <a:lnTo>
                  <a:pt x="426074" y="1123525"/>
                </a:lnTo>
                <a:moveTo>
                  <a:pt x="675066" y="229010"/>
                </a:moveTo>
                <a:lnTo>
                  <a:pt x="606837" y="232454"/>
                </a:lnTo>
                <a:moveTo>
                  <a:pt x="1853739" y="920073"/>
                </a:moveTo>
                <a:lnTo>
                  <a:pt x="1801514" y="984131"/>
                </a:lnTo>
                <a:moveTo>
                  <a:pt x="885197" y="696468"/>
                </a:moveTo>
                <a:lnTo>
                  <a:pt x="866135" y="783908"/>
                </a:lnTo>
                <a:moveTo>
                  <a:pt x="1652681" y="796074"/>
                </a:moveTo>
                <a:lnTo>
                  <a:pt x="1664344" y="788275"/>
                </a:lnTo>
                <a:moveTo>
                  <a:pt x="1499857" y="1010293"/>
                </a:moveTo>
                <a:lnTo>
                  <a:pt x="1513582" y="1013404"/>
                </a:lnTo>
                <a:moveTo>
                  <a:pt x="1964992" y="537625"/>
                </a:moveTo>
                <a:lnTo>
                  <a:pt x="1948313" y="538523"/>
                </a:lnTo>
                <a:moveTo>
                  <a:pt x="2063223" y="528132"/>
                </a:moveTo>
                <a:lnTo>
                  <a:pt x="2036858" y="447117"/>
                </a:lnTo>
                <a:moveTo>
                  <a:pt x="733625" y="264744"/>
                </a:moveTo>
                <a:lnTo>
                  <a:pt x="705764" y="265846"/>
                </a:lnTo>
                <a:moveTo>
                  <a:pt x="1609224" y="826203"/>
                </a:moveTo>
                <a:lnTo>
                  <a:pt x="1609967" y="828371"/>
                </a:lnTo>
                <a:moveTo>
                  <a:pt x="885546" y="501451"/>
                </a:moveTo>
                <a:lnTo>
                  <a:pt x="839674" y="515931"/>
                </a:lnTo>
                <a:moveTo>
                  <a:pt x="706592" y="1148710"/>
                </a:moveTo>
                <a:lnTo>
                  <a:pt x="715581" y="1154671"/>
                </a:lnTo>
                <a:moveTo>
                  <a:pt x="1735013" y="1014801"/>
                </a:moveTo>
                <a:lnTo>
                  <a:pt x="1681632" y="1060643"/>
                </a:lnTo>
                <a:moveTo>
                  <a:pt x="1506058" y="925525"/>
                </a:moveTo>
                <a:lnTo>
                  <a:pt x="1499857" y="1010293"/>
                </a:lnTo>
                <a:moveTo>
                  <a:pt x="606837" y="232454"/>
                </a:moveTo>
                <a:lnTo>
                  <a:pt x="552437" y="262242"/>
                </a:lnTo>
                <a:moveTo>
                  <a:pt x="1954708" y="545572"/>
                </a:moveTo>
                <a:lnTo>
                  <a:pt x="1844564" y="546751"/>
                </a:lnTo>
                <a:moveTo>
                  <a:pt x="866135" y="783908"/>
                </a:moveTo>
                <a:lnTo>
                  <a:pt x="782512" y="843405"/>
                </a:lnTo>
                <a:moveTo>
                  <a:pt x="499893" y="1162225"/>
                </a:moveTo>
                <a:lnTo>
                  <a:pt x="426074" y="1123525"/>
                </a:lnTo>
                <a:moveTo>
                  <a:pt x="1705529" y="731080"/>
                </a:moveTo>
                <a:lnTo>
                  <a:pt x="1699827" y="734419"/>
                </a:lnTo>
                <a:moveTo>
                  <a:pt x="2063223" y="528132"/>
                </a:moveTo>
                <a:lnTo>
                  <a:pt x="2000257" y="450452"/>
                </a:lnTo>
                <a:moveTo>
                  <a:pt x="2246234" y="783303"/>
                </a:moveTo>
                <a:lnTo>
                  <a:pt x="2208562" y="793796"/>
                </a:lnTo>
                <a:moveTo>
                  <a:pt x="891449" y="158928"/>
                </a:moveTo>
                <a:lnTo>
                  <a:pt x="904731" y="162222"/>
                </a:lnTo>
                <a:moveTo>
                  <a:pt x="426074" y="1123525"/>
                </a:moveTo>
                <a:lnTo>
                  <a:pt x="358427" y="1136147"/>
                </a:lnTo>
                <a:moveTo>
                  <a:pt x="1530728" y="839967"/>
                </a:moveTo>
                <a:lnTo>
                  <a:pt x="1545754" y="885166"/>
                </a:lnTo>
                <a:moveTo>
                  <a:pt x="2171122" y="436202"/>
                </a:moveTo>
                <a:lnTo>
                  <a:pt x="2092139" y="440854"/>
                </a:lnTo>
                <a:moveTo>
                  <a:pt x="391068" y="763547"/>
                </a:moveTo>
                <a:lnTo>
                  <a:pt x="403861" y="773558"/>
                </a:lnTo>
                <a:moveTo>
                  <a:pt x="1868847" y="898171"/>
                </a:moveTo>
                <a:lnTo>
                  <a:pt x="1801514" y="984131"/>
                </a:lnTo>
                <a:moveTo>
                  <a:pt x="1609967" y="828371"/>
                </a:moveTo>
                <a:lnTo>
                  <a:pt x="1598716" y="832719"/>
                </a:lnTo>
                <a:moveTo>
                  <a:pt x="358427" y="1136147"/>
                </a:moveTo>
                <a:lnTo>
                  <a:pt x="309742" y="1091498"/>
                </a:lnTo>
                <a:moveTo>
                  <a:pt x="1917029" y="838802"/>
                </a:moveTo>
                <a:lnTo>
                  <a:pt x="1868847" y="898171"/>
                </a:lnTo>
                <a:moveTo>
                  <a:pt x="1948313" y="538523"/>
                </a:moveTo>
                <a:lnTo>
                  <a:pt x="1844564" y="546751"/>
                </a:lnTo>
                <a:moveTo>
                  <a:pt x="338744" y="819578"/>
                </a:moveTo>
                <a:lnTo>
                  <a:pt x="338366" y="820082"/>
                </a:lnTo>
                <a:moveTo>
                  <a:pt x="1681632" y="1060643"/>
                </a:moveTo>
                <a:lnTo>
                  <a:pt x="1613107" y="1059439"/>
                </a:lnTo>
                <a:moveTo>
                  <a:pt x="705863" y="260157"/>
                </a:moveTo>
                <a:lnTo>
                  <a:pt x="675066" y="229010"/>
                </a:lnTo>
                <a:moveTo>
                  <a:pt x="338744" y="819578"/>
                </a:moveTo>
                <a:lnTo>
                  <a:pt x="339005" y="819664"/>
                </a:lnTo>
                <a:moveTo>
                  <a:pt x="339005" y="819664"/>
                </a:moveTo>
                <a:lnTo>
                  <a:pt x="338366" y="820082"/>
                </a:lnTo>
                <a:moveTo>
                  <a:pt x="2075640" y="485592"/>
                </a:moveTo>
                <a:lnTo>
                  <a:pt x="2036858" y="447117"/>
                </a:lnTo>
                <a:moveTo>
                  <a:pt x="782512" y="843405"/>
                </a:moveTo>
                <a:lnTo>
                  <a:pt x="754595" y="880936"/>
                </a:lnTo>
                <a:moveTo>
                  <a:pt x="552437" y="262242"/>
                </a:moveTo>
                <a:lnTo>
                  <a:pt x="484101" y="264017"/>
                </a:lnTo>
                <a:moveTo>
                  <a:pt x="1492848" y="922709"/>
                </a:moveTo>
                <a:lnTo>
                  <a:pt x="1506058" y="925525"/>
                </a:lnTo>
                <a:moveTo>
                  <a:pt x="1844564" y="546751"/>
                </a:moveTo>
                <a:lnTo>
                  <a:pt x="1830979" y="561496"/>
                </a:lnTo>
                <a:moveTo>
                  <a:pt x="708539" y="1059484"/>
                </a:moveTo>
                <a:lnTo>
                  <a:pt x="717910" y="1066955"/>
                </a:lnTo>
                <a:moveTo>
                  <a:pt x="717910" y="1066955"/>
                </a:moveTo>
                <a:lnTo>
                  <a:pt x="706592" y="1148710"/>
                </a:lnTo>
                <a:moveTo>
                  <a:pt x="414161" y="722035"/>
                </a:moveTo>
                <a:lnTo>
                  <a:pt x="417835" y="729904"/>
                </a:lnTo>
                <a:moveTo>
                  <a:pt x="1715099" y="701064"/>
                </a:moveTo>
                <a:lnTo>
                  <a:pt x="1699827" y="734419"/>
                </a:lnTo>
                <a:moveTo>
                  <a:pt x="1729057" y="643713"/>
                </a:moveTo>
                <a:lnTo>
                  <a:pt x="1715099" y="701064"/>
                </a:lnTo>
                <a:moveTo>
                  <a:pt x="2166915" y="845224"/>
                </a:moveTo>
                <a:lnTo>
                  <a:pt x="2041008" y="826822"/>
                </a:lnTo>
                <a:moveTo>
                  <a:pt x="866221" y="608400"/>
                </a:moveTo>
                <a:lnTo>
                  <a:pt x="885197" y="696468"/>
                </a:lnTo>
                <a:moveTo>
                  <a:pt x="442290" y="546990"/>
                </a:moveTo>
                <a:lnTo>
                  <a:pt x="444579" y="634783"/>
                </a:lnTo>
                <a:moveTo>
                  <a:pt x="710386" y="970277"/>
                </a:moveTo>
                <a:lnTo>
                  <a:pt x="709786" y="979066"/>
                </a:lnTo>
                <a:moveTo>
                  <a:pt x="552437" y="262242"/>
                </a:moveTo>
                <a:lnTo>
                  <a:pt x="475834" y="274934"/>
                </a:lnTo>
                <a:moveTo>
                  <a:pt x="709786" y="979066"/>
                </a:moveTo>
                <a:lnTo>
                  <a:pt x="708539" y="1059484"/>
                </a:lnTo>
                <a:moveTo>
                  <a:pt x="444579" y="634783"/>
                </a:moveTo>
                <a:lnTo>
                  <a:pt x="445314" y="636000"/>
                </a:lnTo>
                <a:moveTo>
                  <a:pt x="415330" y="458790"/>
                </a:moveTo>
                <a:lnTo>
                  <a:pt x="442290" y="546990"/>
                </a:lnTo>
                <a:moveTo>
                  <a:pt x="475834" y="274934"/>
                </a:moveTo>
                <a:lnTo>
                  <a:pt x="434688" y="371342"/>
                </a:lnTo>
                <a:moveTo>
                  <a:pt x="2246234" y="783303"/>
                </a:moveTo>
                <a:lnTo>
                  <a:pt x="2215027" y="706148"/>
                </a:lnTo>
                <a:moveTo>
                  <a:pt x="733625" y="264744"/>
                </a:moveTo>
                <a:lnTo>
                  <a:pt x="748757" y="311606"/>
                </a:lnTo>
                <a:moveTo>
                  <a:pt x="550143" y="275005"/>
                </a:moveTo>
                <a:lnTo>
                  <a:pt x="475834" y="274934"/>
                </a:lnTo>
                <a:moveTo>
                  <a:pt x="1613107" y="1059439"/>
                </a:moveTo>
                <a:lnTo>
                  <a:pt x="1555547" y="1039450"/>
                </a:lnTo>
                <a:moveTo>
                  <a:pt x="2206734" y="585712"/>
                </a:moveTo>
                <a:lnTo>
                  <a:pt x="2206156" y="618247"/>
                </a:lnTo>
                <a:moveTo>
                  <a:pt x="921233" y="176831"/>
                </a:moveTo>
                <a:lnTo>
                  <a:pt x="904731" y="162222"/>
                </a:lnTo>
                <a:moveTo>
                  <a:pt x="415330" y="458790"/>
                </a:moveTo>
                <a:lnTo>
                  <a:pt x="443330" y="547496"/>
                </a:lnTo>
                <a:moveTo>
                  <a:pt x="705863" y="260157"/>
                </a:moveTo>
                <a:lnTo>
                  <a:pt x="705764" y="265846"/>
                </a:lnTo>
                <a:moveTo>
                  <a:pt x="715581" y="1154671"/>
                </a:moveTo>
                <a:lnTo>
                  <a:pt x="681676" y="1220007"/>
                </a:lnTo>
                <a:moveTo>
                  <a:pt x="1795859" y="633701"/>
                </a:moveTo>
                <a:lnTo>
                  <a:pt x="1774426" y="557352"/>
                </a:lnTo>
                <a:moveTo>
                  <a:pt x="2214784" y="607274"/>
                </a:moveTo>
                <a:lnTo>
                  <a:pt x="2206156" y="618247"/>
                </a:lnTo>
                <a:moveTo>
                  <a:pt x="2092139" y="440854"/>
                </a:moveTo>
                <a:lnTo>
                  <a:pt x="2036858" y="447117"/>
                </a:lnTo>
                <a:moveTo>
                  <a:pt x="442290" y="546990"/>
                </a:moveTo>
                <a:lnTo>
                  <a:pt x="445314" y="636000"/>
                </a:lnTo>
                <a:moveTo>
                  <a:pt x="866135" y="783908"/>
                </a:moveTo>
                <a:lnTo>
                  <a:pt x="813235" y="794150"/>
                </a:lnTo>
                <a:moveTo>
                  <a:pt x="338366" y="820082"/>
                </a:moveTo>
                <a:lnTo>
                  <a:pt x="316749" y="912477"/>
                </a:lnTo>
                <a:moveTo>
                  <a:pt x="339005" y="819664"/>
                </a:moveTo>
                <a:lnTo>
                  <a:pt x="316749" y="912477"/>
                </a:lnTo>
                <a:moveTo>
                  <a:pt x="442290" y="546990"/>
                </a:moveTo>
                <a:lnTo>
                  <a:pt x="443330" y="547496"/>
                </a:lnTo>
                <a:moveTo>
                  <a:pt x="1868847" y="898171"/>
                </a:moveTo>
                <a:lnTo>
                  <a:pt x="1824490" y="908553"/>
                </a:lnTo>
                <a:moveTo>
                  <a:pt x="2000257" y="450452"/>
                </a:moveTo>
                <a:lnTo>
                  <a:pt x="1964992" y="537625"/>
                </a:lnTo>
                <a:moveTo>
                  <a:pt x="2248668" y="695589"/>
                </a:moveTo>
                <a:lnTo>
                  <a:pt x="2215027" y="706148"/>
                </a:lnTo>
                <a:moveTo>
                  <a:pt x="443330" y="547496"/>
                </a:moveTo>
                <a:lnTo>
                  <a:pt x="445314" y="636000"/>
                </a:lnTo>
                <a:moveTo>
                  <a:pt x="2206734" y="585712"/>
                </a:moveTo>
                <a:lnTo>
                  <a:pt x="2221818" y="529468"/>
                </a:lnTo>
                <a:moveTo>
                  <a:pt x="879159" y="520859"/>
                </a:moveTo>
                <a:lnTo>
                  <a:pt x="866221" y="608400"/>
                </a:lnTo>
                <a:moveTo>
                  <a:pt x="1506058" y="925525"/>
                </a:moveTo>
                <a:lnTo>
                  <a:pt x="1513582" y="1013404"/>
                </a:lnTo>
                <a:moveTo>
                  <a:pt x="1801514" y="984131"/>
                </a:moveTo>
                <a:lnTo>
                  <a:pt x="1787954" y="995705"/>
                </a:lnTo>
                <a:moveTo>
                  <a:pt x="434654" y="371839"/>
                </a:moveTo>
                <a:lnTo>
                  <a:pt x="415330" y="458790"/>
                </a:lnTo>
                <a:moveTo>
                  <a:pt x="2248668" y="695589"/>
                </a:moveTo>
                <a:lnTo>
                  <a:pt x="2206156" y="618247"/>
                </a:lnTo>
                <a:moveTo>
                  <a:pt x="1907286" y="457173"/>
                </a:moveTo>
                <a:lnTo>
                  <a:pt x="1948313" y="538523"/>
                </a:lnTo>
                <a:moveTo>
                  <a:pt x="2041008" y="826822"/>
                </a:moveTo>
                <a:lnTo>
                  <a:pt x="1917029" y="838802"/>
                </a:lnTo>
                <a:moveTo>
                  <a:pt x="2236025" y="437996"/>
                </a:moveTo>
                <a:lnTo>
                  <a:pt x="2189978" y="521615"/>
                </a:lnTo>
                <a:moveTo>
                  <a:pt x="1664344" y="788275"/>
                </a:moveTo>
                <a:lnTo>
                  <a:pt x="1609224" y="826203"/>
                </a:lnTo>
                <a:moveTo>
                  <a:pt x="2208562" y="793796"/>
                </a:moveTo>
                <a:lnTo>
                  <a:pt x="2166915" y="845224"/>
                </a:lnTo>
                <a:moveTo>
                  <a:pt x="1964992" y="537625"/>
                </a:moveTo>
                <a:lnTo>
                  <a:pt x="1907286" y="457173"/>
                </a:lnTo>
                <a:moveTo>
                  <a:pt x="754595" y="880936"/>
                </a:moveTo>
                <a:lnTo>
                  <a:pt x="709786" y="979066"/>
                </a:lnTo>
                <a:moveTo>
                  <a:pt x="1868847" y="898171"/>
                </a:moveTo>
                <a:lnTo>
                  <a:pt x="1885467" y="816645"/>
                </a:lnTo>
                <a:moveTo>
                  <a:pt x="859004" y="345017"/>
                </a:moveTo>
                <a:lnTo>
                  <a:pt x="802634" y="273570"/>
                </a:lnTo>
                <a:moveTo>
                  <a:pt x="2137493" y="381692"/>
                </a:moveTo>
                <a:lnTo>
                  <a:pt x="2092139" y="440854"/>
                </a:lnTo>
                <a:moveTo>
                  <a:pt x="415330" y="458790"/>
                </a:moveTo>
                <a:lnTo>
                  <a:pt x="427557" y="461517"/>
                </a:lnTo>
                <a:moveTo>
                  <a:pt x="1545754" y="885166"/>
                </a:moveTo>
                <a:lnTo>
                  <a:pt x="1492848" y="922709"/>
                </a:lnTo>
                <a:moveTo>
                  <a:pt x="2041008" y="826822"/>
                </a:moveTo>
                <a:lnTo>
                  <a:pt x="2027924" y="804228"/>
                </a:lnTo>
                <a:moveTo>
                  <a:pt x="499893" y="1162225"/>
                </a:moveTo>
                <a:lnTo>
                  <a:pt x="500867" y="1083851"/>
                </a:lnTo>
                <a:moveTo>
                  <a:pt x="910877" y="427702"/>
                </a:moveTo>
                <a:lnTo>
                  <a:pt x="885546" y="501451"/>
                </a:lnTo>
                <a:moveTo>
                  <a:pt x="1787954" y="995705"/>
                </a:moveTo>
                <a:lnTo>
                  <a:pt x="1792905" y="997656"/>
                </a:lnTo>
                <a:moveTo>
                  <a:pt x="2137493" y="381692"/>
                </a:moveTo>
                <a:lnTo>
                  <a:pt x="2171122" y="436202"/>
                </a:lnTo>
                <a:moveTo>
                  <a:pt x="859004" y="345017"/>
                </a:moveTo>
                <a:lnTo>
                  <a:pt x="910877" y="427702"/>
                </a:lnTo>
                <a:moveTo>
                  <a:pt x="2166915" y="845224"/>
                </a:moveTo>
                <a:lnTo>
                  <a:pt x="2127661" y="799640"/>
                </a:lnTo>
                <a:moveTo>
                  <a:pt x="866135" y="783908"/>
                </a:moveTo>
                <a:lnTo>
                  <a:pt x="820164" y="706509"/>
                </a:lnTo>
                <a:moveTo>
                  <a:pt x="444579" y="634783"/>
                </a:moveTo>
                <a:lnTo>
                  <a:pt x="417835" y="729904"/>
                </a:lnTo>
                <a:moveTo>
                  <a:pt x="358427" y="1136147"/>
                </a:moveTo>
                <a:lnTo>
                  <a:pt x="342670" y="1094104"/>
                </a:lnTo>
                <a:moveTo>
                  <a:pt x="1735013" y="1014801"/>
                </a:moveTo>
                <a:lnTo>
                  <a:pt x="1750284" y="1063859"/>
                </a:lnTo>
                <a:moveTo>
                  <a:pt x="675066" y="229010"/>
                </a:moveTo>
                <a:lnTo>
                  <a:pt x="552437" y="262242"/>
                </a:lnTo>
                <a:moveTo>
                  <a:pt x="2092139" y="440854"/>
                </a:moveTo>
                <a:lnTo>
                  <a:pt x="2015321" y="422137"/>
                </a:lnTo>
                <a:moveTo>
                  <a:pt x="754595" y="880936"/>
                </a:moveTo>
                <a:lnTo>
                  <a:pt x="744596" y="799958"/>
                </a:lnTo>
                <a:moveTo>
                  <a:pt x="316749" y="912477"/>
                </a:moveTo>
                <a:lnTo>
                  <a:pt x="314328" y="1001790"/>
                </a:lnTo>
                <a:moveTo>
                  <a:pt x="2070300" y="802628"/>
                </a:moveTo>
                <a:lnTo>
                  <a:pt x="2041008" y="826822"/>
                </a:lnTo>
                <a:moveTo>
                  <a:pt x="754595" y="880936"/>
                </a:moveTo>
                <a:lnTo>
                  <a:pt x="711975" y="891347"/>
                </a:lnTo>
                <a:moveTo>
                  <a:pt x="1907286" y="457173"/>
                </a:moveTo>
                <a:lnTo>
                  <a:pt x="1844564" y="546751"/>
                </a:lnTo>
                <a:moveTo>
                  <a:pt x="2221818" y="529468"/>
                </a:moveTo>
                <a:lnTo>
                  <a:pt x="2189978" y="521615"/>
                </a:lnTo>
                <a:moveTo>
                  <a:pt x="2027924" y="804228"/>
                </a:moveTo>
                <a:lnTo>
                  <a:pt x="1917029" y="838802"/>
                </a:lnTo>
                <a:moveTo>
                  <a:pt x="1598716" y="832719"/>
                </a:moveTo>
                <a:lnTo>
                  <a:pt x="1545754" y="885166"/>
                </a:lnTo>
                <a:moveTo>
                  <a:pt x="910877" y="427702"/>
                </a:moveTo>
                <a:lnTo>
                  <a:pt x="878501" y="390461"/>
                </a:lnTo>
                <a:moveTo>
                  <a:pt x="675066" y="229010"/>
                </a:moveTo>
                <a:lnTo>
                  <a:pt x="662584" y="268088"/>
                </a:lnTo>
                <a:moveTo>
                  <a:pt x="427557" y="461517"/>
                </a:moveTo>
                <a:lnTo>
                  <a:pt x="443330" y="547496"/>
                </a:lnTo>
                <a:moveTo>
                  <a:pt x="1801514" y="984131"/>
                </a:moveTo>
                <a:lnTo>
                  <a:pt x="1792905" y="997656"/>
                </a:lnTo>
                <a:moveTo>
                  <a:pt x="1513582" y="1013404"/>
                </a:moveTo>
                <a:lnTo>
                  <a:pt x="1555547" y="1039450"/>
                </a:lnTo>
                <a:moveTo>
                  <a:pt x="314328" y="1001790"/>
                </a:moveTo>
                <a:lnTo>
                  <a:pt x="309742" y="1091498"/>
                </a:lnTo>
                <a:moveTo>
                  <a:pt x="445314" y="636000"/>
                </a:moveTo>
                <a:lnTo>
                  <a:pt x="417835" y="729904"/>
                </a:lnTo>
                <a:moveTo>
                  <a:pt x="1868847" y="898171"/>
                </a:moveTo>
                <a:lnTo>
                  <a:pt x="1844273" y="821125"/>
                </a:lnTo>
                <a:moveTo>
                  <a:pt x="705764" y="265846"/>
                </a:moveTo>
                <a:lnTo>
                  <a:pt x="675066" y="229010"/>
                </a:lnTo>
                <a:moveTo>
                  <a:pt x="2127661" y="799640"/>
                </a:moveTo>
                <a:lnTo>
                  <a:pt x="2041008" y="826822"/>
                </a:lnTo>
                <a:moveTo>
                  <a:pt x="1880220" y="459585"/>
                </a:moveTo>
                <a:lnTo>
                  <a:pt x="1844564" y="546751"/>
                </a:lnTo>
                <a:moveTo>
                  <a:pt x="1664344" y="788275"/>
                </a:moveTo>
                <a:lnTo>
                  <a:pt x="1609967" y="828371"/>
                </a:lnTo>
                <a:moveTo>
                  <a:pt x="1830979" y="561496"/>
                </a:moveTo>
                <a:lnTo>
                  <a:pt x="1774426" y="557352"/>
                </a:lnTo>
                <a:moveTo>
                  <a:pt x="2036858" y="447117"/>
                </a:moveTo>
                <a:lnTo>
                  <a:pt x="2000257" y="450452"/>
                </a:lnTo>
                <a:moveTo>
                  <a:pt x="552437" y="262242"/>
                </a:moveTo>
                <a:lnTo>
                  <a:pt x="550143" y="275005"/>
                </a:lnTo>
                <a:moveTo>
                  <a:pt x="754595" y="880936"/>
                </a:moveTo>
                <a:lnTo>
                  <a:pt x="706544" y="803503"/>
                </a:lnTo>
                <a:moveTo>
                  <a:pt x="403861" y="773558"/>
                </a:moveTo>
                <a:lnTo>
                  <a:pt x="338744" y="819578"/>
                </a:lnTo>
                <a:moveTo>
                  <a:pt x="2236025" y="437996"/>
                </a:moveTo>
                <a:lnTo>
                  <a:pt x="2171122" y="436202"/>
                </a:lnTo>
                <a:moveTo>
                  <a:pt x="552437" y="262242"/>
                </a:moveTo>
                <a:lnTo>
                  <a:pt x="559010" y="274538"/>
                </a:lnTo>
                <a:moveTo>
                  <a:pt x="403861" y="773558"/>
                </a:moveTo>
                <a:lnTo>
                  <a:pt x="339005" y="819664"/>
                </a:lnTo>
                <a:moveTo>
                  <a:pt x="434688" y="371342"/>
                </a:moveTo>
                <a:lnTo>
                  <a:pt x="434654" y="371839"/>
                </a:lnTo>
                <a:moveTo>
                  <a:pt x="813235" y="794150"/>
                </a:moveTo>
                <a:lnTo>
                  <a:pt x="782512" y="843405"/>
                </a:lnTo>
                <a:moveTo>
                  <a:pt x="550143" y="275005"/>
                </a:moveTo>
                <a:lnTo>
                  <a:pt x="434688" y="371342"/>
                </a:lnTo>
                <a:moveTo>
                  <a:pt x="662584" y="268088"/>
                </a:moveTo>
                <a:lnTo>
                  <a:pt x="552437" y="262242"/>
                </a:lnTo>
                <a:moveTo>
                  <a:pt x="885546" y="501451"/>
                </a:moveTo>
                <a:lnTo>
                  <a:pt x="879159" y="520859"/>
                </a:lnTo>
                <a:moveTo>
                  <a:pt x="559010" y="274538"/>
                </a:moveTo>
                <a:lnTo>
                  <a:pt x="550143" y="275005"/>
                </a:lnTo>
                <a:moveTo>
                  <a:pt x="358427" y="1136147"/>
                </a:moveTo>
                <a:lnTo>
                  <a:pt x="369298" y="1115871"/>
                </a:lnTo>
                <a:moveTo>
                  <a:pt x="658395" y="624330"/>
                </a:moveTo>
                <a:lnTo>
                  <a:pt x="625862" y="626661"/>
                </a:lnTo>
                <a:moveTo>
                  <a:pt x="662584" y="268088"/>
                </a:moveTo>
                <a:lnTo>
                  <a:pt x="559010" y="274538"/>
                </a:lnTo>
                <a:moveTo>
                  <a:pt x="1699827" y="734419"/>
                </a:moveTo>
                <a:lnTo>
                  <a:pt x="1664344" y="788275"/>
                </a:lnTo>
                <a:moveTo>
                  <a:pt x="1936564" y="811534"/>
                </a:moveTo>
                <a:lnTo>
                  <a:pt x="1917029" y="838802"/>
                </a:lnTo>
                <a:moveTo>
                  <a:pt x="2070300" y="802628"/>
                </a:moveTo>
                <a:lnTo>
                  <a:pt x="2027924" y="804228"/>
                </a:lnTo>
                <a:moveTo>
                  <a:pt x="802634" y="273570"/>
                </a:moveTo>
                <a:lnTo>
                  <a:pt x="748757" y="311606"/>
                </a:lnTo>
                <a:moveTo>
                  <a:pt x="434654" y="371839"/>
                </a:moveTo>
                <a:lnTo>
                  <a:pt x="427557" y="461517"/>
                </a:lnTo>
                <a:moveTo>
                  <a:pt x="866221" y="608400"/>
                </a:moveTo>
                <a:lnTo>
                  <a:pt x="804031" y="618488"/>
                </a:lnTo>
                <a:moveTo>
                  <a:pt x="1681632" y="1060643"/>
                </a:moveTo>
                <a:lnTo>
                  <a:pt x="1555547" y="1039450"/>
                </a:lnTo>
                <a:moveTo>
                  <a:pt x="652810" y="536484"/>
                </a:moveTo>
                <a:lnTo>
                  <a:pt x="658395" y="624330"/>
                </a:lnTo>
                <a:moveTo>
                  <a:pt x="717910" y="1066955"/>
                </a:moveTo>
                <a:lnTo>
                  <a:pt x="715581" y="1154671"/>
                </a:lnTo>
                <a:moveTo>
                  <a:pt x="2027924" y="804228"/>
                </a:moveTo>
                <a:lnTo>
                  <a:pt x="1936564" y="811534"/>
                </a:lnTo>
                <a:moveTo>
                  <a:pt x="885197" y="696468"/>
                </a:moveTo>
                <a:lnTo>
                  <a:pt x="804031" y="618488"/>
                </a:lnTo>
                <a:moveTo>
                  <a:pt x="885197" y="696468"/>
                </a:moveTo>
                <a:lnTo>
                  <a:pt x="820164" y="706509"/>
                </a:lnTo>
                <a:moveTo>
                  <a:pt x="705764" y="265846"/>
                </a:moveTo>
                <a:lnTo>
                  <a:pt x="662584" y="268088"/>
                </a:lnTo>
                <a:moveTo>
                  <a:pt x="1844564" y="546751"/>
                </a:moveTo>
                <a:lnTo>
                  <a:pt x="1774426" y="557352"/>
                </a:lnTo>
                <a:moveTo>
                  <a:pt x="1844564" y="546751"/>
                </a:moveTo>
                <a:lnTo>
                  <a:pt x="1775250" y="556721"/>
                </a:lnTo>
                <a:moveTo>
                  <a:pt x="498471" y="547918"/>
                </a:moveTo>
                <a:lnTo>
                  <a:pt x="443330" y="547496"/>
                </a:lnTo>
                <a:moveTo>
                  <a:pt x="652810" y="536484"/>
                </a:moveTo>
                <a:lnTo>
                  <a:pt x="625862" y="626661"/>
                </a:lnTo>
                <a:moveTo>
                  <a:pt x="1824490" y="908553"/>
                </a:moveTo>
                <a:lnTo>
                  <a:pt x="1801514" y="984131"/>
                </a:lnTo>
                <a:moveTo>
                  <a:pt x="658395" y="624330"/>
                </a:moveTo>
                <a:lnTo>
                  <a:pt x="647420" y="680301"/>
                </a:lnTo>
                <a:moveTo>
                  <a:pt x="2015321" y="422137"/>
                </a:moveTo>
                <a:lnTo>
                  <a:pt x="2036858" y="447117"/>
                </a:lnTo>
                <a:moveTo>
                  <a:pt x="619217" y="538797"/>
                </a:moveTo>
                <a:lnTo>
                  <a:pt x="625862" y="626661"/>
                </a:lnTo>
                <a:moveTo>
                  <a:pt x="782512" y="843405"/>
                </a:moveTo>
                <a:lnTo>
                  <a:pt x="744596" y="799958"/>
                </a:lnTo>
                <a:moveTo>
                  <a:pt x="1513582" y="1013404"/>
                </a:moveTo>
                <a:lnTo>
                  <a:pt x="1538076" y="1016977"/>
                </a:lnTo>
                <a:moveTo>
                  <a:pt x="1545754" y="885166"/>
                </a:moveTo>
                <a:lnTo>
                  <a:pt x="1506058" y="925525"/>
                </a:lnTo>
                <a:moveTo>
                  <a:pt x="625862" y="626661"/>
                </a:moveTo>
                <a:lnTo>
                  <a:pt x="647420" y="680301"/>
                </a:lnTo>
                <a:moveTo>
                  <a:pt x="2000257" y="450452"/>
                </a:moveTo>
                <a:lnTo>
                  <a:pt x="1907286" y="457173"/>
                </a:lnTo>
                <a:moveTo>
                  <a:pt x="1774426" y="557352"/>
                </a:moveTo>
                <a:lnTo>
                  <a:pt x="1729057" y="643713"/>
                </a:lnTo>
                <a:moveTo>
                  <a:pt x="802634" y="273570"/>
                </a:moveTo>
                <a:lnTo>
                  <a:pt x="772575" y="354704"/>
                </a:lnTo>
                <a:moveTo>
                  <a:pt x="652810" y="536484"/>
                </a:moveTo>
                <a:lnTo>
                  <a:pt x="619217" y="538797"/>
                </a:lnTo>
                <a:moveTo>
                  <a:pt x="859004" y="345017"/>
                </a:moveTo>
                <a:lnTo>
                  <a:pt x="878501" y="390461"/>
                </a:lnTo>
                <a:moveTo>
                  <a:pt x="599547" y="362962"/>
                </a:moveTo>
                <a:lnTo>
                  <a:pt x="550143" y="275005"/>
                </a:lnTo>
                <a:moveTo>
                  <a:pt x="866221" y="608400"/>
                </a:moveTo>
                <a:lnTo>
                  <a:pt x="804987" y="530749"/>
                </a:lnTo>
                <a:moveTo>
                  <a:pt x="1506058" y="925525"/>
                </a:moveTo>
                <a:lnTo>
                  <a:pt x="1538076" y="1016977"/>
                </a:lnTo>
                <a:moveTo>
                  <a:pt x="559010" y="274538"/>
                </a:moveTo>
                <a:lnTo>
                  <a:pt x="599547" y="362962"/>
                </a:lnTo>
                <a:moveTo>
                  <a:pt x="658395" y="624330"/>
                </a:moveTo>
                <a:lnTo>
                  <a:pt x="665281" y="715067"/>
                </a:lnTo>
                <a:moveTo>
                  <a:pt x="662584" y="268088"/>
                </a:moveTo>
                <a:lnTo>
                  <a:pt x="646573" y="359890"/>
                </a:lnTo>
                <a:moveTo>
                  <a:pt x="2208562" y="793796"/>
                </a:moveTo>
                <a:lnTo>
                  <a:pt x="2127661" y="799640"/>
                </a:lnTo>
                <a:moveTo>
                  <a:pt x="1824490" y="908553"/>
                </a:moveTo>
                <a:lnTo>
                  <a:pt x="1792905" y="997656"/>
                </a:lnTo>
                <a:moveTo>
                  <a:pt x="445314" y="636000"/>
                </a:moveTo>
                <a:lnTo>
                  <a:pt x="498014" y="603064"/>
                </a:lnTo>
                <a:moveTo>
                  <a:pt x="2127661" y="799640"/>
                </a:moveTo>
                <a:lnTo>
                  <a:pt x="2070300" y="802628"/>
                </a:lnTo>
                <a:moveTo>
                  <a:pt x="662584" y="268088"/>
                </a:moveTo>
                <a:lnTo>
                  <a:pt x="599547" y="362962"/>
                </a:lnTo>
                <a:moveTo>
                  <a:pt x="1917029" y="838802"/>
                </a:moveTo>
                <a:lnTo>
                  <a:pt x="1885467" y="816645"/>
                </a:lnTo>
                <a:moveTo>
                  <a:pt x="2015321" y="422137"/>
                </a:moveTo>
                <a:lnTo>
                  <a:pt x="2000257" y="450452"/>
                </a:lnTo>
                <a:moveTo>
                  <a:pt x="910877" y="427702"/>
                </a:moveTo>
                <a:lnTo>
                  <a:pt x="930462" y="433951"/>
                </a:lnTo>
                <a:moveTo>
                  <a:pt x="750773" y="621090"/>
                </a:moveTo>
                <a:lnTo>
                  <a:pt x="658395" y="624330"/>
                </a:lnTo>
                <a:moveTo>
                  <a:pt x="443330" y="547496"/>
                </a:moveTo>
                <a:lnTo>
                  <a:pt x="498014" y="603064"/>
                </a:lnTo>
                <a:moveTo>
                  <a:pt x="505551" y="638650"/>
                </a:moveTo>
                <a:lnTo>
                  <a:pt x="445314" y="636000"/>
                </a:lnTo>
                <a:moveTo>
                  <a:pt x="339005" y="819664"/>
                </a:moveTo>
                <a:lnTo>
                  <a:pt x="377434" y="826176"/>
                </a:lnTo>
                <a:moveTo>
                  <a:pt x="1787954" y="995705"/>
                </a:moveTo>
                <a:lnTo>
                  <a:pt x="1750284" y="1063859"/>
                </a:lnTo>
                <a:moveTo>
                  <a:pt x="523436" y="368767"/>
                </a:moveTo>
                <a:lnTo>
                  <a:pt x="434688" y="371342"/>
                </a:lnTo>
                <a:moveTo>
                  <a:pt x="550143" y="275005"/>
                </a:moveTo>
                <a:lnTo>
                  <a:pt x="523436" y="368767"/>
                </a:lnTo>
                <a:moveTo>
                  <a:pt x="709786" y="979066"/>
                </a:moveTo>
                <a:lnTo>
                  <a:pt x="717910" y="1066955"/>
                </a:lnTo>
                <a:moveTo>
                  <a:pt x="469158" y="1085077"/>
                </a:moveTo>
                <a:lnTo>
                  <a:pt x="426074" y="1123525"/>
                </a:lnTo>
                <a:moveTo>
                  <a:pt x="1907286" y="457173"/>
                </a:moveTo>
                <a:lnTo>
                  <a:pt x="1880220" y="459585"/>
                </a:lnTo>
                <a:moveTo>
                  <a:pt x="658395" y="624330"/>
                </a:moveTo>
                <a:lnTo>
                  <a:pt x="745957" y="710841"/>
                </a:lnTo>
                <a:moveTo>
                  <a:pt x="2137493" y="381692"/>
                </a:moveTo>
                <a:lnTo>
                  <a:pt x="2015321" y="422137"/>
                </a:lnTo>
                <a:moveTo>
                  <a:pt x="498471" y="547918"/>
                </a:moveTo>
                <a:lnTo>
                  <a:pt x="427557" y="461517"/>
                </a:lnTo>
                <a:moveTo>
                  <a:pt x="642397" y="449524"/>
                </a:moveTo>
                <a:lnTo>
                  <a:pt x="652810" y="536484"/>
                </a:lnTo>
                <a:moveTo>
                  <a:pt x="625862" y="626661"/>
                </a:moveTo>
                <a:lnTo>
                  <a:pt x="520338" y="636034"/>
                </a:lnTo>
                <a:moveTo>
                  <a:pt x="647420" y="680301"/>
                </a:moveTo>
                <a:lnTo>
                  <a:pt x="639930" y="716582"/>
                </a:lnTo>
                <a:moveTo>
                  <a:pt x="2215027" y="706148"/>
                </a:moveTo>
                <a:lnTo>
                  <a:pt x="2208562" y="793796"/>
                </a:lnTo>
                <a:moveTo>
                  <a:pt x="642397" y="449524"/>
                </a:moveTo>
                <a:lnTo>
                  <a:pt x="619217" y="538797"/>
                </a:lnTo>
                <a:moveTo>
                  <a:pt x="665281" y="715067"/>
                </a:moveTo>
                <a:lnTo>
                  <a:pt x="647420" y="680301"/>
                </a:lnTo>
                <a:moveTo>
                  <a:pt x="619397" y="451045"/>
                </a:moveTo>
                <a:lnTo>
                  <a:pt x="619217" y="538797"/>
                </a:lnTo>
                <a:moveTo>
                  <a:pt x="2000257" y="450452"/>
                </a:moveTo>
                <a:lnTo>
                  <a:pt x="1890626" y="422825"/>
                </a:lnTo>
                <a:moveTo>
                  <a:pt x="744254" y="533415"/>
                </a:moveTo>
                <a:lnTo>
                  <a:pt x="658395" y="624330"/>
                </a:lnTo>
                <a:moveTo>
                  <a:pt x="748757" y="311606"/>
                </a:moveTo>
                <a:lnTo>
                  <a:pt x="662584" y="268088"/>
                </a:lnTo>
                <a:moveTo>
                  <a:pt x="500867" y="1083851"/>
                </a:moveTo>
                <a:lnTo>
                  <a:pt x="426074" y="1123525"/>
                </a:lnTo>
                <a:moveTo>
                  <a:pt x="625862" y="626661"/>
                </a:moveTo>
                <a:lnTo>
                  <a:pt x="543734" y="724175"/>
                </a:lnTo>
                <a:moveTo>
                  <a:pt x="2236025" y="437996"/>
                </a:moveTo>
                <a:lnTo>
                  <a:pt x="2137493" y="381692"/>
                </a:lnTo>
                <a:moveTo>
                  <a:pt x="619217" y="538797"/>
                </a:moveTo>
                <a:lnTo>
                  <a:pt x="520338" y="636034"/>
                </a:lnTo>
                <a:moveTo>
                  <a:pt x="646573" y="359890"/>
                </a:moveTo>
                <a:lnTo>
                  <a:pt x="599547" y="362962"/>
                </a:lnTo>
                <a:moveTo>
                  <a:pt x="1609967" y="828371"/>
                </a:moveTo>
                <a:lnTo>
                  <a:pt x="1626537" y="836717"/>
                </a:lnTo>
                <a:moveTo>
                  <a:pt x="434688" y="371342"/>
                </a:moveTo>
                <a:lnTo>
                  <a:pt x="503158" y="460240"/>
                </a:lnTo>
                <a:moveTo>
                  <a:pt x="503158" y="460240"/>
                </a:moveTo>
                <a:lnTo>
                  <a:pt x="434654" y="371839"/>
                </a:lnTo>
                <a:moveTo>
                  <a:pt x="417835" y="729904"/>
                </a:moveTo>
                <a:lnTo>
                  <a:pt x="403861" y="773558"/>
                </a:lnTo>
                <a:moveTo>
                  <a:pt x="665281" y="715067"/>
                </a:moveTo>
                <a:lnTo>
                  <a:pt x="639930" y="716582"/>
                </a:lnTo>
                <a:moveTo>
                  <a:pt x="705764" y="265846"/>
                </a:moveTo>
                <a:lnTo>
                  <a:pt x="748757" y="311606"/>
                </a:lnTo>
                <a:moveTo>
                  <a:pt x="646573" y="359890"/>
                </a:moveTo>
                <a:lnTo>
                  <a:pt x="642397" y="449524"/>
                </a:lnTo>
                <a:moveTo>
                  <a:pt x="1936564" y="811534"/>
                </a:moveTo>
                <a:lnTo>
                  <a:pt x="1885467" y="816645"/>
                </a:lnTo>
                <a:moveTo>
                  <a:pt x="383612" y="1002781"/>
                </a:moveTo>
                <a:lnTo>
                  <a:pt x="314328" y="1001790"/>
                </a:lnTo>
                <a:moveTo>
                  <a:pt x="646573" y="359890"/>
                </a:moveTo>
                <a:lnTo>
                  <a:pt x="619397" y="451045"/>
                </a:lnTo>
                <a:moveTo>
                  <a:pt x="342670" y="1094104"/>
                </a:moveTo>
                <a:lnTo>
                  <a:pt x="309742" y="1091498"/>
                </a:lnTo>
                <a:moveTo>
                  <a:pt x="879159" y="520859"/>
                </a:moveTo>
                <a:lnTo>
                  <a:pt x="804987" y="530749"/>
                </a:lnTo>
                <a:moveTo>
                  <a:pt x="599547" y="362962"/>
                </a:moveTo>
                <a:lnTo>
                  <a:pt x="619397" y="451045"/>
                </a:lnTo>
                <a:moveTo>
                  <a:pt x="1506058" y="925525"/>
                </a:moveTo>
                <a:lnTo>
                  <a:pt x="1520455" y="931337"/>
                </a:lnTo>
                <a:moveTo>
                  <a:pt x="1555547" y="1039450"/>
                </a:moveTo>
                <a:lnTo>
                  <a:pt x="1538076" y="1016977"/>
                </a:lnTo>
                <a:moveTo>
                  <a:pt x="1890626" y="422825"/>
                </a:moveTo>
                <a:lnTo>
                  <a:pt x="1907286" y="457173"/>
                </a:lnTo>
                <a:moveTo>
                  <a:pt x="434688" y="371342"/>
                </a:moveTo>
                <a:lnTo>
                  <a:pt x="509783" y="460137"/>
                </a:lnTo>
                <a:moveTo>
                  <a:pt x="744254" y="533415"/>
                </a:moveTo>
                <a:lnTo>
                  <a:pt x="652810" y="536484"/>
                </a:lnTo>
                <a:moveTo>
                  <a:pt x="662584" y="268088"/>
                </a:moveTo>
                <a:lnTo>
                  <a:pt x="741759" y="356135"/>
                </a:lnTo>
                <a:moveTo>
                  <a:pt x="382373" y="914139"/>
                </a:moveTo>
                <a:lnTo>
                  <a:pt x="316749" y="912477"/>
                </a:lnTo>
                <a:moveTo>
                  <a:pt x="813235" y="794150"/>
                </a:moveTo>
                <a:lnTo>
                  <a:pt x="744596" y="799958"/>
                </a:lnTo>
                <a:moveTo>
                  <a:pt x="813235" y="794150"/>
                </a:moveTo>
                <a:lnTo>
                  <a:pt x="745957" y="710841"/>
                </a:lnTo>
                <a:moveTo>
                  <a:pt x="382373" y="914139"/>
                </a:moveTo>
                <a:lnTo>
                  <a:pt x="314328" y="1001790"/>
                </a:lnTo>
                <a:moveTo>
                  <a:pt x="642397" y="449524"/>
                </a:moveTo>
                <a:lnTo>
                  <a:pt x="619397" y="451045"/>
                </a:lnTo>
                <a:moveTo>
                  <a:pt x="383612" y="1002781"/>
                </a:moveTo>
                <a:lnTo>
                  <a:pt x="309742" y="1091498"/>
                </a:lnTo>
                <a:moveTo>
                  <a:pt x="619217" y="538797"/>
                </a:moveTo>
                <a:lnTo>
                  <a:pt x="515039" y="548043"/>
                </a:lnTo>
                <a:moveTo>
                  <a:pt x="1598716" y="832719"/>
                </a:moveTo>
                <a:lnTo>
                  <a:pt x="1612395" y="856680"/>
                </a:lnTo>
                <a:moveTo>
                  <a:pt x="647420" y="680301"/>
                </a:moveTo>
                <a:lnTo>
                  <a:pt x="543734" y="724175"/>
                </a:lnTo>
                <a:moveTo>
                  <a:pt x="1750284" y="1063859"/>
                </a:moveTo>
                <a:lnTo>
                  <a:pt x="1681632" y="1060643"/>
                </a:lnTo>
                <a:moveTo>
                  <a:pt x="503158" y="460240"/>
                </a:moveTo>
                <a:lnTo>
                  <a:pt x="427557" y="461517"/>
                </a:lnTo>
                <a:moveTo>
                  <a:pt x="1715099" y="701064"/>
                </a:moveTo>
                <a:lnTo>
                  <a:pt x="1727914" y="711419"/>
                </a:lnTo>
                <a:moveTo>
                  <a:pt x="1715099" y="701064"/>
                </a:moveTo>
                <a:lnTo>
                  <a:pt x="1728348" y="654011"/>
                </a:lnTo>
                <a:moveTo>
                  <a:pt x="820164" y="706509"/>
                </a:moveTo>
                <a:lnTo>
                  <a:pt x="813235" y="794150"/>
                </a:lnTo>
                <a:moveTo>
                  <a:pt x="599547" y="362962"/>
                </a:moveTo>
                <a:lnTo>
                  <a:pt x="523436" y="368767"/>
                </a:lnTo>
                <a:moveTo>
                  <a:pt x="1890626" y="422825"/>
                </a:moveTo>
                <a:lnTo>
                  <a:pt x="1880220" y="459585"/>
                </a:lnTo>
                <a:moveTo>
                  <a:pt x="711975" y="891347"/>
                </a:moveTo>
                <a:lnTo>
                  <a:pt x="709786" y="979066"/>
                </a:lnTo>
                <a:moveTo>
                  <a:pt x="745957" y="710841"/>
                </a:moveTo>
                <a:lnTo>
                  <a:pt x="665281" y="715067"/>
                </a:lnTo>
                <a:moveTo>
                  <a:pt x="2015321" y="422137"/>
                </a:moveTo>
                <a:lnTo>
                  <a:pt x="1890626" y="422825"/>
                </a:lnTo>
                <a:moveTo>
                  <a:pt x="1792905" y="997656"/>
                </a:moveTo>
                <a:lnTo>
                  <a:pt x="1750284" y="1063859"/>
                </a:lnTo>
                <a:moveTo>
                  <a:pt x="879159" y="520859"/>
                </a:moveTo>
                <a:lnTo>
                  <a:pt x="842863" y="440165"/>
                </a:lnTo>
                <a:moveTo>
                  <a:pt x="377434" y="826176"/>
                </a:moveTo>
                <a:lnTo>
                  <a:pt x="316749" y="912477"/>
                </a:lnTo>
                <a:moveTo>
                  <a:pt x="859004" y="345017"/>
                </a:moveTo>
                <a:lnTo>
                  <a:pt x="772575" y="354704"/>
                </a:lnTo>
                <a:moveTo>
                  <a:pt x="619397" y="451045"/>
                </a:moveTo>
                <a:lnTo>
                  <a:pt x="523436" y="368767"/>
                </a:lnTo>
                <a:moveTo>
                  <a:pt x="2208562" y="793796"/>
                </a:moveTo>
                <a:lnTo>
                  <a:pt x="2102504" y="717290"/>
                </a:lnTo>
                <a:moveTo>
                  <a:pt x="930462" y="433951"/>
                </a:moveTo>
                <a:lnTo>
                  <a:pt x="885546" y="501451"/>
                </a:lnTo>
                <a:moveTo>
                  <a:pt x="2102504" y="717290"/>
                </a:moveTo>
                <a:lnTo>
                  <a:pt x="2070300" y="802628"/>
                </a:lnTo>
                <a:moveTo>
                  <a:pt x="2208562" y="793796"/>
                </a:moveTo>
                <a:lnTo>
                  <a:pt x="2103624" y="715423"/>
                </a:lnTo>
                <a:moveTo>
                  <a:pt x="2027924" y="804228"/>
                </a:moveTo>
                <a:lnTo>
                  <a:pt x="1978535" y="729431"/>
                </a:lnTo>
                <a:moveTo>
                  <a:pt x="619217" y="538797"/>
                </a:moveTo>
                <a:lnTo>
                  <a:pt x="509783" y="460137"/>
                </a:lnTo>
                <a:moveTo>
                  <a:pt x="639930" y="716582"/>
                </a:moveTo>
                <a:lnTo>
                  <a:pt x="543734" y="724175"/>
                </a:lnTo>
                <a:moveTo>
                  <a:pt x="2206156" y="618247"/>
                </a:moveTo>
                <a:lnTo>
                  <a:pt x="2215027" y="706148"/>
                </a:lnTo>
                <a:moveTo>
                  <a:pt x="750773" y="621090"/>
                </a:moveTo>
                <a:lnTo>
                  <a:pt x="745957" y="710841"/>
                </a:lnTo>
                <a:moveTo>
                  <a:pt x="1609967" y="828371"/>
                </a:moveTo>
                <a:lnTo>
                  <a:pt x="1612395" y="856680"/>
                </a:lnTo>
                <a:moveTo>
                  <a:pt x="498471" y="547918"/>
                </a:moveTo>
                <a:lnTo>
                  <a:pt x="517767" y="602887"/>
                </a:lnTo>
                <a:moveTo>
                  <a:pt x="734599" y="446316"/>
                </a:moveTo>
                <a:lnTo>
                  <a:pt x="652810" y="536484"/>
                </a:lnTo>
                <a:moveTo>
                  <a:pt x="1699827" y="734419"/>
                </a:moveTo>
                <a:lnTo>
                  <a:pt x="1723330" y="742488"/>
                </a:lnTo>
                <a:moveTo>
                  <a:pt x="639930" y="716582"/>
                </a:moveTo>
                <a:lnTo>
                  <a:pt x="624289" y="808316"/>
                </a:lnTo>
                <a:moveTo>
                  <a:pt x="426074" y="1123525"/>
                </a:moveTo>
                <a:lnTo>
                  <a:pt x="369298" y="1115871"/>
                </a:lnTo>
                <a:moveTo>
                  <a:pt x="639930" y="716582"/>
                </a:moveTo>
                <a:lnTo>
                  <a:pt x="563179" y="812250"/>
                </a:lnTo>
                <a:moveTo>
                  <a:pt x="505551" y="638650"/>
                </a:moveTo>
                <a:lnTo>
                  <a:pt x="417835" y="729904"/>
                </a:lnTo>
                <a:moveTo>
                  <a:pt x="885546" y="501451"/>
                </a:moveTo>
                <a:lnTo>
                  <a:pt x="842863" y="440165"/>
                </a:lnTo>
                <a:moveTo>
                  <a:pt x="804031" y="618488"/>
                </a:moveTo>
                <a:lnTo>
                  <a:pt x="750773" y="621090"/>
                </a:lnTo>
                <a:moveTo>
                  <a:pt x="820164" y="706509"/>
                </a:moveTo>
                <a:lnTo>
                  <a:pt x="750773" y="621090"/>
                </a:lnTo>
                <a:moveTo>
                  <a:pt x="745957" y="710841"/>
                </a:moveTo>
                <a:lnTo>
                  <a:pt x="744596" y="799958"/>
                </a:lnTo>
                <a:moveTo>
                  <a:pt x="2102504" y="717290"/>
                </a:moveTo>
                <a:lnTo>
                  <a:pt x="2127661" y="799640"/>
                </a:lnTo>
                <a:moveTo>
                  <a:pt x="515039" y="548043"/>
                </a:moveTo>
                <a:lnTo>
                  <a:pt x="498471" y="547918"/>
                </a:lnTo>
                <a:moveTo>
                  <a:pt x="513366" y="992692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17767" y="602887"/>
                </a:lnTo>
                <a:moveTo>
                  <a:pt x="706544" y="803503"/>
                </a:moveTo>
                <a:lnTo>
                  <a:pt x="639930" y="716582"/>
                </a:lnTo>
                <a:moveTo>
                  <a:pt x="741759" y="356135"/>
                </a:moveTo>
                <a:lnTo>
                  <a:pt x="646573" y="359890"/>
                </a:lnTo>
                <a:moveTo>
                  <a:pt x="744254" y="533415"/>
                </a:moveTo>
                <a:lnTo>
                  <a:pt x="750773" y="621090"/>
                </a:lnTo>
                <a:moveTo>
                  <a:pt x="1681632" y="1060643"/>
                </a:moveTo>
                <a:lnTo>
                  <a:pt x="1624048" y="1040277"/>
                </a:lnTo>
                <a:moveTo>
                  <a:pt x="512385" y="904003"/>
                </a:moveTo>
                <a:lnTo>
                  <a:pt x="513366" y="992692"/>
                </a:lnTo>
                <a:moveTo>
                  <a:pt x="665281" y="715067"/>
                </a:moveTo>
                <a:lnTo>
                  <a:pt x="706544" y="803503"/>
                </a:lnTo>
                <a:moveTo>
                  <a:pt x="879159" y="520859"/>
                </a:moveTo>
                <a:lnTo>
                  <a:pt x="813773" y="443139"/>
                </a:lnTo>
                <a:moveTo>
                  <a:pt x="1844564" y="546751"/>
                </a:moveTo>
                <a:lnTo>
                  <a:pt x="1826379" y="469811"/>
                </a:lnTo>
                <a:moveTo>
                  <a:pt x="820164" y="706509"/>
                </a:moveTo>
                <a:lnTo>
                  <a:pt x="745957" y="710841"/>
                </a:lnTo>
                <a:moveTo>
                  <a:pt x="930462" y="433951"/>
                </a:moveTo>
                <a:lnTo>
                  <a:pt x="878501" y="390461"/>
                </a:lnTo>
                <a:moveTo>
                  <a:pt x="512385" y="904003"/>
                </a:moveTo>
                <a:lnTo>
                  <a:pt x="448669" y="996984"/>
                </a:lnTo>
                <a:moveTo>
                  <a:pt x="520338" y="636034"/>
                </a:moveTo>
                <a:lnTo>
                  <a:pt x="543734" y="724175"/>
                </a:lnTo>
                <a:moveTo>
                  <a:pt x="1775250" y="556721"/>
                </a:moveTo>
                <a:lnTo>
                  <a:pt x="1774426" y="557352"/>
                </a:lnTo>
                <a:moveTo>
                  <a:pt x="513366" y="992692"/>
                </a:moveTo>
                <a:lnTo>
                  <a:pt x="469158" y="1085077"/>
                </a:lnTo>
                <a:moveTo>
                  <a:pt x="741759" y="356135"/>
                </a:moveTo>
                <a:lnTo>
                  <a:pt x="642397" y="449524"/>
                </a:lnTo>
                <a:moveTo>
                  <a:pt x="717910" y="1066955"/>
                </a:moveTo>
                <a:lnTo>
                  <a:pt x="614675" y="988610"/>
                </a:lnTo>
                <a:moveTo>
                  <a:pt x="366813" y="1076724"/>
                </a:moveTo>
                <a:lnTo>
                  <a:pt x="309742" y="1091498"/>
                </a:lnTo>
                <a:moveTo>
                  <a:pt x="498471" y="547918"/>
                </a:moveTo>
                <a:lnTo>
                  <a:pt x="498014" y="603064"/>
                </a:lnTo>
                <a:moveTo>
                  <a:pt x="2070300" y="802628"/>
                </a:moveTo>
                <a:lnTo>
                  <a:pt x="1978535" y="729431"/>
                </a:lnTo>
                <a:moveTo>
                  <a:pt x="1727914" y="711419"/>
                </a:moveTo>
                <a:lnTo>
                  <a:pt x="1699827" y="734419"/>
                </a:lnTo>
                <a:moveTo>
                  <a:pt x="515039" y="548043"/>
                </a:moveTo>
                <a:lnTo>
                  <a:pt x="520338" y="636034"/>
                </a:lnTo>
                <a:moveTo>
                  <a:pt x="503158" y="460240"/>
                </a:moveTo>
                <a:lnTo>
                  <a:pt x="498471" y="547918"/>
                </a:lnTo>
                <a:moveTo>
                  <a:pt x="715581" y="1154671"/>
                </a:moveTo>
                <a:lnTo>
                  <a:pt x="667131" y="1164986"/>
                </a:lnTo>
                <a:moveTo>
                  <a:pt x="448669" y="996984"/>
                </a:moveTo>
                <a:lnTo>
                  <a:pt x="469158" y="1085077"/>
                </a:lnTo>
                <a:moveTo>
                  <a:pt x="575279" y="900205"/>
                </a:moveTo>
                <a:lnTo>
                  <a:pt x="512385" y="904003"/>
                </a:lnTo>
                <a:moveTo>
                  <a:pt x="619397" y="451045"/>
                </a:moveTo>
                <a:lnTo>
                  <a:pt x="509783" y="460137"/>
                </a:lnTo>
                <a:moveTo>
                  <a:pt x="804031" y="618488"/>
                </a:moveTo>
                <a:lnTo>
                  <a:pt x="820164" y="706509"/>
                </a:lnTo>
                <a:moveTo>
                  <a:pt x="1729057" y="643713"/>
                </a:moveTo>
                <a:lnTo>
                  <a:pt x="1728348" y="654011"/>
                </a:lnTo>
                <a:moveTo>
                  <a:pt x="515039" y="548043"/>
                </a:moveTo>
                <a:lnTo>
                  <a:pt x="517767" y="602887"/>
                </a:lnTo>
                <a:moveTo>
                  <a:pt x="509783" y="460137"/>
                </a:moveTo>
                <a:lnTo>
                  <a:pt x="498471" y="547918"/>
                </a:lnTo>
                <a:moveTo>
                  <a:pt x="1978535" y="729431"/>
                </a:moveTo>
                <a:lnTo>
                  <a:pt x="1936564" y="811534"/>
                </a:lnTo>
                <a:moveTo>
                  <a:pt x="804031" y="618488"/>
                </a:moveTo>
                <a:lnTo>
                  <a:pt x="744254" y="533415"/>
                </a:lnTo>
                <a:moveTo>
                  <a:pt x="1844273" y="821125"/>
                </a:moveTo>
                <a:lnTo>
                  <a:pt x="1824490" y="908553"/>
                </a:lnTo>
                <a:moveTo>
                  <a:pt x="711975" y="891347"/>
                </a:moveTo>
                <a:lnTo>
                  <a:pt x="624289" y="808316"/>
                </a:lnTo>
                <a:moveTo>
                  <a:pt x="878501" y="390461"/>
                </a:moveTo>
                <a:lnTo>
                  <a:pt x="842863" y="440165"/>
                </a:lnTo>
                <a:moveTo>
                  <a:pt x="709786" y="979066"/>
                </a:moveTo>
                <a:lnTo>
                  <a:pt x="614675" y="988610"/>
                </a:lnTo>
                <a:moveTo>
                  <a:pt x="744596" y="799958"/>
                </a:moveTo>
                <a:lnTo>
                  <a:pt x="706544" y="803503"/>
                </a:lnTo>
                <a:moveTo>
                  <a:pt x="745957" y="710841"/>
                </a:moveTo>
                <a:lnTo>
                  <a:pt x="706544" y="803503"/>
                </a:lnTo>
                <a:moveTo>
                  <a:pt x="443187" y="909139"/>
                </a:moveTo>
                <a:lnTo>
                  <a:pt x="448669" y="996984"/>
                </a:lnTo>
                <a:moveTo>
                  <a:pt x="734599" y="446316"/>
                </a:moveTo>
                <a:lnTo>
                  <a:pt x="642397" y="449524"/>
                </a:lnTo>
                <a:moveTo>
                  <a:pt x="711975" y="891347"/>
                </a:moveTo>
                <a:lnTo>
                  <a:pt x="621436" y="897708"/>
                </a:lnTo>
                <a:moveTo>
                  <a:pt x="624289" y="808316"/>
                </a:moveTo>
                <a:lnTo>
                  <a:pt x="575279" y="900205"/>
                </a:lnTo>
                <a:moveTo>
                  <a:pt x="2236025" y="437996"/>
                </a:moveTo>
                <a:lnTo>
                  <a:pt x="2221818" y="529468"/>
                </a:lnTo>
                <a:moveTo>
                  <a:pt x="563179" y="812250"/>
                </a:moveTo>
                <a:lnTo>
                  <a:pt x="575279" y="900205"/>
                </a:lnTo>
                <a:moveTo>
                  <a:pt x="2215027" y="706148"/>
                </a:moveTo>
                <a:lnTo>
                  <a:pt x="2103624" y="715423"/>
                </a:lnTo>
                <a:moveTo>
                  <a:pt x="513366" y="992692"/>
                </a:moveTo>
                <a:lnTo>
                  <a:pt x="500867" y="1083851"/>
                </a:lnTo>
                <a:moveTo>
                  <a:pt x="517767" y="602887"/>
                </a:moveTo>
                <a:lnTo>
                  <a:pt x="498014" y="603064"/>
                </a:lnTo>
                <a:moveTo>
                  <a:pt x="512385" y="904003"/>
                </a:moveTo>
                <a:lnTo>
                  <a:pt x="443187" y="909139"/>
                </a:lnTo>
                <a:moveTo>
                  <a:pt x="543734" y="724175"/>
                </a:moveTo>
                <a:lnTo>
                  <a:pt x="563179" y="812250"/>
                </a:lnTo>
                <a:moveTo>
                  <a:pt x="859004" y="345017"/>
                </a:moveTo>
                <a:lnTo>
                  <a:pt x="813773" y="443139"/>
                </a:lnTo>
                <a:moveTo>
                  <a:pt x="621436" y="897708"/>
                </a:moveTo>
                <a:lnTo>
                  <a:pt x="575279" y="900205"/>
                </a:lnTo>
                <a:moveTo>
                  <a:pt x="706544" y="803503"/>
                </a:moveTo>
                <a:lnTo>
                  <a:pt x="711975" y="891347"/>
                </a:lnTo>
                <a:moveTo>
                  <a:pt x="417835" y="729904"/>
                </a:moveTo>
                <a:lnTo>
                  <a:pt x="489578" y="819314"/>
                </a:lnTo>
                <a:moveTo>
                  <a:pt x="523436" y="368767"/>
                </a:moveTo>
                <a:lnTo>
                  <a:pt x="509783" y="460137"/>
                </a:lnTo>
                <a:moveTo>
                  <a:pt x="2221818" y="529468"/>
                </a:moveTo>
                <a:lnTo>
                  <a:pt x="2206156" y="618247"/>
                </a:lnTo>
                <a:moveTo>
                  <a:pt x="624289" y="808316"/>
                </a:moveTo>
                <a:lnTo>
                  <a:pt x="563179" y="812250"/>
                </a:lnTo>
                <a:moveTo>
                  <a:pt x="2206772" y="394775"/>
                </a:moveTo>
                <a:lnTo>
                  <a:pt x="2137493" y="381692"/>
                </a:lnTo>
                <a:moveTo>
                  <a:pt x="520338" y="636034"/>
                </a:moveTo>
                <a:lnTo>
                  <a:pt x="505551" y="638650"/>
                </a:lnTo>
                <a:moveTo>
                  <a:pt x="1936564" y="811534"/>
                </a:moveTo>
                <a:lnTo>
                  <a:pt x="1858239" y="799423"/>
                </a:lnTo>
                <a:moveTo>
                  <a:pt x="624289" y="808316"/>
                </a:moveTo>
                <a:lnTo>
                  <a:pt x="621436" y="897708"/>
                </a:lnTo>
                <a:moveTo>
                  <a:pt x="748757" y="311606"/>
                </a:moveTo>
                <a:lnTo>
                  <a:pt x="741759" y="356135"/>
                </a:lnTo>
                <a:moveTo>
                  <a:pt x="1624048" y="1040277"/>
                </a:moveTo>
                <a:lnTo>
                  <a:pt x="1555547" y="1039450"/>
                </a:lnTo>
                <a:moveTo>
                  <a:pt x="500867" y="1083851"/>
                </a:moveTo>
                <a:lnTo>
                  <a:pt x="469158" y="1085077"/>
                </a:lnTo>
                <a:moveTo>
                  <a:pt x="706544" y="803503"/>
                </a:moveTo>
                <a:lnTo>
                  <a:pt x="624289" y="808316"/>
                </a:lnTo>
                <a:moveTo>
                  <a:pt x="520338" y="636034"/>
                </a:moveTo>
                <a:lnTo>
                  <a:pt x="505827" y="606981"/>
                </a:lnTo>
                <a:moveTo>
                  <a:pt x="448669" y="996984"/>
                </a:moveTo>
                <a:lnTo>
                  <a:pt x="383612" y="1002781"/>
                </a:lnTo>
                <a:moveTo>
                  <a:pt x="1885467" y="816645"/>
                </a:moveTo>
                <a:lnTo>
                  <a:pt x="1844273" y="821125"/>
                </a:lnTo>
                <a:moveTo>
                  <a:pt x="715581" y="1154671"/>
                </a:moveTo>
                <a:lnTo>
                  <a:pt x="668507" y="1077254"/>
                </a:lnTo>
                <a:moveTo>
                  <a:pt x="2216758" y="552106"/>
                </a:moveTo>
                <a:lnTo>
                  <a:pt x="2206156" y="618247"/>
                </a:lnTo>
                <a:moveTo>
                  <a:pt x="509783" y="460137"/>
                </a:moveTo>
                <a:lnTo>
                  <a:pt x="515039" y="548043"/>
                </a:lnTo>
                <a:moveTo>
                  <a:pt x="1545754" y="885166"/>
                </a:moveTo>
                <a:lnTo>
                  <a:pt x="1520455" y="931337"/>
                </a:lnTo>
                <a:moveTo>
                  <a:pt x="804987" y="530749"/>
                </a:moveTo>
                <a:lnTo>
                  <a:pt x="804031" y="618488"/>
                </a:lnTo>
                <a:moveTo>
                  <a:pt x="517767" y="602887"/>
                </a:moveTo>
                <a:lnTo>
                  <a:pt x="505827" y="606981"/>
                </a:lnTo>
                <a:moveTo>
                  <a:pt x="608800" y="988892"/>
                </a:moveTo>
                <a:lnTo>
                  <a:pt x="513366" y="992692"/>
                </a:lnTo>
                <a:moveTo>
                  <a:pt x="878501" y="390461"/>
                </a:moveTo>
                <a:lnTo>
                  <a:pt x="813773" y="443139"/>
                </a:lnTo>
                <a:moveTo>
                  <a:pt x="772575" y="354704"/>
                </a:moveTo>
                <a:lnTo>
                  <a:pt x="748757" y="311606"/>
                </a:lnTo>
                <a:moveTo>
                  <a:pt x="517767" y="602887"/>
                </a:moveTo>
                <a:lnTo>
                  <a:pt x="503499" y="550157"/>
                </a:lnTo>
                <a:moveTo>
                  <a:pt x="448669" y="996984"/>
                </a:moveTo>
                <a:lnTo>
                  <a:pt x="382373" y="914139"/>
                </a:lnTo>
                <a:moveTo>
                  <a:pt x="804987" y="530749"/>
                </a:moveTo>
                <a:lnTo>
                  <a:pt x="744254" y="533415"/>
                </a:lnTo>
                <a:moveTo>
                  <a:pt x="610158" y="980099"/>
                </a:moveTo>
                <a:lnTo>
                  <a:pt x="512385" y="904003"/>
                </a:lnTo>
                <a:moveTo>
                  <a:pt x="734599" y="446316"/>
                </a:moveTo>
                <a:lnTo>
                  <a:pt x="744254" y="533415"/>
                </a:lnTo>
                <a:moveTo>
                  <a:pt x="512385" y="904003"/>
                </a:moveTo>
                <a:lnTo>
                  <a:pt x="608800" y="988892"/>
                </a:lnTo>
                <a:moveTo>
                  <a:pt x="2137493" y="381692"/>
                </a:moveTo>
                <a:lnTo>
                  <a:pt x="2084729" y="363164"/>
                </a:lnTo>
                <a:moveTo>
                  <a:pt x="575279" y="900205"/>
                </a:moveTo>
                <a:lnTo>
                  <a:pt x="610158" y="980099"/>
                </a:lnTo>
                <a:moveTo>
                  <a:pt x="711975" y="891347"/>
                </a:moveTo>
                <a:lnTo>
                  <a:pt x="614675" y="988610"/>
                </a:lnTo>
                <a:moveTo>
                  <a:pt x="509783" y="460137"/>
                </a:moveTo>
                <a:lnTo>
                  <a:pt x="503158" y="460240"/>
                </a:lnTo>
                <a:moveTo>
                  <a:pt x="2137493" y="381692"/>
                </a:moveTo>
                <a:lnTo>
                  <a:pt x="2074162" y="363918"/>
                </a:lnTo>
                <a:moveTo>
                  <a:pt x="505551" y="638650"/>
                </a:moveTo>
                <a:lnTo>
                  <a:pt x="498014" y="603064"/>
                </a:lnTo>
                <a:moveTo>
                  <a:pt x="403861" y="773558"/>
                </a:moveTo>
                <a:lnTo>
                  <a:pt x="377434" y="826176"/>
                </a:lnTo>
                <a:moveTo>
                  <a:pt x="1520455" y="931337"/>
                </a:moveTo>
                <a:lnTo>
                  <a:pt x="1538076" y="1016977"/>
                </a:lnTo>
                <a:moveTo>
                  <a:pt x="452558" y="821539"/>
                </a:moveTo>
                <a:lnTo>
                  <a:pt x="403861" y="773558"/>
                </a:lnTo>
                <a:moveTo>
                  <a:pt x="1664344" y="788275"/>
                </a:moveTo>
                <a:lnTo>
                  <a:pt x="1626537" y="836717"/>
                </a:lnTo>
                <a:moveTo>
                  <a:pt x="621436" y="897708"/>
                </a:moveTo>
                <a:lnTo>
                  <a:pt x="610158" y="980099"/>
                </a:lnTo>
                <a:moveTo>
                  <a:pt x="772575" y="354704"/>
                </a:moveTo>
                <a:lnTo>
                  <a:pt x="741759" y="356135"/>
                </a:lnTo>
                <a:moveTo>
                  <a:pt x="489578" y="819314"/>
                </a:moveTo>
                <a:lnTo>
                  <a:pt x="403861" y="773558"/>
                </a:lnTo>
                <a:moveTo>
                  <a:pt x="2015321" y="422137"/>
                </a:moveTo>
                <a:lnTo>
                  <a:pt x="1929790" y="372649"/>
                </a:lnTo>
                <a:moveTo>
                  <a:pt x="503499" y="550157"/>
                </a:moveTo>
                <a:lnTo>
                  <a:pt x="498014" y="603064"/>
                </a:lnTo>
                <a:moveTo>
                  <a:pt x="2015321" y="422137"/>
                </a:moveTo>
                <a:lnTo>
                  <a:pt x="1972747" y="369996"/>
                </a:lnTo>
                <a:moveTo>
                  <a:pt x="741759" y="356135"/>
                </a:moveTo>
                <a:lnTo>
                  <a:pt x="734599" y="446316"/>
                </a:lnTo>
                <a:moveTo>
                  <a:pt x="443187" y="909139"/>
                </a:moveTo>
                <a:lnTo>
                  <a:pt x="382373" y="914139"/>
                </a:lnTo>
                <a:moveTo>
                  <a:pt x="520338" y="636034"/>
                </a:moveTo>
                <a:lnTo>
                  <a:pt x="497128" y="671559"/>
                </a:lnTo>
                <a:moveTo>
                  <a:pt x="621436" y="897708"/>
                </a:moveTo>
                <a:lnTo>
                  <a:pt x="614675" y="988610"/>
                </a:lnTo>
                <a:moveTo>
                  <a:pt x="2236025" y="437996"/>
                </a:moveTo>
                <a:lnTo>
                  <a:pt x="2206772" y="394775"/>
                </a:lnTo>
                <a:moveTo>
                  <a:pt x="2102504" y="717290"/>
                </a:moveTo>
                <a:lnTo>
                  <a:pt x="2102047" y="715465"/>
                </a:lnTo>
                <a:moveTo>
                  <a:pt x="2221818" y="529468"/>
                </a:moveTo>
                <a:lnTo>
                  <a:pt x="2216758" y="552106"/>
                </a:lnTo>
                <a:moveTo>
                  <a:pt x="2103624" y="715423"/>
                </a:moveTo>
                <a:lnTo>
                  <a:pt x="2102504" y="717290"/>
                </a:lnTo>
                <a:moveTo>
                  <a:pt x="2103624" y="715423"/>
                </a:moveTo>
                <a:lnTo>
                  <a:pt x="2102047" y="715465"/>
                </a:lnTo>
                <a:moveTo>
                  <a:pt x="1885467" y="816645"/>
                </a:moveTo>
                <a:lnTo>
                  <a:pt x="1858239" y="799423"/>
                </a:lnTo>
                <a:moveTo>
                  <a:pt x="489578" y="819314"/>
                </a:moveTo>
                <a:lnTo>
                  <a:pt x="512385" y="904003"/>
                </a:lnTo>
                <a:moveTo>
                  <a:pt x="2074162" y="363918"/>
                </a:moveTo>
                <a:lnTo>
                  <a:pt x="2015321" y="422137"/>
                </a:lnTo>
                <a:moveTo>
                  <a:pt x="717910" y="1066955"/>
                </a:moveTo>
                <a:lnTo>
                  <a:pt x="668507" y="1077254"/>
                </a:lnTo>
                <a:moveTo>
                  <a:pt x="608800" y="988892"/>
                </a:moveTo>
                <a:lnTo>
                  <a:pt x="500867" y="1083851"/>
                </a:lnTo>
                <a:moveTo>
                  <a:pt x="505827" y="606981"/>
                </a:moveTo>
                <a:lnTo>
                  <a:pt x="505551" y="638650"/>
                </a:lnTo>
                <a:moveTo>
                  <a:pt x="1555547" y="1039450"/>
                </a:moveTo>
                <a:lnTo>
                  <a:pt x="1608602" y="1017741"/>
                </a:lnTo>
                <a:moveTo>
                  <a:pt x="575279" y="900205"/>
                </a:moveTo>
                <a:lnTo>
                  <a:pt x="489578" y="819314"/>
                </a:lnTo>
                <a:moveTo>
                  <a:pt x="2215027" y="706148"/>
                </a:moveTo>
                <a:lnTo>
                  <a:pt x="2117650" y="627900"/>
                </a:lnTo>
                <a:moveTo>
                  <a:pt x="804987" y="530749"/>
                </a:moveTo>
                <a:lnTo>
                  <a:pt x="734599" y="446316"/>
                </a:lnTo>
                <a:moveTo>
                  <a:pt x="1824490" y="908553"/>
                </a:moveTo>
                <a:lnTo>
                  <a:pt x="1739262" y="830506"/>
                </a:lnTo>
                <a:moveTo>
                  <a:pt x="543734" y="724175"/>
                </a:moveTo>
                <a:lnTo>
                  <a:pt x="497128" y="671559"/>
                </a:lnTo>
                <a:moveTo>
                  <a:pt x="467473" y="734030"/>
                </a:moveTo>
                <a:lnTo>
                  <a:pt x="417835" y="729904"/>
                </a:lnTo>
                <a:moveTo>
                  <a:pt x="469158" y="1085077"/>
                </a:moveTo>
                <a:lnTo>
                  <a:pt x="369298" y="1115871"/>
                </a:lnTo>
                <a:moveTo>
                  <a:pt x="1792905" y="997656"/>
                </a:moveTo>
                <a:lnTo>
                  <a:pt x="1798493" y="1006994"/>
                </a:lnTo>
                <a:moveTo>
                  <a:pt x="1723330" y="742488"/>
                </a:moveTo>
                <a:lnTo>
                  <a:pt x="1664344" y="788275"/>
                </a:lnTo>
                <a:moveTo>
                  <a:pt x="2206156" y="618247"/>
                </a:moveTo>
                <a:lnTo>
                  <a:pt x="2201345" y="533219"/>
                </a:lnTo>
                <a:moveTo>
                  <a:pt x="2221818" y="529468"/>
                </a:moveTo>
                <a:lnTo>
                  <a:pt x="2220913" y="530736"/>
                </a:lnTo>
                <a:moveTo>
                  <a:pt x="563179" y="812250"/>
                </a:moveTo>
                <a:lnTo>
                  <a:pt x="489578" y="819314"/>
                </a:lnTo>
                <a:moveTo>
                  <a:pt x="382373" y="914139"/>
                </a:moveTo>
                <a:lnTo>
                  <a:pt x="383612" y="1002781"/>
                </a:lnTo>
                <a:moveTo>
                  <a:pt x="503499" y="550157"/>
                </a:moveTo>
                <a:lnTo>
                  <a:pt x="505827" y="606981"/>
                </a:lnTo>
                <a:moveTo>
                  <a:pt x="452558" y="821539"/>
                </a:moveTo>
                <a:lnTo>
                  <a:pt x="443187" y="909139"/>
                </a:lnTo>
                <a:moveTo>
                  <a:pt x="489578" y="819314"/>
                </a:moveTo>
                <a:lnTo>
                  <a:pt x="443187" y="909139"/>
                </a:lnTo>
                <a:moveTo>
                  <a:pt x="2206156" y="618247"/>
                </a:moveTo>
                <a:lnTo>
                  <a:pt x="2117650" y="627900"/>
                </a:lnTo>
                <a:moveTo>
                  <a:pt x="467812" y="702705"/>
                </a:moveTo>
                <a:lnTo>
                  <a:pt x="417835" y="729904"/>
                </a:lnTo>
                <a:moveTo>
                  <a:pt x="610158" y="980099"/>
                </a:moveTo>
                <a:lnTo>
                  <a:pt x="608800" y="988892"/>
                </a:lnTo>
                <a:moveTo>
                  <a:pt x="1929790" y="372649"/>
                </a:moveTo>
                <a:lnTo>
                  <a:pt x="1890626" y="422825"/>
                </a:lnTo>
                <a:moveTo>
                  <a:pt x="2102504" y="717290"/>
                </a:moveTo>
                <a:lnTo>
                  <a:pt x="1978535" y="729431"/>
                </a:lnTo>
                <a:moveTo>
                  <a:pt x="614675" y="988610"/>
                </a:moveTo>
                <a:lnTo>
                  <a:pt x="610158" y="980099"/>
                </a:lnTo>
                <a:moveTo>
                  <a:pt x="1880220" y="459585"/>
                </a:moveTo>
                <a:lnTo>
                  <a:pt x="1826379" y="469811"/>
                </a:lnTo>
                <a:moveTo>
                  <a:pt x="2220913" y="530736"/>
                </a:moveTo>
                <a:lnTo>
                  <a:pt x="2216758" y="552106"/>
                </a:lnTo>
                <a:moveTo>
                  <a:pt x="448669" y="996984"/>
                </a:moveTo>
                <a:lnTo>
                  <a:pt x="378631" y="1094697"/>
                </a:lnTo>
                <a:moveTo>
                  <a:pt x="614675" y="988610"/>
                </a:moveTo>
                <a:lnTo>
                  <a:pt x="608800" y="988892"/>
                </a:lnTo>
                <a:moveTo>
                  <a:pt x="1824490" y="908553"/>
                </a:moveTo>
                <a:lnTo>
                  <a:pt x="1766593" y="918712"/>
                </a:lnTo>
                <a:moveTo>
                  <a:pt x="930462" y="433951"/>
                </a:moveTo>
                <a:lnTo>
                  <a:pt x="842863" y="440165"/>
                </a:lnTo>
                <a:moveTo>
                  <a:pt x="2102504" y="717290"/>
                </a:moveTo>
                <a:lnTo>
                  <a:pt x="1981622" y="724524"/>
                </a:lnTo>
                <a:moveTo>
                  <a:pt x="2236025" y="437996"/>
                </a:moveTo>
                <a:lnTo>
                  <a:pt x="2233588" y="443190"/>
                </a:lnTo>
                <a:moveTo>
                  <a:pt x="2102047" y="715465"/>
                </a:moveTo>
                <a:lnTo>
                  <a:pt x="1981622" y="724524"/>
                </a:lnTo>
                <a:moveTo>
                  <a:pt x="342670" y="1094104"/>
                </a:moveTo>
                <a:lnTo>
                  <a:pt x="369298" y="1115871"/>
                </a:lnTo>
                <a:moveTo>
                  <a:pt x="505551" y="638650"/>
                </a:moveTo>
                <a:lnTo>
                  <a:pt x="497128" y="671559"/>
                </a:lnTo>
                <a:moveTo>
                  <a:pt x="469158" y="1085077"/>
                </a:moveTo>
                <a:lnTo>
                  <a:pt x="378631" y="1094697"/>
                </a:lnTo>
                <a:moveTo>
                  <a:pt x="1612395" y="856680"/>
                </a:moveTo>
                <a:lnTo>
                  <a:pt x="1545754" y="885166"/>
                </a:lnTo>
                <a:moveTo>
                  <a:pt x="813773" y="443139"/>
                </a:moveTo>
                <a:lnTo>
                  <a:pt x="741759" y="356135"/>
                </a:lnTo>
                <a:moveTo>
                  <a:pt x="377434" y="826176"/>
                </a:moveTo>
                <a:lnTo>
                  <a:pt x="382373" y="914139"/>
                </a:lnTo>
                <a:moveTo>
                  <a:pt x="2088467" y="629084"/>
                </a:moveTo>
                <a:lnTo>
                  <a:pt x="2102047" y="715465"/>
                </a:lnTo>
                <a:moveTo>
                  <a:pt x="2015321" y="422137"/>
                </a:moveTo>
                <a:lnTo>
                  <a:pt x="1972647" y="461111"/>
                </a:lnTo>
                <a:moveTo>
                  <a:pt x="452558" y="821539"/>
                </a:moveTo>
                <a:lnTo>
                  <a:pt x="382373" y="914139"/>
                </a:lnTo>
                <a:moveTo>
                  <a:pt x="366813" y="1076724"/>
                </a:moveTo>
                <a:lnTo>
                  <a:pt x="342670" y="1094104"/>
                </a:lnTo>
                <a:moveTo>
                  <a:pt x="2103624" y="715423"/>
                </a:moveTo>
                <a:lnTo>
                  <a:pt x="2088467" y="629084"/>
                </a:lnTo>
                <a:moveTo>
                  <a:pt x="1858239" y="799423"/>
                </a:moveTo>
                <a:lnTo>
                  <a:pt x="1844273" y="821125"/>
                </a:lnTo>
                <a:moveTo>
                  <a:pt x="772575" y="354704"/>
                </a:moveTo>
                <a:lnTo>
                  <a:pt x="813773" y="443139"/>
                </a:lnTo>
                <a:moveTo>
                  <a:pt x="813773" y="443139"/>
                </a:moveTo>
                <a:lnTo>
                  <a:pt x="804987" y="530749"/>
                </a:lnTo>
                <a:moveTo>
                  <a:pt x="383612" y="1002781"/>
                </a:moveTo>
                <a:lnTo>
                  <a:pt x="366813" y="1076724"/>
                </a:lnTo>
                <a:moveTo>
                  <a:pt x="813773" y="443139"/>
                </a:moveTo>
                <a:lnTo>
                  <a:pt x="734599" y="446316"/>
                </a:lnTo>
                <a:moveTo>
                  <a:pt x="1750284" y="1063859"/>
                </a:moveTo>
                <a:lnTo>
                  <a:pt x="1624048" y="1040277"/>
                </a:lnTo>
                <a:moveTo>
                  <a:pt x="1880220" y="459585"/>
                </a:moveTo>
                <a:lnTo>
                  <a:pt x="1835135" y="435432"/>
                </a:lnTo>
                <a:moveTo>
                  <a:pt x="1774426" y="557352"/>
                </a:moveTo>
                <a:lnTo>
                  <a:pt x="1728348" y="654011"/>
                </a:lnTo>
                <a:moveTo>
                  <a:pt x="1608602" y="1017741"/>
                </a:moveTo>
                <a:lnTo>
                  <a:pt x="1538076" y="1016977"/>
                </a:lnTo>
                <a:moveTo>
                  <a:pt x="2216758" y="552106"/>
                </a:moveTo>
                <a:lnTo>
                  <a:pt x="2201345" y="533219"/>
                </a:lnTo>
                <a:moveTo>
                  <a:pt x="1775250" y="556721"/>
                </a:moveTo>
                <a:lnTo>
                  <a:pt x="1728348" y="654011"/>
                </a:lnTo>
                <a:moveTo>
                  <a:pt x="1824490" y="908553"/>
                </a:moveTo>
                <a:lnTo>
                  <a:pt x="1798493" y="1006994"/>
                </a:lnTo>
                <a:moveTo>
                  <a:pt x="1981622" y="724524"/>
                </a:moveTo>
                <a:lnTo>
                  <a:pt x="1978535" y="729431"/>
                </a:lnTo>
                <a:moveTo>
                  <a:pt x="2117650" y="627900"/>
                </a:moveTo>
                <a:lnTo>
                  <a:pt x="2103624" y="715423"/>
                </a:lnTo>
                <a:moveTo>
                  <a:pt x="1826379" y="469811"/>
                </a:moveTo>
                <a:lnTo>
                  <a:pt x="1775250" y="556721"/>
                </a:lnTo>
                <a:moveTo>
                  <a:pt x="452558" y="821539"/>
                </a:moveTo>
                <a:lnTo>
                  <a:pt x="377434" y="826176"/>
                </a:lnTo>
                <a:moveTo>
                  <a:pt x="1978535" y="729431"/>
                </a:moveTo>
                <a:lnTo>
                  <a:pt x="1973761" y="725284"/>
                </a:lnTo>
                <a:moveTo>
                  <a:pt x="1978535" y="729431"/>
                </a:moveTo>
                <a:lnTo>
                  <a:pt x="1858239" y="799423"/>
                </a:lnTo>
                <a:moveTo>
                  <a:pt x="383612" y="1002781"/>
                </a:moveTo>
                <a:lnTo>
                  <a:pt x="378631" y="1094697"/>
                </a:lnTo>
                <a:moveTo>
                  <a:pt x="489578" y="819314"/>
                </a:moveTo>
                <a:lnTo>
                  <a:pt x="452558" y="821539"/>
                </a:lnTo>
                <a:moveTo>
                  <a:pt x="2233588" y="443190"/>
                </a:moveTo>
                <a:lnTo>
                  <a:pt x="2221818" y="529468"/>
                </a:lnTo>
                <a:moveTo>
                  <a:pt x="2015321" y="422137"/>
                </a:moveTo>
                <a:lnTo>
                  <a:pt x="2058588" y="456822"/>
                </a:lnTo>
                <a:moveTo>
                  <a:pt x="842863" y="440165"/>
                </a:moveTo>
                <a:lnTo>
                  <a:pt x="813773" y="443139"/>
                </a:lnTo>
                <a:moveTo>
                  <a:pt x="2220913" y="530736"/>
                </a:moveTo>
                <a:lnTo>
                  <a:pt x="2201345" y="533219"/>
                </a:lnTo>
                <a:moveTo>
                  <a:pt x="1981622" y="724524"/>
                </a:moveTo>
                <a:lnTo>
                  <a:pt x="1973761" y="725284"/>
                </a:lnTo>
                <a:moveTo>
                  <a:pt x="563179" y="812250"/>
                </a:moveTo>
                <a:lnTo>
                  <a:pt x="470122" y="739090"/>
                </a:lnTo>
                <a:moveTo>
                  <a:pt x="2088467" y="629084"/>
                </a:moveTo>
                <a:lnTo>
                  <a:pt x="1981622" y="724524"/>
                </a:lnTo>
                <a:moveTo>
                  <a:pt x="1844273" y="821125"/>
                </a:moveTo>
                <a:lnTo>
                  <a:pt x="1739262" y="830506"/>
                </a:lnTo>
                <a:moveTo>
                  <a:pt x="2206156" y="618247"/>
                </a:moveTo>
                <a:lnTo>
                  <a:pt x="2131432" y="540373"/>
                </a:lnTo>
                <a:moveTo>
                  <a:pt x="543734" y="724175"/>
                </a:moveTo>
                <a:lnTo>
                  <a:pt x="476897" y="734186"/>
                </a:lnTo>
                <a:moveTo>
                  <a:pt x="563179" y="812250"/>
                </a:moveTo>
                <a:lnTo>
                  <a:pt x="476897" y="734186"/>
                </a:lnTo>
                <a:moveTo>
                  <a:pt x="1890626" y="422825"/>
                </a:moveTo>
                <a:lnTo>
                  <a:pt x="1835135" y="435432"/>
                </a:lnTo>
                <a:moveTo>
                  <a:pt x="2233588" y="443190"/>
                </a:moveTo>
                <a:lnTo>
                  <a:pt x="2220913" y="530736"/>
                </a:lnTo>
                <a:moveTo>
                  <a:pt x="668507" y="1077254"/>
                </a:moveTo>
                <a:lnTo>
                  <a:pt x="608800" y="988892"/>
                </a:lnTo>
                <a:moveTo>
                  <a:pt x="2117650" y="627900"/>
                </a:moveTo>
                <a:lnTo>
                  <a:pt x="2088467" y="629084"/>
                </a:lnTo>
                <a:moveTo>
                  <a:pt x="505551" y="638650"/>
                </a:moveTo>
                <a:lnTo>
                  <a:pt x="467812" y="702705"/>
                </a:lnTo>
                <a:moveTo>
                  <a:pt x="1844273" y="821125"/>
                </a:moveTo>
                <a:lnTo>
                  <a:pt x="1736656" y="742708"/>
                </a:lnTo>
                <a:moveTo>
                  <a:pt x="614675" y="988610"/>
                </a:moveTo>
                <a:lnTo>
                  <a:pt x="668507" y="1077254"/>
                </a:lnTo>
                <a:moveTo>
                  <a:pt x="378631" y="1094697"/>
                </a:moveTo>
                <a:lnTo>
                  <a:pt x="369298" y="1115871"/>
                </a:lnTo>
                <a:moveTo>
                  <a:pt x="462576" y="620204"/>
                </a:moveTo>
                <a:lnTo>
                  <a:pt x="498014" y="603064"/>
                </a:lnTo>
                <a:moveTo>
                  <a:pt x="2206772" y="394775"/>
                </a:moveTo>
                <a:lnTo>
                  <a:pt x="2084729" y="363164"/>
                </a:lnTo>
                <a:moveTo>
                  <a:pt x="1612395" y="856680"/>
                </a:moveTo>
                <a:lnTo>
                  <a:pt x="1520455" y="931337"/>
                </a:lnTo>
                <a:moveTo>
                  <a:pt x="1989214" y="636894"/>
                </a:moveTo>
                <a:lnTo>
                  <a:pt x="1981622" y="724524"/>
                </a:lnTo>
                <a:moveTo>
                  <a:pt x="378631" y="1094697"/>
                </a:moveTo>
                <a:lnTo>
                  <a:pt x="366813" y="1076724"/>
                </a:lnTo>
                <a:moveTo>
                  <a:pt x="1972747" y="369996"/>
                </a:moveTo>
                <a:lnTo>
                  <a:pt x="1929790" y="372649"/>
                </a:lnTo>
                <a:moveTo>
                  <a:pt x="2233588" y="443190"/>
                </a:moveTo>
                <a:lnTo>
                  <a:pt x="2206772" y="394775"/>
                </a:lnTo>
                <a:moveTo>
                  <a:pt x="1723330" y="742488"/>
                </a:moveTo>
                <a:lnTo>
                  <a:pt x="1626537" y="836717"/>
                </a:lnTo>
                <a:moveTo>
                  <a:pt x="505551" y="638650"/>
                </a:moveTo>
                <a:lnTo>
                  <a:pt x="462576" y="620204"/>
                </a:lnTo>
                <a:moveTo>
                  <a:pt x="2088467" y="629084"/>
                </a:moveTo>
                <a:lnTo>
                  <a:pt x="1989214" y="636894"/>
                </a:lnTo>
                <a:moveTo>
                  <a:pt x="2076041" y="542493"/>
                </a:moveTo>
                <a:lnTo>
                  <a:pt x="2088467" y="629084"/>
                </a:lnTo>
                <a:moveTo>
                  <a:pt x="467473" y="734030"/>
                </a:moveTo>
                <a:lnTo>
                  <a:pt x="489578" y="819314"/>
                </a:lnTo>
                <a:moveTo>
                  <a:pt x="1729841" y="831475"/>
                </a:moveTo>
                <a:lnTo>
                  <a:pt x="1626537" y="836717"/>
                </a:lnTo>
                <a:moveTo>
                  <a:pt x="505827" y="606981"/>
                </a:moveTo>
                <a:lnTo>
                  <a:pt x="462576" y="620204"/>
                </a:lnTo>
                <a:moveTo>
                  <a:pt x="470122" y="739090"/>
                </a:moveTo>
                <a:lnTo>
                  <a:pt x="489578" y="819314"/>
                </a:lnTo>
                <a:moveTo>
                  <a:pt x="505827" y="606981"/>
                </a:moveTo>
                <a:lnTo>
                  <a:pt x="468371" y="646290"/>
                </a:lnTo>
                <a:moveTo>
                  <a:pt x="1798493" y="1006994"/>
                </a:moveTo>
                <a:lnTo>
                  <a:pt x="1750284" y="1063859"/>
                </a:lnTo>
                <a:moveTo>
                  <a:pt x="2084729" y="363164"/>
                </a:moveTo>
                <a:lnTo>
                  <a:pt x="2074162" y="363918"/>
                </a:lnTo>
                <a:moveTo>
                  <a:pt x="1626537" y="836717"/>
                </a:moveTo>
                <a:lnTo>
                  <a:pt x="1612395" y="856680"/>
                </a:lnTo>
                <a:moveTo>
                  <a:pt x="1624048" y="1040277"/>
                </a:moveTo>
                <a:lnTo>
                  <a:pt x="1608602" y="1017741"/>
                </a:lnTo>
                <a:moveTo>
                  <a:pt x="1580722" y="933981"/>
                </a:moveTo>
                <a:lnTo>
                  <a:pt x="1538076" y="1016977"/>
                </a:lnTo>
                <a:moveTo>
                  <a:pt x="668507" y="1077254"/>
                </a:moveTo>
                <a:lnTo>
                  <a:pt x="667131" y="1164986"/>
                </a:lnTo>
                <a:moveTo>
                  <a:pt x="2117650" y="627900"/>
                </a:moveTo>
                <a:lnTo>
                  <a:pt x="2076041" y="542493"/>
                </a:lnTo>
                <a:moveTo>
                  <a:pt x="497128" y="671559"/>
                </a:moveTo>
                <a:lnTo>
                  <a:pt x="467812" y="702705"/>
                </a:lnTo>
                <a:moveTo>
                  <a:pt x="1725688" y="743367"/>
                </a:moveTo>
                <a:lnTo>
                  <a:pt x="1626537" y="836717"/>
                </a:lnTo>
                <a:moveTo>
                  <a:pt x="2084729" y="363164"/>
                </a:moveTo>
                <a:lnTo>
                  <a:pt x="2079797" y="359543"/>
                </a:lnTo>
                <a:moveTo>
                  <a:pt x="497128" y="671559"/>
                </a:moveTo>
                <a:lnTo>
                  <a:pt x="476897" y="734186"/>
                </a:lnTo>
                <a:moveTo>
                  <a:pt x="2079797" y="359543"/>
                </a:moveTo>
                <a:lnTo>
                  <a:pt x="2074162" y="363918"/>
                </a:lnTo>
                <a:moveTo>
                  <a:pt x="1739262" y="830506"/>
                </a:moveTo>
                <a:lnTo>
                  <a:pt x="1729841" y="831475"/>
                </a:lnTo>
                <a:moveTo>
                  <a:pt x="1981622" y="724524"/>
                </a:moveTo>
                <a:lnTo>
                  <a:pt x="1946767" y="641362"/>
                </a:lnTo>
                <a:moveTo>
                  <a:pt x="1973632" y="548882"/>
                </a:moveTo>
                <a:lnTo>
                  <a:pt x="1989214" y="636894"/>
                </a:lnTo>
                <a:moveTo>
                  <a:pt x="1946767" y="641362"/>
                </a:moveTo>
                <a:lnTo>
                  <a:pt x="1973761" y="725284"/>
                </a:lnTo>
                <a:moveTo>
                  <a:pt x="2076041" y="542493"/>
                </a:moveTo>
                <a:lnTo>
                  <a:pt x="1989214" y="636894"/>
                </a:lnTo>
                <a:moveTo>
                  <a:pt x="1727914" y="711419"/>
                </a:moveTo>
                <a:lnTo>
                  <a:pt x="1723330" y="742488"/>
                </a:lnTo>
                <a:moveTo>
                  <a:pt x="468371" y="646290"/>
                </a:moveTo>
                <a:lnTo>
                  <a:pt x="497128" y="671559"/>
                </a:lnTo>
                <a:moveTo>
                  <a:pt x="2076041" y="542493"/>
                </a:moveTo>
                <a:lnTo>
                  <a:pt x="1973632" y="548882"/>
                </a:lnTo>
                <a:moveTo>
                  <a:pt x="1739262" y="830506"/>
                </a:moveTo>
                <a:lnTo>
                  <a:pt x="1766593" y="918712"/>
                </a:lnTo>
                <a:moveTo>
                  <a:pt x="2084729" y="363164"/>
                </a:moveTo>
                <a:lnTo>
                  <a:pt x="2089452" y="364170"/>
                </a:lnTo>
                <a:moveTo>
                  <a:pt x="1978535" y="729431"/>
                </a:moveTo>
                <a:lnTo>
                  <a:pt x="1897248" y="734245"/>
                </a:lnTo>
                <a:moveTo>
                  <a:pt x="1739262" y="830506"/>
                </a:moveTo>
                <a:lnTo>
                  <a:pt x="1725688" y="743367"/>
                </a:lnTo>
                <a:moveTo>
                  <a:pt x="1723330" y="742488"/>
                </a:moveTo>
                <a:lnTo>
                  <a:pt x="1725688" y="743367"/>
                </a:lnTo>
                <a:moveTo>
                  <a:pt x="2201345" y="533219"/>
                </a:moveTo>
                <a:lnTo>
                  <a:pt x="2131432" y="540373"/>
                </a:lnTo>
                <a:moveTo>
                  <a:pt x="1736656" y="742708"/>
                </a:moveTo>
                <a:lnTo>
                  <a:pt x="1739262" y="830506"/>
                </a:lnTo>
                <a:moveTo>
                  <a:pt x="1775250" y="556721"/>
                </a:moveTo>
                <a:lnTo>
                  <a:pt x="1805872" y="564624"/>
                </a:lnTo>
                <a:moveTo>
                  <a:pt x="1972747" y="369996"/>
                </a:moveTo>
                <a:lnTo>
                  <a:pt x="1972647" y="461111"/>
                </a:lnTo>
                <a:moveTo>
                  <a:pt x="1844273" y="821125"/>
                </a:moveTo>
                <a:lnTo>
                  <a:pt x="1816456" y="740422"/>
                </a:lnTo>
                <a:moveTo>
                  <a:pt x="1766593" y="918712"/>
                </a:moveTo>
                <a:lnTo>
                  <a:pt x="1729841" y="831475"/>
                </a:lnTo>
                <a:moveTo>
                  <a:pt x="2131432" y="540373"/>
                </a:moveTo>
                <a:lnTo>
                  <a:pt x="2117650" y="627900"/>
                </a:lnTo>
                <a:moveTo>
                  <a:pt x="1725688" y="743367"/>
                </a:moveTo>
                <a:lnTo>
                  <a:pt x="1729841" y="831475"/>
                </a:lnTo>
                <a:moveTo>
                  <a:pt x="1989214" y="636894"/>
                </a:moveTo>
                <a:lnTo>
                  <a:pt x="1956142" y="550776"/>
                </a:lnTo>
                <a:moveTo>
                  <a:pt x="1973761" y="725284"/>
                </a:moveTo>
                <a:lnTo>
                  <a:pt x="1897248" y="734245"/>
                </a:lnTo>
                <a:moveTo>
                  <a:pt x="2089452" y="364170"/>
                </a:moveTo>
                <a:lnTo>
                  <a:pt x="2079797" y="359543"/>
                </a:lnTo>
                <a:moveTo>
                  <a:pt x="1897248" y="734245"/>
                </a:moveTo>
                <a:lnTo>
                  <a:pt x="1858239" y="799423"/>
                </a:lnTo>
                <a:moveTo>
                  <a:pt x="1973632" y="548882"/>
                </a:moveTo>
                <a:lnTo>
                  <a:pt x="1956142" y="550776"/>
                </a:lnTo>
                <a:moveTo>
                  <a:pt x="1929790" y="372649"/>
                </a:moveTo>
                <a:lnTo>
                  <a:pt x="1835135" y="435432"/>
                </a:lnTo>
                <a:moveTo>
                  <a:pt x="1728348" y="654011"/>
                </a:moveTo>
                <a:lnTo>
                  <a:pt x="1727914" y="711419"/>
                </a:lnTo>
                <a:moveTo>
                  <a:pt x="1727914" y="711419"/>
                </a:moveTo>
                <a:lnTo>
                  <a:pt x="1725688" y="743367"/>
                </a:lnTo>
                <a:moveTo>
                  <a:pt x="467473" y="734030"/>
                </a:moveTo>
                <a:lnTo>
                  <a:pt x="470122" y="739090"/>
                </a:lnTo>
                <a:moveTo>
                  <a:pt x="1736656" y="742708"/>
                </a:moveTo>
                <a:lnTo>
                  <a:pt x="1727914" y="711419"/>
                </a:lnTo>
                <a:moveTo>
                  <a:pt x="1750284" y="1063859"/>
                </a:moveTo>
                <a:lnTo>
                  <a:pt x="1692200" y="1035607"/>
                </a:lnTo>
                <a:moveTo>
                  <a:pt x="1728348" y="654011"/>
                </a:moveTo>
                <a:lnTo>
                  <a:pt x="1736656" y="742708"/>
                </a:lnTo>
                <a:moveTo>
                  <a:pt x="1972647" y="461111"/>
                </a:moveTo>
                <a:lnTo>
                  <a:pt x="1973632" y="548882"/>
                </a:lnTo>
                <a:moveTo>
                  <a:pt x="1736656" y="742708"/>
                </a:moveTo>
                <a:lnTo>
                  <a:pt x="1725688" y="743367"/>
                </a:lnTo>
                <a:moveTo>
                  <a:pt x="1580722" y="933981"/>
                </a:moveTo>
                <a:lnTo>
                  <a:pt x="1520455" y="931337"/>
                </a:lnTo>
                <a:moveTo>
                  <a:pt x="467812" y="702705"/>
                </a:moveTo>
                <a:lnTo>
                  <a:pt x="467473" y="734030"/>
                </a:lnTo>
                <a:moveTo>
                  <a:pt x="2220913" y="530736"/>
                </a:moveTo>
                <a:lnTo>
                  <a:pt x="2158945" y="452120"/>
                </a:lnTo>
                <a:moveTo>
                  <a:pt x="2131432" y="540373"/>
                </a:moveTo>
                <a:lnTo>
                  <a:pt x="2076041" y="542493"/>
                </a:lnTo>
                <a:moveTo>
                  <a:pt x="1989214" y="636894"/>
                </a:moveTo>
                <a:lnTo>
                  <a:pt x="1946767" y="641362"/>
                </a:lnTo>
                <a:moveTo>
                  <a:pt x="1858239" y="799423"/>
                </a:moveTo>
                <a:lnTo>
                  <a:pt x="1816456" y="740422"/>
                </a:lnTo>
                <a:moveTo>
                  <a:pt x="2074162" y="363918"/>
                </a:moveTo>
                <a:lnTo>
                  <a:pt x="2058588" y="456822"/>
                </a:lnTo>
                <a:moveTo>
                  <a:pt x="476897" y="734186"/>
                </a:moveTo>
                <a:lnTo>
                  <a:pt x="470122" y="739090"/>
                </a:lnTo>
                <a:moveTo>
                  <a:pt x="1766593" y="918712"/>
                </a:moveTo>
                <a:lnTo>
                  <a:pt x="1798493" y="1006994"/>
                </a:lnTo>
                <a:moveTo>
                  <a:pt x="2058588" y="456822"/>
                </a:moveTo>
                <a:lnTo>
                  <a:pt x="1973632" y="548882"/>
                </a:lnTo>
                <a:moveTo>
                  <a:pt x="2206772" y="394775"/>
                </a:moveTo>
                <a:lnTo>
                  <a:pt x="2158945" y="452120"/>
                </a:lnTo>
                <a:moveTo>
                  <a:pt x="1835135" y="435432"/>
                </a:moveTo>
                <a:lnTo>
                  <a:pt x="1826379" y="469811"/>
                </a:lnTo>
                <a:moveTo>
                  <a:pt x="2058588" y="456822"/>
                </a:moveTo>
                <a:lnTo>
                  <a:pt x="2076041" y="542493"/>
                </a:lnTo>
                <a:moveTo>
                  <a:pt x="1956142" y="550776"/>
                </a:moveTo>
                <a:lnTo>
                  <a:pt x="1946767" y="641362"/>
                </a:lnTo>
                <a:moveTo>
                  <a:pt x="1692200" y="1035607"/>
                </a:moveTo>
                <a:lnTo>
                  <a:pt x="1624048" y="1040277"/>
                </a:lnTo>
                <a:moveTo>
                  <a:pt x="2206772" y="394775"/>
                </a:moveTo>
                <a:lnTo>
                  <a:pt x="2149856" y="452922"/>
                </a:lnTo>
                <a:moveTo>
                  <a:pt x="2158945" y="452120"/>
                </a:moveTo>
                <a:lnTo>
                  <a:pt x="2201345" y="533219"/>
                </a:lnTo>
                <a:moveTo>
                  <a:pt x="468371" y="646290"/>
                </a:moveTo>
                <a:lnTo>
                  <a:pt x="467812" y="702705"/>
                </a:lnTo>
                <a:moveTo>
                  <a:pt x="2058588" y="456822"/>
                </a:moveTo>
                <a:lnTo>
                  <a:pt x="1972647" y="461111"/>
                </a:lnTo>
                <a:moveTo>
                  <a:pt x="1973632" y="548882"/>
                </a:moveTo>
                <a:lnTo>
                  <a:pt x="1933841" y="465994"/>
                </a:lnTo>
                <a:moveTo>
                  <a:pt x="462576" y="620204"/>
                </a:moveTo>
                <a:lnTo>
                  <a:pt x="468371" y="646290"/>
                </a:lnTo>
                <a:moveTo>
                  <a:pt x="2084729" y="363164"/>
                </a:moveTo>
                <a:lnTo>
                  <a:pt x="2149856" y="452922"/>
                </a:lnTo>
                <a:moveTo>
                  <a:pt x="1626537" y="836717"/>
                </a:moveTo>
                <a:lnTo>
                  <a:pt x="1685590" y="928452"/>
                </a:lnTo>
                <a:moveTo>
                  <a:pt x="1626537" y="836717"/>
                </a:moveTo>
                <a:lnTo>
                  <a:pt x="1685228" y="928484"/>
                </a:lnTo>
                <a:moveTo>
                  <a:pt x="1826379" y="469811"/>
                </a:moveTo>
                <a:lnTo>
                  <a:pt x="1823483" y="472529"/>
                </a:lnTo>
                <a:moveTo>
                  <a:pt x="2131432" y="540373"/>
                </a:moveTo>
                <a:lnTo>
                  <a:pt x="2058588" y="456822"/>
                </a:lnTo>
                <a:moveTo>
                  <a:pt x="2233588" y="443190"/>
                </a:moveTo>
                <a:lnTo>
                  <a:pt x="2158945" y="452120"/>
                </a:lnTo>
                <a:moveTo>
                  <a:pt x="1728348" y="654011"/>
                </a:moveTo>
                <a:lnTo>
                  <a:pt x="1816456" y="740422"/>
                </a:lnTo>
                <a:moveTo>
                  <a:pt x="1624048" y="1040277"/>
                </a:moveTo>
                <a:lnTo>
                  <a:pt x="1681288" y="1018109"/>
                </a:lnTo>
                <a:moveTo>
                  <a:pt x="1946767" y="641362"/>
                </a:moveTo>
                <a:lnTo>
                  <a:pt x="1897248" y="734245"/>
                </a:lnTo>
                <a:moveTo>
                  <a:pt x="1816456" y="740422"/>
                </a:moveTo>
                <a:lnTo>
                  <a:pt x="1736656" y="742708"/>
                </a:lnTo>
                <a:moveTo>
                  <a:pt x="1612395" y="856680"/>
                </a:moveTo>
                <a:lnTo>
                  <a:pt x="1580722" y="933981"/>
                </a:lnTo>
                <a:moveTo>
                  <a:pt x="1933841" y="465994"/>
                </a:moveTo>
                <a:lnTo>
                  <a:pt x="1956142" y="550776"/>
                </a:lnTo>
                <a:moveTo>
                  <a:pt x="1580722" y="933981"/>
                </a:moveTo>
                <a:lnTo>
                  <a:pt x="1608602" y="1017741"/>
                </a:lnTo>
                <a:moveTo>
                  <a:pt x="1956142" y="550776"/>
                </a:moveTo>
                <a:lnTo>
                  <a:pt x="1884024" y="558517"/>
                </a:lnTo>
                <a:moveTo>
                  <a:pt x="1956142" y="550776"/>
                </a:moveTo>
                <a:lnTo>
                  <a:pt x="1900518" y="646544"/>
                </a:lnTo>
                <a:moveTo>
                  <a:pt x="1972647" y="461111"/>
                </a:moveTo>
                <a:lnTo>
                  <a:pt x="1933841" y="465994"/>
                </a:lnTo>
                <a:moveTo>
                  <a:pt x="1835135" y="435432"/>
                </a:moveTo>
                <a:lnTo>
                  <a:pt x="1823483" y="472529"/>
                </a:lnTo>
                <a:moveTo>
                  <a:pt x="2089452" y="364170"/>
                </a:moveTo>
                <a:lnTo>
                  <a:pt x="2149856" y="452922"/>
                </a:lnTo>
                <a:moveTo>
                  <a:pt x="1729841" y="831475"/>
                </a:moveTo>
                <a:lnTo>
                  <a:pt x="1685590" y="928452"/>
                </a:lnTo>
                <a:moveTo>
                  <a:pt x="1685228" y="928484"/>
                </a:moveTo>
                <a:lnTo>
                  <a:pt x="1612395" y="856680"/>
                </a:lnTo>
                <a:moveTo>
                  <a:pt x="2158945" y="452120"/>
                </a:moveTo>
                <a:lnTo>
                  <a:pt x="2131432" y="540373"/>
                </a:lnTo>
                <a:moveTo>
                  <a:pt x="1805872" y="564624"/>
                </a:moveTo>
                <a:lnTo>
                  <a:pt x="1728348" y="654011"/>
                </a:lnTo>
                <a:moveTo>
                  <a:pt x="1766593" y="918712"/>
                </a:moveTo>
                <a:lnTo>
                  <a:pt x="1685590" y="928452"/>
                </a:lnTo>
                <a:moveTo>
                  <a:pt x="1946767" y="641362"/>
                </a:moveTo>
                <a:lnTo>
                  <a:pt x="1900518" y="646544"/>
                </a:lnTo>
                <a:moveTo>
                  <a:pt x="1826379" y="469811"/>
                </a:moveTo>
                <a:lnTo>
                  <a:pt x="1805872" y="564624"/>
                </a:lnTo>
                <a:moveTo>
                  <a:pt x="2149856" y="452922"/>
                </a:moveTo>
                <a:lnTo>
                  <a:pt x="2131432" y="540373"/>
                </a:lnTo>
                <a:moveTo>
                  <a:pt x="1798493" y="1006994"/>
                </a:moveTo>
                <a:lnTo>
                  <a:pt x="1692200" y="1035607"/>
                </a:lnTo>
                <a:moveTo>
                  <a:pt x="1897248" y="734245"/>
                </a:moveTo>
                <a:lnTo>
                  <a:pt x="1816456" y="740422"/>
                </a:lnTo>
                <a:moveTo>
                  <a:pt x="1681288" y="1018109"/>
                </a:moveTo>
                <a:lnTo>
                  <a:pt x="1608602" y="1017741"/>
                </a:lnTo>
                <a:moveTo>
                  <a:pt x="1799763" y="654612"/>
                </a:moveTo>
                <a:lnTo>
                  <a:pt x="1728348" y="654011"/>
                </a:lnTo>
                <a:moveTo>
                  <a:pt x="1900518" y="646544"/>
                </a:moveTo>
                <a:lnTo>
                  <a:pt x="1897248" y="734245"/>
                </a:lnTo>
                <a:moveTo>
                  <a:pt x="2149856" y="452922"/>
                </a:moveTo>
                <a:lnTo>
                  <a:pt x="2058588" y="456822"/>
                </a:lnTo>
                <a:moveTo>
                  <a:pt x="1884024" y="558517"/>
                </a:moveTo>
                <a:lnTo>
                  <a:pt x="1823483" y="472529"/>
                </a:lnTo>
                <a:moveTo>
                  <a:pt x="1766593" y="918712"/>
                </a:moveTo>
                <a:lnTo>
                  <a:pt x="1720809" y="1016826"/>
                </a:lnTo>
                <a:moveTo>
                  <a:pt x="1933841" y="465994"/>
                </a:moveTo>
                <a:lnTo>
                  <a:pt x="1884024" y="558517"/>
                </a:lnTo>
                <a:moveTo>
                  <a:pt x="1876953" y="470646"/>
                </a:moveTo>
                <a:lnTo>
                  <a:pt x="1823483" y="472529"/>
                </a:lnTo>
                <a:moveTo>
                  <a:pt x="1884024" y="558517"/>
                </a:moveTo>
                <a:lnTo>
                  <a:pt x="1900518" y="646544"/>
                </a:lnTo>
                <a:moveTo>
                  <a:pt x="1897248" y="734245"/>
                </a:moveTo>
                <a:lnTo>
                  <a:pt x="1799763" y="654612"/>
                </a:lnTo>
                <a:moveTo>
                  <a:pt x="1823483" y="472529"/>
                </a:moveTo>
                <a:lnTo>
                  <a:pt x="1805872" y="564624"/>
                </a:lnTo>
                <a:moveTo>
                  <a:pt x="1933841" y="465994"/>
                </a:moveTo>
                <a:lnTo>
                  <a:pt x="1876953" y="470646"/>
                </a:lnTo>
                <a:moveTo>
                  <a:pt x="2158945" y="452120"/>
                </a:moveTo>
                <a:lnTo>
                  <a:pt x="2149856" y="452922"/>
                </a:lnTo>
                <a:moveTo>
                  <a:pt x="1972647" y="461111"/>
                </a:moveTo>
                <a:lnTo>
                  <a:pt x="1904262" y="446115"/>
                </a:lnTo>
                <a:moveTo>
                  <a:pt x="1798493" y="1006994"/>
                </a:moveTo>
                <a:lnTo>
                  <a:pt x="1720809" y="1016826"/>
                </a:lnTo>
                <a:moveTo>
                  <a:pt x="1876953" y="470646"/>
                </a:moveTo>
                <a:lnTo>
                  <a:pt x="1884024" y="558517"/>
                </a:lnTo>
                <a:moveTo>
                  <a:pt x="1884024" y="558517"/>
                </a:moveTo>
                <a:lnTo>
                  <a:pt x="1805872" y="564624"/>
                </a:lnTo>
                <a:moveTo>
                  <a:pt x="1900518" y="646544"/>
                </a:moveTo>
                <a:lnTo>
                  <a:pt x="1805872" y="564624"/>
                </a:lnTo>
                <a:moveTo>
                  <a:pt x="1685228" y="928484"/>
                </a:moveTo>
                <a:lnTo>
                  <a:pt x="1580722" y="933981"/>
                </a:lnTo>
                <a:moveTo>
                  <a:pt x="1685483" y="929791"/>
                </a:moveTo>
                <a:lnTo>
                  <a:pt x="1580722" y="933981"/>
                </a:lnTo>
                <a:moveTo>
                  <a:pt x="1799763" y="654612"/>
                </a:moveTo>
                <a:lnTo>
                  <a:pt x="1816456" y="740422"/>
                </a:lnTo>
                <a:moveTo>
                  <a:pt x="1580722" y="933981"/>
                </a:moveTo>
                <a:lnTo>
                  <a:pt x="1681288" y="1018109"/>
                </a:lnTo>
                <a:moveTo>
                  <a:pt x="1692200" y="1035607"/>
                </a:moveTo>
                <a:lnTo>
                  <a:pt x="1681288" y="1018109"/>
                </a:lnTo>
                <a:moveTo>
                  <a:pt x="1900518" y="646544"/>
                </a:moveTo>
                <a:lnTo>
                  <a:pt x="1799763" y="654612"/>
                </a:lnTo>
                <a:moveTo>
                  <a:pt x="1685590" y="928452"/>
                </a:moveTo>
                <a:lnTo>
                  <a:pt x="1685228" y="928484"/>
                </a:lnTo>
                <a:moveTo>
                  <a:pt x="1685590" y="928452"/>
                </a:moveTo>
                <a:lnTo>
                  <a:pt x="1685483" y="929791"/>
                </a:lnTo>
                <a:moveTo>
                  <a:pt x="1685228" y="928484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23483" y="472529"/>
                </a:lnTo>
                <a:moveTo>
                  <a:pt x="1685483" y="929791"/>
                </a:moveTo>
                <a:lnTo>
                  <a:pt x="1681288" y="1018109"/>
                </a:lnTo>
                <a:moveTo>
                  <a:pt x="1805872" y="564624"/>
                </a:moveTo>
                <a:lnTo>
                  <a:pt x="1799763" y="654612"/>
                </a:lnTo>
                <a:moveTo>
                  <a:pt x="1720809" y="1016826"/>
                </a:moveTo>
                <a:lnTo>
                  <a:pt x="1692200" y="1035607"/>
                </a:lnTo>
                <a:moveTo>
                  <a:pt x="1904262" y="446115"/>
                </a:moveTo>
                <a:lnTo>
                  <a:pt x="1933841" y="465994"/>
                </a:lnTo>
                <a:moveTo>
                  <a:pt x="1685590" y="928452"/>
                </a:moveTo>
                <a:lnTo>
                  <a:pt x="1720809" y="1016826"/>
                </a:lnTo>
                <a:moveTo>
                  <a:pt x="1720809" y="1016826"/>
                </a:moveTo>
                <a:lnTo>
                  <a:pt x="1685483" y="929791"/>
                </a:lnTo>
                <a:moveTo>
                  <a:pt x="1904262" y="446115"/>
                </a:moveTo>
                <a:lnTo>
                  <a:pt x="1876953" y="470646"/>
                </a:lnTo>
                <a:moveTo>
                  <a:pt x="1720809" y="1016826"/>
                </a:moveTo>
                <a:lnTo>
                  <a:pt x="1681288" y="1018109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14" name="9wup_2_build_ReferenceLigand_0">
            <a:extLst>
              <a:ext uri="{FF2B5EF4-FFF2-40B4-BE49-F238E27FC236}">
                <a16:creationId xmlns:a16="http://schemas.microsoft.com/office/drawing/2014/main" id="{47F63B87-9210-4A7D-95D0-253E91717D6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11364" y="6764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5" name="9wup_2_build_ReferenceLigand_1">
            <a:extLst>
              <a:ext uri="{FF2B5EF4-FFF2-40B4-BE49-F238E27FC236}">
                <a16:creationId xmlns:a16="http://schemas.microsoft.com/office/drawing/2014/main" id="{A11A37AA-CEEF-4827-8BF4-6848AADC262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25361" y="7668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6" name="9wup_2_build_ReferenceLigand_2">
            <a:extLst>
              <a:ext uri="{FF2B5EF4-FFF2-40B4-BE49-F238E27FC236}">
                <a16:creationId xmlns:a16="http://schemas.microsoft.com/office/drawing/2014/main" id="{6C17E9A7-6FD1-4FE5-9EBD-62A815DBA35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365083" y="475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7" name="9wup_2_build_ReferenceLigand_3">
            <a:extLst>
              <a:ext uri="{FF2B5EF4-FFF2-40B4-BE49-F238E27FC236}">
                <a16:creationId xmlns:a16="http://schemas.microsoft.com/office/drawing/2014/main" id="{248069CA-C714-42BF-B9D1-1445725BB86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04" y="607722"/>
                </a:moveTo>
                <a:lnTo>
                  <a:pt x="1487463" y="653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8" name="9wup_2_build_ReferenceLigand_4">
            <a:extLst>
              <a:ext uri="{FF2B5EF4-FFF2-40B4-BE49-F238E27FC236}">
                <a16:creationId xmlns:a16="http://schemas.microsoft.com/office/drawing/2014/main" id="{D028E8B4-548C-4946-882C-2CEE83EF065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468480" y="8817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19" name="9wup_2_build_ReferenceLigand_5">
            <a:extLst>
              <a:ext uri="{FF2B5EF4-FFF2-40B4-BE49-F238E27FC236}">
                <a16:creationId xmlns:a16="http://schemas.microsoft.com/office/drawing/2014/main" id="{90F63645-1E50-4B70-94AC-092E7DB9B35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7463" y="653571"/>
                </a:moveTo>
                <a:lnTo>
                  <a:pt x="1554197" y="780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0" name="9wup_2_build_ReferenceLigand_6">
            <a:extLst>
              <a:ext uri="{FF2B5EF4-FFF2-40B4-BE49-F238E27FC236}">
                <a16:creationId xmlns:a16="http://schemas.microsoft.com/office/drawing/2014/main" id="{C5120B4F-85F2-47B3-88C0-A79CA87D8B8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1531" y="651320"/>
                </a:moveTo>
                <a:lnTo>
                  <a:pt x="1353904" y="607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1" name="9wup_2_build_ReferenceLigand_7">
            <a:extLst>
              <a:ext uri="{FF2B5EF4-FFF2-40B4-BE49-F238E27FC236}">
                <a16:creationId xmlns:a16="http://schemas.microsoft.com/office/drawing/2014/main" id="{FA6D0C79-D4BB-4CF5-8658-AFF6DE3B9BD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4197" y="780118"/>
                </a:moveTo>
                <a:lnTo>
                  <a:pt x="1641198" y="787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2" name="9wup_2_build_ReferenceLigand_8">
            <a:extLst>
              <a:ext uri="{FF2B5EF4-FFF2-40B4-BE49-F238E27FC236}">
                <a16:creationId xmlns:a16="http://schemas.microsoft.com/office/drawing/2014/main" id="{2CA03CEE-C120-4DC8-A7A3-788CC528FD6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3400" y="592514"/>
                </a:moveTo>
                <a:lnTo>
                  <a:pt x="1271531" y="6513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3" name="9wup_2_build_ReferenceLigand_9">
            <a:extLst>
              <a:ext uri="{FF2B5EF4-FFF2-40B4-BE49-F238E27FC236}">
                <a16:creationId xmlns:a16="http://schemas.microsoft.com/office/drawing/2014/main" id="{16996B0F-98CD-4B8C-A20D-8781B1187D4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1198" y="787713"/>
                </a:moveTo>
                <a:lnTo>
                  <a:pt x="1593267" y="8134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4" name="9wup_2_build_ReferenceLigand_10">
            <a:extLst>
              <a:ext uri="{FF2B5EF4-FFF2-40B4-BE49-F238E27FC236}">
                <a16:creationId xmlns:a16="http://schemas.microsoft.com/office/drawing/2014/main" id="{C1D39F67-E253-4CBF-8DEA-AD2E59831A1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877499" y="769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5" name="9wup_2_build_ReferenceLigand_11">
            <a:extLst>
              <a:ext uri="{FF2B5EF4-FFF2-40B4-BE49-F238E27FC236}">
                <a16:creationId xmlns:a16="http://schemas.microsoft.com/office/drawing/2014/main" id="{51BE1F44-60ED-437C-8928-B26F7118A5A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6972" y="486419"/>
                </a:moveTo>
                <a:lnTo>
                  <a:pt x="1145794" y="5803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6" name="9wup_2_build_ReferenceLigand_12">
            <a:extLst>
              <a:ext uri="{FF2B5EF4-FFF2-40B4-BE49-F238E27FC236}">
                <a16:creationId xmlns:a16="http://schemas.microsoft.com/office/drawing/2014/main" id="{A7C9E047-3F1B-412C-BD21-0703EE2123E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941504" y="6786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7" name="9wup_2_build_ReferenceLigand_13">
            <a:extLst>
              <a:ext uri="{FF2B5EF4-FFF2-40B4-BE49-F238E27FC236}">
                <a16:creationId xmlns:a16="http://schemas.microsoft.com/office/drawing/2014/main" id="{36243279-A61E-4B3E-BFBA-406C7B424FF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273400" y="5925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8" name="9wup_2_build_ReferenceLigand_14">
            <a:extLst>
              <a:ext uri="{FF2B5EF4-FFF2-40B4-BE49-F238E27FC236}">
                <a16:creationId xmlns:a16="http://schemas.microsoft.com/office/drawing/2014/main" id="{0BE0F0FE-6486-49A6-96A8-3ECAAE090C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5794" y="580326"/>
                </a:moveTo>
                <a:lnTo>
                  <a:pt x="1076753" y="6945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29" name="9wup_2_build_ReferenceLigand_15">
            <a:extLst>
              <a:ext uri="{FF2B5EF4-FFF2-40B4-BE49-F238E27FC236}">
                <a16:creationId xmlns:a16="http://schemas.microsoft.com/office/drawing/2014/main" id="{EF94C9EF-AC24-4A86-AF9F-3BBE979559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6753" y="694583"/>
                </a:moveTo>
                <a:lnTo>
                  <a:pt x="1112129" y="7864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0" name="9wup_2_build_ReferenceLigand_16">
            <a:extLst>
              <a:ext uri="{FF2B5EF4-FFF2-40B4-BE49-F238E27FC236}">
                <a16:creationId xmlns:a16="http://schemas.microsoft.com/office/drawing/2014/main" id="{5BC780FC-D5D5-4BBD-B110-77351D85C0A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3267" y="813440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1" name="9wup_2_build_ReferenceLigand_17">
            <a:extLst>
              <a:ext uri="{FF2B5EF4-FFF2-40B4-BE49-F238E27FC236}">
                <a16:creationId xmlns:a16="http://schemas.microsoft.com/office/drawing/2014/main" id="{C2B48898-83FE-4C79-8A18-E33D334FB32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504" y="678616"/>
                </a:moveTo>
                <a:lnTo>
                  <a:pt x="907174" y="6750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2" name="9wup_2_build_ReferenceLigand_18">
            <a:extLst>
              <a:ext uri="{FF2B5EF4-FFF2-40B4-BE49-F238E27FC236}">
                <a16:creationId xmlns:a16="http://schemas.microsoft.com/office/drawing/2014/main" id="{EAB29BF5-6B71-4BDA-8614-E69E9270EA3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9638" y="895544"/>
                </a:moveTo>
                <a:lnTo>
                  <a:pt x="1791765" y="8359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3" name="9wup_2_build_ReferenceLigand_19">
            <a:extLst>
              <a:ext uri="{FF2B5EF4-FFF2-40B4-BE49-F238E27FC236}">
                <a16:creationId xmlns:a16="http://schemas.microsoft.com/office/drawing/2014/main" id="{467E723B-A363-4288-829E-57352A174C2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79638" y="8955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4" name="9wup_2_build_ReferenceLigand_20">
            <a:extLst>
              <a:ext uri="{FF2B5EF4-FFF2-40B4-BE49-F238E27FC236}">
                <a16:creationId xmlns:a16="http://schemas.microsoft.com/office/drawing/2014/main" id="{50886CEE-4E7A-438B-A770-C4C2626F919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765" y="835967"/>
                </a:moveTo>
                <a:lnTo>
                  <a:pt x="1830214" y="8313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5" name="9wup_2_build_ReferenceLigand_21">
            <a:extLst>
              <a:ext uri="{FF2B5EF4-FFF2-40B4-BE49-F238E27FC236}">
                <a16:creationId xmlns:a16="http://schemas.microsoft.com/office/drawing/2014/main" id="{766DAC7E-7C13-4DA3-B334-5DD50B0A826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7174" y="675012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6" name="9wup_2_build_ReferenceLigand_22">
            <a:extLst>
              <a:ext uri="{FF2B5EF4-FFF2-40B4-BE49-F238E27FC236}">
                <a16:creationId xmlns:a16="http://schemas.microsoft.com/office/drawing/2014/main" id="{C0B7D7FC-4946-4A22-9D0C-34893FA8F2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98576" y="727593"/>
                </a:moveTo>
                <a:lnTo>
                  <a:pt x="2092708" y="7774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7" name="9wup_2_build_ReferenceLigand_23">
            <a:extLst>
              <a:ext uri="{FF2B5EF4-FFF2-40B4-BE49-F238E27FC236}">
                <a16:creationId xmlns:a16="http://schemas.microsoft.com/office/drawing/2014/main" id="{9C9A6D8F-DF4F-4D28-91BF-987CE4889C6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864140" y="255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8" name="9wup_2_build_ReferenceLigand_24">
            <a:extLst>
              <a:ext uri="{FF2B5EF4-FFF2-40B4-BE49-F238E27FC236}">
                <a16:creationId xmlns:a16="http://schemas.microsoft.com/office/drawing/2014/main" id="{2777D67D-FE82-4739-89E9-6733002F6E5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6005" y="451796"/>
                </a:moveTo>
                <a:lnTo>
                  <a:pt x="793231" y="3361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39" name="9wup_2_build_ReferenceLigand_25">
            <a:extLst>
              <a:ext uri="{FF2B5EF4-FFF2-40B4-BE49-F238E27FC236}">
                <a16:creationId xmlns:a16="http://schemas.microsoft.com/office/drawing/2014/main" id="{E038D8C2-F81C-482D-809C-E9DBCB74C4E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6074" y="534791"/>
                </a:moveTo>
                <a:lnTo>
                  <a:pt x="826005" y="4517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0" name="9wup_2_build_ReferenceLigand_26">
            <a:extLst>
              <a:ext uri="{FF2B5EF4-FFF2-40B4-BE49-F238E27FC236}">
                <a16:creationId xmlns:a16="http://schemas.microsoft.com/office/drawing/2014/main" id="{8F211315-7C31-48DE-B027-67BD0F29F9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382" y="650236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1" name="9wup_2_build_ReferenceLigand_27">
            <a:extLst>
              <a:ext uri="{FF2B5EF4-FFF2-40B4-BE49-F238E27FC236}">
                <a16:creationId xmlns:a16="http://schemas.microsoft.com/office/drawing/2014/main" id="{4A2F527D-A97F-4072-9CB3-FF6435C529B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0246" y="617660"/>
                </a:moveTo>
                <a:lnTo>
                  <a:pt x="2198576" y="7275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2" name="9wup_2_build_ReferenceLigand_28">
            <a:extLst>
              <a:ext uri="{FF2B5EF4-FFF2-40B4-BE49-F238E27FC236}">
                <a16:creationId xmlns:a16="http://schemas.microsoft.com/office/drawing/2014/main" id="{4331D77A-8F7E-4E40-8766-28B35D74FF0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780382" y="6502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3" name="9wup_2_build_ReferenceLigand_29">
            <a:extLst>
              <a:ext uri="{FF2B5EF4-FFF2-40B4-BE49-F238E27FC236}">
                <a16:creationId xmlns:a16="http://schemas.microsoft.com/office/drawing/2014/main" id="{2ADE17FE-D990-4B02-BEA0-A69377B0247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7156" y="860973"/>
                </a:moveTo>
                <a:lnTo>
                  <a:pt x="698155" y="7402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4" name="9wup_2_build_ReferenceLigand_30">
            <a:extLst>
              <a:ext uri="{FF2B5EF4-FFF2-40B4-BE49-F238E27FC236}">
                <a16:creationId xmlns:a16="http://schemas.microsoft.com/office/drawing/2014/main" id="{76BCC119-97F7-439D-B9B7-D6C93CADFD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727156" y="860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5" name="9wup_2_build_ReferenceLigand_31">
            <a:extLst>
              <a:ext uri="{FF2B5EF4-FFF2-40B4-BE49-F238E27FC236}">
                <a16:creationId xmlns:a16="http://schemas.microsoft.com/office/drawing/2014/main" id="{50444F2C-F8E5-4A5C-AC92-50CD75BD929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93231" y="336132"/>
                </a:moveTo>
                <a:lnTo>
                  <a:pt x="673302" y="3088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6" name="9wup_2_build_ReferenceLigand_32">
            <a:extLst>
              <a:ext uri="{FF2B5EF4-FFF2-40B4-BE49-F238E27FC236}">
                <a16:creationId xmlns:a16="http://schemas.microsoft.com/office/drawing/2014/main" id="{F1A75171-7AFD-4D22-93F5-72C9C7F0907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0972" y="947475"/>
                </a:moveTo>
                <a:lnTo>
                  <a:pt x="675973" y="10753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7" name="9wup_2_build_ReferenceLigand_33">
            <a:extLst>
              <a:ext uri="{FF2B5EF4-FFF2-40B4-BE49-F238E27FC236}">
                <a16:creationId xmlns:a16="http://schemas.microsoft.com/office/drawing/2014/main" id="{2BC50901-3582-4FF3-A559-790F843F90D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746074" y="5347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8" name="9wup_2_build_ReferenceLigand_34">
            <a:extLst>
              <a:ext uri="{FF2B5EF4-FFF2-40B4-BE49-F238E27FC236}">
                <a16:creationId xmlns:a16="http://schemas.microsoft.com/office/drawing/2014/main" id="{AFA657DF-B3C1-41B1-8A8F-E59BBAF8DC7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8155" y="740213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49" name="9wup_2_build_ReferenceLigand_35">
            <a:extLst>
              <a:ext uri="{FF2B5EF4-FFF2-40B4-BE49-F238E27FC236}">
                <a16:creationId xmlns:a16="http://schemas.microsoft.com/office/drawing/2014/main" id="{E4DD991C-AEE9-4607-96DA-86B7C661111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708" y="777493"/>
                </a:moveTo>
                <a:lnTo>
                  <a:pt x="2012175" y="70275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0" name="9wup_2_build_ReferenceLigand_36">
            <a:extLst>
              <a:ext uri="{FF2B5EF4-FFF2-40B4-BE49-F238E27FC236}">
                <a16:creationId xmlns:a16="http://schemas.microsoft.com/office/drawing/2014/main" id="{D329DB43-DE20-4187-BDBA-9EC51D2BE41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640972" y="947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1" name="9wup_2_build_ReferenceLigand_37">
            <a:extLst>
              <a:ext uri="{FF2B5EF4-FFF2-40B4-BE49-F238E27FC236}">
                <a16:creationId xmlns:a16="http://schemas.microsoft.com/office/drawing/2014/main" id="{C4EE64E1-BEEC-468B-A2D9-5B586CB92A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302" y="308850"/>
                </a:moveTo>
                <a:lnTo>
                  <a:pt x="582243" y="387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2" name="9wup_2_build_ReferenceLigand_38">
            <a:extLst>
              <a:ext uri="{FF2B5EF4-FFF2-40B4-BE49-F238E27FC236}">
                <a16:creationId xmlns:a16="http://schemas.microsoft.com/office/drawing/2014/main" id="{041E339E-32F2-4995-BB90-7A5F456E3E5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621149" y="512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3" name="9wup_2_build_ReferenceLigand_39">
            <a:extLst>
              <a:ext uri="{FF2B5EF4-FFF2-40B4-BE49-F238E27FC236}">
                <a16:creationId xmlns:a16="http://schemas.microsoft.com/office/drawing/2014/main" id="{1269D1DF-2A55-425D-8439-F6343B70BB6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1149" y="512885"/>
                </a:moveTo>
                <a:lnTo>
                  <a:pt x="542227" y="5950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4" name="9wup_2_build_ReferenceLigand_40">
            <a:extLst>
              <a:ext uri="{FF2B5EF4-FFF2-40B4-BE49-F238E27FC236}">
                <a16:creationId xmlns:a16="http://schemas.microsoft.com/office/drawing/2014/main" id="{B1F4A6E0-C961-439D-84F2-B1E77F45E11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2227" y="595092"/>
                </a:moveTo>
                <a:lnTo>
                  <a:pt x="577644" y="7093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5" name="9wup_2_build_ReferenceLigand_41">
            <a:extLst>
              <a:ext uri="{FF2B5EF4-FFF2-40B4-BE49-F238E27FC236}">
                <a16:creationId xmlns:a16="http://schemas.microsoft.com/office/drawing/2014/main" id="{6DD82276-F395-4C56-8114-A911B523AB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644" y="709386"/>
                </a:moveTo>
                <a:lnTo>
                  <a:pt x="490830" y="798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6" name="9wup_2_build_ReferenceLigand_42">
            <a:extLst>
              <a:ext uri="{FF2B5EF4-FFF2-40B4-BE49-F238E27FC236}">
                <a16:creationId xmlns:a16="http://schemas.microsoft.com/office/drawing/2014/main" id="{1A226DFB-AD74-4474-8CD0-AE50CC09DD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830" y="798686"/>
                </a:moveTo>
                <a:lnTo>
                  <a:pt x="519658" y="9167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7" name="9wup_2_build_ReferenceLigand_43">
            <a:extLst>
              <a:ext uri="{FF2B5EF4-FFF2-40B4-BE49-F238E27FC236}">
                <a16:creationId xmlns:a16="http://schemas.microsoft.com/office/drawing/2014/main" id="{B26601F8-43EB-44CF-A7EE-30B95DFE95A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9658" y="916713"/>
                </a:moveTo>
                <a:lnTo>
                  <a:pt x="426270" y="10109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8" name="9wup_2_build_ReferenceLigand_44">
            <a:extLst>
              <a:ext uri="{FF2B5EF4-FFF2-40B4-BE49-F238E27FC236}">
                <a16:creationId xmlns:a16="http://schemas.microsoft.com/office/drawing/2014/main" id="{E672A3E8-03B1-44A2-90DE-7AE492B788D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2243" y="387500"/>
                </a:moveTo>
                <a:lnTo>
                  <a:pt x="479946" y="3577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9" name="9wup_2_build_ReferenceLigand_45">
            <a:extLst>
              <a:ext uri="{FF2B5EF4-FFF2-40B4-BE49-F238E27FC236}">
                <a16:creationId xmlns:a16="http://schemas.microsoft.com/office/drawing/2014/main" id="{05E1CEDC-AFDD-47BB-8EAD-58E5EE78C29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230246" y="6176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0" name="9wup_2_build_ReferenceLigand_46">
            <a:extLst>
              <a:ext uri="{FF2B5EF4-FFF2-40B4-BE49-F238E27FC236}">
                <a16:creationId xmlns:a16="http://schemas.microsoft.com/office/drawing/2014/main" id="{46756D0D-29BE-4F17-B6CC-59BA2794498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4726" y="930158"/>
                </a:moveTo>
                <a:lnTo>
                  <a:pt x="1681297" y="10482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1" name="9wup_2_build_ReferenceLigand_47">
            <a:extLst>
              <a:ext uri="{FF2B5EF4-FFF2-40B4-BE49-F238E27FC236}">
                <a16:creationId xmlns:a16="http://schemas.microsoft.com/office/drawing/2014/main" id="{27CDBDC9-6B12-4F0E-9AF8-94A040069DC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2" name="9wup_2_build_ReferenceLigand_48">
            <a:extLst>
              <a:ext uri="{FF2B5EF4-FFF2-40B4-BE49-F238E27FC236}">
                <a16:creationId xmlns:a16="http://schemas.microsoft.com/office/drawing/2014/main" id="{540C1116-BAEB-4166-82B2-B2EBBDD7BC8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1894325" y="72263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3" name="9wup_2_build_ReferenceLigand_49">
            <a:extLst>
              <a:ext uri="{FF2B5EF4-FFF2-40B4-BE49-F238E27FC236}">
                <a16:creationId xmlns:a16="http://schemas.microsoft.com/office/drawing/2014/main" id="{67FF791B-EBF7-4870-AB10-34C49B0CE01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175" y="702754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4" name="9wup_2_build_ReferenceLigand_50">
            <a:extLst>
              <a:ext uri="{FF2B5EF4-FFF2-40B4-BE49-F238E27FC236}">
                <a16:creationId xmlns:a16="http://schemas.microsoft.com/office/drawing/2014/main" id="{3AF64651-F2EC-4DDE-9D7B-1D64DC98B01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1622" y="586117"/>
                </a:moveTo>
                <a:lnTo>
                  <a:pt x="2148426" y="54345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5" name="9wup_2_build_ReferenceLigand_51">
            <a:extLst>
              <a:ext uri="{FF2B5EF4-FFF2-40B4-BE49-F238E27FC236}">
                <a16:creationId xmlns:a16="http://schemas.microsoft.com/office/drawing/2014/main" id="{F6D2249D-02D8-442C-9612-6E7E0CDC7E2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8426" y="543452"/>
                </a:moveTo>
                <a:lnTo>
                  <a:pt x="2179888" y="43309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6" name="9wup_2_build_ReferenceLigand_52">
            <a:extLst>
              <a:ext uri="{FF2B5EF4-FFF2-40B4-BE49-F238E27FC236}">
                <a16:creationId xmlns:a16="http://schemas.microsoft.com/office/drawing/2014/main" id="{CEB5A0EB-7FDC-4D05-A673-8BBEAAE58CD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0214" y="831314"/>
                </a:moveTo>
                <a:lnTo>
                  <a:pt x="1717977" y="8443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7" name="9wup_2_build_ReferenceLigand_53">
            <a:extLst>
              <a:ext uri="{FF2B5EF4-FFF2-40B4-BE49-F238E27FC236}">
                <a16:creationId xmlns:a16="http://schemas.microsoft.com/office/drawing/2014/main" id="{00CEF657-E50C-4698-A543-1E34270EC4F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644726" y="9301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8" name="9wup_2_build_ReferenceLigand_54">
            <a:extLst>
              <a:ext uri="{FF2B5EF4-FFF2-40B4-BE49-F238E27FC236}">
                <a16:creationId xmlns:a16="http://schemas.microsoft.com/office/drawing/2014/main" id="{0687F1C7-186C-4145-8BD2-EE137E04E62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325" y="722633"/>
                </a:moveTo>
                <a:lnTo>
                  <a:pt x="1849893" y="61861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9" name="9wup_2_build_ReferenceLigand_55">
            <a:extLst>
              <a:ext uri="{FF2B5EF4-FFF2-40B4-BE49-F238E27FC236}">
                <a16:creationId xmlns:a16="http://schemas.microsoft.com/office/drawing/2014/main" id="{F6423208-BE9F-4ECA-8C60-455A77B0A9A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8834" y="535219"/>
                </a:moveTo>
                <a:lnTo>
                  <a:pt x="2031622" y="5861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0" name="9wup_2_build_ReferenceLigand_56">
            <a:extLst>
              <a:ext uri="{FF2B5EF4-FFF2-40B4-BE49-F238E27FC236}">
                <a16:creationId xmlns:a16="http://schemas.microsoft.com/office/drawing/2014/main" id="{F25458EA-7E97-47FE-9C69-0436F56169C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893" y="618614"/>
                </a:moveTo>
                <a:lnTo>
                  <a:pt x="1928834" y="5352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1" name="9wup_2_build_ReferenceLigand_57">
            <a:extLst>
              <a:ext uri="{FF2B5EF4-FFF2-40B4-BE49-F238E27FC236}">
                <a16:creationId xmlns:a16="http://schemas.microsoft.com/office/drawing/2014/main" id="{ED89B086-F593-4460-B7CF-2AF8495C557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977" y="844345"/>
                </a:moveTo>
                <a:lnTo>
                  <a:pt x="1738682" y="8894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wup_2_build_PredictedLigand_0">
            <a:extLst>
              <a:ext uri="{FF2B5EF4-FFF2-40B4-BE49-F238E27FC236}">
                <a16:creationId xmlns:a16="http://schemas.microsoft.com/office/drawing/2014/main" id="{AF7E647D-6C32-4DF7-BE8F-13ADB89E3FB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01675" y="6705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3" name="9wup_2_build_PredictedLigand_1">
            <a:extLst>
              <a:ext uri="{FF2B5EF4-FFF2-40B4-BE49-F238E27FC236}">
                <a16:creationId xmlns:a16="http://schemas.microsoft.com/office/drawing/2014/main" id="{255E476F-7D51-4777-B85C-1B9E64EFB9F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361275" y="48830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4" name="9wup_2_build_PredictedLigand_2">
            <a:extLst>
              <a:ext uri="{FF2B5EF4-FFF2-40B4-BE49-F238E27FC236}">
                <a16:creationId xmlns:a16="http://schemas.microsoft.com/office/drawing/2014/main" id="{F722AB06-8AB2-4E52-AF9B-C632114AF38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91486" y="7458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5" name="9wup_2_build_PredictedLigand_3">
            <a:extLst>
              <a:ext uri="{FF2B5EF4-FFF2-40B4-BE49-F238E27FC236}">
                <a16:creationId xmlns:a16="http://schemas.microsoft.com/office/drawing/2014/main" id="{9D9C8B9E-96B5-4E12-8E46-9AB4E2DD64E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546" y="615488"/>
                </a:moveTo>
                <a:lnTo>
                  <a:pt x="1317137" y="6167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6" name="9wup_2_build_PredictedLigand_4">
            <a:extLst>
              <a:ext uri="{FF2B5EF4-FFF2-40B4-BE49-F238E27FC236}">
                <a16:creationId xmlns:a16="http://schemas.microsoft.com/office/drawing/2014/main" id="{8B76EB97-D6B0-4311-A257-1516E9B359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7137" y="616723"/>
                </a:moveTo>
                <a:lnTo>
                  <a:pt x="1405676" y="666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7" name="9wup_2_build_PredictedLigand_5">
            <a:extLst>
              <a:ext uri="{FF2B5EF4-FFF2-40B4-BE49-F238E27FC236}">
                <a16:creationId xmlns:a16="http://schemas.microsoft.com/office/drawing/2014/main" id="{3AA94150-8F88-4ED2-88A8-75CF3262BC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441219" y="8793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8" name="9wup_2_build_PredictedLigand_6">
            <a:extLst>
              <a:ext uri="{FF2B5EF4-FFF2-40B4-BE49-F238E27FC236}">
                <a16:creationId xmlns:a16="http://schemas.microsoft.com/office/drawing/2014/main" id="{A81F7D68-4F85-4974-8828-6B818E16FBA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5676" y="666169"/>
                </a:moveTo>
                <a:lnTo>
                  <a:pt x="1496174" y="7684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79" name="9wup_2_build_PredictedLigand_7">
            <a:extLst>
              <a:ext uri="{FF2B5EF4-FFF2-40B4-BE49-F238E27FC236}">
                <a16:creationId xmlns:a16="http://schemas.microsoft.com/office/drawing/2014/main" id="{C65A6077-1E60-4092-B15A-56D7C8C6E48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6174" y="768447"/>
                </a:moveTo>
                <a:lnTo>
                  <a:pt x="1528158" y="7637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0" name="9wup_2_build_PredictedLigand_8">
            <a:extLst>
              <a:ext uri="{FF2B5EF4-FFF2-40B4-BE49-F238E27FC236}">
                <a16:creationId xmlns:a16="http://schemas.microsoft.com/office/drawing/2014/main" id="{1AC57B7B-0075-4D36-AB18-D5E0A88B3F6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3474" y="630957"/>
                </a:moveTo>
                <a:lnTo>
                  <a:pt x="1194546" y="6154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1" name="9wup_2_build_PredictedLigand_9">
            <a:extLst>
              <a:ext uri="{FF2B5EF4-FFF2-40B4-BE49-F238E27FC236}">
                <a16:creationId xmlns:a16="http://schemas.microsoft.com/office/drawing/2014/main" id="{59E1A3AE-9AAB-488A-87BD-28F2050B77C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697" y="635348"/>
                </a:moveTo>
                <a:lnTo>
                  <a:pt x="1091461" y="67757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2" name="9wup_2_build_PredictedLigand_10">
            <a:extLst>
              <a:ext uri="{FF2B5EF4-FFF2-40B4-BE49-F238E27FC236}">
                <a16:creationId xmlns:a16="http://schemas.microsoft.com/office/drawing/2014/main" id="{2F4B2FF2-F2A3-4373-93FB-A13C5105FC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213474" y="6309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3" name="9wup_2_build_PredictedLigand_11">
            <a:extLst>
              <a:ext uri="{FF2B5EF4-FFF2-40B4-BE49-F238E27FC236}">
                <a16:creationId xmlns:a16="http://schemas.microsoft.com/office/drawing/2014/main" id="{F751D5CF-DDC8-4A22-AEEE-E26EB9D8942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158" y="763777"/>
                </a:moveTo>
                <a:lnTo>
                  <a:pt x="1646919" y="7554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4" name="9wup_2_build_PredictedLigand_12">
            <a:extLst>
              <a:ext uri="{FF2B5EF4-FFF2-40B4-BE49-F238E27FC236}">
                <a16:creationId xmlns:a16="http://schemas.microsoft.com/office/drawing/2014/main" id="{2B85CA8B-6D74-4193-94CE-391C7278EDC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1461" y="677578"/>
                </a:moveTo>
                <a:lnTo>
                  <a:pt x="1088299" y="7148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5" name="9wup_2_build_PredictedLigand_13">
            <a:extLst>
              <a:ext uri="{FF2B5EF4-FFF2-40B4-BE49-F238E27FC236}">
                <a16:creationId xmlns:a16="http://schemas.microsoft.com/office/drawing/2014/main" id="{6CEB78BB-E9F9-4D67-9CBD-EDB7DE9733B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6919" y="755400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6" name="9wup_2_build_PredictedLigand_14">
            <a:extLst>
              <a:ext uri="{FF2B5EF4-FFF2-40B4-BE49-F238E27FC236}">
                <a16:creationId xmlns:a16="http://schemas.microsoft.com/office/drawing/2014/main" id="{C43309D2-C920-43CB-9AEE-9CCFA655D12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1096015" y="8263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7" name="9wup_2_build_PredictedLigand_15">
            <a:extLst>
              <a:ext uri="{FF2B5EF4-FFF2-40B4-BE49-F238E27FC236}">
                <a16:creationId xmlns:a16="http://schemas.microsoft.com/office/drawing/2014/main" id="{5AC1BFEB-DF7E-4A88-B3A6-9AD3FFBBCFD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8299" y="714876"/>
                </a:moveTo>
                <a:lnTo>
                  <a:pt x="974785" y="654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8" name="9wup_2_build_PredictedLigand_16">
            <a:extLst>
              <a:ext uri="{FF2B5EF4-FFF2-40B4-BE49-F238E27FC236}">
                <a16:creationId xmlns:a16="http://schemas.microsoft.com/office/drawing/2014/main" id="{B2CDD71A-2C9F-47D6-8AC1-E587F47760A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3587" y="658635"/>
                </a:moveTo>
                <a:lnTo>
                  <a:pt x="2250847" y="6851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89" name="9wup_2_build_PredictedLigand_17">
            <a:extLst>
              <a:ext uri="{FF2B5EF4-FFF2-40B4-BE49-F238E27FC236}">
                <a16:creationId xmlns:a16="http://schemas.microsoft.com/office/drawing/2014/main" id="{12180B99-BC9A-4244-B381-C913771DDA2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60276" y="78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0" name="9wup_2_build_PredictedLigand_18">
            <a:extLst>
              <a:ext uri="{FF2B5EF4-FFF2-40B4-BE49-F238E27FC236}">
                <a16:creationId xmlns:a16="http://schemas.microsoft.com/office/drawing/2014/main" id="{4B14DD8C-8A44-4BAF-BECE-F6DB26DEB19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0847" y="685190"/>
                </a:moveTo>
                <a:lnTo>
                  <a:pt x="2151382" y="7452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1" name="9wup_2_build_PredictedLigand_19">
            <a:extLst>
              <a:ext uri="{FF2B5EF4-FFF2-40B4-BE49-F238E27FC236}">
                <a16:creationId xmlns:a16="http://schemas.microsoft.com/office/drawing/2014/main" id="{B71D58DF-3A67-4A9E-A541-BCD82299C0D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1382" y="745226"/>
                </a:moveTo>
                <a:lnTo>
                  <a:pt x="2101811" y="636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2" name="9wup_2_build_PredictedLigand_20">
            <a:extLst>
              <a:ext uri="{FF2B5EF4-FFF2-40B4-BE49-F238E27FC236}">
                <a16:creationId xmlns:a16="http://schemas.microsoft.com/office/drawing/2014/main" id="{6B7046BB-4982-42B7-B94F-135F434BD7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52168" y="824812"/>
                </a:moveTo>
                <a:lnTo>
                  <a:pt x="725770" y="8546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3" name="9wup_2_build_PredictedLigand_21">
            <a:extLst>
              <a:ext uri="{FF2B5EF4-FFF2-40B4-BE49-F238E27FC236}">
                <a16:creationId xmlns:a16="http://schemas.microsoft.com/office/drawing/2014/main" id="{4745974E-A6AF-4636-BBDC-C62AB7F01B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0276" y="785226"/>
                </a:moveTo>
                <a:lnTo>
                  <a:pt x="1738432" y="70000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4" name="9wup_2_build_PredictedLigand_22">
            <a:extLst>
              <a:ext uri="{FF2B5EF4-FFF2-40B4-BE49-F238E27FC236}">
                <a16:creationId xmlns:a16="http://schemas.microsoft.com/office/drawing/2014/main" id="{3CC60402-7B83-489E-9085-9C2C7F73CE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449065" y="8632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5" name="9wup_2_build_PredictedLigand_23">
            <a:extLst>
              <a:ext uri="{FF2B5EF4-FFF2-40B4-BE49-F238E27FC236}">
                <a16:creationId xmlns:a16="http://schemas.microsoft.com/office/drawing/2014/main" id="{F2BBD900-ACDD-4908-97BC-E7444BE4059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6" name="9wup_2_build_PredictedLigand_24">
            <a:extLst>
              <a:ext uri="{FF2B5EF4-FFF2-40B4-BE49-F238E27FC236}">
                <a16:creationId xmlns:a16="http://schemas.microsoft.com/office/drawing/2014/main" id="{B2DE2BC1-EF61-424F-8204-CA7A1A4B10F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1026793" y="5620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7" name="9wup_2_build_PredictedLigand_25">
            <a:extLst>
              <a:ext uri="{FF2B5EF4-FFF2-40B4-BE49-F238E27FC236}">
                <a16:creationId xmlns:a16="http://schemas.microsoft.com/office/drawing/2014/main" id="{6ACFAC77-642B-4B9B-B795-72BF72F28F3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6058" y="688747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8" name="9wup_2_build_PredictedLigand_26">
            <a:extLst>
              <a:ext uri="{FF2B5EF4-FFF2-40B4-BE49-F238E27FC236}">
                <a16:creationId xmlns:a16="http://schemas.microsoft.com/office/drawing/2014/main" id="{50C66A30-E5DD-4EF2-9449-C7C8D739A59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2470" y="859998"/>
                </a:moveTo>
                <a:lnTo>
                  <a:pt x="561762" y="8259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799" name="9wup_2_build_PredictedLigand_27">
            <a:extLst>
              <a:ext uri="{FF2B5EF4-FFF2-40B4-BE49-F238E27FC236}">
                <a16:creationId xmlns:a16="http://schemas.microsoft.com/office/drawing/2014/main" id="{612064AC-9D38-4344-AEC3-28428DB1515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40676" y="1782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0" name="9wup_2_build_PredictedLigand_28">
            <a:extLst>
              <a:ext uri="{FF2B5EF4-FFF2-40B4-BE49-F238E27FC236}">
                <a16:creationId xmlns:a16="http://schemas.microsoft.com/office/drawing/2014/main" id="{9483F4BC-EA88-467E-BD02-2B77A6BFF77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52168" y="8248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1" name="9wup_2_build_PredictedLigand_29">
            <a:extLst>
              <a:ext uri="{FF2B5EF4-FFF2-40B4-BE49-F238E27FC236}">
                <a16:creationId xmlns:a16="http://schemas.microsoft.com/office/drawing/2014/main" id="{823F77A4-1D1B-4355-8911-AF7C2C9D562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710170" y="90864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2" name="9wup_2_build_PredictedLigand_30">
            <a:extLst>
              <a:ext uri="{FF2B5EF4-FFF2-40B4-BE49-F238E27FC236}">
                <a16:creationId xmlns:a16="http://schemas.microsoft.com/office/drawing/2014/main" id="{6566774D-CF2A-4845-8303-2166B9F3278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85" y="654134"/>
                </a:moveTo>
                <a:lnTo>
                  <a:pt x="892851" y="7098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3" name="9wup_2_build_PredictedLigand_31">
            <a:extLst>
              <a:ext uri="{FF2B5EF4-FFF2-40B4-BE49-F238E27FC236}">
                <a16:creationId xmlns:a16="http://schemas.microsoft.com/office/drawing/2014/main" id="{D3855CB9-F65E-4F10-9AEB-158F3B9888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299" y="1086618"/>
                </a:moveTo>
                <a:lnTo>
                  <a:pt x="532470" y="8599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4" name="9wup_2_build_PredictedLigand_32">
            <a:extLst>
              <a:ext uri="{FF2B5EF4-FFF2-40B4-BE49-F238E27FC236}">
                <a16:creationId xmlns:a16="http://schemas.microsoft.com/office/drawing/2014/main" id="{8224FF68-F6DE-4187-98BC-F6D8FA70E27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0170" y="908649"/>
                </a:moveTo>
                <a:lnTo>
                  <a:pt x="1646970" y="9710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5" name="9wup_2_build_PredictedLigand_33">
            <a:extLst>
              <a:ext uri="{FF2B5EF4-FFF2-40B4-BE49-F238E27FC236}">
                <a16:creationId xmlns:a16="http://schemas.microsoft.com/office/drawing/2014/main" id="{CEE2B065-7E02-48AC-8042-1B87BA65BA8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16" y="452665"/>
                </a:moveTo>
                <a:lnTo>
                  <a:pt x="2137835" y="5439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6" name="9wup_2_build_PredictedLigand_34">
            <a:extLst>
              <a:ext uri="{FF2B5EF4-FFF2-40B4-BE49-F238E27FC236}">
                <a16:creationId xmlns:a16="http://schemas.microsoft.com/office/drawing/2014/main" id="{118957F9-BA26-4E1C-9645-26485F2DED9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921858" y="1848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7" name="9wup_2_build_PredictedLigand_35">
            <a:extLst>
              <a:ext uri="{FF2B5EF4-FFF2-40B4-BE49-F238E27FC236}">
                <a16:creationId xmlns:a16="http://schemas.microsoft.com/office/drawing/2014/main" id="{AFE4DF33-E386-418B-B9FF-DA5FBA5EFA2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1762" y="825933"/>
                </a:moveTo>
                <a:lnTo>
                  <a:pt x="549081" y="57065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8" name="9wup_2_build_PredictedLigand_36">
            <a:extLst>
              <a:ext uri="{FF2B5EF4-FFF2-40B4-BE49-F238E27FC236}">
                <a16:creationId xmlns:a16="http://schemas.microsoft.com/office/drawing/2014/main" id="{F4B3671F-C9DF-43DF-82B3-D3EB2FECEAC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293587" y="658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09" name="9wup_2_build_PredictedLigand_37">
            <a:extLst>
              <a:ext uri="{FF2B5EF4-FFF2-40B4-BE49-F238E27FC236}">
                <a16:creationId xmlns:a16="http://schemas.microsoft.com/office/drawing/2014/main" id="{8352F7A8-C90B-418A-8122-FBB3394B574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0" name="9wup_2_build_PredictedLigand_38">
            <a:extLst>
              <a:ext uri="{FF2B5EF4-FFF2-40B4-BE49-F238E27FC236}">
                <a16:creationId xmlns:a16="http://schemas.microsoft.com/office/drawing/2014/main" id="{363E3C50-D9F0-4F22-8434-7DCFB4879BF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2851" y="709862"/>
                </a:moveTo>
                <a:lnTo>
                  <a:pt x="766058" y="6887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1" name="9wup_2_build_PredictedLigand_39">
            <a:extLst>
              <a:ext uri="{FF2B5EF4-FFF2-40B4-BE49-F238E27FC236}">
                <a16:creationId xmlns:a16="http://schemas.microsoft.com/office/drawing/2014/main" id="{04A079D7-6213-436C-A1E0-D362A9C8BC2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3405" y="543295"/>
                </a:moveTo>
                <a:lnTo>
                  <a:pt x="1992216" y="4526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2" name="9wup_2_build_PredictedLigand_40">
            <a:extLst>
              <a:ext uri="{FF2B5EF4-FFF2-40B4-BE49-F238E27FC236}">
                <a16:creationId xmlns:a16="http://schemas.microsoft.com/office/drawing/2014/main" id="{651F9A69-30A0-495F-BC18-D616BBEDB88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081" y="570654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3" name="9wup_2_build_PredictedLigand_41">
            <a:extLst>
              <a:ext uri="{FF2B5EF4-FFF2-40B4-BE49-F238E27FC236}">
                <a16:creationId xmlns:a16="http://schemas.microsoft.com/office/drawing/2014/main" id="{27681F78-81BD-4215-ACEE-9C4B3D87B46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8432" y="700001"/>
                </a:moveTo>
                <a:lnTo>
                  <a:pt x="1838587" y="7587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4" name="9wup_2_build_PredictedLigand_42">
            <a:extLst>
              <a:ext uri="{FF2B5EF4-FFF2-40B4-BE49-F238E27FC236}">
                <a16:creationId xmlns:a16="http://schemas.microsoft.com/office/drawing/2014/main" id="{4CDD54DD-6F65-4731-85A6-63B8172F2B0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591908" y="1408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5" name="9wup_2_build_PredictedLigand_43">
            <a:extLst>
              <a:ext uri="{FF2B5EF4-FFF2-40B4-BE49-F238E27FC236}">
                <a16:creationId xmlns:a16="http://schemas.microsoft.com/office/drawing/2014/main" id="{95F0A91F-4C46-43CA-941B-96A0D84F515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8089" y="392496"/>
                </a:moveTo>
                <a:lnTo>
                  <a:pt x="755100" y="50389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6" name="9wup_2_build_PredictedLigand_44">
            <a:extLst>
              <a:ext uri="{FF2B5EF4-FFF2-40B4-BE49-F238E27FC236}">
                <a16:creationId xmlns:a16="http://schemas.microsoft.com/office/drawing/2014/main" id="{7B2CDE8C-FA29-4F7F-BD2C-2D12880CF28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40699" y="8802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7" name="9wup_2_build_PredictedLigand_45">
            <a:extLst>
              <a:ext uri="{FF2B5EF4-FFF2-40B4-BE49-F238E27FC236}">
                <a16:creationId xmlns:a16="http://schemas.microsoft.com/office/drawing/2014/main" id="{4B20A7BF-C72F-4A35-83B7-54497B213E8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5100" y="503891"/>
                </a:moveTo>
                <a:lnTo>
                  <a:pt x="614929" y="4844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8" name="9wup_2_build_PredictedLigand_46">
            <a:extLst>
              <a:ext uri="{FF2B5EF4-FFF2-40B4-BE49-F238E27FC236}">
                <a16:creationId xmlns:a16="http://schemas.microsoft.com/office/drawing/2014/main" id="{174054F6-9F5B-40F8-8D4E-CF0892D0BBF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5372" y="2009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19" name="9wup_2_build_PredictedLigand_47">
            <a:extLst>
              <a:ext uri="{FF2B5EF4-FFF2-40B4-BE49-F238E27FC236}">
                <a16:creationId xmlns:a16="http://schemas.microsoft.com/office/drawing/2014/main" id="{471B4E6F-D048-4674-AD3D-4A9D9436174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828089" y="39249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0" name="9wup_2_build_PredictedLigand_48">
            <a:extLst>
              <a:ext uri="{FF2B5EF4-FFF2-40B4-BE49-F238E27FC236}">
                <a16:creationId xmlns:a16="http://schemas.microsoft.com/office/drawing/2014/main" id="{255505F7-8480-433D-BFED-0535B802B33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835" y="543934"/>
                </a:moveTo>
                <a:lnTo>
                  <a:pt x="2201515" y="5077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1" name="9wup_2_build_PredictedLigand_49">
            <a:extLst>
              <a:ext uri="{FF2B5EF4-FFF2-40B4-BE49-F238E27FC236}">
                <a16:creationId xmlns:a16="http://schemas.microsoft.com/office/drawing/2014/main" id="{D3753B5E-DF51-497C-860A-7A0AA70E030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25770" y="854648"/>
                </a:moveTo>
                <a:lnTo>
                  <a:pt x="1018319" y="11155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2" name="9wup_2_build_PredictedLigand_50">
            <a:extLst>
              <a:ext uri="{FF2B5EF4-FFF2-40B4-BE49-F238E27FC236}">
                <a16:creationId xmlns:a16="http://schemas.microsoft.com/office/drawing/2014/main" id="{A405396E-497B-4498-B1BC-6DD644A0306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0699" y="880284"/>
                </a:moveTo>
                <a:lnTo>
                  <a:pt x="1871237" y="95829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3" name="9wup_2_build_PredictedLigand_51">
            <a:extLst>
              <a:ext uri="{FF2B5EF4-FFF2-40B4-BE49-F238E27FC236}">
                <a16:creationId xmlns:a16="http://schemas.microsoft.com/office/drawing/2014/main" id="{7573915A-61B5-498E-982A-8AD249A9008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1811" y="636072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4" name="9wup_2_build_PredictedLigand_52">
            <a:extLst>
              <a:ext uri="{FF2B5EF4-FFF2-40B4-BE49-F238E27FC236}">
                <a16:creationId xmlns:a16="http://schemas.microsoft.com/office/drawing/2014/main" id="{E8DA85FB-B18B-4EF0-9EE1-6298FD963E4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4929" y="484477"/>
                </a:moveTo>
                <a:lnTo>
                  <a:pt x="577054" y="3830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5" name="9wup_2_build_PredictedLigand_53">
            <a:extLst>
              <a:ext uri="{FF2B5EF4-FFF2-40B4-BE49-F238E27FC236}">
                <a16:creationId xmlns:a16="http://schemas.microsoft.com/office/drawing/2014/main" id="{9A8FFC16-8409-434A-951F-6FA7E10B8F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928" y="728440"/>
                </a:moveTo>
                <a:lnTo>
                  <a:pt x="1893405" y="5432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6" name="9wup_2_build_PredictedLigand_54">
            <a:extLst>
              <a:ext uri="{FF2B5EF4-FFF2-40B4-BE49-F238E27FC236}">
                <a16:creationId xmlns:a16="http://schemas.microsoft.com/office/drawing/2014/main" id="{3C4EF25F-1F97-4875-9EE0-63D5BE54E9C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712299" y="10866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7" name="9wup_2_build_PredictedLigand_55">
            <a:extLst>
              <a:ext uri="{FF2B5EF4-FFF2-40B4-BE49-F238E27FC236}">
                <a16:creationId xmlns:a16="http://schemas.microsoft.com/office/drawing/2014/main" id="{F8A4AFDD-A1A5-4C25-92EB-EF607E47EF3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38956" y="10927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8" name="9wup_2_build_PredictedLigand_56">
            <a:extLst>
              <a:ext uri="{FF2B5EF4-FFF2-40B4-BE49-F238E27FC236}">
                <a16:creationId xmlns:a16="http://schemas.microsoft.com/office/drawing/2014/main" id="{8CBF66AD-DBA8-45FD-8EB1-FA0E341142E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515" y="507719"/>
                </a:moveTo>
                <a:lnTo>
                  <a:pt x="2190909" y="3867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29" name="9wup_2_build_PredictedLigand_57">
            <a:extLst>
              <a:ext uri="{FF2B5EF4-FFF2-40B4-BE49-F238E27FC236}">
                <a16:creationId xmlns:a16="http://schemas.microsoft.com/office/drawing/2014/main" id="{BC2EF742-897F-4E72-A606-0787F7C5E6E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7" y="758794"/>
                </a:moveTo>
                <a:lnTo>
                  <a:pt x="1855928" y="728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30" name="9wup_2_build_PredictedAtoms_0">
            <a:extLst>
              <a:ext uri="{FF2B5EF4-FFF2-40B4-BE49-F238E27FC236}">
                <a16:creationId xmlns:a16="http://schemas.microsoft.com/office/drawing/2014/main" id="{749ABDCB-4F37-4C9F-9624-2A5DE3C1DBAE}"/>
              </a:ext>
            </a:extLst>
          </p:cNvPr>
          <p:cNvSpPr>
            <a:spLocks noGrp="1"/>
          </p:cNvSpPr>
          <p:nvPr/>
        </p:nvSpPr>
        <p:spPr>
          <a:xfrm>
            <a:off x="7167704" y="32004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1" name="9wup_2_build_PredictedAtoms_1">
            <a:extLst>
              <a:ext uri="{FF2B5EF4-FFF2-40B4-BE49-F238E27FC236}">
                <a16:creationId xmlns:a16="http://schemas.microsoft.com/office/drawing/2014/main" id="{4D0EBAFC-6289-4261-BC40-596D56D62DA3}"/>
              </a:ext>
            </a:extLst>
          </p:cNvPr>
          <p:cNvSpPr>
            <a:spLocks noGrp="1"/>
          </p:cNvSpPr>
          <p:nvPr/>
        </p:nvSpPr>
        <p:spPr>
          <a:xfrm>
            <a:off x="7247469" y="32426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2" name="9wup_2_build_PredictedAtoms_2">
            <a:extLst>
              <a:ext uri="{FF2B5EF4-FFF2-40B4-BE49-F238E27FC236}">
                <a16:creationId xmlns:a16="http://schemas.microsoft.com/office/drawing/2014/main" id="{8394162F-2730-4BB5-AF2B-E573DB7A44FC}"/>
              </a:ext>
            </a:extLst>
          </p:cNvPr>
          <p:cNvSpPr>
            <a:spLocks noGrp="1"/>
          </p:cNvSpPr>
          <p:nvPr/>
        </p:nvSpPr>
        <p:spPr>
          <a:xfrm>
            <a:off x="7369481" y="31960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3" name="9wup_2_build_PredictedAtoms_3">
            <a:extLst>
              <a:ext uri="{FF2B5EF4-FFF2-40B4-BE49-F238E27FC236}">
                <a16:creationId xmlns:a16="http://schemas.microsoft.com/office/drawing/2014/main" id="{7FB664F8-11FD-459D-9D1C-E97D29BBF99B}"/>
              </a:ext>
            </a:extLst>
          </p:cNvPr>
          <p:cNvSpPr>
            <a:spLocks noGrp="1"/>
          </p:cNvSpPr>
          <p:nvPr/>
        </p:nvSpPr>
        <p:spPr>
          <a:xfrm>
            <a:off x="7350554" y="31805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4" name="9wup_2_build_PredictedAtoms_4">
            <a:extLst>
              <a:ext uri="{FF2B5EF4-FFF2-40B4-BE49-F238E27FC236}">
                <a16:creationId xmlns:a16="http://schemas.microsoft.com/office/drawing/2014/main" id="{815A71F2-45B7-415F-BDBE-86A4F8B83FF5}"/>
              </a:ext>
            </a:extLst>
          </p:cNvPr>
          <p:cNvSpPr>
            <a:spLocks noGrp="1"/>
          </p:cNvSpPr>
          <p:nvPr/>
        </p:nvSpPr>
        <p:spPr>
          <a:xfrm>
            <a:off x="7473144" y="31818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5" name="9wup_2_build_PredictedAtoms_5">
            <a:extLst>
              <a:ext uri="{FF2B5EF4-FFF2-40B4-BE49-F238E27FC236}">
                <a16:creationId xmlns:a16="http://schemas.microsoft.com/office/drawing/2014/main" id="{AFAA2B37-C4EE-4799-9453-9F3D024D46E8}"/>
              </a:ext>
            </a:extLst>
          </p:cNvPr>
          <p:cNvSpPr>
            <a:spLocks noGrp="1"/>
          </p:cNvSpPr>
          <p:nvPr/>
        </p:nvSpPr>
        <p:spPr>
          <a:xfrm>
            <a:off x="7457682" y="32356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6" name="9wup_2_build_PredictedAtoms_6">
            <a:extLst>
              <a:ext uri="{FF2B5EF4-FFF2-40B4-BE49-F238E27FC236}">
                <a16:creationId xmlns:a16="http://schemas.microsoft.com/office/drawing/2014/main" id="{4D5864A1-4D9E-44CB-8A57-FF7E050A0981}"/>
              </a:ext>
            </a:extLst>
          </p:cNvPr>
          <p:cNvSpPr>
            <a:spLocks noGrp="1"/>
          </p:cNvSpPr>
          <p:nvPr/>
        </p:nvSpPr>
        <p:spPr>
          <a:xfrm>
            <a:off x="7517282" y="305339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7" name="9wup_2_build_PredictedAtoms_7">
            <a:extLst>
              <a:ext uri="{FF2B5EF4-FFF2-40B4-BE49-F238E27FC236}">
                <a16:creationId xmlns:a16="http://schemas.microsoft.com/office/drawing/2014/main" id="{8CF7C70A-0FA4-417D-8E33-68615BC5A88F}"/>
              </a:ext>
            </a:extLst>
          </p:cNvPr>
          <p:cNvSpPr>
            <a:spLocks noGrp="1"/>
          </p:cNvSpPr>
          <p:nvPr/>
        </p:nvSpPr>
        <p:spPr>
          <a:xfrm>
            <a:off x="7561684" y="32312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8" name="9wup_2_build_PredictedAtoms_8">
            <a:extLst>
              <a:ext uri="{FF2B5EF4-FFF2-40B4-BE49-F238E27FC236}">
                <a16:creationId xmlns:a16="http://schemas.microsoft.com/office/drawing/2014/main" id="{9A301B2B-FEDE-4856-8CB8-0BF536806489}"/>
              </a:ext>
            </a:extLst>
          </p:cNvPr>
          <p:cNvSpPr>
            <a:spLocks noGrp="1"/>
          </p:cNvSpPr>
          <p:nvPr/>
        </p:nvSpPr>
        <p:spPr>
          <a:xfrm>
            <a:off x="7652182" y="33335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39" name="9wup_2_build_PredictedAtoms_9">
            <a:extLst>
              <a:ext uri="{FF2B5EF4-FFF2-40B4-BE49-F238E27FC236}">
                <a16:creationId xmlns:a16="http://schemas.microsoft.com/office/drawing/2014/main" id="{94F33E11-9C59-43D4-B78E-59DDC294A66B}"/>
              </a:ext>
            </a:extLst>
          </p:cNvPr>
          <p:cNvSpPr>
            <a:spLocks noGrp="1"/>
          </p:cNvSpPr>
          <p:nvPr/>
        </p:nvSpPr>
        <p:spPr>
          <a:xfrm>
            <a:off x="7597227" y="34444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0" name="9wup_2_build_PredictedAtoms_10">
            <a:extLst>
              <a:ext uri="{FF2B5EF4-FFF2-40B4-BE49-F238E27FC236}">
                <a16:creationId xmlns:a16="http://schemas.microsoft.com/office/drawing/2014/main" id="{F796F57F-B369-472A-931A-D04DCC90C1D6}"/>
              </a:ext>
            </a:extLst>
          </p:cNvPr>
          <p:cNvSpPr>
            <a:spLocks noGrp="1"/>
          </p:cNvSpPr>
          <p:nvPr/>
        </p:nvSpPr>
        <p:spPr>
          <a:xfrm>
            <a:off x="7747493" y="33108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1" name="9wup_2_build_PredictedAtoms_11">
            <a:extLst>
              <a:ext uri="{FF2B5EF4-FFF2-40B4-BE49-F238E27FC236}">
                <a16:creationId xmlns:a16="http://schemas.microsoft.com/office/drawing/2014/main" id="{C5B195FF-6CB4-4C65-820C-DD6AAFEEB76B}"/>
              </a:ext>
            </a:extLst>
          </p:cNvPr>
          <p:cNvSpPr>
            <a:spLocks noGrp="1"/>
          </p:cNvSpPr>
          <p:nvPr/>
        </p:nvSpPr>
        <p:spPr>
          <a:xfrm>
            <a:off x="7684165" y="33288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2" name="9wup_2_build_PredictedAtoms_12">
            <a:extLst>
              <a:ext uri="{FF2B5EF4-FFF2-40B4-BE49-F238E27FC236}">
                <a16:creationId xmlns:a16="http://schemas.microsoft.com/office/drawing/2014/main" id="{CDA97C88-5DFC-4A4C-913A-94B4D1920176}"/>
              </a:ext>
            </a:extLst>
          </p:cNvPr>
          <p:cNvSpPr>
            <a:spLocks noGrp="1"/>
          </p:cNvSpPr>
          <p:nvPr/>
        </p:nvSpPr>
        <p:spPr>
          <a:xfrm>
            <a:off x="7802927" y="33204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3" name="9wup_2_build_PredictedAtoms_13">
            <a:extLst>
              <a:ext uri="{FF2B5EF4-FFF2-40B4-BE49-F238E27FC236}">
                <a16:creationId xmlns:a16="http://schemas.microsoft.com/office/drawing/2014/main" id="{A2F780A9-6950-4774-B1C7-D61B0B8528B3}"/>
              </a:ext>
            </a:extLst>
          </p:cNvPr>
          <p:cNvSpPr>
            <a:spLocks noGrp="1"/>
          </p:cNvSpPr>
          <p:nvPr/>
        </p:nvSpPr>
        <p:spPr>
          <a:xfrm>
            <a:off x="7816284" y="33503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4" name="9wup_2_build_PredictedAtoms_14">
            <a:extLst>
              <a:ext uri="{FF2B5EF4-FFF2-40B4-BE49-F238E27FC236}">
                <a16:creationId xmlns:a16="http://schemas.microsoft.com/office/drawing/2014/main" id="{5D1AB4C0-152E-4169-8714-DC3B51DE1D6D}"/>
              </a:ext>
            </a:extLst>
          </p:cNvPr>
          <p:cNvSpPr>
            <a:spLocks noGrp="1"/>
          </p:cNvSpPr>
          <p:nvPr/>
        </p:nvSpPr>
        <p:spPr>
          <a:xfrm>
            <a:off x="7894439" y="32650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5" name="9wup_2_build_PredictedAtoms_15">
            <a:extLst>
              <a:ext uri="{FF2B5EF4-FFF2-40B4-BE49-F238E27FC236}">
                <a16:creationId xmlns:a16="http://schemas.microsoft.com/office/drawing/2014/main" id="{3C4CE915-2493-4BEB-BA34-2E06E21D274B}"/>
              </a:ext>
            </a:extLst>
          </p:cNvPr>
          <p:cNvSpPr>
            <a:spLocks noGrp="1"/>
          </p:cNvSpPr>
          <p:nvPr/>
        </p:nvSpPr>
        <p:spPr>
          <a:xfrm>
            <a:off x="7994594" y="33238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6" name="9wup_2_build_PredictedAtoms_16">
            <a:extLst>
              <a:ext uri="{FF2B5EF4-FFF2-40B4-BE49-F238E27FC236}">
                <a16:creationId xmlns:a16="http://schemas.microsoft.com/office/drawing/2014/main" id="{8B0414C6-196F-4EF7-8CC2-100164C9408D}"/>
              </a:ext>
            </a:extLst>
          </p:cNvPr>
          <p:cNvSpPr>
            <a:spLocks noGrp="1"/>
          </p:cNvSpPr>
          <p:nvPr/>
        </p:nvSpPr>
        <p:spPr>
          <a:xfrm>
            <a:off x="8011935" y="32935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7" name="9wup_2_build_PredictedAtoms_17">
            <a:extLst>
              <a:ext uri="{FF2B5EF4-FFF2-40B4-BE49-F238E27FC236}">
                <a16:creationId xmlns:a16="http://schemas.microsoft.com/office/drawing/2014/main" id="{5013E55D-14C5-4ADB-86B7-A968256337CB}"/>
              </a:ext>
            </a:extLst>
          </p:cNvPr>
          <p:cNvSpPr>
            <a:spLocks noGrp="1"/>
          </p:cNvSpPr>
          <p:nvPr/>
        </p:nvSpPr>
        <p:spPr>
          <a:xfrm>
            <a:off x="8049412" y="31083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8" name="9wup_2_build_PredictedAtoms_18">
            <a:extLst>
              <a:ext uri="{FF2B5EF4-FFF2-40B4-BE49-F238E27FC236}">
                <a16:creationId xmlns:a16="http://schemas.microsoft.com/office/drawing/2014/main" id="{58CE08B2-2779-4EF0-B636-FD0FC3EAAD7C}"/>
              </a:ext>
            </a:extLst>
          </p:cNvPr>
          <p:cNvSpPr>
            <a:spLocks noGrp="1"/>
          </p:cNvSpPr>
          <p:nvPr/>
        </p:nvSpPr>
        <p:spPr>
          <a:xfrm>
            <a:off x="8148224" y="30177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49" name="9wup_2_build_PredictedAtoms_19">
            <a:extLst>
              <a:ext uri="{FF2B5EF4-FFF2-40B4-BE49-F238E27FC236}">
                <a16:creationId xmlns:a16="http://schemas.microsoft.com/office/drawing/2014/main" id="{2DD345D4-B5E2-46DD-94D7-A1F23DB47E9C}"/>
              </a:ext>
            </a:extLst>
          </p:cNvPr>
          <p:cNvSpPr>
            <a:spLocks noGrp="1"/>
          </p:cNvSpPr>
          <p:nvPr/>
        </p:nvSpPr>
        <p:spPr>
          <a:xfrm>
            <a:off x="8293842" y="31090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0" name="9wup_2_build_PredictedAtoms_20">
            <a:extLst>
              <a:ext uri="{FF2B5EF4-FFF2-40B4-BE49-F238E27FC236}">
                <a16:creationId xmlns:a16="http://schemas.microsoft.com/office/drawing/2014/main" id="{E68562B2-078A-4377-B281-E49EE291F72D}"/>
              </a:ext>
            </a:extLst>
          </p:cNvPr>
          <p:cNvSpPr>
            <a:spLocks noGrp="1"/>
          </p:cNvSpPr>
          <p:nvPr/>
        </p:nvSpPr>
        <p:spPr>
          <a:xfrm>
            <a:off x="8357523" y="30728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1" name="9wup_2_build_PredictedAtoms_21">
            <a:extLst>
              <a:ext uri="{FF2B5EF4-FFF2-40B4-BE49-F238E27FC236}">
                <a16:creationId xmlns:a16="http://schemas.microsoft.com/office/drawing/2014/main" id="{2FA5D011-565D-49EE-A7F9-8ABAB18EEB70}"/>
              </a:ext>
            </a:extLst>
          </p:cNvPr>
          <p:cNvSpPr>
            <a:spLocks noGrp="1"/>
          </p:cNvSpPr>
          <p:nvPr/>
        </p:nvSpPr>
        <p:spPr>
          <a:xfrm>
            <a:off x="8346916" y="29518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2" name="9wup_2_build_PredictedAtoms_22">
            <a:extLst>
              <a:ext uri="{FF2B5EF4-FFF2-40B4-BE49-F238E27FC236}">
                <a16:creationId xmlns:a16="http://schemas.microsoft.com/office/drawing/2014/main" id="{A36267D1-1D48-4624-8EAC-C958237D0B5A}"/>
              </a:ext>
            </a:extLst>
          </p:cNvPr>
          <p:cNvSpPr>
            <a:spLocks noGrp="1"/>
          </p:cNvSpPr>
          <p:nvPr/>
        </p:nvSpPr>
        <p:spPr>
          <a:xfrm>
            <a:off x="8449594" y="32237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3" name="9wup_2_build_PredictedAtoms_23">
            <a:extLst>
              <a:ext uri="{FF2B5EF4-FFF2-40B4-BE49-F238E27FC236}">
                <a16:creationId xmlns:a16="http://schemas.microsoft.com/office/drawing/2014/main" id="{6BB42DEC-5DD3-4930-AF94-FB3B4A4D0D40}"/>
              </a:ext>
            </a:extLst>
          </p:cNvPr>
          <p:cNvSpPr>
            <a:spLocks noGrp="1"/>
          </p:cNvSpPr>
          <p:nvPr/>
        </p:nvSpPr>
        <p:spPr>
          <a:xfrm>
            <a:off x="8406855" y="32502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4" name="9wup_2_build_PredictedAtoms_24">
            <a:extLst>
              <a:ext uri="{FF2B5EF4-FFF2-40B4-BE49-F238E27FC236}">
                <a16:creationId xmlns:a16="http://schemas.microsoft.com/office/drawing/2014/main" id="{F8496A73-169C-47BA-BC97-492BF693DAB5}"/>
              </a:ext>
            </a:extLst>
          </p:cNvPr>
          <p:cNvSpPr>
            <a:spLocks noGrp="1"/>
          </p:cNvSpPr>
          <p:nvPr/>
        </p:nvSpPr>
        <p:spPr>
          <a:xfrm>
            <a:off x="8307389" y="33103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5" name="9wup_2_build_PredictedAtoms_25">
            <a:extLst>
              <a:ext uri="{FF2B5EF4-FFF2-40B4-BE49-F238E27FC236}">
                <a16:creationId xmlns:a16="http://schemas.microsoft.com/office/drawing/2014/main" id="{296C17E0-FBD5-44F5-9F44-846465FE57C6}"/>
              </a:ext>
            </a:extLst>
          </p:cNvPr>
          <p:cNvSpPr>
            <a:spLocks noGrp="1"/>
          </p:cNvSpPr>
          <p:nvPr/>
        </p:nvSpPr>
        <p:spPr>
          <a:xfrm>
            <a:off x="8257819" y="32011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6" name="9wup_2_build_PredictedAtoms_26">
            <a:extLst>
              <a:ext uri="{FF2B5EF4-FFF2-40B4-BE49-F238E27FC236}">
                <a16:creationId xmlns:a16="http://schemas.microsoft.com/office/drawing/2014/main" id="{9DD61073-51EB-430C-AE12-8242510863D7}"/>
              </a:ext>
            </a:extLst>
          </p:cNvPr>
          <p:cNvSpPr>
            <a:spLocks noGrp="1"/>
          </p:cNvSpPr>
          <p:nvPr/>
        </p:nvSpPr>
        <p:spPr>
          <a:xfrm>
            <a:off x="7996707" y="34453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7" name="9wup_2_build_PredictedAtoms_27">
            <a:extLst>
              <a:ext uri="{FF2B5EF4-FFF2-40B4-BE49-F238E27FC236}">
                <a16:creationId xmlns:a16="http://schemas.microsoft.com/office/drawing/2014/main" id="{272306E2-84DE-4835-8D9B-6C80D313BFE3}"/>
              </a:ext>
            </a:extLst>
          </p:cNvPr>
          <p:cNvSpPr>
            <a:spLocks noGrp="1"/>
          </p:cNvSpPr>
          <p:nvPr/>
        </p:nvSpPr>
        <p:spPr>
          <a:xfrm>
            <a:off x="8027245" y="35233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8" name="9wup_2_build_PredictedAtoms_28">
            <a:extLst>
              <a:ext uri="{FF2B5EF4-FFF2-40B4-BE49-F238E27FC236}">
                <a16:creationId xmlns:a16="http://schemas.microsoft.com/office/drawing/2014/main" id="{AA784603-21C4-4AE4-9F4A-757C7242FEE2}"/>
              </a:ext>
            </a:extLst>
          </p:cNvPr>
          <p:cNvSpPr>
            <a:spLocks noGrp="1"/>
          </p:cNvSpPr>
          <p:nvPr/>
        </p:nvSpPr>
        <p:spPr>
          <a:xfrm>
            <a:off x="7866178" y="34737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59" name="9wup_2_build_PredictedAtoms_29">
            <a:extLst>
              <a:ext uri="{FF2B5EF4-FFF2-40B4-BE49-F238E27FC236}">
                <a16:creationId xmlns:a16="http://schemas.microsoft.com/office/drawing/2014/main" id="{7E3A9511-084F-4E46-A04E-2099AF1DEB84}"/>
              </a:ext>
            </a:extLst>
          </p:cNvPr>
          <p:cNvSpPr>
            <a:spLocks noGrp="1"/>
          </p:cNvSpPr>
          <p:nvPr/>
        </p:nvSpPr>
        <p:spPr>
          <a:xfrm>
            <a:off x="7802977" y="353609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0" name="9wup_2_build_PredictedAtoms_30">
            <a:extLst>
              <a:ext uri="{FF2B5EF4-FFF2-40B4-BE49-F238E27FC236}">
                <a16:creationId xmlns:a16="http://schemas.microsoft.com/office/drawing/2014/main" id="{03C64F15-0B60-4A6E-A47F-AFE61F670628}"/>
              </a:ext>
            </a:extLst>
          </p:cNvPr>
          <p:cNvSpPr>
            <a:spLocks noGrp="1"/>
          </p:cNvSpPr>
          <p:nvPr/>
        </p:nvSpPr>
        <p:spPr>
          <a:xfrm>
            <a:off x="7244307" y="32799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1" name="9wup_2_build_PredictedAtoms_31">
            <a:extLst>
              <a:ext uri="{FF2B5EF4-FFF2-40B4-BE49-F238E27FC236}">
                <a16:creationId xmlns:a16="http://schemas.microsoft.com/office/drawing/2014/main" id="{6B70A397-A05F-41B4-A97D-681B356C9A12}"/>
              </a:ext>
            </a:extLst>
          </p:cNvPr>
          <p:cNvSpPr>
            <a:spLocks noGrp="1"/>
          </p:cNvSpPr>
          <p:nvPr/>
        </p:nvSpPr>
        <p:spPr>
          <a:xfrm>
            <a:off x="7252022" y="33914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2" name="9wup_2_build_PredictedAtoms_32">
            <a:extLst>
              <a:ext uri="{FF2B5EF4-FFF2-40B4-BE49-F238E27FC236}">
                <a16:creationId xmlns:a16="http://schemas.microsoft.com/office/drawing/2014/main" id="{C9E734D1-60E6-4647-B739-94B1A6BB6CC8}"/>
              </a:ext>
            </a:extLst>
          </p:cNvPr>
          <p:cNvSpPr>
            <a:spLocks noGrp="1"/>
          </p:cNvSpPr>
          <p:nvPr/>
        </p:nvSpPr>
        <p:spPr>
          <a:xfrm>
            <a:off x="7130792" y="32192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3" name="9wup_2_build_PredictedAtoms_33">
            <a:extLst>
              <a:ext uri="{FF2B5EF4-FFF2-40B4-BE49-F238E27FC236}">
                <a16:creationId xmlns:a16="http://schemas.microsoft.com/office/drawing/2014/main" id="{DAF589D1-3CDD-44EE-BD7E-C2B995A61910}"/>
              </a:ext>
            </a:extLst>
          </p:cNvPr>
          <p:cNvSpPr>
            <a:spLocks noGrp="1"/>
          </p:cNvSpPr>
          <p:nvPr/>
        </p:nvSpPr>
        <p:spPr>
          <a:xfrm>
            <a:off x="7182800" y="312710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4" name="9wup_2_build_PredictedAtoms_34">
            <a:extLst>
              <a:ext uri="{FF2B5EF4-FFF2-40B4-BE49-F238E27FC236}">
                <a16:creationId xmlns:a16="http://schemas.microsoft.com/office/drawing/2014/main" id="{B488CEAF-CED9-4B69-97B4-D2566E70EFB2}"/>
              </a:ext>
            </a:extLst>
          </p:cNvPr>
          <p:cNvSpPr>
            <a:spLocks noGrp="1"/>
          </p:cNvSpPr>
          <p:nvPr/>
        </p:nvSpPr>
        <p:spPr>
          <a:xfrm>
            <a:off x="7048859" y="3274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5" name="9wup_2_build_PredictedAtoms_35">
            <a:extLst>
              <a:ext uri="{FF2B5EF4-FFF2-40B4-BE49-F238E27FC236}">
                <a16:creationId xmlns:a16="http://schemas.microsoft.com/office/drawing/2014/main" id="{3261223C-3885-499C-BF0A-BB3E54FAE682}"/>
              </a:ext>
            </a:extLst>
          </p:cNvPr>
          <p:cNvSpPr>
            <a:spLocks noGrp="1"/>
          </p:cNvSpPr>
          <p:nvPr/>
        </p:nvSpPr>
        <p:spPr>
          <a:xfrm>
            <a:off x="6922065" y="32538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6" name="9wup_2_build_PredictedAtoms_36">
            <a:extLst>
              <a:ext uri="{FF2B5EF4-FFF2-40B4-BE49-F238E27FC236}">
                <a16:creationId xmlns:a16="http://schemas.microsoft.com/office/drawing/2014/main" id="{78764EFD-0767-4297-AE6A-DB9CEEB0D9DA}"/>
              </a:ext>
            </a:extLst>
          </p:cNvPr>
          <p:cNvSpPr>
            <a:spLocks noGrp="1"/>
          </p:cNvSpPr>
          <p:nvPr/>
        </p:nvSpPr>
        <p:spPr>
          <a:xfrm>
            <a:off x="6708176" y="33898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7" name="9wup_2_build_PredictedAtoms_37">
            <a:extLst>
              <a:ext uri="{FF2B5EF4-FFF2-40B4-BE49-F238E27FC236}">
                <a16:creationId xmlns:a16="http://schemas.microsoft.com/office/drawing/2014/main" id="{B6F8F6B8-C36E-48D4-AF80-9729C25CDB7B}"/>
              </a:ext>
            </a:extLst>
          </p:cNvPr>
          <p:cNvSpPr>
            <a:spLocks noGrp="1"/>
          </p:cNvSpPr>
          <p:nvPr/>
        </p:nvSpPr>
        <p:spPr>
          <a:xfrm>
            <a:off x="6881778" y="34197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8" name="9wup_2_build_PredictedAtoms_38">
            <a:extLst>
              <a:ext uri="{FF2B5EF4-FFF2-40B4-BE49-F238E27FC236}">
                <a16:creationId xmlns:a16="http://schemas.microsoft.com/office/drawing/2014/main" id="{985443C9-13D7-45E6-94FB-E9268462CE31}"/>
              </a:ext>
            </a:extLst>
          </p:cNvPr>
          <p:cNvSpPr>
            <a:spLocks noGrp="1"/>
          </p:cNvSpPr>
          <p:nvPr/>
        </p:nvSpPr>
        <p:spPr>
          <a:xfrm>
            <a:off x="7174326" y="36806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69" name="9wup_2_build_PredictedAtoms_39">
            <a:extLst>
              <a:ext uri="{FF2B5EF4-FFF2-40B4-BE49-F238E27FC236}">
                <a16:creationId xmlns:a16="http://schemas.microsoft.com/office/drawing/2014/main" id="{63257D31-DF61-40CD-8A48-EB97B8BA42ED}"/>
              </a:ext>
            </a:extLst>
          </p:cNvPr>
          <p:cNvSpPr>
            <a:spLocks noGrp="1"/>
          </p:cNvSpPr>
          <p:nvPr/>
        </p:nvSpPr>
        <p:spPr>
          <a:xfrm>
            <a:off x="7094964" y="365782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0" name="9wup_2_build_PredictedAtoms_40">
            <a:extLst>
              <a:ext uri="{FF2B5EF4-FFF2-40B4-BE49-F238E27FC236}">
                <a16:creationId xmlns:a16="http://schemas.microsoft.com/office/drawing/2014/main" id="{2CD80D4F-01E5-42C2-9E8F-7174A30B0DD5}"/>
              </a:ext>
            </a:extLst>
          </p:cNvPr>
          <p:cNvSpPr>
            <a:spLocks noGrp="1"/>
          </p:cNvSpPr>
          <p:nvPr/>
        </p:nvSpPr>
        <p:spPr>
          <a:xfrm>
            <a:off x="6868306" y="365170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1" name="9wup_2_build_PredictedAtoms_41">
            <a:extLst>
              <a:ext uri="{FF2B5EF4-FFF2-40B4-BE49-F238E27FC236}">
                <a16:creationId xmlns:a16="http://schemas.microsoft.com/office/drawing/2014/main" id="{44595AAF-E7AB-4AD3-B830-36AEBDB1A127}"/>
              </a:ext>
            </a:extLst>
          </p:cNvPr>
          <p:cNvSpPr>
            <a:spLocks noGrp="1"/>
          </p:cNvSpPr>
          <p:nvPr/>
        </p:nvSpPr>
        <p:spPr>
          <a:xfrm>
            <a:off x="6688478" y="34250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2" name="9wup_2_build_PredictedAtoms_42">
            <a:extLst>
              <a:ext uri="{FF2B5EF4-FFF2-40B4-BE49-F238E27FC236}">
                <a16:creationId xmlns:a16="http://schemas.microsoft.com/office/drawing/2014/main" id="{6214B2E7-F85F-4AC0-936B-68236AB25119}"/>
              </a:ext>
            </a:extLst>
          </p:cNvPr>
          <p:cNvSpPr>
            <a:spLocks noGrp="1"/>
          </p:cNvSpPr>
          <p:nvPr/>
        </p:nvSpPr>
        <p:spPr>
          <a:xfrm>
            <a:off x="6605073" y="342834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3" name="9wup_2_build_PredictedAtoms_43">
            <a:extLst>
              <a:ext uri="{FF2B5EF4-FFF2-40B4-BE49-F238E27FC236}">
                <a16:creationId xmlns:a16="http://schemas.microsoft.com/office/drawing/2014/main" id="{FE4E8309-2A68-46D2-9AE6-FD5B441FDC3A}"/>
              </a:ext>
            </a:extLst>
          </p:cNvPr>
          <p:cNvSpPr>
            <a:spLocks noGrp="1"/>
          </p:cNvSpPr>
          <p:nvPr/>
        </p:nvSpPr>
        <p:spPr>
          <a:xfrm>
            <a:off x="6717769" y="33910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4" name="9wup_2_build_PredictedAtoms_44">
            <a:extLst>
              <a:ext uri="{FF2B5EF4-FFF2-40B4-BE49-F238E27FC236}">
                <a16:creationId xmlns:a16="http://schemas.microsoft.com/office/drawing/2014/main" id="{E6C86622-1301-4797-8538-342ADB140356}"/>
              </a:ext>
            </a:extLst>
          </p:cNvPr>
          <p:cNvSpPr>
            <a:spLocks noGrp="1"/>
          </p:cNvSpPr>
          <p:nvPr/>
        </p:nvSpPr>
        <p:spPr>
          <a:xfrm>
            <a:off x="6705089" y="313573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5" name="9wup_2_build_PredictedAtoms_45">
            <a:extLst>
              <a:ext uri="{FF2B5EF4-FFF2-40B4-BE49-F238E27FC236}">
                <a16:creationId xmlns:a16="http://schemas.microsoft.com/office/drawing/2014/main" id="{CA4BA9FB-9BD2-49BC-9DC2-486F0A7E13C4}"/>
              </a:ext>
            </a:extLst>
          </p:cNvPr>
          <p:cNvSpPr>
            <a:spLocks noGrp="1"/>
          </p:cNvSpPr>
          <p:nvPr/>
        </p:nvSpPr>
        <p:spPr>
          <a:xfrm>
            <a:off x="6770936" y="304955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6" name="9wup_2_build_PredictedAtoms_46">
            <a:extLst>
              <a:ext uri="{FF2B5EF4-FFF2-40B4-BE49-F238E27FC236}">
                <a16:creationId xmlns:a16="http://schemas.microsoft.com/office/drawing/2014/main" id="{728E407B-84D9-4E41-8637-45515A456AE1}"/>
              </a:ext>
            </a:extLst>
          </p:cNvPr>
          <p:cNvSpPr>
            <a:spLocks noGrp="1"/>
          </p:cNvSpPr>
          <p:nvPr/>
        </p:nvSpPr>
        <p:spPr>
          <a:xfrm>
            <a:off x="6733061" y="29481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7" name="9wup_2_build_PredictedAtoms_47">
            <a:extLst>
              <a:ext uri="{FF2B5EF4-FFF2-40B4-BE49-F238E27FC236}">
                <a16:creationId xmlns:a16="http://schemas.microsoft.com/office/drawing/2014/main" id="{2CFC5F54-84AF-4648-9FF9-854FEC65179B}"/>
              </a:ext>
            </a:extLst>
          </p:cNvPr>
          <p:cNvSpPr>
            <a:spLocks noGrp="1"/>
          </p:cNvSpPr>
          <p:nvPr/>
        </p:nvSpPr>
        <p:spPr>
          <a:xfrm>
            <a:off x="6751380" y="27659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8" name="9wup_2_build_PredictedAtoms_48">
            <a:extLst>
              <a:ext uri="{FF2B5EF4-FFF2-40B4-BE49-F238E27FC236}">
                <a16:creationId xmlns:a16="http://schemas.microsoft.com/office/drawing/2014/main" id="{E6BB71EC-7B92-4912-8BB0-AA5E793733C6}"/>
              </a:ext>
            </a:extLst>
          </p:cNvPr>
          <p:cNvSpPr>
            <a:spLocks noGrp="1"/>
          </p:cNvSpPr>
          <p:nvPr/>
        </p:nvSpPr>
        <p:spPr>
          <a:xfrm>
            <a:off x="6747916" y="27059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79" name="9wup_2_build_PredictedAtoms_49">
            <a:extLst>
              <a:ext uri="{FF2B5EF4-FFF2-40B4-BE49-F238E27FC236}">
                <a16:creationId xmlns:a16="http://schemas.microsoft.com/office/drawing/2014/main" id="{EAD56FDF-BF4F-460D-95D9-92FCDE01E157}"/>
              </a:ext>
            </a:extLst>
          </p:cNvPr>
          <p:cNvSpPr>
            <a:spLocks noGrp="1"/>
          </p:cNvSpPr>
          <p:nvPr/>
        </p:nvSpPr>
        <p:spPr>
          <a:xfrm>
            <a:off x="7077865" y="27499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80" name="9wup_2_build_PredictedAtoms_50">
            <a:extLst>
              <a:ext uri="{FF2B5EF4-FFF2-40B4-BE49-F238E27FC236}">
                <a16:creationId xmlns:a16="http://schemas.microsoft.com/office/drawing/2014/main" id="{109D22AC-B616-4E5A-87FD-4154DEE898BC}"/>
              </a:ext>
            </a:extLst>
          </p:cNvPr>
          <p:cNvSpPr>
            <a:spLocks noGrp="1"/>
          </p:cNvSpPr>
          <p:nvPr/>
        </p:nvSpPr>
        <p:spPr>
          <a:xfrm>
            <a:off x="7096683" y="27433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81" name="9wup_2_build_PredictedAtoms_51">
            <a:extLst>
              <a:ext uri="{FF2B5EF4-FFF2-40B4-BE49-F238E27FC236}">
                <a16:creationId xmlns:a16="http://schemas.microsoft.com/office/drawing/2014/main" id="{07BEC3A8-4EBF-4D76-B791-C351889B9545}"/>
              </a:ext>
            </a:extLst>
          </p:cNvPr>
          <p:cNvSpPr>
            <a:spLocks noGrp="1"/>
          </p:cNvSpPr>
          <p:nvPr/>
        </p:nvSpPr>
        <p:spPr>
          <a:xfrm>
            <a:off x="6984097" y="295757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82" name="9wup_2_build_PredictedAtoms_52">
            <a:extLst>
              <a:ext uri="{FF2B5EF4-FFF2-40B4-BE49-F238E27FC236}">
                <a16:creationId xmlns:a16="http://schemas.microsoft.com/office/drawing/2014/main" id="{2538117E-D263-4D8A-BFE1-0ACCBE9EB4EA}"/>
              </a:ext>
            </a:extLst>
          </p:cNvPr>
          <p:cNvSpPr>
            <a:spLocks noGrp="1"/>
          </p:cNvSpPr>
          <p:nvPr/>
        </p:nvSpPr>
        <p:spPr>
          <a:xfrm>
            <a:off x="6911108" y="306897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883" name="9wup_2_build_Clashes_0">
            <a:extLst>
              <a:ext uri="{FF2B5EF4-FFF2-40B4-BE49-F238E27FC236}">
                <a16:creationId xmlns:a16="http://schemas.microsoft.com/office/drawing/2014/main" id="{777F353D-D8E7-4CEE-BB56-1A0C93D68E5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870117" y="1093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4" name="9wup_2_build_Clashes_1">
            <a:extLst>
              <a:ext uri="{FF2B5EF4-FFF2-40B4-BE49-F238E27FC236}">
                <a16:creationId xmlns:a16="http://schemas.microsoft.com/office/drawing/2014/main" id="{BB9BE6E9-9ED7-458D-AE5F-7BEB5EA361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5" name="9wup_2_build_Clashes_2">
            <a:extLst>
              <a:ext uri="{FF2B5EF4-FFF2-40B4-BE49-F238E27FC236}">
                <a16:creationId xmlns:a16="http://schemas.microsoft.com/office/drawing/2014/main" id="{7CB0ED6E-C77A-4AD7-A81A-D2C77F79298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6" name="9wup_2_build_Clashes_3">
            <a:extLst>
              <a:ext uri="{FF2B5EF4-FFF2-40B4-BE49-F238E27FC236}">
                <a16:creationId xmlns:a16="http://schemas.microsoft.com/office/drawing/2014/main" id="{0C2250B6-7E3C-4FE5-8D7E-A4C3CCA1BCA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7" name="9wup_2_build_Clashes_4">
            <a:extLst>
              <a:ext uri="{FF2B5EF4-FFF2-40B4-BE49-F238E27FC236}">
                <a16:creationId xmlns:a16="http://schemas.microsoft.com/office/drawing/2014/main" id="{82E0E532-5237-4303-B6F0-F504C24ECEC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8319" y="1115558"/>
                </a:moveTo>
                <a:lnTo>
                  <a:pt x="959953" y="127407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8" name="9wup_2_build_Clashes_5">
            <a:extLst>
              <a:ext uri="{FF2B5EF4-FFF2-40B4-BE49-F238E27FC236}">
                <a16:creationId xmlns:a16="http://schemas.microsoft.com/office/drawing/2014/main" id="{82400B7F-29D2-41FC-A6C3-44BA328DB8A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978571" y="116364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89" name="9wup_2_build_Clashes_6">
            <a:extLst>
              <a:ext uri="{FF2B5EF4-FFF2-40B4-BE49-F238E27FC236}">
                <a16:creationId xmlns:a16="http://schemas.microsoft.com/office/drawing/2014/main" id="{18A79F7D-4B94-498E-936A-43BDDB4C980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78448" y="1087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0" name="9wup_2_build_Clashes_7">
            <a:extLst>
              <a:ext uri="{FF2B5EF4-FFF2-40B4-BE49-F238E27FC236}">
                <a16:creationId xmlns:a16="http://schemas.microsoft.com/office/drawing/2014/main" id="{1BA75936-C575-458C-A81A-A2BAB116578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8956" y="1092741"/>
                </a:moveTo>
                <a:lnTo>
                  <a:pt x="1065049" y="103355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1" name="9wup_2_build_Clashes_8">
            <a:extLst>
              <a:ext uri="{FF2B5EF4-FFF2-40B4-BE49-F238E27FC236}">
                <a16:creationId xmlns:a16="http://schemas.microsoft.com/office/drawing/2014/main" id="{4D89B8BB-C775-4A1F-8966-5567C9CC78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7054" y="383071"/>
                </a:moveTo>
                <a:lnTo>
                  <a:pt x="590091" y="37952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2" name="9wup_2_build_Clashes_9">
            <a:extLst>
              <a:ext uri="{FF2B5EF4-FFF2-40B4-BE49-F238E27FC236}">
                <a16:creationId xmlns:a16="http://schemas.microsoft.com/office/drawing/2014/main" id="{242EE435-FE4B-4D20-ACFB-E91C97EABC9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372" y="200906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3" name="9wup_2_build_Clashes_10">
            <a:extLst>
              <a:ext uri="{FF2B5EF4-FFF2-40B4-BE49-F238E27FC236}">
                <a16:creationId xmlns:a16="http://schemas.microsoft.com/office/drawing/2014/main" id="{A77E630B-8934-4C54-8327-FBB3E7C73B2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603746" y="830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4" name="9wup_2_build_Clashes_11">
            <a:extLst>
              <a:ext uri="{FF2B5EF4-FFF2-40B4-BE49-F238E27FC236}">
                <a16:creationId xmlns:a16="http://schemas.microsoft.com/office/drawing/2014/main" id="{378086A0-65CC-44C6-9CFE-71B8EBACBBA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908" y="140828"/>
                </a:moveTo>
                <a:lnTo>
                  <a:pt x="732467" y="7284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5" name="9wup_2_build_Clashes_12">
            <a:extLst>
              <a:ext uri="{FF2B5EF4-FFF2-40B4-BE49-F238E27FC236}">
                <a16:creationId xmlns:a16="http://schemas.microsoft.com/office/drawing/2014/main" id="{065857D8-BB9A-436B-A335-EDE4D0F88BC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6" name="9wup_2_build_Clashes_13">
            <a:extLst>
              <a:ext uri="{FF2B5EF4-FFF2-40B4-BE49-F238E27FC236}">
                <a16:creationId xmlns:a16="http://schemas.microsoft.com/office/drawing/2014/main" id="{EDFF3987-28B7-41B1-AFDD-38AD58179E6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858" y="184851"/>
                </a:moveTo>
                <a:lnTo>
                  <a:pt x="1076063" y="37586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7" name="9wup_2_build_Clashes_14">
            <a:extLst>
              <a:ext uri="{FF2B5EF4-FFF2-40B4-BE49-F238E27FC236}">
                <a16:creationId xmlns:a16="http://schemas.microsoft.com/office/drawing/2014/main" id="{6ABF02CB-E332-46BD-90B9-8DEE344C3F5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0676" y="178246"/>
                </a:moveTo>
                <a:lnTo>
                  <a:pt x="962902" y="26599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898" name="9wup_2_build_ClashingReceptorAtoms_0">
            <a:extLst>
              <a:ext uri="{FF2B5EF4-FFF2-40B4-BE49-F238E27FC236}">
                <a16:creationId xmlns:a16="http://schemas.microsoft.com/office/drawing/2014/main" id="{6F4CFBC0-E736-46EC-A526-339085375702}"/>
              </a:ext>
            </a:extLst>
          </p:cNvPr>
          <p:cNvSpPr>
            <a:spLocks noGrp="1"/>
          </p:cNvSpPr>
          <p:nvPr/>
        </p:nvSpPr>
        <p:spPr>
          <a:xfrm>
            <a:off x="6752134" y="26405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899" name="9wup_2_build_ClashingReceptorAtoms_1">
            <a:extLst>
              <a:ext uri="{FF2B5EF4-FFF2-40B4-BE49-F238E27FC236}">
                <a16:creationId xmlns:a16="http://schemas.microsoft.com/office/drawing/2014/main" id="{AA12CFCF-A237-4285-B293-6588C041C866}"/>
              </a:ext>
            </a:extLst>
          </p:cNvPr>
          <p:cNvSpPr>
            <a:spLocks noGrp="1"/>
          </p:cNvSpPr>
          <p:nvPr/>
        </p:nvSpPr>
        <p:spPr>
          <a:xfrm>
            <a:off x="7111290" y="258406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0" name="9wup_2_build_ClashingReceptorAtoms_2">
            <a:extLst>
              <a:ext uri="{FF2B5EF4-FFF2-40B4-BE49-F238E27FC236}">
                <a16:creationId xmlns:a16="http://schemas.microsoft.com/office/drawing/2014/main" id="{41B1F5CB-AC2D-425B-8D85-94C3DABAB0F1}"/>
              </a:ext>
            </a:extLst>
          </p:cNvPr>
          <p:cNvSpPr>
            <a:spLocks noGrp="1"/>
          </p:cNvSpPr>
          <p:nvPr/>
        </p:nvSpPr>
        <p:spPr>
          <a:xfrm>
            <a:off x="7224450" y="259504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1" name="9wup_2_build_ClashingReceptorAtoms_3">
            <a:extLst>
              <a:ext uri="{FF2B5EF4-FFF2-40B4-BE49-F238E27FC236}">
                <a16:creationId xmlns:a16="http://schemas.microsoft.com/office/drawing/2014/main" id="{A4B52E50-F921-4199-B9EA-013B7DA32A3B}"/>
              </a:ext>
            </a:extLst>
          </p:cNvPr>
          <p:cNvSpPr>
            <a:spLocks noGrp="1"/>
          </p:cNvSpPr>
          <p:nvPr/>
        </p:nvSpPr>
        <p:spPr>
          <a:xfrm>
            <a:off x="6880855" y="263030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2" name="9wup_2_build_ClashingReceptorAtoms_4">
            <a:extLst>
              <a:ext uri="{FF2B5EF4-FFF2-40B4-BE49-F238E27FC236}">
                <a16:creationId xmlns:a16="http://schemas.microsoft.com/office/drawing/2014/main" id="{D986D656-7929-431E-9952-1C7802BDB77A}"/>
              </a:ext>
            </a:extLst>
          </p:cNvPr>
          <p:cNvSpPr>
            <a:spLocks noGrp="1"/>
          </p:cNvSpPr>
          <p:nvPr/>
        </p:nvSpPr>
        <p:spPr>
          <a:xfrm>
            <a:off x="6738479" y="29369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3" name="9wup_2_build_ClashingReceptorAtoms_5">
            <a:extLst>
              <a:ext uri="{FF2B5EF4-FFF2-40B4-BE49-F238E27FC236}">
                <a16:creationId xmlns:a16="http://schemas.microsoft.com/office/drawing/2014/main" id="{EAD4BBE3-D908-4CB7-AD3B-9BB60F0CAE2D}"/>
              </a:ext>
            </a:extLst>
          </p:cNvPr>
          <p:cNvSpPr>
            <a:spLocks noGrp="1"/>
          </p:cNvSpPr>
          <p:nvPr/>
        </p:nvSpPr>
        <p:spPr>
          <a:xfrm>
            <a:off x="7018505" y="365104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4" name="9wup_2_build_ClashingReceptorAtoms_6">
            <a:extLst>
              <a:ext uri="{FF2B5EF4-FFF2-40B4-BE49-F238E27FC236}">
                <a16:creationId xmlns:a16="http://schemas.microsoft.com/office/drawing/2014/main" id="{74D6EE33-CB4C-4965-BBBA-8297F6DA4DAD}"/>
              </a:ext>
            </a:extLst>
          </p:cNvPr>
          <p:cNvSpPr>
            <a:spLocks noGrp="1"/>
          </p:cNvSpPr>
          <p:nvPr/>
        </p:nvSpPr>
        <p:spPr>
          <a:xfrm>
            <a:off x="7126958" y="372111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5" name="9wup_2_build_ClashingReceptorAtoms_7">
            <a:extLst>
              <a:ext uri="{FF2B5EF4-FFF2-40B4-BE49-F238E27FC236}">
                <a16:creationId xmlns:a16="http://schemas.microsoft.com/office/drawing/2014/main" id="{CF751754-A8A7-4D1B-B738-F26FC175AEE1}"/>
              </a:ext>
            </a:extLst>
          </p:cNvPr>
          <p:cNvSpPr>
            <a:spLocks noGrp="1"/>
          </p:cNvSpPr>
          <p:nvPr/>
        </p:nvSpPr>
        <p:spPr>
          <a:xfrm>
            <a:off x="7226835" y="364529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6" name="9wup_2_build_ClashingReceptorAtoms_8">
            <a:extLst>
              <a:ext uri="{FF2B5EF4-FFF2-40B4-BE49-F238E27FC236}">
                <a16:creationId xmlns:a16="http://schemas.microsoft.com/office/drawing/2014/main" id="{BAF16E81-A65D-4D76-B04C-1FA6F8EAE72E}"/>
              </a:ext>
            </a:extLst>
          </p:cNvPr>
          <p:cNvSpPr>
            <a:spLocks noGrp="1"/>
          </p:cNvSpPr>
          <p:nvPr/>
        </p:nvSpPr>
        <p:spPr>
          <a:xfrm>
            <a:off x="7213436" y="359102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7" name="9wup_2_build_ClashingReceptorAtoms_9">
            <a:extLst>
              <a:ext uri="{FF2B5EF4-FFF2-40B4-BE49-F238E27FC236}">
                <a16:creationId xmlns:a16="http://schemas.microsoft.com/office/drawing/2014/main" id="{EB285BA8-BA56-49D3-ACA8-3F0DA2DBC197}"/>
              </a:ext>
            </a:extLst>
          </p:cNvPr>
          <p:cNvSpPr>
            <a:spLocks noGrp="1"/>
          </p:cNvSpPr>
          <p:nvPr/>
        </p:nvSpPr>
        <p:spPr>
          <a:xfrm>
            <a:off x="7108340" y="3831538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08" name="stage3-cases-clash_20">
            <a:extLst>
              <a:ext uri="{FF2B5EF4-FFF2-40B4-BE49-F238E27FC236}">
                <a16:creationId xmlns:a16="http://schemas.microsoft.com/office/drawing/2014/main" id="{792DDE2F-24A8-4DB5-89B1-F80B0220D35D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4.02 Å   D 66%   Clash 15</a:t>
            </a:r>
          </a:p>
        </p:txBody>
      </p:sp>
      <p:sp>
        <p:nvSpPr>
          <p:cNvPr id="909" name="stage3-cases-clash_21">
            <a:extLst>
              <a:ext uri="{FF2B5EF4-FFF2-40B4-BE49-F238E27FC236}">
                <a16:creationId xmlns:a16="http://schemas.microsoft.com/office/drawing/2014/main" id="{31F45A7D-CF93-4E5A-AB82-B17BD114CE5A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f  9WQ3 · 1SY (G:401)</a:t>
            </a:r>
          </a:p>
        </p:txBody>
      </p:sp>
      <p:sp>
        <p:nvSpPr>
          <p:cNvPr id="910" name="stage3-cases-clash_22">
            <a:extLst>
              <a:ext uri="{FF2B5EF4-FFF2-40B4-BE49-F238E27FC236}">
                <a16:creationId xmlns:a16="http://schemas.microsoft.com/office/drawing/2014/main" id="{C80850B2-EF26-46AA-A766-6970B62019B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37941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911" name="stage3-cases-clash_23">
            <a:extLst>
              <a:ext uri="{FF2B5EF4-FFF2-40B4-BE49-F238E27FC236}">
                <a16:creationId xmlns:a16="http://schemas.microsoft.com/office/drawing/2014/main" id="{04DB3F3E-E7FE-4893-8BCD-7BE408D27AA9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912" name="9wq3_5_official_Receptor">
            <a:extLst>
              <a:ext uri="{FF2B5EF4-FFF2-40B4-BE49-F238E27FC236}">
                <a16:creationId xmlns:a16="http://schemas.microsoft.com/office/drawing/2014/main" id="{0D649970-2DF1-42EF-9844-20E15889439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913" name="9wq3_5_official_ExperimentalDensity">
            <a:extLst>
              <a:ext uri="{FF2B5EF4-FFF2-40B4-BE49-F238E27FC236}">
                <a16:creationId xmlns:a16="http://schemas.microsoft.com/office/drawing/2014/main" id="{0754AFD0-92E0-4B1C-AE42-608744CC39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14" name="9wq3_5_official_ReferenceLigand_0">
            <a:extLst>
              <a:ext uri="{FF2B5EF4-FFF2-40B4-BE49-F238E27FC236}">
                <a16:creationId xmlns:a16="http://schemas.microsoft.com/office/drawing/2014/main" id="{748FF8D2-D679-46F4-BFE0-2D2A5C87AA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5" name="9wq3_5_official_ReferenceLigand_1">
            <a:extLst>
              <a:ext uri="{FF2B5EF4-FFF2-40B4-BE49-F238E27FC236}">
                <a16:creationId xmlns:a16="http://schemas.microsoft.com/office/drawing/2014/main" id="{767EF582-9D63-44BA-AAD9-5245ADD4B8E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6" name="9wq3_5_official_ReferenceLigand_2">
            <a:extLst>
              <a:ext uri="{FF2B5EF4-FFF2-40B4-BE49-F238E27FC236}">
                <a16:creationId xmlns:a16="http://schemas.microsoft.com/office/drawing/2014/main" id="{41BBF624-BE9E-4F33-BF24-2830F586E49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7" name="9wq3_5_official_ReferenceLigand_3">
            <a:extLst>
              <a:ext uri="{FF2B5EF4-FFF2-40B4-BE49-F238E27FC236}">
                <a16:creationId xmlns:a16="http://schemas.microsoft.com/office/drawing/2014/main" id="{31C3CF72-E41C-4400-AE4A-0256908705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8" name="9wq3_5_official_ReferenceLigand_4">
            <a:extLst>
              <a:ext uri="{FF2B5EF4-FFF2-40B4-BE49-F238E27FC236}">
                <a16:creationId xmlns:a16="http://schemas.microsoft.com/office/drawing/2014/main" id="{D1F08B64-C9F9-469B-B2C0-79617887383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19" name="9wq3_5_official_ReferenceLigand_5">
            <a:extLst>
              <a:ext uri="{FF2B5EF4-FFF2-40B4-BE49-F238E27FC236}">
                <a16:creationId xmlns:a16="http://schemas.microsoft.com/office/drawing/2014/main" id="{3F9E8254-5830-4D1E-A283-473121F535A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0" name="9wq3_5_official_ReferenceLigand_6">
            <a:extLst>
              <a:ext uri="{FF2B5EF4-FFF2-40B4-BE49-F238E27FC236}">
                <a16:creationId xmlns:a16="http://schemas.microsoft.com/office/drawing/2014/main" id="{81F42D86-9D25-4C3C-B895-63DFE71D1F2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1" name="9wq3_5_official_ReferenceLigand_7">
            <a:extLst>
              <a:ext uri="{FF2B5EF4-FFF2-40B4-BE49-F238E27FC236}">
                <a16:creationId xmlns:a16="http://schemas.microsoft.com/office/drawing/2014/main" id="{92337B96-6B2C-4DBD-9F35-23132C09B16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2" name="9wq3_5_official_ReferenceLigand_8">
            <a:extLst>
              <a:ext uri="{FF2B5EF4-FFF2-40B4-BE49-F238E27FC236}">
                <a16:creationId xmlns:a16="http://schemas.microsoft.com/office/drawing/2014/main" id="{A850C6BA-FF6D-4A29-A959-D0D03E069B7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3" name="9wq3_5_official_ReferenceLigand_9">
            <a:extLst>
              <a:ext uri="{FF2B5EF4-FFF2-40B4-BE49-F238E27FC236}">
                <a16:creationId xmlns:a16="http://schemas.microsoft.com/office/drawing/2014/main" id="{D8B50FE0-1E17-493A-BA86-63AB69B5293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4" name="9wq3_5_official_ReferenceLigand_10">
            <a:extLst>
              <a:ext uri="{FF2B5EF4-FFF2-40B4-BE49-F238E27FC236}">
                <a16:creationId xmlns:a16="http://schemas.microsoft.com/office/drawing/2014/main" id="{D255C87A-B9F0-4C04-8544-1B1A8DE7553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5" name="9wq3_5_official_ReferenceLigand_11">
            <a:extLst>
              <a:ext uri="{FF2B5EF4-FFF2-40B4-BE49-F238E27FC236}">
                <a16:creationId xmlns:a16="http://schemas.microsoft.com/office/drawing/2014/main" id="{D2B25A0A-B6EF-4391-BEB2-9149D16FDE0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6" name="9wq3_5_official_ReferenceLigand_12">
            <a:extLst>
              <a:ext uri="{FF2B5EF4-FFF2-40B4-BE49-F238E27FC236}">
                <a16:creationId xmlns:a16="http://schemas.microsoft.com/office/drawing/2014/main" id="{BF781221-01B8-40D6-8386-E9C9F3EF01E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7" name="9wq3_5_official_ReferenceLigand_13">
            <a:extLst>
              <a:ext uri="{FF2B5EF4-FFF2-40B4-BE49-F238E27FC236}">
                <a16:creationId xmlns:a16="http://schemas.microsoft.com/office/drawing/2014/main" id="{276054FE-C96D-404F-A6B5-F1A971E0784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8" name="9wq3_5_official_ReferenceLigand_14">
            <a:extLst>
              <a:ext uri="{FF2B5EF4-FFF2-40B4-BE49-F238E27FC236}">
                <a16:creationId xmlns:a16="http://schemas.microsoft.com/office/drawing/2014/main" id="{8320C6C5-DC28-4B24-9653-E283E94C27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29" name="9wq3_5_official_ReferenceLigand_15">
            <a:extLst>
              <a:ext uri="{FF2B5EF4-FFF2-40B4-BE49-F238E27FC236}">
                <a16:creationId xmlns:a16="http://schemas.microsoft.com/office/drawing/2014/main" id="{7C2A4C1C-3C31-49E3-957B-46CECCB9383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0" name="9wq3_5_official_ReferenceLigand_16">
            <a:extLst>
              <a:ext uri="{FF2B5EF4-FFF2-40B4-BE49-F238E27FC236}">
                <a16:creationId xmlns:a16="http://schemas.microsoft.com/office/drawing/2014/main" id="{66BB7E56-D047-463F-9E21-BC57828EDC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1" name="9wq3_5_official_ReferenceLigand_17">
            <a:extLst>
              <a:ext uri="{FF2B5EF4-FFF2-40B4-BE49-F238E27FC236}">
                <a16:creationId xmlns:a16="http://schemas.microsoft.com/office/drawing/2014/main" id="{1F87366B-BE84-4EF4-9F89-8D42111D623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2" name="9wq3_5_official_ReferenceLigand_18">
            <a:extLst>
              <a:ext uri="{FF2B5EF4-FFF2-40B4-BE49-F238E27FC236}">
                <a16:creationId xmlns:a16="http://schemas.microsoft.com/office/drawing/2014/main" id="{6CEA926C-53BD-457E-8144-B6B11B1919D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3" name="9wq3_5_official_ReferenceLigand_19">
            <a:extLst>
              <a:ext uri="{FF2B5EF4-FFF2-40B4-BE49-F238E27FC236}">
                <a16:creationId xmlns:a16="http://schemas.microsoft.com/office/drawing/2014/main" id="{BB97E82C-9429-4AF6-AB15-3E6DF65E319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4" name="9wq3_5_official_ReferenceLigand_20">
            <a:extLst>
              <a:ext uri="{FF2B5EF4-FFF2-40B4-BE49-F238E27FC236}">
                <a16:creationId xmlns:a16="http://schemas.microsoft.com/office/drawing/2014/main" id="{55227952-398B-44AA-8448-304E3B68075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5" name="9wq3_5_official_ReferenceLigand_21">
            <a:extLst>
              <a:ext uri="{FF2B5EF4-FFF2-40B4-BE49-F238E27FC236}">
                <a16:creationId xmlns:a16="http://schemas.microsoft.com/office/drawing/2014/main" id="{90DFE21B-7E51-448A-82B2-B525F33EB26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6" name="9wq3_5_official_ReferenceLigand_22">
            <a:extLst>
              <a:ext uri="{FF2B5EF4-FFF2-40B4-BE49-F238E27FC236}">
                <a16:creationId xmlns:a16="http://schemas.microsoft.com/office/drawing/2014/main" id="{2CD86FDC-C8E3-4E15-9112-1BE071793AF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7" name="9wq3_5_official_ReferenceLigand_23">
            <a:extLst>
              <a:ext uri="{FF2B5EF4-FFF2-40B4-BE49-F238E27FC236}">
                <a16:creationId xmlns:a16="http://schemas.microsoft.com/office/drawing/2014/main" id="{1F1C3441-6A28-419C-84CD-AF4459BC95A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8" name="9wq3_5_official_ReferenceLigand_24">
            <a:extLst>
              <a:ext uri="{FF2B5EF4-FFF2-40B4-BE49-F238E27FC236}">
                <a16:creationId xmlns:a16="http://schemas.microsoft.com/office/drawing/2014/main" id="{E01E4565-50F2-4D07-B705-AE6CE27F55F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39" name="9wq3_5_official_ReferenceLigand_25">
            <a:extLst>
              <a:ext uri="{FF2B5EF4-FFF2-40B4-BE49-F238E27FC236}">
                <a16:creationId xmlns:a16="http://schemas.microsoft.com/office/drawing/2014/main" id="{F29E733C-EADC-4CEB-BFE1-BFDABB5D8EB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0" name="9wq3_5_official_ReferenceLigand_26">
            <a:extLst>
              <a:ext uri="{FF2B5EF4-FFF2-40B4-BE49-F238E27FC236}">
                <a16:creationId xmlns:a16="http://schemas.microsoft.com/office/drawing/2014/main" id="{722FD98F-D9C2-42D9-84B2-3F8E8EE291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1" name="9wq3_5_official_ReferenceLigand_27">
            <a:extLst>
              <a:ext uri="{FF2B5EF4-FFF2-40B4-BE49-F238E27FC236}">
                <a16:creationId xmlns:a16="http://schemas.microsoft.com/office/drawing/2014/main" id="{E7BF5AF6-776D-413E-9ED5-1D085CFBAF6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2" name="9wq3_5_official_ReferenceLigand_28">
            <a:extLst>
              <a:ext uri="{FF2B5EF4-FFF2-40B4-BE49-F238E27FC236}">
                <a16:creationId xmlns:a16="http://schemas.microsoft.com/office/drawing/2014/main" id="{A1EB0C6D-8758-49B8-B167-854F968EA97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3" name="9wq3_5_official_ReferenceLigand_29">
            <a:extLst>
              <a:ext uri="{FF2B5EF4-FFF2-40B4-BE49-F238E27FC236}">
                <a16:creationId xmlns:a16="http://schemas.microsoft.com/office/drawing/2014/main" id="{A7AB80A6-AFFC-4B1A-89CB-429BF46DB83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4" name="9wq3_5_official_ReferenceLigand_30">
            <a:extLst>
              <a:ext uri="{FF2B5EF4-FFF2-40B4-BE49-F238E27FC236}">
                <a16:creationId xmlns:a16="http://schemas.microsoft.com/office/drawing/2014/main" id="{E39FF4D3-D920-4300-8D47-0EAC2ED2430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5" name="9wq3_5_official_ReferenceLigand_31">
            <a:extLst>
              <a:ext uri="{FF2B5EF4-FFF2-40B4-BE49-F238E27FC236}">
                <a16:creationId xmlns:a16="http://schemas.microsoft.com/office/drawing/2014/main" id="{43660244-16B5-4DE1-877A-9C846B69715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6" name="9wq3_5_official_ReferenceLigand_32">
            <a:extLst>
              <a:ext uri="{FF2B5EF4-FFF2-40B4-BE49-F238E27FC236}">
                <a16:creationId xmlns:a16="http://schemas.microsoft.com/office/drawing/2014/main" id="{2C6A0561-C062-4867-A7E5-450DFAAD3F8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7" name="9wq3_5_official_ReferenceLigand_33">
            <a:extLst>
              <a:ext uri="{FF2B5EF4-FFF2-40B4-BE49-F238E27FC236}">
                <a16:creationId xmlns:a16="http://schemas.microsoft.com/office/drawing/2014/main" id="{A4DA3EB5-3D8C-4378-A3B5-2261D35D4BE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8" name="9wq3_5_official_ReferenceLigand_34">
            <a:extLst>
              <a:ext uri="{FF2B5EF4-FFF2-40B4-BE49-F238E27FC236}">
                <a16:creationId xmlns:a16="http://schemas.microsoft.com/office/drawing/2014/main" id="{7FC50099-19CE-45A4-8E72-06D1436EBA8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49" name="9wq3_5_official_ReferenceLigand_35">
            <a:extLst>
              <a:ext uri="{FF2B5EF4-FFF2-40B4-BE49-F238E27FC236}">
                <a16:creationId xmlns:a16="http://schemas.microsoft.com/office/drawing/2014/main" id="{98B41E00-F5BC-4B24-85F5-76E917C62D9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0" name="9wq3_5_official_ReferenceLigand_36">
            <a:extLst>
              <a:ext uri="{FF2B5EF4-FFF2-40B4-BE49-F238E27FC236}">
                <a16:creationId xmlns:a16="http://schemas.microsoft.com/office/drawing/2014/main" id="{16763621-408B-47DD-8936-C571D6685BA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1" name="9wq3_5_official_ReferenceLigand_37">
            <a:extLst>
              <a:ext uri="{FF2B5EF4-FFF2-40B4-BE49-F238E27FC236}">
                <a16:creationId xmlns:a16="http://schemas.microsoft.com/office/drawing/2014/main" id="{2D737978-94F4-46EC-A63D-A667A8C7A6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2" name="9wq3_5_official_ReferenceLigand_38">
            <a:extLst>
              <a:ext uri="{FF2B5EF4-FFF2-40B4-BE49-F238E27FC236}">
                <a16:creationId xmlns:a16="http://schemas.microsoft.com/office/drawing/2014/main" id="{850850E6-70E7-40F5-B843-4DFB1CDB3BF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3" name="9wq3_5_official_ReferenceLigand_39">
            <a:extLst>
              <a:ext uri="{FF2B5EF4-FFF2-40B4-BE49-F238E27FC236}">
                <a16:creationId xmlns:a16="http://schemas.microsoft.com/office/drawing/2014/main" id="{7F889ED0-96E2-4141-8B81-05432034896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4" name="9wq3_5_official_ReferenceLigand_40">
            <a:extLst>
              <a:ext uri="{FF2B5EF4-FFF2-40B4-BE49-F238E27FC236}">
                <a16:creationId xmlns:a16="http://schemas.microsoft.com/office/drawing/2014/main" id="{0E86CB98-EB52-4240-8D20-68FB74F860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5" name="9wq3_5_official_ReferenceLigand_41">
            <a:extLst>
              <a:ext uri="{FF2B5EF4-FFF2-40B4-BE49-F238E27FC236}">
                <a16:creationId xmlns:a16="http://schemas.microsoft.com/office/drawing/2014/main" id="{4DCBF214-AA57-45E2-BDA1-9CFA47119E1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6" name="9wq3_5_official_ReferenceLigand_42">
            <a:extLst>
              <a:ext uri="{FF2B5EF4-FFF2-40B4-BE49-F238E27FC236}">
                <a16:creationId xmlns:a16="http://schemas.microsoft.com/office/drawing/2014/main" id="{DFAE8899-758C-4410-BE63-45DB73FC8CE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7" name="9wq3_5_official_ReferenceLigand_43">
            <a:extLst>
              <a:ext uri="{FF2B5EF4-FFF2-40B4-BE49-F238E27FC236}">
                <a16:creationId xmlns:a16="http://schemas.microsoft.com/office/drawing/2014/main" id="{B6FE4ED0-8C44-4B78-BAA7-9B27CA2A386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8" name="9wq3_5_official_ReferenceLigand_44">
            <a:extLst>
              <a:ext uri="{FF2B5EF4-FFF2-40B4-BE49-F238E27FC236}">
                <a16:creationId xmlns:a16="http://schemas.microsoft.com/office/drawing/2014/main" id="{48890EB9-B9B9-4D23-874C-49FC4F5FBC7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9" name="9wq3_5_official_ReferenceLigand_45">
            <a:extLst>
              <a:ext uri="{FF2B5EF4-FFF2-40B4-BE49-F238E27FC236}">
                <a16:creationId xmlns:a16="http://schemas.microsoft.com/office/drawing/2014/main" id="{5E65DF43-AE4F-4A99-B6DB-98C7BED312C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0" name="9wq3_5_official_ReferenceLigand_46">
            <a:extLst>
              <a:ext uri="{FF2B5EF4-FFF2-40B4-BE49-F238E27FC236}">
                <a16:creationId xmlns:a16="http://schemas.microsoft.com/office/drawing/2014/main" id="{AAF6E1B8-8396-46F9-8CC4-5B52655F1A7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1" name="9wq3_5_official_ReferenceLigand_47">
            <a:extLst>
              <a:ext uri="{FF2B5EF4-FFF2-40B4-BE49-F238E27FC236}">
                <a16:creationId xmlns:a16="http://schemas.microsoft.com/office/drawing/2014/main" id="{7B40F438-BE22-4B6B-A2EC-9C2992DF726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2" name="9wq3_5_official_ReferenceLigand_48">
            <a:extLst>
              <a:ext uri="{FF2B5EF4-FFF2-40B4-BE49-F238E27FC236}">
                <a16:creationId xmlns:a16="http://schemas.microsoft.com/office/drawing/2014/main" id="{0460316E-7D21-482F-8455-3F54141E982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3" name="9wq3_5_official_ReferenceLigand_49">
            <a:extLst>
              <a:ext uri="{FF2B5EF4-FFF2-40B4-BE49-F238E27FC236}">
                <a16:creationId xmlns:a16="http://schemas.microsoft.com/office/drawing/2014/main" id="{41170126-FE15-4A1A-90E0-5637A62F8FF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4" name="9wq3_5_official_ReferenceLigand_50">
            <a:extLst>
              <a:ext uri="{FF2B5EF4-FFF2-40B4-BE49-F238E27FC236}">
                <a16:creationId xmlns:a16="http://schemas.microsoft.com/office/drawing/2014/main" id="{DCB8ACB7-2678-4546-AB8C-E70E9072FE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5" name="9wq3_5_official_PredictedLigand_0">
            <a:extLst>
              <a:ext uri="{FF2B5EF4-FFF2-40B4-BE49-F238E27FC236}">
                <a16:creationId xmlns:a16="http://schemas.microsoft.com/office/drawing/2014/main" id="{722E0E1B-335D-48AA-91CE-C6C635BD44B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565459" y="8480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6" name="9wq3_5_official_PredictedLigand_1">
            <a:extLst>
              <a:ext uri="{FF2B5EF4-FFF2-40B4-BE49-F238E27FC236}">
                <a16:creationId xmlns:a16="http://schemas.microsoft.com/office/drawing/2014/main" id="{8A1585B6-55F6-4D78-B94D-0A364CF4423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797870" y="11057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7" name="9wq3_5_official_PredictedLigand_2">
            <a:extLst>
              <a:ext uri="{FF2B5EF4-FFF2-40B4-BE49-F238E27FC236}">
                <a16:creationId xmlns:a16="http://schemas.microsoft.com/office/drawing/2014/main" id="{D14CA1B1-0E6C-4659-8638-61769273444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303099" y="82001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8" name="9wq3_5_official_PredictedLigand_3">
            <a:extLst>
              <a:ext uri="{FF2B5EF4-FFF2-40B4-BE49-F238E27FC236}">
                <a16:creationId xmlns:a16="http://schemas.microsoft.com/office/drawing/2014/main" id="{F8A73BDE-8B1A-402A-9FC8-4025052B531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2769" y="863808"/>
                </a:moveTo>
                <a:lnTo>
                  <a:pt x="1488276" y="10464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69" name="9wq3_5_official_PredictedLigand_4">
            <a:extLst>
              <a:ext uri="{FF2B5EF4-FFF2-40B4-BE49-F238E27FC236}">
                <a16:creationId xmlns:a16="http://schemas.microsoft.com/office/drawing/2014/main" id="{6B918C8A-FB32-44A5-965B-21E54F90A9F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3044" y="750361"/>
                </a:moveTo>
                <a:lnTo>
                  <a:pt x="1482769" y="8638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0" name="9wq3_5_official_PredictedLigand_5">
            <a:extLst>
              <a:ext uri="{FF2B5EF4-FFF2-40B4-BE49-F238E27FC236}">
                <a16:creationId xmlns:a16="http://schemas.microsoft.com/office/drawing/2014/main" id="{A68DB441-7566-403F-B0C7-FC6301EF21D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053" y="1065752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1" name="9wq3_5_official_PredictedLigand_6">
            <a:extLst>
              <a:ext uri="{FF2B5EF4-FFF2-40B4-BE49-F238E27FC236}">
                <a16:creationId xmlns:a16="http://schemas.microsoft.com/office/drawing/2014/main" id="{7B9C91FF-483F-46D4-BDAE-9085F3DF6A5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1790053" y="10657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2" name="9wq3_5_official_PredictedLigand_7">
            <a:extLst>
              <a:ext uri="{FF2B5EF4-FFF2-40B4-BE49-F238E27FC236}">
                <a16:creationId xmlns:a16="http://schemas.microsoft.com/office/drawing/2014/main" id="{A248A173-F210-44D0-AA0F-D2A7EDC9DFE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8276" y="1046403"/>
                </a:moveTo>
                <a:lnTo>
                  <a:pt x="1631080" y="109535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3" name="9wq3_5_official_PredictedLigand_8">
            <a:extLst>
              <a:ext uri="{FF2B5EF4-FFF2-40B4-BE49-F238E27FC236}">
                <a16:creationId xmlns:a16="http://schemas.microsoft.com/office/drawing/2014/main" id="{04D447FE-3116-4EBC-9EE9-18245206414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0519" y="601204"/>
                </a:moveTo>
                <a:lnTo>
                  <a:pt x="1563044" y="7503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4" name="9wq3_5_official_PredictedLigand_9">
            <a:extLst>
              <a:ext uri="{FF2B5EF4-FFF2-40B4-BE49-F238E27FC236}">
                <a16:creationId xmlns:a16="http://schemas.microsoft.com/office/drawing/2014/main" id="{FDFF2133-C10C-4B75-ADB7-171DDB3CB89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31080" y="1095355"/>
                </a:moveTo>
                <a:lnTo>
                  <a:pt x="1657335" y="12398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5" name="9wq3_5_official_PredictedLigand_10">
            <a:extLst>
              <a:ext uri="{FF2B5EF4-FFF2-40B4-BE49-F238E27FC236}">
                <a16:creationId xmlns:a16="http://schemas.microsoft.com/office/drawing/2014/main" id="{C9608816-3234-400C-95FB-FE672322B05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695" y="1264160"/>
                </a:moveTo>
                <a:lnTo>
                  <a:pt x="1914102" y="115444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6" name="9wq3_5_official_PredictedLigand_11">
            <a:extLst>
              <a:ext uri="{FF2B5EF4-FFF2-40B4-BE49-F238E27FC236}">
                <a16:creationId xmlns:a16="http://schemas.microsoft.com/office/drawing/2014/main" id="{9B8CB11A-4881-41FA-8B03-FCA9CF944AD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4102" y="1154446"/>
                </a:moveTo>
                <a:lnTo>
                  <a:pt x="2012689" y="10424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7" name="9wq3_5_official_PredictedLigand_12">
            <a:extLst>
              <a:ext uri="{FF2B5EF4-FFF2-40B4-BE49-F238E27FC236}">
                <a16:creationId xmlns:a16="http://schemas.microsoft.com/office/drawing/2014/main" id="{85D8E865-E737-4048-861F-5E15B1B28F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827695" y="12641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8" name="9wq3_5_official_PredictedLigand_13">
            <a:extLst>
              <a:ext uri="{FF2B5EF4-FFF2-40B4-BE49-F238E27FC236}">
                <a16:creationId xmlns:a16="http://schemas.microsoft.com/office/drawing/2014/main" id="{9854D6BE-B9EE-4832-B7A4-71601243A5B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8207" y="554469"/>
                </a:moveTo>
                <a:lnTo>
                  <a:pt x="1530519" y="60120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79" name="9wq3_5_official_PredictedLigand_14">
            <a:extLst>
              <a:ext uri="{FF2B5EF4-FFF2-40B4-BE49-F238E27FC236}">
                <a16:creationId xmlns:a16="http://schemas.microsoft.com/office/drawing/2014/main" id="{4E2049DD-983F-4B74-A8C8-5C6773FF350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7335" y="1239872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0" name="9wq3_5_official_PredictedLigand_15">
            <a:extLst>
              <a:ext uri="{FF2B5EF4-FFF2-40B4-BE49-F238E27FC236}">
                <a16:creationId xmlns:a16="http://schemas.microsoft.com/office/drawing/2014/main" id="{6681B1F5-572A-4FE7-B632-60AC2B7C2E6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2689" y="1042473"/>
                </a:moveTo>
                <a:lnTo>
                  <a:pt x="1932745" y="9985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1" name="9wq3_5_official_PredictedLigand_16">
            <a:extLst>
              <a:ext uri="{FF2B5EF4-FFF2-40B4-BE49-F238E27FC236}">
                <a16:creationId xmlns:a16="http://schemas.microsoft.com/office/drawing/2014/main" id="{531EBE48-F69B-423B-BB81-682592B67F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028050" y="13125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2" name="9wq3_5_official_PredictedLigand_17">
            <a:extLst>
              <a:ext uri="{FF2B5EF4-FFF2-40B4-BE49-F238E27FC236}">
                <a16:creationId xmlns:a16="http://schemas.microsoft.com/office/drawing/2014/main" id="{36F812C9-6762-40DB-8FFE-0881259F613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3820" y="1318350"/>
                </a:moveTo>
                <a:lnTo>
                  <a:pt x="1302048" y="12744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3" name="9wq3_5_official_PredictedLigand_18">
            <a:extLst>
              <a:ext uri="{FF2B5EF4-FFF2-40B4-BE49-F238E27FC236}">
                <a16:creationId xmlns:a16="http://schemas.microsoft.com/office/drawing/2014/main" id="{78C1A917-8058-40BD-B111-1619EFAF995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803" y="831251"/>
                </a:moveTo>
                <a:lnTo>
                  <a:pt x="1111814" y="77169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4" name="9wq3_5_official_PredictedLigand_19">
            <a:extLst>
              <a:ext uri="{FF2B5EF4-FFF2-40B4-BE49-F238E27FC236}">
                <a16:creationId xmlns:a16="http://schemas.microsoft.com/office/drawing/2014/main" id="{FA016010-544D-423E-9923-E6256717578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5947" y="885459"/>
                </a:moveTo>
                <a:lnTo>
                  <a:pt x="975803" y="83125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5" name="9wq3_5_official_PredictedLigand_20">
            <a:extLst>
              <a:ext uri="{FF2B5EF4-FFF2-40B4-BE49-F238E27FC236}">
                <a16:creationId xmlns:a16="http://schemas.microsoft.com/office/drawing/2014/main" id="{99421597-1BDF-454C-86E9-3E645350891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2048" y="1274456"/>
                </a:moveTo>
                <a:lnTo>
                  <a:pt x="1425010" y="12696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6" name="9wq3_5_official_PredictedLigand_21">
            <a:extLst>
              <a:ext uri="{FF2B5EF4-FFF2-40B4-BE49-F238E27FC236}">
                <a16:creationId xmlns:a16="http://schemas.microsoft.com/office/drawing/2014/main" id="{52B8622B-D222-4C9F-A018-526C3BC8853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585514" y="12444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7" name="9wq3_5_official_PredictedLigand_22">
            <a:extLst>
              <a:ext uri="{FF2B5EF4-FFF2-40B4-BE49-F238E27FC236}">
                <a16:creationId xmlns:a16="http://schemas.microsoft.com/office/drawing/2014/main" id="{E4EBEAA0-4343-407B-88EB-DCA28FF6A5C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3" y="538705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8" name="9wq3_5_official_PredictedLigand_23">
            <a:extLst>
              <a:ext uri="{FF2B5EF4-FFF2-40B4-BE49-F238E27FC236}">
                <a16:creationId xmlns:a16="http://schemas.microsoft.com/office/drawing/2014/main" id="{093519E3-D37E-4D74-9D2A-EFE94712D7F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2745" y="998532"/>
                </a:moveTo>
                <a:lnTo>
                  <a:pt x="1924237" y="8232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9" name="9wq3_5_official_PredictedLigand_24">
            <a:extLst>
              <a:ext uri="{FF2B5EF4-FFF2-40B4-BE49-F238E27FC236}">
                <a16:creationId xmlns:a16="http://schemas.microsoft.com/office/drawing/2014/main" id="{3AF8DD5A-6629-487F-B22E-46DD9D58D12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28207" y="5544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0" name="9wq3_5_official_PredictedLigand_25">
            <a:extLst>
              <a:ext uri="{FF2B5EF4-FFF2-40B4-BE49-F238E27FC236}">
                <a16:creationId xmlns:a16="http://schemas.microsoft.com/office/drawing/2014/main" id="{3ADA616D-1965-4F7D-A70C-320FA20FB35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780227" y="707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1" name="9wq3_5_official_PredictedLigand_26">
            <a:extLst>
              <a:ext uri="{FF2B5EF4-FFF2-40B4-BE49-F238E27FC236}">
                <a16:creationId xmlns:a16="http://schemas.microsoft.com/office/drawing/2014/main" id="{22341EAB-A013-4534-9313-06316E8AB24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0227" y="707166"/>
                </a:moveTo>
                <a:lnTo>
                  <a:pt x="1620517" y="6770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2" name="9wq3_5_official_PredictedLigand_27">
            <a:extLst>
              <a:ext uri="{FF2B5EF4-FFF2-40B4-BE49-F238E27FC236}">
                <a16:creationId xmlns:a16="http://schemas.microsoft.com/office/drawing/2014/main" id="{A0129DE1-CE99-48F2-BC9F-F17F22977DD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2086242" y="7411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3" name="9wq3_5_official_PredictedLigand_28">
            <a:extLst>
              <a:ext uri="{FF2B5EF4-FFF2-40B4-BE49-F238E27FC236}">
                <a16:creationId xmlns:a16="http://schemas.microsoft.com/office/drawing/2014/main" id="{435A99A9-D5F8-4EEF-8EFD-934CE0EA30C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3005" y="1333500"/>
                </a:moveTo>
                <a:lnTo>
                  <a:pt x="1153820" y="13183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4" name="9wq3_5_official_PredictedLigand_29">
            <a:extLst>
              <a:ext uri="{FF2B5EF4-FFF2-40B4-BE49-F238E27FC236}">
                <a16:creationId xmlns:a16="http://schemas.microsoft.com/office/drawing/2014/main" id="{AA8DFAA2-FBD8-455F-A1E3-A3589830035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1814" y="771698"/>
                </a:moveTo>
                <a:lnTo>
                  <a:pt x="1121346" y="7710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5" name="9wq3_5_official_PredictedLigand_30">
            <a:extLst>
              <a:ext uri="{FF2B5EF4-FFF2-40B4-BE49-F238E27FC236}">
                <a16:creationId xmlns:a16="http://schemas.microsoft.com/office/drawing/2014/main" id="{C0F24177-AB55-411C-93ED-A4DC36C30C5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5514" y="1244454"/>
                </a:moveTo>
                <a:lnTo>
                  <a:pt x="1658123" y="12312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6" name="9wq3_5_official_PredictedLigand_31">
            <a:extLst>
              <a:ext uri="{FF2B5EF4-FFF2-40B4-BE49-F238E27FC236}">
                <a16:creationId xmlns:a16="http://schemas.microsoft.com/office/drawing/2014/main" id="{1F9A4878-8976-44C7-A9FA-B59B1BE24D2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845947" y="8854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7" name="9wq3_5_official_PredictedLigand_32">
            <a:extLst>
              <a:ext uri="{FF2B5EF4-FFF2-40B4-BE49-F238E27FC236}">
                <a16:creationId xmlns:a16="http://schemas.microsoft.com/office/drawing/2014/main" id="{BBA1B036-A39F-4898-82C9-75FF4A5EBD5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5010" y="126965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8" name="9wq3_5_official_PredictedLigand_33">
            <a:extLst>
              <a:ext uri="{FF2B5EF4-FFF2-40B4-BE49-F238E27FC236}">
                <a16:creationId xmlns:a16="http://schemas.microsoft.com/office/drawing/2014/main" id="{DE7B684A-B1C8-4398-B5D3-E4EEE03439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375573" y="53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9" name="9wq3_5_official_PredictedLigand_34">
            <a:extLst>
              <a:ext uri="{FF2B5EF4-FFF2-40B4-BE49-F238E27FC236}">
                <a16:creationId xmlns:a16="http://schemas.microsoft.com/office/drawing/2014/main" id="{584C0B29-8037-4275-B551-126FD127C0B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4237" y="823266"/>
                </a:moveTo>
                <a:lnTo>
                  <a:pt x="1899023" y="8379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0" name="9wq3_5_official_PredictedLigand_35">
            <a:extLst>
              <a:ext uri="{FF2B5EF4-FFF2-40B4-BE49-F238E27FC236}">
                <a16:creationId xmlns:a16="http://schemas.microsoft.com/office/drawing/2014/main" id="{A00CC643-FAEC-409F-B0F8-B3C34C6EDA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517" y="677052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1" name="9wq3_5_official_PredictedLigand_36">
            <a:extLst>
              <a:ext uri="{FF2B5EF4-FFF2-40B4-BE49-F238E27FC236}">
                <a16:creationId xmlns:a16="http://schemas.microsoft.com/office/drawing/2014/main" id="{6933B43F-A347-44CC-8E94-5BE36A0E603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2" name="9wq3_5_official_PredictedLigand_37">
            <a:extLst>
              <a:ext uri="{FF2B5EF4-FFF2-40B4-BE49-F238E27FC236}">
                <a16:creationId xmlns:a16="http://schemas.microsoft.com/office/drawing/2014/main" id="{00191678-4FD4-4D7F-A28F-AC134797008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1346" y="77109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3" name="9wq3_5_official_PredictedLigand_38">
            <a:extLst>
              <a:ext uri="{FF2B5EF4-FFF2-40B4-BE49-F238E27FC236}">
                <a16:creationId xmlns:a16="http://schemas.microsoft.com/office/drawing/2014/main" id="{8BDBAC85-C53C-4FB3-96AF-48F450DC1C0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5078" y="837873"/>
                </a:moveTo>
                <a:lnTo>
                  <a:pt x="850778" y="8866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4" name="9wq3_5_official_PredictedLigand_39">
            <a:extLst>
              <a:ext uri="{FF2B5EF4-FFF2-40B4-BE49-F238E27FC236}">
                <a16:creationId xmlns:a16="http://schemas.microsoft.com/office/drawing/2014/main" id="{E462C88C-8012-4A26-A6AB-007880EC39B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8123" y="1231278"/>
                </a:moveTo>
                <a:lnTo>
                  <a:pt x="1547752" y="126111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5" name="9wq3_5_official_PredictedLigand_40">
            <a:extLst>
              <a:ext uri="{FF2B5EF4-FFF2-40B4-BE49-F238E27FC236}">
                <a16:creationId xmlns:a16="http://schemas.microsoft.com/office/drawing/2014/main" id="{DF5A5354-398A-4426-B214-26943ECFD76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50778" y="886614"/>
                </a:moveTo>
                <a:lnTo>
                  <a:pt x="715542" y="9316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6" name="9wq3_5_official_PredictedLigand_41">
            <a:extLst>
              <a:ext uri="{FF2B5EF4-FFF2-40B4-BE49-F238E27FC236}">
                <a16:creationId xmlns:a16="http://schemas.microsoft.com/office/drawing/2014/main" id="{CF61ED54-9FF1-4014-B758-1F0A634EB81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158" y="1294950"/>
                </a:moveTo>
                <a:lnTo>
                  <a:pt x="1298248" y="1333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7" name="9wq3_5_official_PredictedLigand_42">
            <a:extLst>
              <a:ext uri="{FF2B5EF4-FFF2-40B4-BE49-F238E27FC236}">
                <a16:creationId xmlns:a16="http://schemas.microsoft.com/office/drawing/2014/main" id="{E58957E0-A4CC-4ED1-9D76-CB4253512AD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7752" y="1261116"/>
                </a:moveTo>
                <a:lnTo>
                  <a:pt x="1401158" y="12949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8" name="9wq3_5_official_PredictedLigand_43">
            <a:extLst>
              <a:ext uri="{FF2B5EF4-FFF2-40B4-BE49-F238E27FC236}">
                <a16:creationId xmlns:a16="http://schemas.microsoft.com/office/drawing/2014/main" id="{C43D2522-ACB4-4252-9169-C004D1FDA8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8550" y="652191"/>
                </a:moveTo>
                <a:lnTo>
                  <a:pt x="1375575" y="5999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9" name="9wq3_5_official_PredictedLigand_44">
            <a:extLst>
              <a:ext uri="{FF2B5EF4-FFF2-40B4-BE49-F238E27FC236}">
                <a16:creationId xmlns:a16="http://schemas.microsoft.com/office/drawing/2014/main" id="{9EC9B4AE-CE80-49E5-815F-EB8F8FB0EC0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5575" y="599900"/>
                </a:moveTo>
                <a:lnTo>
                  <a:pt x="1240673" y="71341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0" name="9wq3_5_official_PredictedLigand_45">
            <a:extLst>
              <a:ext uri="{FF2B5EF4-FFF2-40B4-BE49-F238E27FC236}">
                <a16:creationId xmlns:a16="http://schemas.microsoft.com/office/drawing/2014/main" id="{2748F451-24C9-44E4-9FF7-9B2F1E9ED1A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3821" y="531387"/>
                </a:moveTo>
                <a:lnTo>
                  <a:pt x="1548550" y="6521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1" name="9wq3_5_official_PredictedLigand_46">
            <a:extLst>
              <a:ext uri="{FF2B5EF4-FFF2-40B4-BE49-F238E27FC236}">
                <a16:creationId xmlns:a16="http://schemas.microsoft.com/office/drawing/2014/main" id="{7361F436-185B-45FD-A600-1E5308A3B43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679" y="838493"/>
                </a:moveTo>
                <a:lnTo>
                  <a:pt x="995078" y="83787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2" name="9wq3_5_official_PredictedLigand_47">
            <a:extLst>
              <a:ext uri="{FF2B5EF4-FFF2-40B4-BE49-F238E27FC236}">
                <a16:creationId xmlns:a16="http://schemas.microsoft.com/office/drawing/2014/main" id="{D4728CFB-0E6F-41E8-94D8-4216283C176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0673" y="713410"/>
                </a:moveTo>
                <a:lnTo>
                  <a:pt x="1200686" y="76887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3" name="9wq3_5_official_PredictedLigand_48">
            <a:extLst>
              <a:ext uri="{FF2B5EF4-FFF2-40B4-BE49-F238E27FC236}">
                <a16:creationId xmlns:a16="http://schemas.microsoft.com/office/drawing/2014/main" id="{4198D0A0-3EC0-4C69-9A89-E8A05C4D4C9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0686" y="768871"/>
                </a:moveTo>
                <a:lnTo>
                  <a:pt x="1050679" y="83849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4" name="9wq3_5_official_PredictedAtoms_0">
            <a:extLst>
              <a:ext uri="{FF2B5EF4-FFF2-40B4-BE49-F238E27FC236}">
                <a16:creationId xmlns:a16="http://schemas.microsoft.com/office/drawing/2014/main" id="{3F6CB0E2-481F-4351-9DEB-4E3DF3E4DA5E}"/>
              </a:ext>
            </a:extLst>
          </p:cNvPr>
          <p:cNvSpPr>
            <a:spLocks noGrp="1"/>
          </p:cNvSpPr>
          <p:nvPr/>
        </p:nvSpPr>
        <p:spPr>
          <a:xfrm>
            <a:off x="1866229" y="48871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5" name="9wq3_5_official_PredictedAtoms_1">
            <a:extLst>
              <a:ext uri="{FF2B5EF4-FFF2-40B4-BE49-F238E27FC236}">
                <a16:creationId xmlns:a16="http://schemas.microsoft.com/office/drawing/2014/main" id="{BB390EF0-B268-48F8-A4F3-9C68E52D7BEA}"/>
              </a:ext>
            </a:extLst>
          </p:cNvPr>
          <p:cNvSpPr>
            <a:spLocks noGrp="1"/>
          </p:cNvSpPr>
          <p:nvPr/>
        </p:nvSpPr>
        <p:spPr>
          <a:xfrm>
            <a:off x="1760957" y="50079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6" name="9wq3_5_official_PredictedAtoms_2">
            <a:extLst>
              <a:ext uri="{FF2B5EF4-FFF2-40B4-BE49-F238E27FC236}">
                <a16:creationId xmlns:a16="http://schemas.microsoft.com/office/drawing/2014/main" id="{8F003342-0DDE-465A-ACA8-54DE866BCFBC}"/>
              </a:ext>
            </a:extLst>
          </p:cNvPr>
          <p:cNvSpPr>
            <a:spLocks noGrp="1"/>
          </p:cNvSpPr>
          <p:nvPr/>
        </p:nvSpPr>
        <p:spPr>
          <a:xfrm>
            <a:off x="1587983" y="49556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7" name="9wq3_5_official_PredictedAtoms_3">
            <a:extLst>
              <a:ext uri="{FF2B5EF4-FFF2-40B4-BE49-F238E27FC236}">
                <a16:creationId xmlns:a16="http://schemas.microsoft.com/office/drawing/2014/main" id="{FD8F647A-B64C-401E-808D-F907EDB2CB84}"/>
              </a:ext>
            </a:extLst>
          </p:cNvPr>
          <p:cNvSpPr>
            <a:spLocks noGrp="1"/>
          </p:cNvSpPr>
          <p:nvPr/>
        </p:nvSpPr>
        <p:spPr>
          <a:xfrm>
            <a:off x="1453080" y="50691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8" name="9wq3_5_official_PredictedAtoms_4">
            <a:extLst>
              <a:ext uri="{FF2B5EF4-FFF2-40B4-BE49-F238E27FC236}">
                <a16:creationId xmlns:a16="http://schemas.microsoft.com/office/drawing/2014/main" id="{4647F3AA-357E-473F-B850-FFFD79FD6EF5}"/>
              </a:ext>
            </a:extLst>
          </p:cNvPr>
          <p:cNvSpPr>
            <a:spLocks noGrp="1"/>
          </p:cNvSpPr>
          <p:nvPr/>
        </p:nvSpPr>
        <p:spPr>
          <a:xfrm>
            <a:off x="1413093" y="51246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9" name="9wq3_5_official_PredictedAtoms_5">
            <a:extLst>
              <a:ext uri="{FF2B5EF4-FFF2-40B4-BE49-F238E27FC236}">
                <a16:creationId xmlns:a16="http://schemas.microsoft.com/office/drawing/2014/main" id="{A2B72311-97D8-43B8-BB3B-12BD601BBCC3}"/>
              </a:ext>
            </a:extLst>
          </p:cNvPr>
          <p:cNvSpPr>
            <a:spLocks noGrp="1"/>
          </p:cNvSpPr>
          <p:nvPr/>
        </p:nvSpPr>
        <p:spPr>
          <a:xfrm>
            <a:off x="1263087" y="51942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0" name="9wq3_5_official_PredictedAtoms_6">
            <a:extLst>
              <a:ext uri="{FF2B5EF4-FFF2-40B4-BE49-F238E27FC236}">
                <a16:creationId xmlns:a16="http://schemas.microsoft.com/office/drawing/2014/main" id="{0448E24E-0F22-4795-B08D-907707CFEF32}"/>
              </a:ext>
            </a:extLst>
          </p:cNvPr>
          <p:cNvSpPr>
            <a:spLocks noGrp="1"/>
          </p:cNvSpPr>
          <p:nvPr/>
        </p:nvSpPr>
        <p:spPr>
          <a:xfrm>
            <a:off x="1207486" y="519365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1" name="9wq3_5_official_PredictedAtoms_7">
            <a:extLst>
              <a:ext uri="{FF2B5EF4-FFF2-40B4-BE49-F238E27FC236}">
                <a16:creationId xmlns:a16="http://schemas.microsoft.com/office/drawing/2014/main" id="{994F2E11-4D74-4568-93B6-081EC5CE7BDC}"/>
              </a:ext>
            </a:extLst>
          </p:cNvPr>
          <p:cNvSpPr>
            <a:spLocks noGrp="1"/>
          </p:cNvSpPr>
          <p:nvPr/>
        </p:nvSpPr>
        <p:spPr>
          <a:xfrm>
            <a:off x="1063186" y="52423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2" name="9wq3_5_official_PredictedAtoms_8">
            <a:extLst>
              <a:ext uri="{FF2B5EF4-FFF2-40B4-BE49-F238E27FC236}">
                <a16:creationId xmlns:a16="http://schemas.microsoft.com/office/drawing/2014/main" id="{E17A38FC-CA93-4E02-B60F-5413F71BFA99}"/>
              </a:ext>
            </a:extLst>
          </p:cNvPr>
          <p:cNvSpPr>
            <a:spLocks noGrp="1"/>
          </p:cNvSpPr>
          <p:nvPr/>
        </p:nvSpPr>
        <p:spPr>
          <a:xfrm>
            <a:off x="927950" y="528741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3" name="9wq3_5_official_PredictedAtoms_9">
            <a:extLst>
              <a:ext uri="{FF2B5EF4-FFF2-40B4-BE49-F238E27FC236}">
                <a16:creationId xmlns:a16="http://schemas.microsoft.com/office/drawing/2014/main" id="{3889388C-DD47-4B48-854A-6151223A6A0A}"/>
              </a:ext>
            </a:extLst>
          </p:cNvPr>
          <p:cNvSpPr>
            <a:spLocks noGrp="1"/>
          </p:cNvSpPr>
          <p:nvPr/>
        </p:nvSpPr>
        <p:spPr>
          <a:xfrm>
            <a:off x="1058354" y="52412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4" name="9wq3_5_official_PredictedAtoms_10">
            <a:extLst>
              <a:ext uri="{FF2B5EF4-FFF2-40B4-BE49-F238E27FC236}">
                <a16:creationId xmlns:a16="http://schemas.microsoft.com/office/drawing/2014/main" id="{52AF2D9C-8820-4D47-82F6-08C9E14C155C}"/>
              </a:ext>
            </a:extLst>
          </p:cNvPr>
          <p:cNvSpPr>
            <a:spLocks noGrp="1"/>
          </p:cNvSpPr>
          <p:nvPr/>
        </p:nvSpPr>
        <p:spPr>
          <a:xfrm>
            <a:off x="1188211" y="518703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5" name="9wq3_5_official_PredictedAtoms_11">
            <a:extLst>
              <a:ext uri="{FF2B5EF4-FFF2-40B4-BE49-F238E27FC236}">
                <a16:creationId xmlns:a16="http://schemas.microsoft.com/office/drawing/2014/main" id="{7AFDF049-A60F-4B68-A32B-B917E2FB0181}"/>
              </a:ext>
            </a:extLst>
          </p:cNvPr>
          <p:cNvSpPr>
            <a:spLocks noGrp="1"/>
          </p:cNvSpPr>
          <p:nvPr/>
        </p:nvSpPr>
        <p:spPr>
          <a:xfrm>
            <a:off x="1324221" y="512748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6" name="9wq3_5_official_PredictedAtoms_12">
            <a:extLst>
              <a:ext uri="{FF2B5EF4-FFF2-40B4-BE49-F238E27FC236}">
                <a16:creationId xmlns:a16="http://schemas.microsoft.com/office/drawing/2014/main" id="{714AA510-34EF-480C-B140-9B9336DBECAE}"/>
              </a:ext>
            </a:extLst>
          </p:cNvPr>
          <p:cNvSpPr>
            <a:spLocks noGrp="1"/>
          </p:cNvSpPr>
          <p:nvPr/>
        </p:nvSpPr>
        <p:spPr>
          <a:xfrm>
            <a:off x="1333753" y="51268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7" name="9wq3_5_official_PredictedAtoms_13">
            <a:extLst>
              <a:ext uri="{FF2B5EF4-FFF2-40B4-BE49-F238E27FC236}">
                <a16:creationId xmlns:a16="http://schemas.microsoft.com/office/drawing/2014/main" id="{73FBED90-33A9-4BD3-AAE0-2AA536DDB9AD}"/>
              </a:ext>
            </a:extLst>
          </p:cNvPr>
          <p:cNvSpPr>
            <a:spLocks noGrp="1"/>
          </p:cNvSpPr>
          <p:nvPr/>
        </p:nvSpPr>
        <p:spPr>
          <a:xfrm>
            <a:off x="1587981" y="48944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8" name="9wq3_5_official_PredictedAtoms_14">
            <a:extLst>
              <a:ext uri="{FF2B5EF4-FFF2-40B4-BE49-F238E27FC236}">
                <a16:creationId xmlns:a16="http://schemas.microsoft.com/office/drawing/2014/main" id="{9B5F6914-6943-421A-9F7D-E07BB126C128}"/>
              </a:ext>
            </a:extLst>
          </p:cNvPr>
          <p:cNvSpPr>
            <a:spLocks noGrp="1"/>
          </p:cNvSpPr>
          <p:nvPr/>
        </p:nvSpPr>
        <p:spPr>
          <a:xfrm>
            <a:off x="1740614" y="49102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9" name="9wq3_5_official_PredictedAtoms_15">
            <a:extLst>
              <a:ext uri="{FF2B5EF4-FFF2-40B4-BE49-F238E27FC236}">
                <a16:creationId xmlns:a16="http://schemas.microsoft.com/office/drawing/2014/main" id="{131C3BB9-519D-468A-974E-F4819605E6BA}"/>
              </a:ext>
            </a:extLst>
          </p:cNvPr>
          <p:cNvSpPr>
            <a:spLocks noGrp="1"/>
          </p:cNvSpPr>
          <p:nvPr/>
        </p:nvSpPr>
        <p:spPr>
          <a:xfrm>
            <a:off x="1742927" y="49569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0" name="9wq3_5_official_PredictedAtoms_16">
            <a:extLst>
              <a:ext uri="{FF2B5EF4-FFF2-40B4-BE49-F238E27FC236}">
                <a16:creationId xmlns:a16="http://schemas.microsoft.com/office/drawing/2014/main" id="{A9527BB3-34EF-48DB-9C5C-BC4126AF7D01}"/>
              </a:ext>
            </a:extLst>
          </p:cNvPr>
          <p:cNvSpPr>
            <a:spLocks noGrp="1"/>
          </p:cNvSpPr>
          <p:nvPr/>
        </p:nvSpPr>
        <p:spPr>
          <a:xfrm>
            <a:off x="1775452" y="510614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1" name="9wq3_5_official_PredictedAtoms_17">
            <a:extLst>
              <a:ext uri="{FF2B5EF4-FFF2-40B4-BE49-F238E27FC236}">
                <a16:creationId xmlns:a16="http://schemas.microsoft.com/office/drawing/2014/main" id="{0C32E817-4E37-47DE-8791-25A3AC4715D3}"/>
              </a:ext>
            </a:extLst>
          </p:cNvPr>
          <p:cNvSpPr>
            <a:spLocks noGrp="1"/>
          </p:cNvSpPr>
          <p:nvPr/>
        </p:nvSpPr>
        <p:spPr>
          <a:xfrm>
            <a:off x="1695177" y="521959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2" name="9wq3_5_official_PredictedAtoms_18">
            <a:extLst>
              <a:ext uri="{FF2B5EF4-FFF2-40B4-BE49-F238E27FC236}">
                <a16:creationId xmlns:a16="http://schemas.microsoft.com/office/drawing/2014/main" id="{5091BC86-822C-4BE6-830F-40B04F58350E}"/>
              </a:ext>
            </a:extLst>
          </p:cNvPr>
          <p:cNvSpPr>
            <a:spLocks noGrp="1"/>
          </p:cNvSpPr>
          <p:nvPr/>
        </p:nvSpPr>
        <p:spPr>
          <a:xfrm>
            <a:off x="1777866" y="52037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3" name="9wq3_5_official_PredictedAtoms_19">
            <a:extLst>
              <a:ext uri="{FF2B5EF4-FFF2-40B4-BE49-F238E27FC236}">
                <a16:creationId xmlns:a16="http://schemas.microsoft.com/office/drawing/2014/main" id="{64B87C90-F7AE-4F0B-B3AB-D7D2A995906E}"/>
              </a:ext>
            </a:extLst>
          </p:cNvPr>
          <p:cNvSpPr>
            <a:spLocks noGrp="1"/>
          </p:cNvSpPr>
          <p:nvPr/>
        </p:nvSpPr>
        <p:spPr>
          <a:xfrm>
            <a:off x="1515507" y="517580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4" name="9wq3_5_official_PredictedAtoms_20">
            <a:extLst>
              <a:ext uri="{FF2B5EF4-FFF2-40B4-BE49-F238E27FC236}">
                <a16:creationId xmlns:a16="http://schemas.microsoft.com/office/drawing/2014/main" id="{57849238-667C-4DD9-9B05-C79E1042F03B}"/>
              </a:ext>
            </a:extLst>
          </p:cNvPr>
          <p:cNvSpPr>
            <a:spLocks noGrp="1"/>
          </p:cNvSpPr>
          <p:nvPr/>
        </p:nvSpPr>
        <p:spPr>
          <a:xfrm>
            <a:off x="1700683" y="54021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5" name="9wq3_5_official_PredictedAtoms_21">
            <a:extLst>
              <a:ext uri="{FF2B5EF4-FFF2-40B4-BE49-F238E27FC236}">
                <a16:creationId xmlns:a16="http://schemas.microsoft.com/office/drawing/2014/main" id="{6D1008E0-0963-43BB-8CFD-B9478897CC09}"/>
              </a:ext>
            </a:extLst>
          </p:cNvPr>
          <p:cNvSpPr>
            <a:spLocks noGrp="1"/>
          </p:cNvSpPr>
          <p:nvPr/>
        </p:nvSpPr>
        <p:spPr>
          <a:xfrm>
            <a:off x="1843488" y="54511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6" name="9wq3_5_official_PredictedAtoms_22">
            <a:extLst>
              <a:ext uri="{FF2B5EF4-FFF2-40B4-BE49-F238E27FC236}">
                <a16:creationId xmlns:a16="http://schemas.microsoft.com/office/drawing/2014/main" id="{3A7D5B62-A9D6-4E1D-8DD9-48270F086C20}"/>
              </a:ext>
            </a:extLst>
          </p:cNvPr>
          <p:cNvSpPr>
            <a:spLocks noGrp="1"/>
          </p:cNvSpPr>
          <p:nvPr/>
        </p:nvSpPr>
        <p:spPr>
          <a:xfrm>
            <a:off x="1869743" y="55956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7" name="9wq3_5_official_PredictedAtoms_23">
            <a:extLst>
              <a:ext uri="{FF2B5EF4-FFF2-40B4-BE49-F238E27FC236}">
                <a16:creationId xmlns:a16="http://schemas.microsoft.com/office/drawing/2014/main" id="{136BA3C3-609B-4466-8A43-1512A96EC451}"/>
              </a:ext>
            </a:extLst>
          </p:cNvPr>
          <p:cNvSpPr>
            <a:spLocks noGrp="1"/>
          </p:cNvSpPr>
          <p:nvPr/>
        </p:nvSpPr>
        <p:spPr>
          <a:xfrm>
            <a:off x="1797922" y="56002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8" name="9wq3_5_official_PredictedAtoms_24">
            <a:extLst>
              <a:ext uri="{FF2B5EF4-FFF2-40B4-BE49-F238E27FC236}">
                <a16:creationId xmlns:a16="http://schemas.microsoft.com/office/drawing/2014/main" id="{14221CD1-F742-4A25-AD60-F84A3E511771}"/>
              </a:ext>
            </a:extLst>
          </p:cNvPr>
          <p:cNvSpPr>
            <a:spLocks noGrp="1"/>
          </p:cNvSpPr>
          <p:nvPr/>
        </p:nvSpPr>
        <p:spPr>
          <a:xfrm>
            <a:off x="1870530" y="558706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9" name="9wq3_5_official_PredictedAtoms_25">
            <a:extLst>
              <a:ext uri="{FF2B5EF4-FFF2-40B4-BE49-F238E27FC236}">
                <a16:creationId xmlns:a16="http://schemas.microsoft.com/office/drawing/2014/main" id="{79205C81-9953-4096-B60A-8BDCA5E77BFA}"/>
              </a:ext>
            </a:extLst>
          </p:cNvPr>
          <p:cNvSpPr>
            <a:spLocks noGrp="1"/>
          </p:cNvSpPr>
          <p:nvPr/>
        </p:nvSpPr>
        <p:spPr>
          <a:xfrm>
            <a:off x="1760159" y="561689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0" name="9wq3_5_official_PredictedAtoms_26">
            <a:extLst>
              <a:ext uri="{FF2B5EF4-FFF2-40B4-BE49-F238E27FC236}">
                <a16:creationId xmlns:a16="http://schemas.microsoft.com/office/drawing/2014/main" id="{BDBD6AC3-C2D6-45A6-AAD0-A653994C1F5E}"/>
              </a:ext>
            </a:extLst>
          </p:cNvPr>
          <p:cNvSpPr>
            <a:spLocks noGrp="1"/>
          </p:cNvSpPr>
          <p:nvPr/>
        </p:nvSpPr>
        <p:spPr>
          <a:xfrm>
            <a:off x="1613566" y="56507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1" name="9wq3_5_official_PredictedAtoms_31">
            <a:extLst>
              <a:ext uri="{FF2B5EF4-FFF2-40B4-BE49-F238E27FC236}">
                <a16:creationId xmlns:a16="http://schemas.microsoft.com/office/drawing/2014/main" id="{BB213B12-C3C7-43F6-9C32-DFACBF8221E6}"/>
              </a:ext>
            </a:extLst>
          </p:cNvPr>
          <p:cNvSpPr>
            <a:spLocks noGrp="1"/>
          </p:cNvSpPr>
          <p:nvPr/>
        </p:nvSpPr>
        <p:spPr>
          <a:xfrm>
            <a:off x="1240457" y="566832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2" name="9wq3_5_official_PredictedAtoms_32">
            <a:extLst>
              <a:ext uri="{FF2B5EF4-FFF2-40B4-BE49-F238E27FC236}">
                <a16:creationId xmlns:a16="http://schemas.microsoft.com/office/drawing/2014/main" id="{5612F6C0-0CEC-4475-B89E-F7FF0277DBFF}"/>
              </a:ext>
            </a:extLst>
          </p:cNvPr>
          <p:cNvSpPr>
            <a:spLocks noGrp="1"/>
          </p:cNvSpPr>
          <p:nvPr/>
        </p:nvSpPr>
        <p:spPr>
          <a:xfrm>
            <a:off x="1514455" y="56302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3" name="9wq3_5_official_PredictedAtoms_33">
            <a:extLst>
              <a:ext uri="{FF2B5EF4-FFF2-40B4-BE49-F238E27FC236}">
                <a16:creationId xmlns:a16="http://schemas.microsoft.com/office/drawing/2014/main" id="{AD311DA7-C389-47F1-87B8-C078FC7ED3E1}"/>
              </a:ext>
            </a:extLst>
          </p:cNvPr>
          <p:cNvSpPr>
            <a:spLocks noGrp="1"/>
          </p:cNvSpPr>
          <p:nvPr/>
        </p:nvSpPr>
        <p:spPr>
          <a:xfrm>
            <a:off x="1637418" y="56254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4" name="9wq3_5_official_PredictedAtoms_34">
            <a:extLst>
              <a:ext uri="{FF2B5EF4-FFF2-40B4-BE49-F238E27FC236}">
                <a16:creationId xmlns:a16="http://schemas.microsoft.com/office/drawing/2014/main" id="{BCA6CA1E-3D0B-4DD6-9DA7-42ECCC642B8A}"/>
              </a:ext>
            </a:extLst>
          </p:cNvPr>
          <p:cNvSpPr>
            <a:spLocks noGrp="1"/>
          </p:cNvSpPr>
          <p:nvPr/>
        </p:nvSpPr>
        <p:spPr>
          <a:xfrm>
            <a:off x="2040103" y="56199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5" name="9wq3_5_official_PredictedAtoms_35">
            <a:extLst>
              <a:ext uri="{FF2B5EF4-FFF2-40B4-BE49-F238E27FC236}">
                <a16:creationId xmlns:a16="http://schemas.microsoft.com/office/drawing/2014/main" id="{B209C4BA-0E88-4469-ADFD-705C25FB7051}"/>
              </a:ext>
            </a:extLst>
          </p:cNvPr>
          <p:cNvSpPr>
            <a:spLocks noGrp="1"/>
          </p:cNvSpPr>
          <p:nvPr/>
        </p:nvSpPr>
        <p:spPr>
          <a:xfrm>
            <a:off x="2126509" y="55102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6" name="9wq3_5_official_PredictedAtoms_36">
            <a:extLst>
              <a:ext uri="{FF2B5EF4-FFF2-40B4-BE49-F238E27FC236}">
                <a16:creationId xmlns:a16="http://schemas.microsoft.com/office/drawing/2014/main" id="{8D360C6B-7C7D-4F45-8FC8-072EFC7A56CB}"/>
              </a:ext>
            </a:extLst>
          </p:cNvPr>
          <p:cNvSpPr>
            <a:spLocks noGrp="1"/>
          </p:cNvSpPr>
          <p:nvPr/>
        </p:nvSpPr>
        <p:spPr>
          <a:xfrm>
            <a:off x="2225097" y="53982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7" name="9wq3_5_official_PredictedAtoms_37">
            <a:extLst>
              <a:ext uri="{FF2B5EF4-FFF2-40B4-BE49-F238E27FC236}">
                <a16:creationId xmlns:a16="http://schemas.microsoft.com/office/drawing/2014/main" id="{7F656E82-BDFE-4B1D-89B3-1E92FAF1655B}"/>
              </a:ext>
            </a:extLst>
          </p:cNvPr>
          <p:cNvSpPr>
            <a:spLocks noGrp="1"/>
          </p:cNvSpPr>
          <p:nvPr/>
        </p:nvSpPr>
        <p:spPr>
          <a:xfrm>
            <a:off x="2145153" y="53543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8" name="9wq3_5_official_PredictedAtoms_38">
            <a:extLst>
              <a:ext uri="{FF2B5EF4-FFF2-40B4-BE49-F238E27FC236}">
                <a16:creationId xmlns:a16="http://schemas.microsoft.com/office/drawing/2014/main" id="{83F3E191-5392-44C6-B6EF-065730A85AB0}"/>
              </a:ext>
            </a:extLst>
          </p:cNvPr>
          <p:cNvSpPr>
            <a:spLocks noGrp="1"/>
          </p:cNvSpPr>
          <p:nvPr/>
        </p:nvSpPr>
        <p:spPr>
          <a:xfrm>
            <a:off x="2136644" y="51790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9" name="9wq3_5_official_PredictedAtoms_39">
            <a:extLst>
              <a:ext uri="{FF2B5EF4-FFF2-40B4-BE49-F238E27FC236}">
                <a16:creationId xmlns:a16="http://schemas.microsoft.com/office/drawing/2014/main" id="{1ACC8EFC-B223-4163-B95B-2483379E161F}"/>
              </a:ext>
            </a:extLst>
          </p:cNvPr>
          <p:cNvSpPr>
            <a:spLocks noGrp="1"/>
          </p:cNvSpPr>
          <p:nvPr/>
        </p:nvSpPr>
        <p:spPr>
          <a:xfrm>
            <a:off x="2111430" y="51936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0" name="9wq3_5_official_PredictedAtoms_40">
            <a:extLst>
              <a:ext uri="{FF2B5EF4-FFF2-40B4-BE49-F238E27FC236}">
                <a16:creationId xmlns:a16="http://schemas.microsoft.com/office/drawing/2014/main" id="{320B06AE-3C02-4742-806D-52A66EC19281}"/>
              </a:ext>
            </a:extLst>
          </p:cNvPr>
          <p:cNvSpPr>
            <a:spLocks noGrp="1"/>
          </p:cNvSpPr>
          <p:nvPr/>
        </p:nvSpPr>
        <p:spPr>
          <a:xfrm>
            <a:off x="2298650" y="50969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1" name="9wq3_5_official_PredictedAtoms_41">
            <a:extLst>
              <a:ext uri="{FF2B5EF4-FFF2-40B4-BE49-F238E27FC236}">
                <a16:creationId xmlns:a16="http://schemas.microsoft.com/office/drawing/2014/main" id="{102E10DB-9F84-4030-84E7-C6405030223B}"/>
              </a:ext>
            </a:extLst>
          </p:cNvPr>
          <p:cNvSpPr>
            <a:spLocks noGrp="1"/>
          </p:cNvSpPr>
          <p:nvPr/>
        </p:nvSpPr>
        <p:spPr>
          <a:xfrm>
            <a:off x="1992635" y="50629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2" name="9wq3_5_official_PredictedAtoms_42">
            <a:extLst>
              <a:ext uri="{FF2B5EF4-FFF2-40B4-BE49-F238E27FC236}">
                <a16:creationId xmlns:a16="http://schemas.microsoft.com/office/drawing/2014/main" id="{86D4A957-B771-4D82-B8A2-B912D3B86125}"/>
              </a:ext>
            </a:extLst>
          </p:cNvPr>
          <p:cNvSpPr>
            <a:spLocks noGrp="1"/>
          </p:cNvSpPr>
          <p:nvPr/>
        </p:nvSpPr>
        <p:spPr>
          <a:xfrm>
            <a:off x="1832924" y="50328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3" name="9wq3_5_official_PredictedAtoms_43">
            <a:extLst>
              <a:ext uri="{FF2B5EF4-FFF2-40B4-BE49-F238E27FC236}">
                <a16:creationId xmlns:a16="http://schemas.microsoft.com/office/drawing/2014/main" id="{E87A69F7-922F-428D-AE4F-7D3D50CACA7D}"/>
              </a:ext>
            </a:extLst>
          </p:cNvPr>
          <p:cNvSpPr>
            <a:spLocks noGrp="1"/>
          </p:cNvSpPr>
          <p:nvPr/>
        </p:nvSpPr>
        <p:spPr>
          <a:xfrm>
            <a:off x="2002461" y="54215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4" name="9wq3_5_official_PredictedAtoms_44">
            <a:extLst>
              <a:ext uri="{FF2B5EF4-FFF2-40B4-BE49-F238E27FC236}">
                <a16:creationId xmlns:a16="http://schemas.microsoft.com/office/drawing/2014/main" id="{61477937-D2F1-42D4-8AA7-713E89BEC0C5}"/>
              </a:ext>
            </a:extLst>
          </p:cNvPr>
          <p:cNvSpPr>
            <a:spLocks noGrp="1"/>
          </p:cNvSpPr>
          <p:nvPr/>
        </p:nvSpPr>
        <p:spPr>
          <a:xfrm>
            <a:off x="2010278" y="546152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55" name="stage3-cases-clash_25">
            <a:extLst>
              <a:ext uri="{FF2B5EF4-FFF2-40B4-BE49-F238E27FC236}">
                <a16:creationId xmlns:a16="http://schemas.microsoft.com/office/drawing/2014/main" id="{9D7EF241-C161-4E1B-AB51-3673F5A301F3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6.29 Å   D 58%   Clash 0</a:t>
            </a:r>
          </a:p>
        </p:txBody>
      </p:sp>
      <p:sp>
        <p:nvSpPr>
          <p:cNvPr id="1056" name="9wq3_5_tuned_Receptor">
            <a:extLst>
              <a:ext uri="{FF2B5EF4-FFF2-40B4-BE49-F238E27FC236}">
                <a16:creationId xmlns:a16="http://schemas.microsoft.com/office/drawing/2014/main" id="{5B73EEB8-F835-4310-930B-3CB4C858534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57" name="9wq3_5_tuned_ExperimentalDensity">
            <a:extLst>
              <a:ext uri="{FF2B5EF4-FFF2-40B4-BE49-F238E27FC236}">
                <a16:creationId xmlns:a16="http://schemas.microsoft.com/office/drawing/2014/main" id="{8330F773-7D30-47D6-9D11-55302691299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58" name="9wq3_5_tuned_ReferenceLigand_0">
            <a:extLst>
              <a:ext uri="{FF2B5EF4-FFF2-40B4-BE49-F238E27FC236}">
                <a16:creationId xmlns:a16="http://schemas.microsoft.com/office/drawing/2014/main" id="{2DA2956B-6501-4444-9FA0-55FBE10A9ED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9" name="9wq3_5_tuned_ReferenceLigand_1">
            <a:extLst>
              <a:ext uri="{FF2B5EF4-FFF2-40B4-BE49-F238E27FC236}">
                <a16:creationId xmlns:a16="http://schemas.microsoft.com/office/drawing/2014/main" id="{C796779F-2E3C-47AE-A1B5-83446D5EBB2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0" name="9wq3_5_tuned_ReferenceLigand_2">
            <a:extLst>
              <a:ext uri="{FF2B5EF4-FFF2-40B4-BE49-F238E27FC236}">
                <a16:creationId xmlns:a16="http://schemas.microsoft.com/office/drawing/2014/main" id="{F4DD8854-149E-4121-A03F-503DA55D60C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1" name="9wq3_5_tuned_ReferenceLigand_3">
            <a:extLst>
              <a:ext uri="{FF2B5EF4-FFF2-40B4-BE49-F238E27FC236}">
                <a16:creationId xmlns:a16="http://schemas.microsoft.com/office/drawing/2014/main" id="{5A5B8253-0EAF-4F09-852B-F76557AC727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2" name="9wq3_5_tuned_ReferenceLigand_4">
            <a:extLst>
              <a:ext uri="{FF2B5EF4-FFF2-40B4-BE49-F238E27FC236}">
                <a16:creationId xmlns:a16="http://schemas.microsoft.com/office/drawing/2014/main" id="{910DBC3A-9FCD-45E3-824D-BEF75FD6ED8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3" name="9wq3_5_tuned_ReferenceLigand_5">
            <a:extLst>
              <a:ext uri="{FF2B5EF4-FFF2-40B4-BE49-F238E27FC236}">
                <a16:creationId xmlns:a16="http://schemas.microsoft.com/office/drawing/2014/main" id="{9B16BF0A-6FA2-419B-AC6C-2322D8D7268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4" name="9wq3_5_tuned_ReferenceLigand_6">
            <a:extLst>
              <a:ext uri="{FF2B5EF4-FFF2-40B4-BE49-F238E27FC236}">
                <a16:creationId xmlns:a16="http://schemas.microsoft.com/office/drawing/2014/main" id="{8CD56FF8-9739-4C48-AFD7-059FF19148E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5" name="9wq3_5_tuned_ReferenceLigand_7">
            <a:extLst>
              <a:ext uri="{FF2B5EF4-FFF2-40B4-BE49-F238E27FC236}">
                <a16:creationId xmlns:a16="http://schemas.microsoft.com/office/drawing/2014/main" id="{CAC6E568-675E-4871-94E9-E37B57543B7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6" name="9wq3_5_tuned_ReferenceLigand_8">
            <a:extLst>
              <a:ext uri="{FF2B5EF4-FFF2-40B4-BE49-F238E27FC236}">
                <a16:creationId xmlns:a16="http://schemas.microsoft.com/office/drawing/2014/main" id="{FA636A59-512A-4A26-87B1-A396FC4C76D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7" name="9wq3_5_tuned_ReferenceLigand_9">
            <a:extLst>
              <a:ext uri="{FF2B5EF4-FFF2-40B4-BE49-F238E27FC236}">
                <a16:creationId xmlns:a16="http://schemas.microsoft.com/office/drawing/2014/main" id="{705F001A-9218-4507-9995-6D34B55366F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8" name="9wq3_5_tuned_ReferenceLigand_10">
            <a:extLst>
              <a:ext uri="{FF2B5EF4-FFF2-40B4-BE49-F238E27FC236}">
                <a16:creationId xmlns:a16="http://schemas.microsoft.com/office/drawing/2014/main" id="{9CDA7F8A-4E04-49AA-B8DD-D2C2E7CD003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9" name="9wq3_5_tuned_ReferenceLigand_11">
            <a:extLst>
              <a:ext uri="{FF2B5EF4-FFF2-40B4-BE49-F238E27FC236}">
                <a16:creationId xmlns:a16="http://schemas.microsoft.com/office/drawing/2014/main" id="{C936FBF4-8469-4706-A687-39E67403948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0" name="9wq3_5_tuned_ReferenceLigand_12">
            <a:extLst>
              <a:ext uri="{FF2B5EF4-FFF2-40B4-BE49-F238E27FC236}">
                <a16:creationId xmlns:a16="http://schemas.microsoft.com/office/drawing/2014/main" id="{0FB009C0-CE98-45A6-A494-17026B92744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1" name="9wq3_5_tuned_ReferenceLigand_13">
            <a:extLst>
              <a:ext uri="{FF2B5EF4-FFF2-40B4-BE49-F238E27FC236}">
                <a16:creationId xmlns:a16="http://schemas.microsoft.com/office/drawing/2014/main" id="{CD711EC0-6935-41A0-94F1-51986BDACF0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2" name="9wq3_5_tuned_ReferenceLigand_14">
            <a:extLst>
              <a:ext uri="{FF2B5EF4-FFF2-40B4-BE49-F238E27FC236}">
                <a16:creationId xmlns:a16="http://schemas.microsoft.com/office/drawing/2014/main" id="{22A64369-3485-4BE2-AC54-430CD346B77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3" name="9wq3_5_tuned_ReferenceLigand_15">
            <a:extLst>
              <a:ext uri="{FF2B5EF4-FFF2-40B4-BE49-F238E27FC236}">
                <a16:creationId xmlns:a16="http://schemas.microsoft.com/office/drawing/2014/main" id="{5A99D9E6-EB9E-4534-9739-24F0244FC00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4" name="9wq3_5_tuned_ReferenceLigand_16">
            <a:extLst>
              <a:ext uri="{FF2B5EF4-FFF2-40B4-BE49-F238E27FC236}">
                <a16:creationId xmlns:a16="http://schemas.microsoft.com/office/drawing/2014/main" id="{A08862AF-886B-4F9C-B36D-B4C58482EB2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5" name="9wq3_5_tuned_ReferenceLigand_17">
            <a:extLst>
              <a:ext uri="{FF2B5EF4-FFF2-40B4-BE49-F238E27FC236}">
                <a16:creationId xmlns:a16="http://schemas.microsoft.com/office/drawing/2014/main" id="{11E5ECB7-3428-41C4-9C2E-59CBF05DBE5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6" name="9wq3_5_tuned_ReferenceLigand_18">
            <a:extLst>
              <a:ext uri="{FF2B5EF4-FFF2-40B4-BE49-F238E27FC236}">
                <a16:creationId xmlns:a16="http://schemas.microsoft.com/office/drawing/2014/main" id="{69AF3047-75B4-43F8-9573-7F61DE879BD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7" name="9wq3_5_tuned_ReferenceLigand_19">
            <a:extLst>
              <a:ext uri="{FF2B5EF4-FFF2-40B4-BE49-F238E27FC236}">
                <a16:creationId xmlns:a16="http://schemas.microsoft.com/office/drawing/2014/main" id="{8EE495FB-FBD7-4B77-9E2D-BBC771588CC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8" name="9wq3_5_tuned_ReferenceLigand_20">
            <a:extLst>
              <a:ext uri="{FF2B5EF4-FFF2-40B4-BE49-F238E27FC236}">
                <a16:creationId xmlns:a16="http://schemas.microsoft.com/office/drawing/2014/main" id="{CAFE1AF2-7978-4E86-908B-3D6E9C1831A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9" name="9wq3_5_tuned_ReferenceLigand_21">
            <a:extLst>
              <a:ext uri="{FF2B5EF4-FFF2-40B4-BE49-F238E27FC236}">
                <a16:creationId xmlns:a16="http://schemas.microsoft.com/office/drawing/2014/main" id="{366F1AC9-0268-46AF-B91F-8C688867D55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0" name="9wq3_5_tuned_ReferenceLigand_22">
            <a:extLst>
              <a:ext uri="{FF2B5EF4-FFF2-40B4-BE49-F238E27FC236}">
                <a16:creationId xmlns:a16="http://schemas.microsoft.com/office/drawing/2014/main" id="{64E70A9B-32E7-4D34-95C7-F3287271B1C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1" name="9wq3_5_tuned_ReferenceLigand_23">
            <a:extLst>
              <a:ext uri="{FF2B5EF4-FFF2-40B4-BE49-F238E27FC236}">
                <a16:creationId xmlns:a16="http://schemas.microsoft.com/office/drawing/2014/main" id="{95B0929C-3468-4688-B6FE-E644A4A93D0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2" name="9wq3_5_tuned_ReferenceLigand_24">
            <a:extLst>
              <a:ext uri="{FF2B5EF4-FFF2-40B4-BE49-F238E27FC236}">
                <a16:creationId xmlns:a16="http://schemas.microsoft.com/office/drawing/2014/main" id="{08C68FE2-BE58-4A72-BB7C-8D9D8D5E31A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3" name="9wq3_5_tuned_ReferenceLigand_25">
            <a:extLst>
              <a:ext uri="{FF2B5EF4-FFF2-40B4-BE49-F238E27FC236}">
                <a16:creationId xmlns:a16="http://schemas.microsoft.com/office/drawing/2014/main" id="{87C489A2-649E-4A25-9260-A61DA122631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4" name="9wq3_5_tuned_ReferenceLigand_26">
            <a:extLst>
              <a:ext uri="{FF2B5EF4-FFF2-40B4-BE49-F238E27FC236}">
                <a16:creationId xmlns:a16="http://schemas.microsoft.com/office/drawing/2014/main" id="{C79A3561-CFE6-479D-80DB-ADC7A11F565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5" name="9wq3_5_tuned_ReferenceLigand_27">
            <a:extLst>
              <a:ext uri="{FF2B5EF4-FFF2-40B4-BE49-F238E27FC236}">
                <a16:creationId xmlns:a16="http://schemas.microsoft.com/office/drawing/2014/main" id="{3DAB863B-32B5-4F04-908D-AC589DC153F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6" name="9wq3_5_tuned_ReferenceLigand_28">
            <a:extLst>
              <a:ext uri="{FF2B5EF4-FFF2-40B4-BE49-F238E27FC236}">
                <a16:creationId xmlns:a16="http://schemas.microsoft.com/office/drawing/2014/main" id="{EC22F315-5770-4753-9CC9-2C0A3EDF6A7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7" name="9wq3_5_tuned_ReferenceLigand_29">
            <a:extLst>
              <a:ext uri="{FF2B5EF4-FFF2-40B4-BE49-F238E27FC236}">
                <a16:creationId xmlns:a16="http://schemas.microsoft.com/office/drawing/2014/main" id="{8C719E76-0413-4C4E-8620-B5C5C1F3575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8" name="9wq3_5_tuned_ReferenceLigand_30">
            <a:extLst>
              <a:ext uri="{FF2B5EF4-FFF2-40B4-BE49-F238E27FC236}">
                <a16:creationId xmlns:a16="http://schemas.microsoft.com/office/drawing/2014/main" id="{7B84CF86-7C38-4A68-8504-C20BBDFD92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9" name="9wq3_5_tuned_ReferenceLigand_31">
            <a:extLst>
              <a:ext uri="{FF2B5EF4-FFF2-40B4-BE49-F238E27FC236}">
                <a16:creationId xmlns:a16="http://schemas.microsoft.com/office/drawing/2014/main" id="{7AA64743-CAF9-4AB9-BC7A-7F872459413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0" name="9wq3_5_tuned_ReferenceLigand_32">
            <a:extLst>
              <a:ext uri="{FF2B5EF4-FFF2-40B4-BE49-F238E27FC236}">
                <a16:creationId xmlns:a16="http://schemas.microsoft.com/office/drawing/2014/main" id="{1B6CEB2C-3828-49BA-8AD9-A49A1BA50AC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1" name="9wq3_5_tuned_ReferenceLigand_33">
            <a:extLst>
              <a:ext uri="{FF2B5EF4-FFF2-40B4-BE49-F238E27FC236}">
                <a16:creationId xmlns:a16="http://schemas.microsoft.com/office/drawing/2014/main" id="{4A6C2B4F-AC20-4B91-B1E4-CEF1D548F9E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2" name="9wq3_5_tuned_ReferenceLigand_34">
            <a:extLst>
              <a:ext uri="{FF2B5EF4-FFF2-40B4-BE49-F238E27FC236}">
                <a16:creationId xmlns:a16="http://schemas.microsoft.com/office/drawing/2014/main" id="{2F5E3823-C674-44B7-AE1A-DE1D294B4D0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3" name="9wq3_5_tuned_ReferenceLigand_35">
            <a:extLst>
              <a:ext uri="{FF2B5EF4-FFF2-40B4-BE49-F238E27FC236}">
                <a16:creationId xmlns:a16="http://schemas.microsoft.com/office/drawing/2014/main" id="{D3E77027-3CEB-48CF-AF3A-D7F1474BE60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4" name="9wq3_5_tuned_ReferenceLigand_36">
            <a:extLst>
              <a:ext uri="{FF2B5EF4-FFF2-40B4-BE49-F238E27FC236}">
                <a16:creationId xmlns:a16="http://schemas.microsoft.com/office/drawing/2014/main" id="{2A1AF38D-A639-4A2A-B9C7-E5D5172955F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5" name="9wq3_5_tuned_ReferenceLigand_37">
            <a:extLst>
              <a:ext uri="{FF2B5EF4-FFF2-40B4-BE49-F238E27FC236}">
                <a16:creationId xmlns:a16="http://schemas.microsoft.com/office/drawing/2014/main" id="{626B88F7-928F-4E89-9A00-ECE428BF02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6" name="9wq3_5_tuned_ReferenceLigand_38">
            <a:extLst>
              <a:ext uri="{FF2B5EF4-FFF2-40B4-BE49-F238E27FC236}">
                <a16:creationId xmlns:a16="http://schemas.microsoft.com/office/drawing/2014/main" id="{060E513C-3E1B-4E44-B615-16C2DAD3D00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7" name="9wq3_5_tuned_ReferenceLigand_39">
            <a:extLst>
              <a:ext uri="{FF2B5EF4-FFF2-40B4-BE49-F238E27FC236}">
                <a16:creationId xmlns:a16="http://schemas.microsoft.com/office/drawing/2014/main" id="{4084EF16-8AC3-4C9D-9E22-0395538CE3B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8" name="9wq3_5_tuned_ReferenceLigand_40">
            <a:extLst>
              <a:ext uri="{FF2B5EF4-FFF2-40B4-BE49-F238E27FC236}">
                <a16:creationId xmlns:a16="http://schemas.microsoft.com/office/drawing/2014/main" id="{2844050D-8F50-4DAB-A314-93BA8AA8CFD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9" name="9wq3_5_tuned_ReferenceLigand_41">
            <a:extLst>
              <a:ext uri="{FF2B5EF4-FFF2-40B4-BE49-F238E27FC236}">
                <a16:creationId xmlns:a16="http://schemas.microsoft.com/office/drawing/2014/main" id="{C3EC8BC2-6BB2-4520-9E1E-540B844D65F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0" name="9wq3_5_tuned_ReferenceLigand_42">
            <a:extLst>
              <a:ext uri="{FF2B5EF4-FFF2-40B4-BE49-F238E27FC236}">
                <a16:creationId xmlns:a16="http://schemas.microsoft.com/office/drawing/2014/main" id="{1919BAAF-913E-48AD-957B-3791C7D7E43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1" name="9wq3_5_tuned_ReferenceLigand_43">
            <a:extLst>
              <a:ext uri="{FF2B5EF4-FFF2-40B4-BE49-F238E27FC236}">
                <a16:creationId xmlns:a16="http://schemas.microsoft.com/office/drawing/2014/main" id="{785168F6-9803-4D94-8668-4E0B8DDF8E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2" name="9wq3_5_tuned_ReferenceLigand_44">
            <a:extLst>
              <a:ext uri="{FF2B5EF4-FFF2-40B4-BE49-F238E27FC236}">
                <a16:creationId xmlns:a16="http://schemas.microsoft.com/office/drawing/2014/main" id="{653A7093-0C78-4DC0-AD8C-A78B01A3BD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3" name="9wq3_5_tuned_ReferenceLigand_45">
            <a:extLst>
              <a:ext uri="{FF2B5EF4-FFF2-40B4-BE49-F238E27FC236}">
                <a16:creationId xmlns:a16="http://schemas.microsoft.com/office/drawing/2014/main" id="{D4518D31-9CA1-4FB7-A813-B613A467D93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4" name="9wq3_5_tuned_ReferenceLigand_46">
            <a:extLst>
              <a:ext uri="{FF2B5EF4-FFF2-40B4-BE49-F238E27FC236}">
                <a16:creationId xmlns:a16="http://schemas.microsoft.com/office/drawing/2014/main" id="{2E2A474B-3DA2-4125-84B2-EF5C655669B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5" name="9wq3_5_tuned_ReferenceLigand_47">
            <a:extLst>
              <a:ext uri="{FF2B5EF4-FFF2-40B4-BE49-F238E27FC236}">
                <a16:creationId xmlns:a16="http://schemas.microsoft.com/office/drawing/2014/main" id="{A5E0726F-87A8-45DC-AA04-8E7477650C3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6" name="9wq3_5_tuned_ReferenceLigand_48">
            <a:extLst>
              <a:ext uri="{FF2B5EF4-FFF2-40B4-BE49-F238E27FC236}">
                <a16:creationId xmlns:a16="http://schemas.microsoft.com/office/drawing/2014/main" id="{2D0A2AA6-F66D-40C6-B1E0-191D4C5B20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7" name="9wq3_5_tuned_ReferenceLigand_49">
            <a:extLst>
              <a:ext uri="{FF2B5EF4-FFF2-40B4-BE49-F238E27FC236}">
                <a16:creationId xmlns:a16="http://schemas.microsoft.com/office/drawing/2014/main" id="{CEE5DA72-3F45-4C92-B663-CA5F02BF8D6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8" name="9wq3_5_tuned_ReferenceLigand_50">
            <a:extLst>
              <a:ext uri="{FF2B5EF4-FFF2-40B4-BE49-F238E27FC236}">
                <a16:creationId xmlns:a16="http://schemas.microsoft.com/office/drawing/2014/main" id="{9475B663-7B72-4543-89DC-BA743D06B90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9" name="9wq3_5_tuned_PredictedLigand_0">
            <a:extLst>
              <a:ext uri="{FF2B5EF4-FFF2-40B4-BE49-F238E27FC236}">
                <a16:creationId xmlns:a16="http://schemas.microsoft.com/office/drawing/2014/main" id="{7EEC6445-4FD7-4B8A-A420-F46F371C427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6136" y="699235"/>
                </a:moveTo>
                <a:lnTo>
                  <a:pt x="624670" y="6431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0" name="9wq3_5_tuned_PredictedLigand_1">
            <a:extLst>
              <a:ext uri="{FF2B5EF4-FFF2-40B4-BE49-F238E27FC236}">
                <a16:creationId xmlns:a16="http://schemas.microsoft.com/office/drawing/2014/main" id="{2C856E87-808A-4B71-8562-A05B8C3F5FC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9007" y="6836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1" name="9wq3_5_tuned_PredictedLigand_2">
            <a:extLst>
              <a:ext uri="{FF2B5EF4-FFF2-40B4-BE49-F238E27FC236}">
                <a16:creationId xmlns:a16="http://schemas.microsoft.com/office/drawing/2014/main" id="{554CE7FF-BC2A-428B-B9D4-43F201D5B84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24670" y="643118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2" name="9wq3_5_tuned_PredictedLigand_3">
            <a:extLst>
              <a:ext uri="{FF2B5EF4-FFF2-40B4-BE49-F238E27FC236}">
                <a16:creationId xmlns:a16="http://schemas.microsoft.com/office/drawing/2014/main" id="{7C81648B-9770-4539-9B2A-C6D96406DC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034" y="995183"/>
                </a:moveTo>
                <a:lnTo>
                  <a:pt x="1974448" y="9163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3" name="9wq3_5_tuned_PredictedLigand_4">
            <a:extLst>
              <a:ext uri="{FF2B5EF4-FFF2-40B4-BE49-F238E27FC236}">
                <a16:creationId xmlns:a16="http://schemas.microsoft.com/office/drawing/2014/main" id="{7D459181-BD7C-4BF8-80F4-EAB5B1409B1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4448" y="916361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4" name="9wq3_5_tuned_PredictedLigand_5">
            <a:extLst>
              <a:ext uri="{FF2B5EF4-FFF2-40B4-BE49-F238E27FC236}">
                <a16:creationId xmlns:a16="http://schemas.microsoft.com/office/drawing/2014/main" id="{F815CD3B-64B1-4F7A-84D3-D10D2F65CBF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418541" y="12011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5" name="9wq3_5_tuned_PredictedLigand_6">
            <a:extLst>
              <a:ext uri="{FF2B5EF4-FFF2-40B4-BE49-F238E27FC236}">
                <a16:creationId xmlns:a16="http://schemas.microsoft.com/office/drawing/2014/main" id="{DB3D237F-0D66-4E3A-80DC-10E244DE51E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52578" y="571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6" name="9wq3_5_tuned_PredictedLigand_7">
            <a:extLst>
              <a:ext uri="{FF2B5EF4-FFF2-40B4-BE49-F238E27FC236}">
                <a16:creationId xmlns:a16="http://schemas.microsoft.com/office/drawing/2014/main" id="{82BF4A2D-F9A4-46C7-B547-2A33311189F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478" y="777941"/>
                </a:moveTo>
                <a:lnTo>
                  <a:pt x="776136" y="6992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7" name="9wq3_5_tuned_PredictedLigand_8">
            <a:extLst>
              <a:ext uri="{FF2B5EF4-FFF2-40B4-BE49-F238E27FC236}">
                <a16:creationId xmlns:a16="http://schemas.microsoft.com/office/drawing/2014/main" id="{51D978D3-FD5C-46A9-926E-D8E0208C70D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1820" y="1113866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8" name="9wq3_5_tuned_PredictedLigand_9">
            <a:extLst>
              <a:ext uri="{FF2B5EF4-FFF2-40B4-BE49-F238E27FC236}">
                <a16:creationId xmlns:a16="http://schemas.microsoft.com/office/drawing/2014/main" id="{A65AB12A-5393-4574-90E6-CE69D945AE9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004928" y="9569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9" name="9wq3_5_tuned_PredictedLigand_10">
            <a:extLst>
              <a:ext uri="{FF2B5EF4-FFF2-40B4-BE49-F238E27FC236}">
                <a16:creationId xmlns:a16="http://schemas.microsoft.com/office/drawing/2014/main" id="{6CBE7780-0C7A-4E53-B481-040753BEA67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095" y="819619"/>
                </a:moveTo>
                <a:lnTo>
                  <a:pt x="2205826" y="7109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0" name="9wq3_5_tuned_PredictedLigand_11">
            <a:extLst>
              <a:ext uri="{FF2B5EF4-FFF2-40B4-BE49-F238E27FC236}">
                <a16:creationId xmlns:a16="http://schemas.microsoft.com/office/drawing/2014/main" id="{AC5E0291-B961-4898-8A5A-F83506B2CE4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6962" y="686100"/>
                </a:moveTo>
                <a:lnTo>
                  <a:pt x="344421" y="6649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1" name="9wq3_5_tuned_PredictedLigand_12">
            <a:extLst>
              <a:ext uri="{FF2B5EF4-FFF2-40B4-BE49-F238E27FC236}">
                <a16:creationId xmlns:a16="http://schemas.microsoft.com/office/drawing/2014/main" id="{CA4720A9-CEB6-49FA-A88F-BEA7D0EEDCE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195276" y="13335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2" name="9wq3_5_tuned_PredictedLigand_13">
            <a:extLst>
              <a:ext uri="{FF2B5EF4-FFF2-40B4-BE49-F238E27FC236}">
                <a16:creationId xmlns:a16="http://schemas.microsoft.com/office/drawing/2014/main" id="{EC90F6FF-9343-4CF8-BAFC-6D3563F3D20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928" y="956922"/>
                </a:moveTo>
                <a:lnTo>
                  <a:pt x="925605" y="8552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3" name="9wq3_5_tuned_PredictedLigand_14">
            <a:extLst>
              <a:ext uri="{FF2B5EF4-FFF2-40B4-BE49-F238E27FC236}">
                <a16:creationId xmlns:a16="http://schemas.microsoft.com/office/drawing/2014/main" id="{421614A0-CD16-4FDE-B841-C43A36EDC9D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516962" y="686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4" name="9wq3_5_tuned_PredictedLigand_15">
            <a:extLst>
              <a:ext uri="{FF2B5EF4-FFF2-40B4-BE49-F238E27FC236}">
                <a16:creationId xmlns:a16="http://schemas.microsoft.com/office/drawing/2014/main" id="{6573B728-12D1-45CC-A89F-853BFE77DC6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500" y="925809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5" name="9wq3_5_tuned_PredictedLigand_16">
            <a:extLst>
              <a:ext uri="{FF2B5EF4-FFF2-40B4-BE49-F238E27FC236}">
                <a16:creationId xmlns:a16="http://schemas.microsoft.com/office/drawing/2014/main" id="{96649DEC-646B-4627-A2F1-B6B60C3E96C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4004" y="1050372"/>
                </a:moveTo>
                <a:lnTo>
                  <a:pt x="1185500" y="925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6" name="9wq3_5_tuned_PredictedLigand_17">
            <a:extLst>
              <a:ext uri="{FF2B5EF4-FFF2-40B4-BE49-F238E27FC236}">
                <a16:creationId xmlns:a16="http://schemas.microsoft.com/office/drawing/2014/main" id="{A868DC6F-CEB6-49BA-8FF3-42C191AFF8F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5826" y="710946"/>
                </a:moveTo>
                <a:lnTo>
                  <a:pt x="2262699" y="63985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7" name="9wq3_5_tuned_PredictedLigand_18">
            <a:extLst>
              <a:ext uri="{FF2B5EF4-FFF2-40B4-BE49-F238E27FC236}">
                <a16:creationId xmlns:a16="http://schemas.microsoft.com/office/drawing/2014/main" id="{89078EE2-22AA-437A-96D0-D7C03DB6D53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6257" y="940921"/>
                </a:moveTo>
                <a:lnTo>
                  <a:pt x="1851034" y="9951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8" name="9wq3_5_tuned_PredictedLigand_19">
            <a:extLst>
              <a:ext uri="{FF2B5EF4-FFF2-40B4-BE49-F238E27FC236}">
                <a16:creationId xmlns:a16="http://schemas.microsoft.com/office/drawing/2014/main" id="{CF6B47AD-C878-462B-9414-DAD7F6709F9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6212" y="778768"/>
                </a:moveTo>
                <a:lnTo>
                  <a:pt x="1362090" y="6898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29" name="9wq3_5_tuned_PredictedLigand_20">
            <a:extLst>
              <a:ext uri="{FF2B5EF4-FFF2-40B4-BE49-F238E27FC236}">
                <a16:creationId xmlns:a16="http://schemas.microsoft.com/office/drawing/2014/main" id="{524940CB-64A5-407C-A691-F98E4CE061D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1389" y="1221331"/>
                </a:moveTo>
                <a:lnTo>
                  <a:pt x="1264004" y="10503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0" name="9wq3_5_tuned_PredictedLigand_21">
            <a:extLst>
              <a:ext uri="{FF2B5EF4-FFF2-40B4-BE49-F238E27FC236}">
                <a16:creationId xmlns:a16="http://schemas.microsoft.com/office/drawing/2014/main" id="{33FD8090-B96E-4A5C-AC7E-A764164FEE6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0169" y="773322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1" name="9wq3_5_tuned_PredictedLigand_22">
            <a:extLst>
              <a:ext uri="{FF2B5EF4-FFF2-40B4-BE49-F238E27FC236}">
                <a16:creationId xmlns:a16="http://schemas.microsoft.com/office/drawing/2014/main" id="{9A7A7661-E201-4824-8194-FC6E3DA7447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770478" y="7779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2" name="9wq3_5_tuned_PredictedLigand_23">
            <a:extLst>
              <a:ext uri="{FF2B5EF4-FFF2-40B4-BE49-F238E27FC236}">
                <a16:creationId xmlns:a16="http://schemas.microsoft.com/office/drawing/2014/main" id="{D9D5672A-654C-48AE-B2C9-9AE7C85F9B9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2066095" y="8196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3" name="9wq3_5_tuned_PredictedLigand_24">
            <a:extLst>
              <a:ext uri="{FF2B5EF4-FFF2-40B4-BE49-F238E27FC236}">
                <a16:creationId xmlns:a16="http://schemas.microsoft.com/office/drawing/2014/main" id="{BC839201-2B84-4601-8229-FE8AF85F777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44421" y="664998"/>
                </a:moveTo>
                <a:lnTo>
                  <a:pt x="277093" y="7404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4" name="9wq3_5_tuned_PredictedLigand_25">
            <a:extLst>
              <a:ext uri="{FF2B5EF4-FFF2-40B4-BE49-F238E27FC236}">
                <a16:creationId xmlns:a16="http://schemas.microsoft.com/office/drawing/2014/main" id="{5FF24BB0-958D-437F-9784-E1F7095D50F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2224" y="5158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5" name="9wq3_5_tuned_PredictedLigand_26">
            <a:extLst>
              <a:ext uri="{FF2B5EF4-FFF2-40B4-BE49-F238E27FC236}">
                <a16:creationId xmlns:a16="http://schemas.microsoft.com/office/drawing/2014/main" id="{7CE7DE53-C02E-4899-9357-3CD0F2E61A9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2090" y="689808"/>
                </a:moveTo>
                <a:lnTo>
                  <a:pt x="1401963" y="5613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6" name="9wq3_5_tuned_PredictedLigand_27">
            <a:extLst>
              <a:ext uri="{FF2B5EF4-FFF2-40B4-BE49-F238E27FC236}">
                <a16:creationId xmlns:a16="http://schemas.microsoft.com/office/drawing/2014/main" id="{BCEB2F22-80FC-4DC5-8DC4-FCB2A5D6E5F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0942" y="1290789"/>
                </a:moveTo>
                <a:lnTo>
                  <a:pt x="1331389" y="12213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7" name="9wq3_5_tuned_PredictedLigand_28">
            <a:extLst>
              <a:ext uri="{FF2B5EF4-FFF2-40B4-BE49-F238E27FC236}">
                <a16:creationId xmlns:a16="http://schemas.microsoft.com/office/drawing/2014/main" id="{0B619FF4-EAB9-4A4C-8657-690B18F5F94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1753" y="727660"/>
                </a:moveTo>
                <a:lnTo>
                  <a:pt x="1206212" y="77876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8" name="9wq3_5_tuned_PredictedLigand_29">
            <a:extLst>
              <a:ext uri="{FF2B5EF4-FFF2-40B4-BE49-F238E27FC236}">
                <a16:creationId xmlns:a16="http://schemas.microsoft.com/office/drawing/2014/main" id="{6491F474-9A8A-41A9-A4A0-6713966F681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5605" y="855251"/>
                </a:moveTo>
                <a:lnTo>
                  <a:pt x="1041753" y="7276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39" name="9wq3_5_tuned_PredictedLigand_30">
            <a:extLst>
              <a:ext uri="{FF2B5EF4-FFF2-40B4-BE49-F238E27FC236}">
                <a16:creationId xmlns:a16="http://schemas.microsoft.com/office/drawing/2014/main" id="{B66AAF45-FB2F-4232-8E1F-CE87B543593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9829" y="84180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0" name="9wq3_5_tuned_PredictedLigand_31">
            <a:extLst>
              <a:ext uri="{FF2B5EF4-FFF2-40B4-BE49-F238E27FC236}">
                <a16:creationId xmlns:a16="http://schemas.microsoft.com/office/drawing/2014/main" id="{7152872B-E6CB-4BAA-85C3-B1032276C42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1963" y="561309"/>
                </a:moveTo>
                <a:lnTo>
                  <a:pt x="1591252" y="5318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1" name="9wq3_5_tuned_PredictedLigand_32">
            <a:extLst>
              <a:ext uri="{FF2B5EF4-FFF2-40B4-BE49-F238E27FC236}">
                <a16:creationId xmlns:a16="http://schemas.microsoft.com/office/drawing/2014/main" id="{663595A5-2652-4F84-9348-F5BDB7463FB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6368" y="834949"/>
                </a:moveTo>
                <a:lnTo>
                  <a:pt x="610169" y="77332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2" name="9wq3_5_tuned_PredictedLigand_33">
            <a:extLst>
              <a:ext uri="{FF2B5EF4-FFF2-40B4-BE49-F238E27FC236}">
                <a16:creationId xmlns:a16="http://schemas.microsoft.com/office/drawing/2014/main" id="{C4F153A9-B00F-4517-AC70-101E3BAFFA3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62699" y="639856"/>
                </a:moveTo>
                <a:lnTo>
                  <a:pt x="2201409" y="668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3" name="9wq3_5_tuned_PredictedLigand_34">
            <a:extLst>
              <a:ext uri="{FF2B5EF4-FFF2-40B4-BE49-F238E27FC236}">
                <a16:creationId xmlns:a16="http://schemas.microsoft.com/office/drawing/2014/main" id="{C68468A6-48DD-42D7-859D-CF66720AD0E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7093" y="740473"/>
                </a:moveTo>
                <a:lnTo>
                  <a:pt x="371967" y="8188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4" name="9wq3_5_tuned_PredictedLigand_35">
            <a:extLst>
              <a:ext uri="{FF2B5EF4-FFF2-40B4-BE49-F238E27FC236}">
                <a16:creationId xmlns:a16="http://schemas.microsoft.com/office/drawing/2014/main" id="{87B251E7-D2D3-4097-B5A6-5E24CCD3E7C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866257" y="9409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5" name="9wq3_5_tuned_PredictedLigand_36">
            <a:extLst>
              <a:ext uri="{FF2B5EF4-FFF2-40B4-BE49-F238E27FC236}">
                <a16:creationId xmlns:a16="http://schemas.microsoft.com/office/drawing/2014/main" id="{222AE000-F030-4A2B-9A6D-08F0FCDC4AB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8106" y="768194"/>
                </a:moveTo>
                <a:lnTo>
                  <a:pt x="1999829" y="8418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6" name="9wq3_5_tuned_PredictedLigand_37">
            <a:extLst>
              <a:ext uri="{FF2B5EF4-FFF2-40B4-BE49-F238E27FC236}">
                <a16:creationId xmlns:a16="http://schemas.microsoft.com/office/drawing/2014/main" id="{B6F927B9-A455-4A42-B7BC-4EC85279F4B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59647" y="6782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7" name="9wq3_5_tuned_PredictedLigand_38">
            <a:extLst>
              <a:ext uri="{FF2B5EF4-FFF2-40B4-BE49-F238E27FC236}">
                <a16:creationId xmlns:a16="http://schemas.microsoft.com/office/drawing/2014/main" id="{E243E332-AAD9-4DCC-BBAE-98D796FA14C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1252" y="531806"/>
                </a:moveTo>
                <a:lnTo>
                  <a:pt x="1627935" y="3812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8" name="9wq3_5_tuned_PredictedLigand_39">
            <a:extLst>
              <a:ext uri="{FF2B5EF4-FFF2-40B4-BE49-F238E27FC236}">
                <a16:creationId xmlns:a16="http://schemas.microsoft.com/office/drawing/2014/main" id="{7AA6D7C5-3644-4D79-A957-AD5E02AFE94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1967" y="818882"/>
                </a:moveTo>
                <a:lnTo>
                  <a:pt x="536368" y="8349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49" name="9wq3_5_tuned_PredictedLigand_40">
            <a:extLst>
              <a:ext uri="{FF2B5EF4-FFF2-40B4-BE49-F238E27FC236}">
                <a16:creationId xmlns:a16="http://schemas.microsoft.com/office/drawing/2014/main" id="{27358739-0080-44F0-9B03-5B769B0C9E9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02862" y="1224006"/>
                </a:moveTo>
                <a:lnTo>
                  <a:pt x="1440942" y="12907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0" name="9wq3_5_tuned_PredictedLigand_41">
            <a:extLst>
              <a:ext uri="{FF2B5EF4-FFF2-40B4-BE49-F238E27FC236}">
                <a16:creationId xmlns:a16="http://schemas.microsoft.com/office/drawing/2014/main" id="{EC7DE455-294B-4BEE-AD67-49AC4B81E93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068106" y="76819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1" name="9wq3_5_tuned_PredictedLigand_42">
            <a:extLst>
              <a:ext uri="{FF2B5EF4-FFF2-40B4-BE49-F238E27FC236}">
                <a16:creationId xmlns:a16="http://schemas.microsoft.com/office/drawing/2014/main" id="{30612CBD-EEEA-4F94-82DE-E27AB4BDC91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9647" y="678237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2" name="9wq3_5_tuned_PredictedLigand_43">
            <a:extLst>
              <a:ext uri="{FF2B5EF4-FFF2-40B4-BE49-F238E27FC236}">
                <a16:creationId xmlns:a16="http://schemas.microsoft.com/office/drawing/2014/main" id="{7496FC6A-6DA6-45B4-BC5B-E632EEBC652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9898" y="855035"/>
                </a:moveTo>
                <a:lnTo>
                  <a:pt x="1761441" y="9707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3" name="9wq3_5_tuned_PredictedLigand_44">
            <a:extLst>
              <a:ext uri="{FF2B5EF4-FFF2-40B4-BE49-F238E27FC236}">
                <a16:creationId xmlns:a16="http://schemas.microsoft.com/office/drawing/2014/main" id="{EAF12B75-4668-4522-8A90-4389628000B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441" y="970779"/>
                </a:moveTo>
                <a:lnTo>
                  <a:pt x="1682180" y="112643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4" name="9wq3_5_tuned_PredictedLigand_45">
            <a:extLst>
              <a:ext uri="{FF2B5EF4-FFF2-40B4-BE49-F238E27FC236}">
                <a16:creationId xmlns:a16="http://schemas.microsoft.com/office/drawing/2014/main" id="{E7B3A67D-0C6D-4882-89EA-1B9437DE7B1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2180" y="1126434"/>
                </a:moveTo>
                <a:lnTo>
                  <a:pt x="1544504" y="11190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5" name="9wq3_5_tuned_PredictedLigand_46">
            <a:extLst>
              <a:ext uri="{FF2B5EF4-FFF2-40B4-BE49-F238E27FC236}">
                <a16:creationId xmlns:a16="http://schemas.microsoft.com/office/drawing/2014/main" id="{D6ABFAB7-3692-4FCA-9405-ACC8D1A06A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1409" y="668359"/>
                </a:moveTo>
                <a:lnTo>
                  <a:pt x="2274197" y="60271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6" name="9wq3_5_tuned_PredictedLigand_47">
            <a:extLst>
              <a:ext uri="{FF2B5EF4-FFF2-40B4-BE49-F238E27FC236}">
                <a16:creationId xmlns:a16="http://schemas.microsoft.com/office/drawing/2014/main" id="{DC9C471B-F310-4D45-9762-73BB368BE7D8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619898" y="8550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7" name="9wq3_5_tuned_PredictedLigand_48">
            <a:extLst>
              <a:ext uri="{FF2B5EF4-FFF2-40B4-BE49-F238E27FC236}">
                <a16:creationId xmlns:a16="http://schemas.microsoft.com/office/drawing/2014/main" id="{73DF9B0B-0C87-4F3E-9320-F4031A2A8A9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402862" y="12240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8" name="9wq3_5_tuned_PredictedLigand_49">
            <a:extLst>
              <a:ext uri="{FF2B5EF4-FFF2-40B4-BE49-F238E27FC236}">
                <a16:creationId xmlns:a16="http://schemas.microsoft.com/office/drawing/2014/main" id="{DFF588C5-6F6E-4D49-B3DB-FB552EAB079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4504" y="1119082"/>
                </a:moveTo>
                <a:lnTo>
                  <a:pt x="1501174" y="9379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59" name="9wq3_5_tuned_PredictedLigand_50">
            <a:extLst>
              <a:ext uri="{FF2B5EF4-FFF2-40B4-BE49-F238E27FC236}">
                <a16:creationId xmlns:a16="http://schemas.microsoft.com/office/drawing/2014/main" id="{7665C171-6F2F-46AE-941A-C2DF65B4D01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174" y="937948"/>
                </a:moveTo>
                <a:lnTo>
                  <a:pt x="1511461" y="8869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60" name="9wq3_5_tuned_PredictedAtoms_0">
            <a:extLst>
              <a:ext uri="{FF2B5EF4-FFF2-40B4-BE49-F238E27FC236}">
                <a16:creationId xmlns:a16="http://schemas.microsoft.com/office/drawing/2014/main" id="{FFB9FF1D-A07B-48D5-A03C-308D10BE3D12}"/>
              </a:ext>
            </a:extLst>
          </p:cNvPr>
          <p:cNvSpPr>
            <a:spLocks noGrp="1"/>
          </p:cNvSpPr>
          <p:nvPr/>
        </p:nvSpPr>
        <p:spPr>
          <a:xfrm>
            <a:off x="4126028" y="54696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1" name="9wq3_5_tuned_PredictedAtoms_1">
            <a:extLst>
              <a:ext uri="{FF2B5EF4-FFF2-40B4-BE49-F238E27FC236}">
                <a16:creationId xmlns:a16="http://schemas.microsoft.com/office/drawing/2014/main" id="{947FFF53-EC47-4075-A604-38A51ECE1CBA}"/>
              </a:ext>
            </a:extLst>
          </p:cNvPr>
          <p:cNvSpPr>
            <a:spLocks noGrp="1"/>
          </p:cNvSpPr>
          <p:nvPr/>
        </p:nvSpPr>
        <p:spPr>
          <a:xfrm>
            <a:off x="4189135" y="53127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2" name="9wq3_5_tuned_PredictedAtoms_2">
            <a:extLst>
              <a:ext uri="{FF2B5EF4-FFF2-40B4-BE49-F238E27FC236}">
                <a16:creationId xmlns:a16="http://schemas.microsoft.com/office/drawing/2014/main" id="{C9120893-BD9F-4F6F-B84A-52292428C55F}"/>
              </a:ext>
            </a:extLst>
          </p:cNvPr>
          <p:cNvSpPr>
            <a:spLocks noGrp="1"/>
          </p:cNvSpPr>
          <p:nvPr/>
        </p:nvSpPr>
        <p:spPr>
          <a:xfrm>
            <a:off x="4109812" y="521103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3" name="9wq3_5_tuned_PredictedAtoms_3">
            <a:extLst>
              <a:ext uri="{FF2B5EF4-FFF2-40B4-BE49-F238E27FC236}">
                <a16:creationId xmlns:a16="http://schemas.microsoft.com/office/drawing/2014/main" id="{42D07366-999E-491D-B76A-2990DB070F1D}"/>
              </a:ext>
            </a:extLst>
          </p:cNvPr>
          <p:cNvSpPr>
            <a:spLocks noGrp="1"/>
          </p:cNvSpPr>
          <p:nvPr/>
        </p:nvSpPr>
        <p:spPr>
          <a:xfrm>
            <a:off x="3954685" y="51337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4" name="9wq3_5_tuned_PredictedAtoms_4">
            <a:extLst>
              <a:ext uri="{FF2B5EF4-FFF2-40B4-BE49-F238E27FC236}">
                <a16:creationId xmlns:a16="http://schemas.microsoft.com/office/drawing/2014/main" id="{6268E8AD-ED47-4BA3-9DB8-DD6A1A295918}"/>
              </a:ext>
            </a:extLst>
          </p:cNvPr>
          <p:cNvSpPr>
            <a:spLocks noGrp="1"/>
          </p:cNvSpPr>
          <p:nvPr/>
        </p:nvSpPr>
        <p:spPr>
          <a:xfrm>
            <a:off x="3960343" y="50550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5" name="9wq3_5_tuned_PredictedAtoms_5">
            <a:extLst>
              <a:ext uri="{FF2B5EF4-FFF2-40B4-BE49-F238E27FC236}">
                <a16:creationId xmlns:a16="http://schemas.microsoft.com/office/drawing/2014/main" id="{9F1B0860-70FB-407A-BBF3-536E8F729C16}"/>
              </a:ext>
            </a:extLst>
          </p:cNvPr>
          <p:cNvSpPr>
            <a:spLocks noGrp="1"/>
          </p:cNvSpPr>
          <p:nvPr/>
        </p:nvSpPr>
        <p:spPr>
          <a:xfrm>
            <a:off x="3808877" y="49989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6" name="9wq3_5_tuned_PredictedAtoms_6">
            <a:extLst>
              <a:ext uri="{FF2B5EF4-FFF2-40B4-BE49-F238E27FC236}">
                <a16:creationId xmlns:a16="http://schemas.microsoft.com/office/drawing/2014/main" id="{C4B062AE-4E42-4EC9-8CFB-3BE9DBD33BB7}"/>
              </a:ext>
            </a:extLst>
          </p:cNvPr>
          <p:cNvSpPr>
            <a:spLocks noGrp="1"/>
          </p:cNvSpPr>
          <p:nvPr/>
        </p:nvSpPr>
        <p:spPr>
          <a:xfrm>
            <a:off x="3701170" y="504188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7" name="9wq3_5_tuned_PredictedAtoms_7">
            <a:extLst>
              <a:ext uri="{FF2B5EF4-FFF2-40B4-BE49-F238E27FC236}">
                <a16:creationId xmlns:a16="http://schemas.microsoft.com/office/drawing/2014/main" id="{038175E2-8AC4-4C83-B206-F438AF6038D3}"/>
              </a:ext>
            </a:extLst>
          </p:cNvPr>
          <p:cNvSpPr>
            <a:spLocks noGrp="1"/>
          </p:cNvSpPr>
          <p:nvPr/>
        </p:nvSpPr>
        <p:spPr>
          <a:xfrm>
            <a:off x="3528628" y="50207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8" name="9wq3_5_tuned_PredictedAtoms_8">
            <a:extLst>
              <a:ext uri="{FF2B5EF4-FFF2-40B4-BE49-F238E27FC236}">
                <a16:creationId xmlns:a16="http://schemas.microsoft.com/office/drawing/2014/main" id="{0F9E1AEF-537C-4F8C-A571-FD54C2448563}"/>
              </a:ext>
            </a:extLst>
          </p:cNvPr>
          <p:cNvSpPr>
            <a:spLocks noGrp="1"/>
          </p:cNvSpPr>
          <p:nvPr/>
        </p:nvSpPr>
        <p:spPr>
          <a:xfrm>
            <a:off x="3436785" y="492700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69" name="9wq3_5_tuned_PredictedAtoms_9">
            <a:extLst>
              <a:ext uri="{FF2B5EF4-FFF2-40B4-BE49-F238E27FC236}">
                <a16:creationId xmlns:a16="http://schemas.microsoft.com/office/drawing/2014/main" id="{0787689F-C337-468F-9498-BA748EE86962}"/>
              </a:ext>
            </a:extLst>
          </p:cNvPr>
          <p:cNvSpPr>
            <a:spLocks noGrp="1"/>
          </p:cNvSpPr>
          <p:nvPr/>
        </p:nvSpPr>
        <p:spPr>
          <a:xfrm>
            <a:off x="3461301" y="50962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0" name="9wq3_5_tuned_PredictedAtoms_10">
            <a:extLst>
              <a:ext uri="{FF2B5EF4-FFF2-40B4-BE49-F238E27FC236}">
                <a16:creationId xmlns:a16="http://schemas.microsoft.com/office/drawing/2014/main" id="{9CA4AF96-B8F4-43F5-89A0-13C9D5E60AC9}"/>
              </a:ext>
            </a:extLst>
          </p:cNvPr>
          <p:cNvSpPr>
            <a:spLocks noGrp="1"/>
          </p:cNvSpPr>
          <p:nvPr/>
        </p:nvSpPr>
        <p:spPr>
          <a:xfrm>
            <a:off x="3556174" y="51746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1" name="9wq3_5_tuned_PredictedAtoms_11">
            <a:extLst>
              <a:ext uri="{FF2B5EF4-FFF2-40B4-BE49-F238E27FC236}">
                <a16:creationId xmlns:a16="http://schemas.microsoft.com/office/drawing/2014/main" id="{0424892D-8897-4860-B258-4A218D39A929}"/>
              </a:ext>
            </a:extLst>
          </p:cNvPr>
          <p:cNvSpPr>
            <a:spLocks noGrp="1"/>
          </p:cNvSpPr>
          <p:nvPr/>
        </p:nvSpPr>
        <p:spPr>
          <a:xfrm>
            <a:off x="3720575" y="51907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2" name="9wq3_5_tuned_PredictedAtoms_12">
            <a:extLst>
              <a:ext uri="{FF2B5EF4-FFF2-40B4-BE49-F238E27FC236}">
                <a16:creationId xmlns:a16="http://schemas.microsoft.com/office/drawing/2014/main" id="{D9F7F8B8-C3E0-4FBB-A9F9-02BF11AB38A7}"/>
              </a:ext>
            </a:extLst>
          </p:cNvPr>
          <p:cNvSpPr>
            <a:spLocks noGrp="1"/>
          </p:cNvSpPr>
          <p:nvPr/>
        </p:nvSpPr>
        <p:spPr>
          <a:xfrm>
            <a:off x="3794377" y="512910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3" name="9wq3_5_tuned_PredictedAtoms_13">
            <a:extLst>
              <a:ext uri="{FF2B5EF4-FFF2-40B4-BE49-F238E27FC236}">
                <a16:creationId xmlns:a16="http://schemas.microsoft.com/office/drawing/2014/main" id="{ABEFD259-8BBD-4A2A-956D-0DEA4E437470}"/>
              </a:ext>
            </a:extLst>
          </p:cNvPr>
          <p:cNvSpPr>
            <a:spLocks noGrp="1"/>
          </p:cNvSpPr>
          <p:nvPr/>
        </p:nvSpPr>
        <p:spPr>
          <a:xfrm>
            <a:off x="4225961" y="50834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4" name="9wq3_5_tuned_PredictedAtoms_14">
            <a:extLst>
              <a:ext uri="{FF2B5EF4-FFF2-40B4-BE49-F238E27FC236}">
                <a16:creationId xmlns:a16="http://schemas.microsoft.com/office/drawing/2014/main" id="{E95C5BC7-60F4-4F59-B6AE-EAD361B0B8C4}"/>
              </a:ext>
            </a:extLst>
          </p:cNvPr>
          <p:cNvSpPr>
            <a:spLocks noGrp="1"/>
          </p:cNvSpPr>
          <p:nvPr/>
        </p:nvSpPr>
        <p:spPr>
          <a:xfrm>
            <a:off x="4390419" y="51345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5" name="9wq3_5_tuned_PredictedAtoms_15">
            <a:extLst>
              <a:ext uri="{FF2B5EF4-FFF2-40B4-BE49-F238E27FC236}">
                <a16:creationId xmlns:a16="http://schemas.microsoft.com/office/drawing/2014/main" id="{140827BF-AD85-4E81-86CD-9303371D2C5A}"/>
              </a:ext>
            </a:extLst>
          </p:cNvPr>
          <p:cNvSpPr>
            <a:spLocks noGrp="1"/>
          </p:cNvSpPr>
          <p:nvPr/>
        </p:nvSpPr>
        <p:spPr>
          <a:xfrm>
            <a:off x="4546298" y="50455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6" name="9wq3_5_tuned_PredictedAtoms_16">
            <a:extLst>
              <a:ext uri="{FF2B5EF4-FFF2-40B4-BE49-F238E27FC236}">
                <a16:creationId xmlns:a16="http://schemas.microsoft.com/office/drawing/2014/main" id="{E5C21B01-4701-479B-A453-EBD2ED2CE041}"/>
              </a:ext>
            </a:extLst>
          </p:cNvPr>
          <p:cNvSpPr>
            <a:spLocks noGrp="1"/>
          </p:cNvSpPr>
          <p:nvPr/>
        </p:nvSpPr>
        <p:spPr>
          <a:xfrm>
            <a:off x="4586171" y="49170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7" name="9wq3_5_tuned_PredictedAtoms_17">
            <a:extLst>
              <a:ext uri="{FF2B5EF4-FFF2-40B4-BE49-F238E27FC236}">
                <a16:creationId xmlns:a16="http://schemas.microsoft.com/office/drawing/2014/main" id="{FFD62817-DB38-4F5F-8DC1-0BC3B6B08A52}"/>
              </a:ext>
            </a:extLst>
          </p:cNvPr>
          <p:cNvSpPr>
            <a:spLocks noGrp="1"/>
          </p:cNvSpPr>
          <p:nvPr/>
        </p:nvSpPr>
        <p:spPr>
          <a:xfrm>
            <a:off x="4775460" y="48875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8" name="9wq3_5_tuned_PredictedAtoms_18">
            <a:extLst>
              <a:ext uri="{FF2B5EF4-FFF2-40B4-BE49-F238E27FC236}">
                <a16:creationId xmlns:a16="http://schemas.microsoft.com/office/drawing/2014/main" id="{BB54470B-0969-45EE-A4DE-624AD96E8EF3}"/>
              </a:ext>
            </a:extLst>
          </p:cNvPr>
          <p:cNvSpPr>
            <a:spLocks noGrp="1"/>
          </p:cNvSpPr>
          <p:nvPr/>
        </p:nvSpPr>
        <p:spPr>
          <a:xfrm>
            <a:off x="4836431" y="487159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79" name="9wq3_5_tuned_PredictedAtoms_19">
            <a:extLst>
              <a:ext uri="{FF2B5EF4-FFF2-40B4-BE49-F238E27FC236}">
                <a16:creationId xmlns:a16="http://schemas.microsoft.com/office/drawing/2014/main" id="{E109F4A2-5E66-4C40-AC27-EF60B9B39987}"/>
              </a:ext>
            </a:extLst>
          </p:cNvPr>
          <p:cNvSpPr>
            <a:spLocks noGrp="1"/>
          </p:cNvSpPr>
          <p:nvPr/>
        </p:nvSpPr>
        <p:spPr>
          <a:xfrm>
            <a:off x="4812143" y="47370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0" name="9wq3_5_tuned_PredictedAtoms_20">
            <a:extLst>
              <a:ext uri="{FF2B5EF4-FFF2-40B4-BE49-F238E27FC236}">
                <a16:creationId xmlns:a16="http://schemas.microsoft.com/office/drawing/2014/main" id="{B5A31249-93B5-440A-9E3A-AE38F5E7EDEB}"/>
              </a:ext>
            </a:extLst>
          </p:cNvPr>
          <p:cNvSpPr>
            <a:spLocks noGrp="1"/>
          </p:cNvSpPr>
          <p:nvPr/>
        </p:nvSpPr>
        <p:spPr>
          <a:xfrm>
            <a:off x="4843854" y="503402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1" name="9wq3_5_tuned_PredictedAtoms_21">
            <a:extLst>
              <a:ext uri="{FF2B5EF4-FFF2-40B4-BE49-F238E27FC236}">
                <a16:creationId xmlns:a16="http://schemas.microsoft.com/office/drawing/2014/main" id="{4CF9CC42-DC23-4EBA-A36A-4724AC2EF3F7}"/>
              </a:ext>
            </a:extLst>
          </p:cNvPr>
          <p:cNvSpPr>
            <a:spLocks noGrp="1"/>
          </p:cNvSpPr>
          <p:nvPr/>
        </p:nvSpPr>
        <p:spPr>
          <a:xfrm>
            <a:off x="4804105" y="52108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2" name="9wq3_5_tuned_PredictedAtoms_22">
            <a:extLst>
              <a:ext uri="{FF2B5EF4-FFF2-40B4-BE49-F238E27FC236}">
                <a16:creationId xmlns:a16="http://schemas.microsoft.com/office/drawing/2014/main" id="{97501F75-4D6B-4FEB-8BA0-6C1919C95EF8}"/>
              </a:ext>
            </a:extLst>
          </p:cNvPr>
          <p:cNvSpPr>
            <a:spLocks noGrp="1"/>
          </p:cNvSpPr>
          <p:nvPr/>
        </p:nvSpPr>
        <p:spPr>
          <a:xfrm>
            <a:off x="4945648" y="532656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3" name="9wq3_5_tuned_PredictedAtoms_23">
            <a:extLst>
              <a:ext uri="{FF2B5EF4-FFF2-40B4-BE49-F238E27FC236}">
                <a16:creationId xmlns:a16="http://schemas.microsoft.com/office/drawing/2014/main" id="{CC055EE7-E412-49BB-804F-E240327344FC}"/>
              </a:ext>
            </a:extLst>
          </p:cNvPr>
          <p:cNvSpPr>
            <a:spLocks noGrp="1"/>
          </p:cNvSpPr>
          <p:nvPr/>
        </p:nvSpPr>
        <p:spPr>
          <a:xfrm>
            <a:off x="5050464" y="52967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4" name="9wq3_5_tuned_PredictedAtoms_24">
            <a:extLst>
              <a:ext uri="{FF2B5EF4-FFF2-40B4-BE49-F238E27FC236}">
                <a16:creationId xmlns:a16="http://schemas.microsoft.com/office/drawing/2014/main" id="{35FCAFC6-EB58-491C-9C9F-5CE295111E54}"/>
              </a:ext>
            </a:extLst>
          </p:cNvPr>
          <p:cNvSpPr>
            <a:spLocks noGrp="1"/>
          </p:cNvSpPr>
          <p:nvPr/>
        </p:nvSpPr>
        <p:spPr>
          <a:xfrm>
            <a:off x="5035242" y="53509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5" name="9wq3_5_tuned_PredictedAtoms_25">
            <a:extLst>
              <a:ext uri="{FF2B5EF4-FFF2-40B4-BE49-F238E27FC236}">
                <a16:creationId xmlns:a16="http://schemas.microsoft.com/office/drawing/2014/main" id="{27D78C12-1C5B-4830-8997-BD6D0250A1A7}"/>
              </a:ext>
            </a:extLst>
          </p:cNvPr>
          <p:cNvSpPr>
            <a:spLocks noGrp="1"/>
          </p:cNvSpPr>
          <p:nvPr/>
        </p:nvSpPr>
        <p:spPr>
          <a:xfrm>
            <a:off x="5158655" y="52721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6" name="9wq3_5_tuned_PredictedAtoms_26">
            <a:extLst>
              <a:ext uri="{FF2B5EF4-FFF2-40B4-BE49-F238E27FC236}">
                <a16:creationId xmlns:a16="http://schemas.microsoft.com/office/drawing/2014/main" id="{D5741A34-4894-4EC5-B760-B9D6651B71FD}"/>
              </a:ext>
            </a:extLst>
          </p:cNvPr>
          <p:cNvSpPr>
            <a:spLocks noGrp="1"/>
          </p:cNvSpPr>
          <p:nvPr/>
        </p:nvSpPr>
        <p:spPr>
          <a:xfrm>
            <a:off x="5250302" y="51754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7" name="9wq3_5_tuned_PredictedAtoms_27">
            <a:extLst>
              <a:ext uri="{FF2B5EF4-FFF2-40B4-BE49-F238E27FC236}">
                <a16:creationId xmlns:a16="http://schemas.microsoft.com/office/drawing/2014/main" id="{5DD3D1A5-897F-4707-82D4-8BEA678E5FF8}"/>
              </a:ext>
            </a:extLst>
          </p:cNvPr>
          <p:cNvSpPr>
            <a:spLocks noGrp="1"/>
          </p:cNvSpPr>
          <p:nvPr/>
        </p:nvSpPr>
        <p:spPr>
          <a:xfrm>
            <a:off x="5390033" y="506672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8" name="9wq3_5_tuned_PredictedAtoms_28">
            <a:extLst>
              <a:ext uri="{FF2B5EF4-FFF2-40B4-BE49-F238E27FC236}">
                <a16:creationId xmlns:a16="http://schemas.microsoft.com/office/drawing/2014/main" id="{EACA9818-A220-4182-A453-B50E2B60B9B8}"/>
              </a:ext>
            </a:extLst>
          </p:cNvPr>
          <p:cNvSpPr>
            <a:spLocks noGrp="1"/>
          </p:cNvSpPr>
          <p:nvPr/>
        </p:nvSpPr>
        <p:spPr>
          <a:xfrm>
            <a:off x="5453215" y="50394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89" name="9wq3_5_tuned_PredictedAtoms_29">
            <a:extLst>
              <a:ext uri="{FF2B5EF4-FFF2-40B4-BE49-F238E27FC236}">
                <a16:creationId xmlns:a16="http://schemas.microsoft.com/office/drawing/2014/main" id="{C7CEA5DF-A36E-44D2-A06B-9F041FDE5E82}"/>
              </a:ext>
            </a:extLst>
          </p:cNvPr>
          <p:cNvSpPr>
            <a:spLocks noGrp="1"/>
          </p:cNvSpPr>
          <p:nvPr/>
        </p:nvSpPr>
        <p:spPr>
          <a:xfrm>
            <a:off x="5446907" y="499563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0" name="9wq3_5_tuned_PredictedAtoms_30">
            <a:extLst>
              <a:ext uri="{FF2B5EF4-FFF2-40B4-BE49-F238E27FC236}">
                <a16:creationId xmlns:a16="http://schemas.microsoft.com/office/drawing/2014/main" id="{7D48C97F-1EA5-4B1D-9E1E-1552AE585256}"/>
              </a:ext>
            </a:extLst>
          </p:cNvPr>
          <p:cNvSpPr>
            <a:spLocks noGrp="1"/>
          </p:cNvSpPr>
          <p:nvPr/>
        </p:nvSpPr>
        <p:spPr>
          <a:xfrm>
            <a:off x="5385617" y="50241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1" name="9wq3_5_tuned_PredictedAtoms_31">
            <a:extLst>
              <a:ext uri="{FF2B5EF4-FFF2-40B4-BE49-F238E27FC236}">
                <a16:creationId xmlns:a16="http://schemas.microsoft.com/office/drawing/2014/main" id="{C1B70287-39BB-407F-9CCC-4CC212E40950}"/>
              </a:ext>
            </a:extLst>
          </p:cNvPr>
          <p:cNvSpPr>
            <a:spLocks noGrp="1"/>
          </p:cNvSpPr>
          <p:nvPr/>
        </p:nvSpPr>
        <p:spPr>
          <a:xfrm>
            <a:off x="5458404" y="4958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2" name="9wq3_5_tuned_PredictedAtoms_32">
            <a:extLst>
              <a:ext uri="{FF2B5EF4-FFF2-40B4-BE49-F238E27FC236}">
                <a16:creationId xmlns:a16="http://schemas.microsoft.com/office/drawing/2014/main" id="{E60C4A6E-2660-417D-B940-4CC97FD69E68}"/>
              </a:ext>
            </a:extLst>
          </p:cNvPr>
          <p:cNvSpPr>
            <a:spLocks noGrp="1"/>
          </p:cNvSpPr>
          <p:nvPr/>
        </p:nvSpPr>
        <p:spPr>
          <a:xfrm>
            <a:off x="5252314" y="512397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3" name="9wq3_5_tuned_PredictedAtoms_33">
            <a:extLst>
              <a:ext uri="{FF2B5EF4-FFF2-40B4-BE49-F238E27FC236}">
                <a16:creationId xmlns:a16="http://schemas.microsoft.com/office/drawing/2014/main" id="{12796A27-8FA6-4FD8-98FA-44DA081435B1}"/>
              </a:ext>
            </a:extLst>
          </p:cNvPr>
          <p:cNvSpPr>
            <a:spLocks noGrp="1"/>
          </p:cNvSpPr>
          <p:nvPr/>
        </p:nvSpPr>
        <p:spPr>
          <a:xfrm>
            <a:off x="5184037" y="51975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4" name="9wq3_5_tuned_PredictedAtoms_34">
            <a:extLst>
              <a:ext uri="{FF2B5EF4-FFF2-40B4-BE49-F238E27FC236}">
                <a16:creationId xmlns:a16="http://schemas.microsoft.com/office/drawing/2014/main" id="{CE11D2F3-69BF-42F4-887A-5FEC0BAE709E}"/>
              </a:ext>
            </a:extLst>
          </p:cNvPr>
          <p:cNvSpPr>
            <a:spLocks noGrp="1"/>
          </p:cNvSpPr>
          <p:nvPr/>
        </p:nvSpPr>
        <p:spPr>
          <a:xfrm>
            <a:off x="4866387" y="548221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5" name="9wq3_5_tuned_PredictedAtoms_35">
            <a:extLst>
              <a:ext uri="{FF2B5EF4-FFF2-40B4-BE49-F238E27FC236}">
                <a16:creationId xmlns:a16="http://schemas.microsoft.com/office/drawing/2014/main" id="{B030A605-185D-4B41-8DE9-AC6A42467FA3}"/>
              </a:ext>
            </a:extLst>
          </p:cNvPr>
          <p:cNvSpPr>
            <a:spLocks noGrp="1"/>
          </p:cNvSpPr>
          <p:nvPr/>
        </p:nvSpPr>
        <p:spPr>
          <a:xfrm>
            <a:off x="4728712" y="54748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6" name="9wq3_5_tuned_PredictedAtoms_36">
            <a:extLst>
              <a:ext uri="{FF2B5EF4-FFF2-40B4-BE49-F238E27FC236}">
                <a16:creationId xmlns:a16="http://schemas.microsoft.com/office/drawing/2014/main" id="{7646E6B4-CBE9-4CB2-9AC9-75062FBC7B68}"/>
              </a:ext>
            </a:extLst>
          </p:cNvPr>
          <p:cNvSpPr>
            <a:spLocks noGrp="1"/>
          </p:cNvSpPr>
          <p:nvPr/>
        </p:nvSpPr>
        <p:spPr>
          <a:xfrm>
            <a:off x="4587070" y="55797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7" name="9wq3_5_tuned_PredictedAtoms_37">
            <a:extLst>
              <a:ext uri="{FF2B5EF4-FFF2-40B4-BE49-F238E27FC236}">
                <a16:creationId xmlns:a16="http://schemas.microsoft.com/office/drawing/2014/main" id="{E91078C8-83FA-4E20-9559-BAD6A38142D1}"/>
              </a:ext>
            </a:extLst>
          </p:cNvPr>
          <p:cNvSpPr>
            <a:spLocks noGrp="1"/>
          </p:cNvSpPr>
          <p:nvPr/>
        </p:nvSpPr>
        <p:spPr>
          <a:xfrm>
            <a:off x="4625150" y="56465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8" name="9wq3_5_tuned_PredictedAtoms_38">
            <a:extLst>
              <a:ext uri="{FF2B5EF4-FFF2-40B4-BE49-F238E27FC236}">
                <a16:creationId xmlns:a16="http://schemas.microsoft.com/office/drawing/2014/main" id="{81DC2B35-AE8C-4531-AF16-3E209316590B}"/>
              </a:ext>
            </a:extLst>
          </p:cNvPr>
          <p:cNvSpPr>
            <a:spLocks noGrp="1"/>
          </p:cNvSpPr>
          <p:nvPr/>
        </p:nvSpPr>
        <p:spPr>
          <a:xfrm>
            <a:off x="4515597" y="55771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99" name="9wq3_5_tuned_PredictedAtoms_39">
            <a:extLst>
              <a:ext uri="{FF2B5EF4-FFF2-40B4-BE49-F238E27FC236}">
                <a16:creationId xmlns:a16="http://schemas.microsoft.com/office/drawing/2014/main" id="{6DF9DC6A-9E6D-497C-8B98-AA8D5686F500}"/>
              </a:ext>
            </a:extLst>
          </p:cNvPr>
          <p:cNvSpPr>
            <a:spLocks noGrp="1"/>
          </p:cNvSpPr>
          <p:nvPr/>
        </p:nvSpPr>
        <p:spPr>
          <a:xfrm>
            <a:off x="4602748" y="55569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0" name="9wq3_5_tuned_PredictedAtoms_41">
            <a:extLst>
              <a:ext uri="{FF2B5EF4-FFF2-40B4-BE49-F238E27FC236}">
                <a16:creationId xmlns:a16="http://schemas.microsoft.com/office/drawing/2014/main" id="{401B7946-0C23-4F1B-A912-CF7CD8BAEBF4}"/>
              </a:ext>
            </a:extLst>
          </p:cNvPr>
          <p:cNvSpPr>
            <a:spLocks noGrp="1"/>
          </p:cNvSpPr>
          <p:nvPr/>
        </p:nvSpPr>
        <p:spPr>
          <a:xfrm>
            <a:off x="4448212" y="54061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1" name="9wq3_5_tuned_PredictedAtoms_42">
            <a:extLst>
              <a:ext uri="{FF2B5EF4-FFF2-40B4-BE49-F238E27FC236}">
                <a16:creationId xmlns:a16="http://schemas.microsoft.com/office/drawing/2014/main" id="{E0607DA6-E67A-4D3F-BEC3-D8A93DAD2DBA}"/>
              </a:ext>
            </a:extLst>
          </p:cNvPr>
          <p:cNvSpPr>
            <a:spLocks noGrp="1"/>
          </p:cNvSpPr>
          <p:nvPr/>
        </p:nvSpPr>
        <p:spPr>
          <a:xfrm>
            <a:off x="4369707" y="52815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2" name="9wq3_5_tuned_PredictedAtoms_43">
            <a:extLst>
              <a:ext uri="{FF2B5EF4-FFF2-40B4-BE49-F238E27FC236}">
                <a16:creationId xmlns:a16="http://schemas.microsoft.com/office/drawing/2014/main" id="{A82153BA-D5D8-4912-BE68-0FEC13D5186F}"/>
              </a:ext>
            </a:extLst>
          </p:cNvPr>
          <p:cNvSpPr>
            <a:spLocks noGrp="1"/>
          </p:cNvSpPr>
          <p:nvPr/>
        </p:nvSpPr>
        <p:spPr>
          <a:xfrm>
            <a:off x="4685381" y="52937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3" name="9wq3_5_tuned_PredictedAtoms_44">
            <a:extLst>
              <a:ext uri="{FF2B5EF4-FFF2-40B4-BE49-F238E27FC236}">
                <a16:creationId xmlns:a16="http://schemas.microsoft.com/office/drawing/2014/main" id="{BF5895DA-8158-4214-BE06-239D3D5AE7E0}"/>
              </a:ext>
            </a:extLst>
          </p:cNvPr>
          <p:cNvSpPr>
            <a:spLocks noGrp="1"/>
          </p:cNvSpPr>
          <p:nvPr/>
        </p:nvSpPr>
        <p:spPr>
          <a:xfrm>
            <a:off x="4695669" y="52426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204" name="stage3-cases-clash_27">
            <a:extLst>
              <a:ext uri="{FF2B5EF4-FFF2-40B4-BE49-F238E27FC236}">
                <a16:creationId xmlns:a16="http://schemas.microsoft.com/office/drawing/2014/main" id="{90B0BB24-D3D2-48D6-A80B-89B74EF7B305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1.41 Å   D 84%   Clash 0</a:t>
            </a:r>
          </a:p>
        </p:txBody>
      </p:sp>
      <p:sp>
        <p:nvSpPr>
          <p:cNvPr id="1205" name="9wq3_5_build_Receptor">
            <a:extLst>
              <a:ext uri="{FF2B5EF4-FFF2-40B4-BE49-F238E27FC236}">
                <a16:creationId xmlns:a16="http://schemas.microsoft.com/office/drawing/2014/main" id="{142D0FD2-E98E-4D12-9351-13C43A285B9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0835" y="276844"/>
                </a:moveTo>
                <a:lnTo>
                  <a:pt x="2568639" y="333661"/>
                </a:lnTo>
                <a:moveTo>
                  <a:pt x="2014417" y="588658"/>
                </a:moveTo>
                <a:lnTo>
                  <a:pt x="1876635" y="709564"/>
                </a:lnTo>
                <a:moveTo>
                  <a:pt x="2481415" y="383819"/>
                </a:moveTo>
                <a:lnTo>
                  <a:pt x="2500835" y="276844"/>
                </a:lnTo>
                <a:moveTo>
                  <a:pt x="2013071" y="487744"/>
                </a:moveTo>
                <a:lnTo>
                  <a:pt x="2014417" y="588658"/>
                </a:lnTo>
                <a:moveTo>
                  <a:pt x="2481415" y="383819"/>
                </a:moveTo>
                <a:lnTo>
                  <a:pt x="2321593" y="482763"/>
                </a:lnTo>
                <a:moveTo>
                  <a:pt x="2321593" y="482763"/>
                </a:moveTo>
                <a:lnTo>
                  <a:pt x="2168043" y="384124"/>
                </a:lnTo>
                <a:moveTo>
                  <a:pt x="2546765" y="881601"/>
                </a:moveTo>
                <a:lnTo>
                  <a:pt x="2584684" y="892958"/>
                </a:lnTo>
                <a:moveTo>
                  <a:pt x="2168043" y="384124"/>
                </a:moveTo>
                <a:lnTo>
                  <a:pt x="2013071" y="487744"/>
                </a:lnTo>
                <a:moveTo>
                  <a:pt x="2484137" y="287844"/>
                </a:moveTo>
                <a:lnTo>
                  <a:pt x="2481415" y="383819"/>
                </a:lnTo>
                <a:moveTo>
                  <a:pt x="2546765" y="881601"/>
                </a:moveTo>
                <a:lnTo>
                  <a:pt x="2404665" y="941379"/>
                </a:lnTo>
                <a:moveTo>
                  <a:pt x="2652300" y="810551"/>
                </a:moveTo>
                <a:lnTo>
                  <a:pt x="2546765" y="881601"/>
                </a:lnTo>
                <a:moveTo>
                  <a:pt x="1175982" y="165248"/>
                </a:moveTo>
                <a:lnTo>
                  <a:pt x="1228983" y="326400"/>
                </a:lnTo>
                <a:moveTo>
                  <a:pt x="1028866" y="121236"/>
                </a:moveTo>
                <a:lnTo>
                  <a:pt x="1175982" y="165248"/>
                </a:lnTo>
                <a:moveTo>
                  <a:pt x="1134954" y="443105"/>
                </a:moveTo>
                <a:lnTo>
                  <a:pt x="1228983" y="326400"/>
                </a:lnTo>
                <a:moveTo>
                  <a:pt x="431053" y="1000817"/>
                </a:moveTo>
                <a:lnTo>
                  <a:pt x="261998" y="998894"/>
                </a:lnTo>
                <a:moveTo>
                  <a:pt x="933230" y="237008"/>
                </a:moveTo>
                <a:lnTo>
                  <a:pt x="1028866" y="121236"/>
                </a:lnTo>
                <a:moveTo>
                  <a:pt x="165424" y="1085040"/>
                </a:moveTo>
                <a:lnTo>
                  <a:pt x="261998" y="998894"/>
                </a:lnTo>
                <a:moveTo>
                  <a:pt x="987932" y="398322"/>
                </a:moveTo>
                <a:lnTo>
                  <a:pt x="1134954" y="443105"/>
                </a:lnTo>
                <a:moveTo>
                  <a:pt x="2624897" y="790977"/>
                </a:moveTo>
                <a:lnTo>
                  <a:pt x="2652300" y="810551"/>
                </a:lnTo>
                <a:moveTo>
                  <a:pt x="503278" y="1089158"/>
                </a:moveTo>
                <a:lnTo>
                  <a:pt x="431053" y="1000817"/>
                </a:lnTo>
                <a:moveTo>
                  <a:pt x="933230" y="237008"/>
                </a:moveTo>
                <a:lnTo>
                  <a:pt x="987932" y="398322"/>
                </a:lnTo>
                <a:moveTo>
                  <a:pt x="773499" y="188376"/>
                </a:moveTo>
                <a:lnTo>
                  <a:pt x="933230" y="237008"/>
                </a:lnTo>
                <a:moveTo>
                  <a:pt x="238265" y="1173129"/>
                </a:moveTo>
                <a:lnTo>
                  <a:pt x="165424" y="1085040"/>
                </a:lnTo>
                <a:moveTo>
                  <a:pt x="407774" y="1176172"/>
                </a:moveTo>
                <a:lnTo>
                  <a:pt x="503278" y="1089158"/>
                </a:lnTo>
                <a:moveTo>
                  <a:pt x="778661" y="19876"/>
                </a:moveTo>
                <a:lnTo>
                  <a:pt x="773499" y="188376"/>
                </a:lnTo>
                <a:moveTo>
                  <a:pt x="407774" y="1176172"/>
                </a:moveTo>
                <a:lnTo>
                  <a:pt x="238265" y="1173129"/>
                </a:lnTo>
                <a:moveTo>
                  <a:pt x="907275" y="15531"/>
                </a:moveTo>
                <a:lnTo>
                  <a:pt x="778661" y="19876"/>
                </a:lnTo>
                <a:moveTo>
                  <a:pt x="486487" y="1271946"/>
                </a:moveTo>
                <a:lnTo>
                  <a:pt x="407774" y="1176172"/>
                </a:lnTo>
                <a:moveTo>
                  <a:pt x="2605067" y="351801"/>
                </a:moveTo>
                <a:lnTo>
                  <a:pt x="2453933" y="366563"/>
                </a:lnTo>
                <a:moveTo>
                  <a:pt x="2288232" y="1170222"/>
                </a:moveTo>
                <a:lnTo>
                  <a:pt x="2382386" y="1125356"/>
                </a:lnTo>
                <a:moveTo>
                  <a:pt x="1265569" y="58774"/>
                </a:moveTo>
                <a:lnTo>
                  <a:pt x="1174364" y="208960"/>
                </a:lnTo>
                <a:moveTo>
                  <a:pt x="1265569" y="58774"/>
                </a:moveTo>
                <a:lnTo>
                  <a:pt x="1401552" y="55607"/>
                </a:lnTo>
                <a:moveTo>
                  <a:pt x="177517" y="1235876"/>
                </a:moveTo>
                <a:lnTo>
                  <a:pt x="70720" y="1107118"/>
                </a:lnTo>
                <a:moveTo>
                  <a:pt x="70720" y="1107118"/>
                </a:moveTo>
                <a:lnTo>
                  <a:pt x="117358" y="949153"/>
                </a:lnTo>
                <a:moveTo>
                  <a:pt x="819853" y="551581"/>
                </a:moveTo>
                <a:lnTo>
                  <a:pt x="692313" y="486276"/>
                </a:lnTo>
                <a:moveTo>
                  <a:pt x="966713" y="435422"/>
                </a:moveTo>
                <a:lnTo>
                  <a:pt x="982140" y="317315"/>
                </a:lnTo>
                <a:moveTo>
                  <a:pt x="819853" y="551581"/>
                </a:moveTo>
                <a:lnTo>
                  <a:pt x="966713" y="435422"/>
                </a:lnTo>
                <a:moveTo>
                  <a:pt x="1835713" y="251861"/>
                </a:moveTo>
                <a:lnTo>
                  <a:pt x="1885965" y="74708"/>
                </a:lnTo>
                <a:moveTo>
                  <a:pt x="966713" y="435422"/>
                </a:moveTo>
                <a:lnTo>
                  <a:pt x="1077126" y="467099"/>
                </a:lnTo>
                <a:moveTo>
                  <a:pt x="745989" y="576814"/>
                </a:moveTo>
                <a:lnTo>
                  <a:pt x="819853" y="551581"/>
                </a:lnTo>
                <a:moveTo>
                  <a:pt x="1885965" y="74708"/>
                </a:moveTo>
                <a:lnTo>
                  <a:pt x="2037517" y="50522"/>
                </a:lnTo>
                <a:moveTo>
                  <a:pt x="1814330" y="349912"/>
                </a:moveTo>
                <a:lnTo>
                  <a:pt x="1835713" y="251861"/>
                </a:lnTo>
                <a:moveTo>
                  <a:pt x="1378211" y="467262"/>
                </a:moveTo>
                <a:lnTo>
                  <a:pt x="1375856" y="613544"/>
                </a:lnTo>
                <a:moveTo>
                  <a:pt x="2644585" y="417023"/>
                </a:moveTo>
                <a:lnTo>
                  <a:pt x="2520705" y="275035"/>
                </a:lnTo>
                <a:moveTo>
                  <a:pt x="1077126" y="467099"/>
                </a:moveTo>
                <a:lnTo>
                  <a:pt x="1221567" y="363814"/>
                </a:lnTo>
                <a:moveTo>
                  <a:pt x="1221567" y="363814"/>
                </a:moveTo>
                <a:lnTo>
                  <a:pt x="1378211" y="467262"/>
                </a:lnTo>
                <a:moveTo>
                  <a:pt x="1378211" y="467262"/>
                </a:moveTo>
                <a:lnTo>
                  <a:pt x="1515648" y="388312"/>
                </a:lnTo>
                <a:moveTo>
                  <a:pt x="714317" y="725355"/>
                </a:moveTo>
                <a:lnTo>
                  <a:pt x="749227" y="854394"/>
                </a:lnTo>
                <a:moveTo>
                  <a:pt x="714317" y="725355"/>
                </a:moveTo>
                <a:lnTo>
                  <a:pt x="745989" y="576814"/>
                </a:lnTo>
                <a:moveTo>
                  <a:pt x="1515648" y="388312"/>
                </a:moveTo>
                <a:lnTo>
                  <a:pt x="1672785" y="473704"/>
                </a:lnTo>
                <a:moveTo>
                  <a:pt x="1672785" y="473704"/>
                </a:moveTo>
                <a:lnTo>
                  <a:pt x="1814330" y="349912"/>
                </a:lnTo>
                <a:moveTo>
                  <a:pt x="2520705" y="275035"/>
                </a:moveTo>
                <a:lnTo>
                  <a:pt x="2432764" y="260636"/>
                </a:lnTo>
                <a:moveTo>
                  <a:pt x="2256379" y="319214"/>
                </a:moveTo>
                <a:lnTo>
                  <a:pt x="2201693" y="361797"/>
                </a:lnTo>
                <a:moveTo>
                  <a:pt x="1221567" y="363814"/>
                </a:moveTo>
                <a:lnTo>
                  <a:pt x="1209773" y="272472"/>
                </a:lnTo>
                <a:moveTo>
                  <a:pt x="1672785" y="473704"/>
                </a:moveTo>
                <a:lnTo>
                  <a:pt x="1676822" y="585425"/>
                </a:lnTo>
                <a:moveTo>
                  <a:pt x="2432764" y="260636"/>
                </a:moveTo>
                <a:lnTo>
                  <a:pt x="2256379" y="319214"/>
                </a:lnTo>
                <a:moveTo>
                  <a:pt x="630301" y="729794"/>
                </a:moveTo>
                <a:lnTo>
                  <a:pt x="714317" y="725355"/>
                </a:lnTo>
                <a:moveTo>
                  <a:pt x="1676822" y="585425"/>
                </a:moveTo>
                <a:lnTo>
                  <a:pt x="1770088" y="720020"/>
                </a:lnTo>
                <a:moveTo>
                  <a:pt x="2256379" y="319214"/>
                </a:moveTo>
                <a:lnTo>
                  <a:pt x="2172103" y="321453"/>
                </a:lnTo>
                <a:moveTo>
                  <a:pt x="1209773" y="272472"/>
                </a:moveTo>
                <a:lnTo>
                  <a:pt x="1154218" y="378242"/>
                </a:lnTo>
                <a:moveTo>
                  <a:pt x="1865339" y="999516"/>
                </a:moveTo>
                <a:lnTo>
                  <a:pt x="2031337" y="948092"/>
                </a:lnTo>
                <a:moveTo>
                  <a:pt x="497459" y="850105"/>
                </a:moveTo>
                <a:lnTo>
                  <a:pt x="630301" y="729794"/>
                </a:lnTo>
                <a:moveTo>
                  <a:pt x="1770088" y="720020"/>
                </a:moveTo>
                <a:lnTo>
                  <a:pt x="1756121" y="857528"/>
                </a:lnTo>
                <a:moveTo>
                  <a:pt x="1676822" y="585425"/>
                </a:moveTo>
                <a:lnTo>
                  <a:pt x="1601230" y="549853"/>
                </a:lnTo>
                <a:moveTo>
                  <a:pt x="1756121" y="857528"/>
                </a:moveTo>
                <a:lnTo>
                  <a:pt x="1865339" y="999516"/>
                </a:lnTo>
                <a:moveTo>
                  <a:pt x="630301" y="729794"/>
                </a:moveTo>
                <a:lnTo>
                  <a:pt x="754617" y="771023"/>
                </a:lnTo>
                <a:moveTo>
                  <a:pt x="754617" y="771023"/>
                </a:moveTo>
                <a:lnTo>
                  <a:pt x="906007" y="663689"/>
                </a:lnTo>
                <a:moveTo>
                  <a:pt x="1756121" y="857528"/>
                </a:moveTo>
                <a:lnTo>
                  <a:pt x="1800044" y="812520"/>
                </a:lnTo>
                <a:moveTo>
                  <a:pt x="754617" y="771023"/>
                </a:moveTo>
                <a:lnTo>
                  <a:pt x="674764" y="749769"/>
                </a:lnTo>
                <a:moveTo>
                  <a:pt x="1800044" y="812520"/>
                </a:moveTo>
                <a:lnTo>
                  <a:pt x="1756310" y="904681"/>
                </a:lnTo>
                <a:moveTo>
                  <a:pt x="674764" y="749769"/>
                </a:moveTo>
                <a:lnTo>
                  <a:pt x="773851" y="822860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206" name="9wq3_5_build_ExperimentalDensity">
            <a:extLst>
              <a:ext uri="{FF2B5EF4-FFF2-40B4-BE49-F238E27FC236}">
                <a16:creationId xmlns:a16="http://schemas.microsoft.com/office/drawing/2014/main" id="{02E44A1F-7381-442C-B72B-B70ADA8C572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11000" y="766252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99142" y="855103"/>
                </a:lnTo>
                <a:moveTo>
                  <a:pt x="2022740" y="851714"/>
                </a:moveTo>
                <a:lnTo>
                  <a:pt x="2111000" y="766252"/>
                </a:lnTo>
                <a:moveTo>
                  <a:pt x="2111000" y="766252"/>
                </a:moveTo>
                <a:lnTo>
                  <a:pt x="2196682" y="676887"/>
                </a:lnTo>
                <a:moveTo>
                  <a:pt x="2199142" y="855103"/>
                </a:moveTo>
                <a:lnTo>
                  <a:pt x="2281368" y="760507"/>
                </a:lnTo>
                <a:moveTo>
                  <a:pt x="1933871" y="936256"/>
                </a:moveTo>
                <a:lnTo>
                  <a:pt x="2022740" y="851714"/>
                </a:lnTo>
                <a:moveTo>
                  <a:pt x="625737" y="671628"/>
                </a:moveTo>
                <a:lnTo>
                  <a:pt x="712710" y="584217"/>
                </a:lnTo>
                <a:moveTo>
                  <a:pt x="2111000" y="766252"/>
                </a:moveTo>
                <a:lnTo>
                  <a:pt x="2281368" y="760507"/>
                </a:lnTo>
                <a:moveTo>
                  <a:pt x="2292365" y="771129"/>
                </a:moveTo>
                <a:lnTo>
                  <a:pt x="2199142" y="855103"/>
                </a:lnTo>
                <a:moveTo>
                  <a:pt x="2075410" y="728403"/>
                </a:moveTo>
                <a:lnTo>
                  <a:pt x="2111000" y="766252"/>
                </a:lnTo>
                <a:moveTo>
                  <a:pt x="1989627" y="816853"/>
                </a:moveTo>
                <a:lnTo>
                  <a:pt x="2111000" y="766252"/>
                </a:lnTo>
                <a:moveTo>
                  <a:pt x="2247681" y="900680"/>
                </a:moveTo>
                <a:lnTo>
                  <a:pt x="2199142" y="855103"/>
                </a:lnTo>
                <a:moveTo>
                  <a:pt x="449918" y="669121"/>
                </a:moveTo>
                <a:lnTo>
                  <a:pt x="625737" y="671628"/>
                </a:lnTo>
                <a:moveTo>
                  <a:pt x="1989627" y="816853"/>
                </a:moveTo>
                <a:lnTo>
                  <a:pt x="2022740" y="851714"/>
                </a:lnTo>
                <a:moveTo>
                  <a:pt x="2162917" y="641676"/>
                </a:moveTo>
                <a:lnTo>
                  <a:pt x="2196682" y="676887"/>
                </a:lnTo>
                <a:moveTo>
                  <a:pt x="1903497" y="904956"/>
                </a:moveTo>
                <a:lnTo>
                  <a:pt x="2022740" y="851714"/>
                </a:lnTo>
                <a:moveTo>
                  <a:pt x="2196682" y="676887"/>
                </a:moveTo>
                <a:lnTo>
                  <a:pt x="2281368" y="760507"/>
                </a:lnTo>
                <a:moveTo>
                  <a:pt x="2075410" y="728403"/>
                </a:moveTo>
                <a:lnTo>
                  <a:pt x="2196682" y="676887"/>
                </a:lnTo>
                <a:moveTo>
                  <a:pt x="2223137" y="643464"/>
                </a:moveTo>
                <a:lnTo>
                  <a:pt x="2196682" y="676887"/>
                </a:lnTo>
                <a:moveTo>
                  <a:pt x="625737" y="671628"/>
                </a:moveTo>
                <a:lnTo>
                  <a:pt x="709911" y="754473"/>
                </a:lnTo>
                <a:moveTo>
                  <a:pt x="712710" y="584217"/>
                </a:moveTo>
                <a:lnTo>
                  <a:pt x="709911" y="754473"/>
                </a:lnTo>
                <a:moveTo>
                  <a:pt x="1903497" y="904956"/>
                </a:moveTo>
                <a:lnTo>
                  <a:pt x="1933871" y="936256"/>
                </a:lnTo>
                <a:moveTo>
                  <a:pt x="2170799" y="522384"/>
                </a:moveTo>
                <a:lnTo>
                  <a:pt x="2216225" y="520751"/>
                </a:lnTo>
                <a:moveTo>
                  <a:pt x="1858062" y="1007286"/>
                </a:moveTo>
                <a:lnTo>
                  <a:pt x="1933871" y="936256"/>
                </a:lnTo>
                <a:moveTo>
                  <a:pt x="498121" y="614295"/>
                </a:moveTo>
                <a:lnTo>
                  <a:pt x="625737" y="671628"/>
                </a:lnTo>
                <a:moveTo>
                  <a:pt x="339759" y="557570"/>
                </a:moveTo>
                <a:lnTo>
                  <a:pt x="363243" y="582490"/>
                </a:lnTo>
                <a:moveTo>
                  <a:pt x="546884" y="590466"/>
                </a:moveTo>
                <a:lnTo>
                  <a:pt x="625737" y="671628"/>
                </a:lnTo>
                <a:moveTo>
                  <a:pt x="633988" y="503336"/>
                </a:moveTo>
                <a:lnTo>
                  <a:pt x="712710" y="584217"/>
                </a:lnTo>
                <a:moveTo>
                  <a:pt x="337827" y="600801"/>
                </a:moveTo>
                <a:lnTo>
                  <a:pt x="363243" y="582490"/>
                </a:lnTo>
                <a:moveTo>
                  <a:pt x="1200831" y="1247684"/>
                </a:moveTo>
                <a:lnTo>
                  <a:pt x="1277749" y="1239131"/>
                </a:lnTo>
                <a:moveTo>
                  <a:pt x="546884" y="590466"/>
                </a:moveTo>
                <a:lnTo>
                  <a:pt x="712710" y="584217"/>
                </a:lnTo>
                <a:moveTo>
                  <a:pt x="1948148" y="1090747"/>
                </a:moveTo>
                <a:lnTo>
                  <a:pt x="1933871" y="936256"/>
                </a:lnTo>
                <a:moveTo>
                  <a:pt x="2075410" y="728403"/>
                </a:moveTo>
                <a:lnTo>
                  <a:pt x="2162917" y="641676"/>
                </a:lnTo>
                <a:moveTo>
                  <a:pt x="2162917" y="641676"/>
                </a:moveTo>
                <a:lnTo>
                  <a:pt x="2223137" y="643464"/>
                </a:lnTo>
                <a:moveTo>
                  <a:pt x="1277749" y="1239131"/>
                </a:moveTo>
                <a:lnTo>
                  <a:pt x="1344891" y="1217512"/>
                </a:lnTo>
                <a:moveTo>
                  <a:pt x="2223137" y="643464"/>
                </a:moveTo>
                <a:lnTo>
                  <a:pt x="2281368" y="760507"/>
                </a:lnTo>
                <a:moveTo>
                  <a:pt x="1989627" y="816853"/>
                </a:moveTo>
                <a:lnTo>
                  <a:pt x="2075410" y="728403"/>
                </a:lnTo>
                <a:moveTo>
                  <a:pt x="1344891" y="1217512"/>
                </a:moveTo>
                <a:lnTo>
                  <a:pt x="1472966" y="1171356"/>
                </a:lnTo>
                <a:moveTo>
                  <a:pt x="1903497" y="904956"/>
                </a:moveTo>
                <a:lnTo>
                  <a:pt x="1989627" y="816853"/>
                </a:lnTo>
                <a:moveTo>
                  <a:pt x="386293" y="604105"/>
                </a:moveTo>
                <a:lnTo>
                  <a:pt x="449918" y="669121"/>
                </a:lnTo>
                <a:moveTo>
                  <a:pt x="1200831" y="1247684"/>
                </a:moveTo>
                <a:lnTo>
                  <a:pt x="1321279" y="1193423"/>
                </a:lnTo>
                <a:moveTo>
                  <a:pt x="2287817" y="752244"/>
                </a:moveTo>
                <a:lnTo>
                  <a:pt x="2281368" y="760507"/>
                </a:lnTo>
                <a:moveTo>
                  <a:pt x="793836" y="663189"/>
                </a:moveTo>
                <a:lnTo>
                  <a:pt x="712710" y="584217"/>
                </a:lnTo>
                <a:moveTo>
                  <a:pt x="2292365" y="771129"/>
                </a:moveTo>
                <a:lnTo>
                  <a:pt x="2281368" y="760507"/>
                </a:lnTo>
                <a:moveTo>
                  <a:pt x="2223137" y="643464"/>
                </a:moveTo>
                <a:lnTo>
                  <a:pt x="2287817" y="752244"/>
                </a:lnTo>
                <a:moveTo>
                  <a:pt x="1321279" y="1193423"/>
                </a:moveTo>
                <a:lnTo>
                  <a:pt x="1277749" y="1239131"/>
                </a:lnTo>
                <a:moveTo>
                  <a:pt x="1858062" y="1007286"/>
                </a:moveTo>
                <a:lnTo>
                  <a:pt x="1903497" y="904956"/>
                </a:lnTo>
                <a:moveTo>
                  <a:pt x="498121" y="614295"/>
                </a:moveTo>
                <a:lnTo>
                  <a:pt x="449918" y="669121"/>
                </a:lnTo>
                <a:moveTo>
                  <a:pt x="1321279" y="1193423"/>
                </a:moveTo>
                <a:lnTo>
                  <a:pt x="1344891" y="1217512"/>
                </a:lnTo>
                <a:moveTo>
                  <a:pt x="2287817" y="752244"/>
                </a:moveTo>
                <a:lnTo>
                  <a:pt x="2292365" y="771129"/>
                </a:lnTo>
                <a:moveTo>
                  <a:pt x="1858062" y="1007286"/>
                </a:moveTo>
                <a:lnTo>
                  <a:pt x="1948148" y="1090747"/>
                </a:lnTo>
                <a:moveTo>
                  <a:pt x="2247681" y="900680"/>
                </a:moveTo>
                <a:lnTo>
                  <a:pt x="2292365" y="771129"/>
                </a:lnTo>
                <a:moveTo>
                  <a:pt x="337827" y="600801"/>
                </a:moveTo>
                <a:lnTo>
                  <a:pt x="339759" y="557570"/>
                </a:lnTo>
                <a:moveTo>
                  <a:pt x="337827" y="600801"/>
                </a:moveTo>
                <a:lnTo>
                  <a:pt x="386293" y="604105"/>
                </a:lnTo>
                <a:moveTo>
                  <a:pt x="1406610" y="1103528"/>
                </a:moveTo>
                <a:lnTo>
                  <a:pt x="1344891" y="1217512"/>
                </a:lnTo>
                <a:moveTo>
                  <a:pt x="1843172" y="1018027"/>
                </a:moveTo>
                <a:lnTo>
                  <a:pt x="1858062" y="1007286"/>
                </a:lnTo>
                <a:moveTo>
                  <a:pt x="1406610" y="1103528"/>
                </a:moveTo>
                <a:lnTo>
                  <a:pt x="1472966" y="1171356"/>
                </a:lnTo>
                <a:moveTo>
                  <a:pt x="386293" y="604105"/>
                </a:moveTo>
                <a:lnTo>
                  <a:pt x="498121" y="614295"/>
                </a:lnTo>
                <a:moveTo>
                  <a:pt x="655834" y="457123"/>
                </a:moveTo>
                <a:lnTo>
                  <a:pt x="633988" y="503336"/>
                </a:lnTo>
                <a:moveTo>
                  <a:pt x="1843172" y="1018027"/>
                </a:moveTo>
                <a:lnTo>
                  <a:pt x="1948148" y="1090747"/>
                </a:lnTo>
                <a:moveTo>
                  <a:pt x="546884" y="590466"/>
                </a:moveTo>
                <a:lnTo>
                  <a:pt x="633988" y="503336"/>
                </a:lnTo>
                <a:moveTo>
                  <a:pt x="1321279" y="1193423"/>
                </a:moveTo>
                <a:lnTo>
                  <a:pt x="1406610" y="1103528"/>
                </a:lnTo>
                <a:moveTo>
                  <a:pt x="498121" y="614295"/>
                </a:moveTo>
                <a:lnTo>
                  <a:pt x="546884" y="590466"/>
                </a:lnTo>
                <a:moveTo>
                  <a:pt x="793836" y="663189"/>
                </a:moveTo>
                <a:lnTo>
                  <a:pt x="709911" y="754473"/>
                </a:lnTo>
                <a:moveTo>
                  <a:pt x="792671" y="667231"/>
                </a:moveTo>
                <a:lnTo>
                  <a:pt x="709911" y="754473"/>
                </a:lnTo>
                <a:moveTo>
                  <a:pt x="1231709" y="1102411"/>
                </a:moveTo>
                <a:lnTo>
                  <a:pt x="1321279" y="1193423"/>
                </a:lnTo>
                <a:moveTo>
                  <a:pt x="744102" y="787690"/>
                </a:moveTo>
                <a:lnTo>
                  <a:pt x="709911" y="754473"/>
                </a:lnTo>
                <a:moveTo>
                  <a:pt x="386293" y="604105"/>
                </a:moveTo>
                <a:lnTo>
                  <a:pt x="533435" y="576481"/>
                </a:lnTo>
                <a:moveTo>
                  <a:pt x="533435" y="576481"/>
                </a:moveTo>
                <a:lnTo>
                  <a:pt x="498121" y="614295"/>
                </a:lnTo>
                <a:moveTo>
                  <a:pt x="533435" y="576481"/>
                </a:moveTo>
                <a:lnTo>
                  <a:pt x="546884" y="590466"/>
                </a:lnTo>
                <a:moveTo>
                  <a:pt x="620242" y="488818"/>
                </a:moveTo>
                <a:lnTo>
                  <a:pt x="655834" y="457123"/>
                </a:lnTo>
                <a:moveTo>
                  <a:pt x="620242" y="488818"/>
                </a:moveTo>
                <a:lnTo>
                  <a:pt x="633988" y="503336"/>
                </a:lnTo>
                <a:moveTo>
                  <a:pt x="620242" y="488818"/>
                </a:moveTo>
                <a:lnTo>
                  <a:pt x="546884" y="590466"/>
                </a:lnTo>
                <a:moveTo>
                  <a:pt x="2154506" y="522735"/>
                </a:moveTo>
                <a:lnTo>
                  <a:pt x="2170799" y="522384"/>
                </a:lnTo>
                <a:moveTo>
                  <a:pt x="793836" y="663189"/>
                </a:moveTo>
                <a:lnTo>
                  <a:pt x="792671" y="667231"/>
                </a:lnTo>
                <a:moveTo>
                  <a:pt x="1174525" y="1152876"/>
                </a:moveTo>
                <a:lnTo>
                  <a:pt x="1200831" y="1247684"/>
                </a:lnTo>
                <a:moveTo>
                  <a:pt x="795234" y="664564"/>
                </a:moveTo>
                <a:lnTo>
                  <a:pt x="793836" y="663189"/>
                </a:lnTo>
                <a:moveTo>
                  <a:pt x="795234" y="664564"/>
                </a:moveTo>
                <a:lnTo>
                  <a:pt x="792671" y="667231"/>
                </a:lnTo>
                <a:moveTo>
                  <a:pt x="2170799" y="522384"/>
                </a:moveTo>
                <a:lnTo>
                  <a:pt x="2270501" y="575216"/>
                </a:lnTo>
                <a:moveTo>
                  <a:pt x="1231709" y="1102411"/>
                </a:moveTo>
                <a:lnTo>
                  <a:pt x="1406610" y="1103528"/>
                </a:lnTo>
                <a:moveTo>
                  <a:pt x="2270501" y="575216"/>
                </a:moveTo>
                <a:lnTo>
                  <a:pt x="2216225" y="520751"/>
                </a:lnTo>
                <a:moveTo>
                  <a:pt x="533435" y="576481"/>
                </a:moveTo>
                <a:lnTo>
                  <a:pt x="620242" y="488818"/>
                </a:lnTo>
                <a:moveTo>
                  <a:pt x="792671" y="667231"/>
                </a:moveTo>
                <a:lnTo>
                  <a:pt x="744102" y="787690"/>
                </a:lnTo>
                <a:moveTo>
                  <a:pt x="2116142" y="591650"/>
                </a:moveTo>
                <a:lnTo>
                  <a:pt x="2162917" y="641676"/>
                </a:lnTo>
                <a:moveTo>
                  <a:pt x="2273843" y="575120"/>
                </a:moveTo>
                <a:lnTo>
                  <a:pt x="2216225" y="520751"/>
                </a:lnTo>
                <a:moveTo>
                  <a:pt x="1209692" y="1253295"/>
                </a:moveTo>
                <a:lnTo>
                  <a:pt x="1200831" y="1247684"/>
                </a:lnTo>
                <a:moveTo>
                  <a:pt x="2031784" y="681526"/>
                </a:moveTo>
                <a:lnTo>
                  <a:pt x="2162917" y="641676"/>
                </a:lnTo>
                <a:moveTo>
                  <a:pt x="2276676" y="927900"/>
                </a:moveTo>
                <a:lnTo>
                  <a:pt x="2247681" y="900680"/>
                </a:lnTo>
                <a:moveTo>
                  <a:pt x="1927836" y="1101614"/>
                </a:moveTo>
                <a:lnTo>
                  <a:pt x="1948148" y="1090747"/>
                </a:lnTo>
                <a:moveTo>
                  <a:pt x="2162917" y="641676"/>
                </a:moveTo>
                <a:lnTo>
                  <a:pt x="2270501" y="575216"/>
                </a:lnTo>
                <a:moveTo>
                  <a:pt x="2031784" y="681526"/>
                </a:moveTo>
                <a:lnTo>
                  <a:pt x="2075410" y="728403"/>
                </a:lnTo>
                <a:moveTo>
                  <a:pt x="1934089" y="758063"/>
                </a:moveTo>
                <a:lnTo>
                  <a:pt x="2075410" y="728403"/>
                </a:lnTo>
                <a:moveTo>
                  <a:pt x="2270501" y="575216"/>
                </a:moveTo>
                <a:lnTo>
                  <a:pt x="2223137" y="643464"/>
                </a:lnTo>
                <a:moveTo>
                  <a:pt x="1934089" y="758063"/>
                </a:moveTo>
                <a:lnTo>
                  <a:pt x="1989627" y="816853"/>
                </a:lnTo>
                <a:moveTo>
                  <a:pt x="2274676" y="576216"/>
                </a:moveTo>
                <a:lnTo>
                  <a:pt x="2223137" y="643464"/>
                </a:lnTo>
                <a:moveTo>
                  <a:pt x="269383" y="659478"/>
                </a:moveTo>
                <a:lnTo>
                  <a:pt x="337827" y="600801"/>
                </a:lnTo>
                <a:moveTo>
                  <a:pt x="1848692" y="846900"/>
                </a:moveTo>
                <a:lnTo>
                  <a:pt x="1989627" y="816853"/>
                </a:lnTo>
                <a:moveTo>
                  <a:pt x="1539058" y="1059964"/>
                </a:moveTo>
                <a:lnTo>
                  <a:pt x="1472966" y="1171356"/>
                </a:lnTo>
                <a:moveTo>
                  <a:pt x="1174525" y="1152876"/>
                </a:moveTo>
                <a:lnTo>
                  <a:pt x="1321279" y="1193423"/>
                </a:lnTo>
                <a:moveTo>
                  <a:pt x="1848692" y="846900"/>
                </a:moveTo>
                <a:lnTo>
                  <a:pt x="1903497" y="904956"/>
                </a:lnTo>
                <a:moveTo>
                  <a:pt x="269383" y="659478"/>
                </a:moveTo>
                <a:lnTo>
                  <a:pt x="386293" y="604105"/>
                </a:lnTo>
                <a:moveTo>
                  <a:pt x="2332646" y="691682"/>
                </a:moveTo>
                <a:lnTo>
                  <a:pt x="2223137" y="643464"/>
                </a:lnTo>
                <a:moveTo>
                  <a:pt x="1824150" y="996593"/>
                </a:moveTo>
                <a:lnTo>
                  <a:pt x="1903497" y="904956"/>
                </a:lnTo>
                <a:moveTo>
                  <a:pt x="1843172" y="1018027"/>
                </a:moveTo>
                <a:lnTo>
                  <a:pt x="1927836" y="1101614"/>
                </a:lnTo>
                <a:moveTo>
                  <a:pt x="1824150" y="996593"/>
                </a:moveTo>
                <a:lnTo>
                  <a:pt x="1858062" y="1007286"/>
                </a:lnTo>
                <a:moveTo>
                  <a:pt x="792671" y="667231"/>
                </a:moveTo>
                <a:lnTo>
                  <a:pt x="793385" y="836259"/>
                </a:lnTo>
                <a:moveTo>
                  <a:pt x="795234" y="664564"/>
                </a:moveTo>
                <a:lnTo>
                  <a:pt x="793385" y="836259"/>
                </a:lnTo>
                <a:moveTo>
                  <a:pt x="2332646" y="691682"/>
                </a:moveTo>
                <a:lnTo>
                  <a:pt x="2287817" y="752244"/>
                </a:lnTo>
                <a:moveTo>
                  <a:pt x="793385" y="836259"/>
                </a:moveTo>
                <a:lnTo>
                  <a:pt x="744102" y="787690"/>
                </a:lnTo>
                <a:moveTo>
                  <a:pt x="1280802" y="1046964"/>
                </a:moveTo>
                <a:lnTo>
                  <a:pt x="1406610" y="1103528"/>
                </a:lnTo>
                <a:moveTo>
                  <a:pt x="2352858" y="828374"/>
                </a:moveTo>
                <a:lnTo>
                  <a:pt x="2287817" y="752244"/>
                </a:lnTo>
                <a:moveTo>
                  <a:pt x="2352858" y="828374"/>
                </a:moveTo>
                <a:lnTo>
                  <a:pt x="2292365" y="771129"/>
                </a:lnTo>
                <a:moveTo>
                  <a:pt x="1339111" y="1034246"/>
                </a:moveTo>
                <a:lnTo>
                  <a:pt x="1406610" y="1103528"/>
                </a:lnTo>
                <a:moveTo>
                  <a:pt x="1280802" y="1046964"/>
                </a:moveTo>
                <a:lnTo>
                  <a:pt x="1231709" y="1102411"/>
                </a:lnTo>
                <a:moveTo>
                  <a:pt x="1445567" y="1056003"/>
                </a:moveTo>
                <a:lnTo>
                  <a:pt x="1406610" y="1103528"/>
                </a:lnTo>
                <a:moveTo>
                  <a:pt x="1934577" y="1107023"/>
                </a:moveTo>
                <a:lnTo>
                  <a:pt x="1948148" y="1090747"/>
                </a:lnTo>
                <a:moveTo>
                  <a:pt x="2352858" y="828374"/>
                </a:moveTo>
                <a:lnTo>
                  <a:pt x="2247681" y="900680"/>
                </a:lnTo>
                <a:moveTo>
                  <a:pt x="1174525" y="1152876"/>
                </a:moveTo>
                <a:lnTo>
                  <a:pt x="1231709" y="1102411"/>
                </a:lnTo>
                <a:moveTo>
                  <a:pt x="1539058" y="1059964"/>
                </a:moveTo>
                <a:lnTo>
                  <a:pt x="1406610" y="1103528"/>
                </a:lnTo>
                <a:moveTo>
                  <a:pt x="1824150" y="996593"/>
                </a:moveTo>
                <a:lnTo>
                  <a:pt x="1843172" y="1018027"/>
                </a:lnTo>
                <a:moveTo>
                  <a:pt x="795234" y="664564"/>
                </a:moveTo>
                <a:lnTo>
                  <a:pt x="878999" y="746791"/>
                </a:lnTo>
                <a:moveTo>
                  <a:pt x="1814472" y="1034840"/>
                </a:moveTo>
                <a:lnTo>
                  <a:pt x="1843172" y="1018027"/>
                </a:lnTo>
                <a:moveTo>
                  <a:pt x="278740" y="667535"/>
                </a:moveTo>
                <a:lnTo>
                  <a:pt x="386293" y="604105"/>
                </a:lnTo>
                <a:moveTo>
                  <a:pt x="384244" y="598807"/>
                </a:moveTo>
                <a:lnTo>
                  <a:pt x="386293" y="604105"/>
                </a:lnTo>
                <a:moveTo>
                  <a:pt x="497739" y="538069"/>
                </a:moveTo>
                <a:lnTo>
                  <a:pt x="386293" y="604105"/>
                </a:lnTo>
                <a:moveTo>
                  <a:pt x="968239" y="1011797"/>
                </a:moveTo>
                <a:lnTo>
                  <a:pt x="970506" y="1009720"/>
                </a:lnTo>
                <a:moveTo>
                  <a:pt x="596918" y="463015"/>
                </a:moveTo>
                <a:lnTo>
                  <a:pt x="655834" y="457123"/>
                </a:lnTo>
                <a:moveTo>
                  <a:pt x="1919485" y="1103425"/>
                </a:moveTo>
                <a:lnTo>
                  <a:pt x="1843172" y="1018027"/>
                </a:lnTo>
                <a:moveTo>
                  <a:pt x="970506" y="1009720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741" y="1098015"/>
                </a:lnTo>
                <a:moveTo>
                  <a:pt x="968239" y="1011797"/>
                </a:moveTo>
                <a:lnTo>
                  <a:pt x="1055049" y="1098632"/>
                </a:lnTo>
                <a:moveTo>
                  <a:pt x="1055049" y="1098632"/>
                </a:moveTo>
                <a:lnTo>
                  <a:pt x="1055741" y="1098015"/>
                </a:lnTo>
                <a:moveTo>
                  <a:pt x="497739" y="538069"/>
                </a:moveTo>
                <a:lnTo>
                  <a:pt x="533435" y="576481"/>
                </a:lnTo>
                <a:moveTo>
                  <a:pt x="596918" y="463015"/>
                </a:moveTo>
                <a:lnTo>
                  <a:pt x="620242" y="488818"/>
                </a:lnTo>
                <a:moveTo>
                  <a:pt x="1055741" y="1098015"/>
                </a:moveTo>
                <a:lnTo>
                  <a:pt x="1174525" y="1152876"/>
                </a:lnTo>
                <a:moveTo>
                  <a:pt x="497739" y="538069"/>
                </a:moveTo>
                <a:lnTo>
                  <a:pt x="620242" y="488818"/>
                </a:lnTo>
                <a:moveTo>
                  <a:pt x="1055049" y="1098632"/>
                </a:moveTo>
                <a:lnTo>
                  <a:pt x="1174525" y="1152876"/>
                </a:lnTo>
                <a:moveTo>
                  <a:pt x="793385" y="836259"/>
                </a:moveTo>
                <a:lnTo>
                  <a:pt x="878999" y="746791"/>
                </a:lnTo>
                <a:moveTo>
                  <a:pt x="1280802" y="1046964"/>
                </a:moveTo>
                <a:lnTo>
                  <a:pt x="1339111" y="1034246"/>
                </a:lnTo>
                <a:moveTo>
                  <a:pt x="852908" y="544777"/>
                </a:moveTo>
                <a:lnTo>
                  <a:pt x="793836" y="663189"/>
                </a:lnTo>
                <a:moveTo>
                  <a:pt x="852908" y="544777"/>
                </a:moveTo>
                <a:lnTo>
                  <a:pt x="795234" y="664564"/>
                </a:lnTo>
                <a:moveTo>
                  <a:pt x="1339111" y="1034246"/>
                </a:moveTo>
                <a:lnTo>
                  <a:pt x="1445567" y="1056003"/>
                </a:lnTo>
                <a:moveTo>
                  <a:pt x="2154506" y="522735"/>
                </a:moveTo>
                <a:lnTo>
                  <a:pt x="2116142" y="591650"/>
                </a:lnTo>
                <a:moveTo>
                  <a:pt x="861824" y="582429"/>
                </a:moveTo>
                <a:lnTo>
                  <a:pt x="795234" y="664564"/>
                </a:lnTo>
                <a:moveTo>
                  <a:pt x="1315605" y="1010343"/>
                </a:moveTo>
                <a:lnTo>
                  <a:pt x="1280802" y="1046964"/>
                </a:lnTo>
                <a:moveTo>
                  <a:pt x="2154506" y="522735"/>
                </a:moveTo>
                <a:lnTo>
                  <a:pt x="2270501" y="575216"/>
                </a:lnTo>
                <a:moveTo>
                  <a:pt x="1174525" y="1152876"/>
                </a:moveTo>
                <a:lnTo>
                  <a:pt x="1209692" y="1253295"/>
                </a:lnTo>
                <a:moveTo>
                  <a:pt x="1315605" y="1010343"/>
                </a:moveTo>
                <a:lnTo>
                  <a:pt x="1339111" y="1034246"/>
                </a:lnTo>
                <a:moveTo>
                  <a:pt x="2031784" y="681526"/>
                </a:moveTo>
                <a:lnTo>
                  <a:pt x="2116142" y="591650"/>
                </a:lnTo>
                <a:moveTo>
                  <a:pt x="2116142" y="591650"/>
                </a:moveTo>
                <a:lnTo>
                  <a:pt x="2270501" y="575216"/>
                </a:lnTo>
                <a:moveTo>
                  <a:pt x="1934089" y="758063"/>
                </a:moveTo>
                <a:lnTo>
                  <a:pt x="2031784" y="681526"/>
                </a:lnTo>
                <a:moveTo>
                  <a:pt x="1445567" y="1056003"/>
                </a:moveTo>
                <a:lnTo>
                  <a:pt x="1539058" y="1059964"/>
                </a:lnTo>
                <a:moveTo>
                  <a:pt x="2352858" y="828374"/>
                </a:moveTo>
                <a:lnTo>
                  <a:pt x="2276676" y="927900"/>
                </a:lnTo>
                <a:moveTo>
                  <a:pt x="1919485" y="1103425"/>
                </a:moveTo>
                <a:lnTo>
                  <a:pt x="1927836" y="1101614"/>
                </a:lnTo>
                <a:moveTo>
                  <a:pt x="1848692" y="846900"/>
                </a:moveTo>
                <a:lnTo>
                  <a:pt x="1934089" y="758063"/>
                </a:lnTo>
                <a:moveTo>
                  <a:pt x="1934577" y="1107023"/>
                </a:moveTo>
                <a:lnTo>
                  <a:pt x="1927836" y="1101614"/>
                </a:lnTo>
                <a:moveTo>
                  <a:pt x="2273843" y="575120"/>
                </a:moveTo>
                <a:lnTo>
                  <a:pt x="2270501" y="575216"/>
                </a:lnTo>
                <a:moveTo>
                  <a:pt x="2274676" y="576216"/>
                </a:moveTo>
                <a:lnTo>
                  <a:pt x="2270501" y="575216"/>
                </a:lnTo>
                <a:moveTo>
                  <a:pt x="2344175" y="853431"/>
                </a:moveTo>
                <a:lnTo>
                  <a:pt x="2276676" y="927900"/>
                </a:lnTo>
                <a:moveTo>
                  <a:pt x="1220888" y="1279910"/>
                </a:moveTo>
                <a:lnTo>
                  <a:pt x="1209692" y="1253295"/>
                </a:lnTo>
                <a:moveTo>
                  <a:pt x="2274676" y="576216"/>
                </a:moveTo>
                <a:lnTo>
                  <a:pt x="2273843" y="575120"/>
                </a:lnTo>
                <a:moveTo>
                  <a:pt x="2274797" y="576069"/>
                </a:moveTo>
                <a:lnTo>
                  <a:pt x="2273843" y="575120"/>
                </a:lnTo>
                <a:moveTo>
                  <a:pt x="2274676" y="576216"/>
                </a:moveTo>
                <a:lnTo>
                  <a:pt x="2274797" y="576069"/>
                </a:lnTo>
                <a:moveTo>
                  <a:pt x="2293938" y="943689"/>
                </a:moveTo>
                <a:lnTo>
                  <a:pt x="2276676" y="927900"/>
                </a:lnTo>
                <a:moveTo>
                  <a:pt x="1055049" y="1098632"/>
                </a:moveTo>
                <a:lnTo>
                  <a:pt x="1139974" y="1182615"/>
                </a:lnTo>
                <a:moveTo>
                  <a:pt x="278740" y="667535"/>
                </a:moveTo>
                <a:lnTo>
                  <a:pt x="269383" y="659478"/>
                </a:lnTo>
                <a:moveTo>
                  <a:pt x="1824150" y="996593"/>
                </a:moveTo>
                <a:lnTo>
                  <a:pt x="1848692" y="846900"/>
                </a:lnTo>
                <a:moveTo>
                  <a:pt x="2274676" y="576216"/>
                </a:moveTo>
                <a:lnTo>
                  <a:pt x="2332646" y="691682"/>
                </a:lnTo>
                <a:moveTo>
                  <a:pt x="1220888" y="1279910"/>
                </a:moveTo>
                <a:lnTo>
                  <a:pt x="1249913" y="1333500"/>
                </a:lnTo>
                <a:moveTo>
                  <a:pt x="1139974" y="1182615"/>
                </a:moveTo>
                <a:lnTo>
                  <a:pt x="1174525" y="1152876"/>
                </a:lnTo>
                <a:moveTo>
                  <a:pt x="1924952" y="748264"/>
                </a:moveTo>
                <a:lnTo>
                  <a:pt x="1934089" y="758063"/>
                </a:lnTo>
                <a:moveTo>
                  <a:pt x="1924952" y="748264"/>
                </a:moveTo>
                <a:lnTo>
                  <a:pt x="1848692" y="846900"/>
                </a:lnTo>
                <a:moveTo>
                  <a:pt x="1814472" y="1034840"/>
                </a:moveTo>
                <a:lnTo>
                  <a:pt x="1824150" y="996593"/>
                </a:lnTo>
                <a:moveTo>
                  <a:pt x="1139974" y="1182615"/>
                </a:moveTo>
                <a:lnTo>
                  <a:pt x="1209692" y="1253295"/>
                </a:lnTo>
                <a:moveTo>
                  <a:pt x="1139974" y="1182615"/>
                </a:moveTo>
                <a:lnTo>
                  <a:pt x="1220888" y="1279910"/>
                </a:lnTo>
                <a:moveTo>
                  <a:pt x="1814472" y="1034840"/>
                </a:moveTo>
                <a:lnTo>
                  <a:pt x="1919485" y="1103425"/>
                </a:lnTo>
                <a:moveTo>
                  <a:pt x="2332646" y="691682"/>
                </a:moveTo>
                <a:lnTo>
                  <a:pt x="2352858" y="828374"/>
                </a:lnTo>
                <a:moveTo>
                  <a:pt x="1836683" y="833713"/>
                </a:moveTo>
                <a:lnTo>
                  <a:pt x="1848692" y="846900"/>
                </a:lnTo>
                <a:moveTo>
                  <a:pt x="1919485" y="1103425"/>
                </a:moveTo>
                <a:lnTo>
                  <a:pt x="1934577" y="1107023"/>
                </a:lnTo>
                <a:moveTo>
                  <a:pt x="2352858" y="828374"/>
                </a:moveTo>
                <a:lnTo>
                  <a:pt x="2344175" y="853431"/>
                </a:lnTo>
                <a:moveTo>
                  <a:pt x="2097093" y="570710"/>
                </a:moveTo>
                <a:lnTo>
                  <a:pt x="2154506" y="522735"/>
                </a:lnTo>
                <a:moveTo>
                  <a:pt x="861824" y="582429"/>
                </a:moveTo>
                <a:lnTo>
                  <a:pt x="878999" y="746791"/>
                </a:lnTo>
                <a:moveTo>
                  <a:pt x="596918" y="463015"/>
                </a:moveTo>
                <a:lnTo>
                  <a:pt x="675744" y="367608"/>
                </a:lnTo>
                <a:moveTo>
                  <a:pt x="2344175" y="853431"/>
                </a:moveTo>
                <a:lnTo>
                  <a:pt x="2293938" y="943689"/>
                </a:lnTo>
                <a:moveTo>
                  <a:pt x="2097093" y="570710"/>
                </a:moveTo>
                <a:lnTo>
                  <a:pt x="2116142" y="591650"/>
                </a:lnTo>
                <a:moveTo>
                  <a:pt x="278740" y="667535"/>
                </a:moveTo>
                <a:lnTo>
                  <a:pt x="384244" y="598807"/>
                </a:lnTo>
                <a:moveTo>
                  <a:pt x="1934577" y="1107023"/>
                </a:moveTo>
                <a:lnTo>
                  <a:pt x="2078609" y="1118085"/>
                </a:lnTo>
                <a:moveTo>
                  <a:pt x="384244" y="598807"/>
                </a:moveTo>
                <a:lnTo>
                  <a:pt x="497739" y="538069"/>
                </a:lnTo>
                <a:moveTo>
                  <a:pt x="497739" y="538069"/>
                </a:moveTo>
                <a:lnTo>
                  <a:pt x="596918" y="463015"/>
                </a:lnTo>
                <a:moveTo>
                  <a:pt x="2097093" y="570710"/>
                </a:moveTo>
                <a:lnTo>
                  <a:pt x="2031784" y="681526"/>
                </a:lnTo>
                <a:moveTo>
                  <a:pt x="899694" y="1064402"/>
                </a:moveTo>
                <a:lnTo>
                  <a:pt x="968239" y="1011797"/>
                </a:lnTo>
                <a:moveTo>
                  <a:pt x="214652" y="777682"/>
                </a:moveTo>
                <a:lnTo>
                  <a:pt x="278740" y="667535"/>
                </a:lnTo>
                <a:moveTo>
                  <a:pt x="1836683" y="833713"/>
                </a:moveTo>
                <a:lnTo>
                  <a:pt x="1924952" y="748264"/>
                </a:lnTo>
                <a:moveTo>
                  <a:pt x="913956" y="703714"/>
                </a:moveTo>
                <a:lnTo>
                  <a:pt x="878999" y="746791"/>
                </a:lnTo>
                <a:moveTo>
                  <a:pt x="991428" y="1146221"/>
                </a:moveTo>
                <a:lnTo>
                  <a:pt x="968239" y="1011797"/>
                </a:lnTo>
                <a:moveTo>
                  <a:pt x="2009254" y="656811"/>
                </a:moveTo>
                <a:lnTo>
                  <a:pt x="2031784" y="681526"/>
                </a:lnTo>
                <a:moveTo>
                  <a:pt x="2009254" y="656811"/>
                </a:moveTo>
                <a:lnTo>
                  <a:pt x="1934089" y="758063"/>
                </a:lnTo>
                <a:moveTo>
                  <a:pt x="2332646" y="691682"/>
                </a:moveTo>
                <a:lnTo>
                  <a:pt x="2359199" y="833753"/>
                </a:lnTo>
                <a:moveTo>
                  <a:pt x="991428" y="1146221"/>
                </a:moveTo>
                <a:lnTo>
                  <a:pt x="1055049" y="1098632"/>
                </a:lnTo>
                <a:moveTo>
                  <a:pt x="2274676" y="576216"/>
                </a:moveTo>
                <a:lnTo>
                  <a:pt x="2357794" y="657133"/>
                </a:lnTo>
                <a:moveTo>
                  <a:pt x="2274797" y="576069"/>
                </a:moveTo>
                <a:lnTo>
                  <a:pt x="2357794" y="657133"/>
                </a:lnTo>
                <a:moveTo>
                  <a:pt x="2359199" y="833753"/>
                </a:moveTo>
                <a:lnTo>
                  <a:pt x="2352858" y="828374"/>
                </a:lnTo>
                <a:moveTo>
                  <a:pt x="1339111" y="1034246"/>
                </a:moveTo>
                <a:lnTo>
                  <a:pt x="1485038" y="1003184"/>
                </a:lnTo>
                <a:moveTo>
                  <a:pt x="2359199" y="833753"/>
                </a:moveTo>
                <a:lnTo>
                  <a:pt x="2344175" y="853431"/>
                </a:lnTo>
                <a:moveTo>
                  <a:pt x="1097158" y="1214091"/>
                </a:moveTo>
                <a:lnTo>
                  <a:pt x="1055049" y="1098632"/>
                </a:lnTo>
                <a:moveTo>
                  <a:pt x="1485038" y="1003184"/>
                </a:moveTo>
                <a:lnTo>
                  <a:pt x="1445567" y="1056003"/>
                </a:lnTo>
                <a:moveTo>
                  <a:pt x="1924952" y="748264"/>
                </a:moveTo>
                <a:lnTo>
                  <a:pt x="2009254" y="656811"/>
                </a:lnTo>
                <a:moveTo>
                  <a:pt x="2357794" y="657133"/>
                </a:moveTo>
                <a:lnTo>
                  <a:pt x="2332646" y="691682"/>
                </a:lnTo>
                <a:moveTo>
                  <a:pt x="1431178" y="948831"/>
                </a:moveTo>
                <a:lnTo>
                  <a:pt x="1339111" y="1034246"/>
                </a:lnTo>
                <a:moveTo>
                  <a:pt x="1485038" y="1003184"/>
                </a:moveTo>
                <a:lnTo>
                  <a:pt x="1539058" y="1059964"/>
                </a:lnTo>
                <a:moveTo>
                  <a:pt x="852908" y="544777"/>
                </a:moveTo>
                <a:lnTo>
                  <a:pt x="861824" y="582429"/>
                </a:lnTo>
                <a:moveTo>
                  <a:pt x="2084251" y="556509"/>
                </a:moveTo>
                <a:lnTo>
                  <a:pt x="2154506" y="522735"/>
                </a:lnTo>
                <a:moveTo>
                  <a:pt x="675744" y="367608"/>
                </a:moveTo>
                <a:lnTo>
                  <a:pt x="700100" y="390639"/>
                </a:lnTo>
                <a:moveTo>
                  <a:pt x="1747020" y="742561"/>
                </a:moveTo>
                <a:lnTo>
                  <a:pt x="1924952" y="748264"/>
                </a:lnTo>
                <a:moveTo>
                  <a:pt x="1431178" y="948831"/>
                </a:moveTo>
                <a:lnTo>
                  <a:pt x="1315605" y="1010343"/>
                </a:lnTo>
                <a:moveTo>
                  <a:pt x="1097158" y="1214091"/>
                </a:moveTo>
                <a:lnTo>
                  <a:pt x="1220888" y="1279910"/>
                </a:lnTo>
                <a:moveTo>
                  <a:pt x="861824" y="582429"/>
                </a:moveTo>
                <a:lnTo>
                  <a:pt x="913956" y="703714"/>
                </a:lnTo>
                <a:moveTo>
                  <a:pt x="1489596" y="996238"/>
                </a:moveTo>
                <a:lnTo>
                  <a:pt x="1539058" y="1059964"/>
                </a:lnTo>
                <a:moveTo>
                  <a:pt x="2336792" y="498427"/>
                </a:moveTo>
                <a:lnTo>
                  <a:pt x="2274797" y="576069"/>
                </a:lnTo>
                <a:moveTo>
                  <a:pt x="1179317" y="696962"/>
                </a:moveTo>
                <a:lnTo>
                  <a:pt x="1225650" y="744255"/>
                </a:lnTo>
                <a:moveTo>
                  <a:pt x="1176421" y="1308338"/>
                </a:moveTo>
                <a:lnTo>
                  <a:pt x="1220888" y="1279910"/>
                </a:lnTo>
                <a:moveTo>
                  <a:pt x="1306941" y="658553"/>
                </a:moveTo>
                <a:lnTo>
                  <a:pt x="1225650" y="744255"/>
                </a:lnTo>
                <a:moveTo>
                  <a:pt x="1833429" y="654151"/>
                </a:moveTo>
                <a:lnTo>
                  <a:pt x="1924952" y="748264"/>
                </a:lnTo>
                <a:moveTo>
                  <a:pt x="1830585" y="656421"/>
                </a:moveTo>
                <a:lnTo>
                  <a:pt x="1924952" y="748264"/>
                </a:lnTo>
                <a:moveTo>
                  <a:pt x="1747020" y="742561"/>
                </a:moveTo>
                <a:lnTo>
                  <a:pt x="1836683" y="833713"/>
                </a:lnTo>
                <a:moveTo>
                  <a:pt x="1823668" y="992861"/>
                </a:moveTo>
                <a:lnTo>
                  <a:pt x="1848692" y="846900"/>
                </a:lnTo>
                <a:moveTo>
                  <a:pt x="1235576" y="1333500"/>
                </a:moveTo>
                <a:lnTo>
                  <a:pt x="1220888" y="1279910"/>
                </a:lnTo>
                <a:moveTo>
                  <a:pt x="2009254" y="656811"/>
                </a:moveTo>
                <a:lnTo>
                  <a:pt x="2097093" y="570710"/>
                </a:lnTo>
                <a:moveTo>
                  <a:pt x="1097158" y="1214091"/>
                </a:moveTo>
                <a:lnTo>
                  <a:pt x="1139974" y="1182615"/>
                </a:lnTo>
                <a:moveTo>
                  <a:pt x="611034" y="474881"/>
                </a:moveTo>
                <a:lnTo>
                  <a:pt x="675744" y="367608"/>
                </a:lnTo>
                <a:moveTo>
                  <a:pt x="1823668" y="992861"/>
                </a:moveTo>
                <a:lnTo>
                  <a:pt x="1824150" y="996593"/>
                </a:lnTo>
                <a:moveTo>
                  <a:pt x="596918" y="463015"/>
                </a:moveTo>
                <a:lnTo>
                  <a:pt x="611034" y="474881"/>
                </a:lnTo>
                <a:moveTo>
                  <a:pt x="1823668" y="992861"/>
                </a:moveTo>
                <a:lnTo>
                  <a:pt x="1814472" y="1034840"/>
                </a:lnTo>
                <a:moveTo>
                  <a:pt x="2357794" y="657133"/>
                </a:moveTo>
                <a:lnTo>
                  <a:pt x="2359199" y="833753"/>
                </a:lnTo>
                <a:moveTo>
                  <a:pt x="1806914" y="1026485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06941" y="658553"/>
                </a:lnTo>
                <a:moveTo>
                  <a:pt x="1915140" y="1091869"/>
                </a:moveTo>
                <a:lnTo>
                  <a:pt x="1814472" y="1034840"/>
                </a:lnTo>
                <a:moveTo>
                  <a:pt x="1179317" y="696962"/>
                </a:moveTo>
                <a:lnTo>
                  <a:pt x="1310937" y="654294"/>
                </a:lnTo>
                <a:moveTo>
                  <a:pt x="1310937" y="654294"/>
                </a:moveTo>
                <a:lnTo>
                  <a:pt x="1360708" y="604970"/>
                </a:lnTo>
                <a:moveTo>
                  <a:pt x="1310937" y="654294"/>
                </a:moveTo>
                <a:lnTo>
                  <a:pt x="1306941" y="658553"/>
                </a:lnTo>
                <a:moveTo>
                  <a:pt x="1814550" y="845637"/>
                </a:moveTo>
                <a:lnTo>
                  <a:pt x="1836683" y="833713"/>
                </a:lnTo>
                <a:moveTo>
                  <a:pt x="1915140" y="1091869"/>
                </a:moveTo>
                <a:lnTo>
                  <a:pt x="1919485" y="1103425"/>
                </a:lnTo>
                <a:moveTo>
                  <a:pt x="1915140" y="1091869"/>
                </a:moveTo>
                <a:lnTo>
                  <a:pt x="1934577" y="1107023"/>
                </a:lnTo>
                <a:moveTo>
                  <a:pt x="1360708" y="604970"/>
                </a:moveTo>
                <a:lnTo>
                  <a:pt x="1419471" y="719647"/>
                </a:lnTo>
                <a:moveTo>
                  <a:pt x="1927362" y="1096558"/>
                </a:moveTo>
                <a:lnTo>
                  <a:pt x="1934577" y="1107023"/>
                </a:lnTo>
                <a:moveTo>
                  <a:pt x="806232" y="984306"/>
                </a:moveTo>
                <a:lnTo>
                  <a:pt x="899694" y="1064402"/>
                </a:lnTo>
                <a:moveTo>
                  <a:pt x="1306941" y="658553"/>
                </a:moveTo>
                <a:lnTo>
                  <a:pt x="1382280" y="756711"/>
                </a:lnTo>
                <a:moveTo>
                  <a:pt x="1310937" y="654294"/>
                </a:moveTo>
                <a:lnTo>
                  <a:pt x="1419471" y="719647"/>
                </a:lnTo>
                <a:moveTo>
                  <a:pt x="2084251" y="556509"/>
                </a:moveTo>
                <a:lnTo>
                  <a:pt x="2097093" y="570710"/>
                </a:lnTo>
                <a:moveTo>
                  <a:pt x="1823668" y="992861"/>
                </a:moveTo>
                <a:lnTo>
                  <a:pt x="1836683" y="833713"/>
                </a:lnTo>
                <a:moveTo>
                  <a:pt x="1992572" y="639063"/>
                </a:moveTo>
                <a:lnTo>
                  <a:pt x="2097093" y="570710"/>
                </a:lnTo>
                <a:moveTo>
                  <a:pt x="2036075" y="1144586"/>
                </a:moveTo>
                <a:lnTo>
                  <a:pt x="1934577" y="1107023"/>
                </a:lnTo>
                <a:moveTo>
                  <a:pt x="1306941" y="658553"/>
                </a:moveTo>
                <a:lnTo>
                  <a:pt x="1397370" y="740557"/>
                </a:lnTo>
                <a:moveTo>
                  <a:pt x="393637" y="604950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52908" y="544777"/>
                </a:lnTo>
                <a:moveTo>
                  <a:pt x="497683" y="534763"/>
                </a:moveTo>
                <a:lnTo>
                  <a:pt x="596918" y="463015"/>
                </a:lnTo>
                <a:moveTo>
                  <a:pt x="497683" y="534763"/>
                </a:moveTo>
                <a:lnTo>
                  <a:pt x="497739" y="538069"/>
                </a:lnTo>
                <a:moveTo>
                  <a:pt x="393637" y="604950"/>
                </a:moveTo>
                <a:lnTo>
                  <a:pt x="497739" y="538069"/>
                </a:lnTo>
                <a:moveTo>
                  <a:pt x="590274" y="490685"/>
                </a:moveTo>
                <a:lnTo>
                  <a:pt x="596918" y="463015"/>
                </a:lnTo>
                <a:moveTo>
                  <a:pt x="1310937" y="654294"/>
                </a:moveTo>
                <a:lnTo>
                  <a:pt x="1397370" y="740557"/>
                </a:lnTo>
                <a:moveTo>
                  <a:pt x="1833429" y="654151"/>
                </a:moveTo>
                <a:lnTo>
                  <a:pt x="2009254" y="656811"/>
                </a:lnTo>
                <a:moveTo>
                  <a:pt x="311146" y="696692"/>
                </a:moveTo>
                <a:lnTo>
                  <a:pt x="278740" y="667535"/>
                </a:lnTo>
                <a:moveTo>
                  <a:pt x="311146" y="696692"/>
                </a:moveTo>
                <a:lnTo>
                  <a:pt x="384244" y="598807"/>
                </a:lnTo>
                <a:moveTo>
                  <a:pt x="784639" y="474036"/>
                </a:moveTo>
                <a:lnTo>
                  <a:pt x="861824" y="582429"/>
                </a:lnTo>
                <a:moveTo>
                  <a:pt x="214652" y="777682"/>
                </a:moveTo>
                <a:lnTo>
                  <a:pt x="260482" y="820498"/>
                </a:lnTo>
                <a:moveTo>
                  <a:pt x="1419471" y="719647"/>
                </a:moveTo>
                <a:lnTo>
                  <a:pt x="1542666" y="711849"/>
                </a:lnTo>
                <a:moveTo>
                  <a:pt x="2036075" y="1144586"/>
                </a:moveTo>
                <a:lnTo>
                  <a:pt x="2078609" y="1118085"/>
                </a:lnTo>
                <a:moveTo>
                  <a:pt x="311146" y="696692"/>
                </a:moveTo>
                <a:lnTo>
                  <a:pt x="214652" y="777682"/>
                </a:lnTo>
                <a:moveTo>
                  <a:pt x="1992572" y="639063"/>
                </a:moveTo>
                <a:lnTo>
                  <a:pt x="2009254" y="656811"/>
                </a:lnTo>
                <a:moveTo>
                  <a:pt x="1397370" y="740557"/>
                </a:moveTo>
                <a:lnTo>
                  <a:pt x="1419471" y="719647"/>
                </a:lnTo>
                <a:moveTo>
                  <a:pt x="1397370" y="740557"/>
                </a:moveTo>
                <a:lnTo>
                  <a:pt x="1382280" y="756711"/>
                </a:lnTo>
                <a:moveTo>
                  <a:pt x="899694" y="1064402"/>
                </a:moveTo>
                <a:lnTo>
                  <a:pt x="991428" y="1146221"/>
                </a:lnTo>
                <a:moveTo>
                  <a:pt x="611034" y="474881"/>
                </a:moveTo>
                <a:lnTo>
                  <a:pt x="700100" y="390639"/>
                </a:lnTo>
                <a:moveTo>
                  <a:pt x="1830585" y="656421"/>
                </a:moveTo>
                <a:lnTo>
                  <a:pt x="1747020" y="742561"/>
                </a:lnTo>
                <a:moveTo>
                  <a:pt x="1542666" y="711849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42666" y="711849"/>
                </a:lnTo>
                <a:moveTo>
                  <a:pt x="1740898" y="745799"/>
                </a:moveTo>
                <a:lnTo>
                  <a:pt x="1747020" y="742561"/>
                </a:lnTo>
                <a:moveTo>
                  <a:pt x="785954" y="999504"/>
                </a:moveTo>
                <a:lnTo>
                  <a:pt x="806232" y="984306"/>
                </a:lnTo>
                <a:moveTo>
                  <a:pt x="763920" y="1199710"/>
                </a:moveTo>
                <a:lnTo>
                  <a:pt x="846546" y="1290605"/>
                </a:lnTo>
                <a:moveTo>
                  <a:pt x="1789632" y="523994"/>
                </a:moveTo>
                <a:lnTo>
                  <a:pt x="1832865" y="653586"/>
                </a:lnTo>
                <a:moveTo>
                  <a:pt x="1789632" y="523994"/>
                </a:moveTo>
                <a:lnTo>
                  <a:pt x="1833131" y="653845"/>
                </a:lnTo>
                <a:moveTo>
                  <a:pt x="2336792" y="498427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5038" y="1003184"/>
                </a:lnTo>
                <a:moveTo>
                  <a:pt x="1814550" y="845637"/>
                </a:moveTo>
                <a:lnTo>
                  <a:pt x="1747020" y="742561"/>
                </a:lnTo>
                <a:moveTo>
                  <a:pt x="1585918" y="727009"/>
                </a:moveTo>
                <a:lnTo>
                  <a:pt x="1740898" y="745799"/>
                </a:lnTo>
                <a:moveTo>
                  <a:pt x="785954" y="999504"/>
                </a:moveTo>
                <a:lnTo>
                  <a:pt x="899694" y="1064402"/>
                </a:lnTo>
                <a:moveTo>
                  <a:pt x="700100" y="390639"/>
                </a:moveTo>
                <a:lnTo>
                  <a:pt x="784639" y="474036"/>
                </a:lnTo>
                <a:moveTo>
                  <a:pt x="1489596" y="996238"/>
                </a:moveTo>
                <a:lnTo>
                  <a:pt x="1485038" y="1003184"/>
                </a:lnTo>
                <a:moveTo>
                  <a:pt x="771431" y="483388"/>
                </a:moveTo>
                <a:lnTo>
                  <a:pt x="861824" y="582429"/>
                </a:lnTo>
                <a:moveTo>
                  <a:pt x="1832865" y="653586"/>
                </a:moveTo>
                <a:lnTo>
                  <a:pt x="1830585" y="656421"/>
                </a:lnTo>
                <a:moveTo>
                  <a:pt x="1830585" y="656421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2865" y="653586"/>
                </a:lnTo>
                <a:moveTo>
                  <a:pt x="1833131" y="653845"/>
                </a:moveTo>
                <a:lnTo>
                  <a:pt x="1833429" y="654151"/>
                </a:lnTo>
                <a:moveTo>
                  <a:pt x="1833131" y="653845"/>
                </a:moveTo>
                <a:lnTo>
                  <a:pt x="1830585" y="656421"/>
                </a:lnTo>
                <a:moveTo>
                  <a:pt x="991428" y="1146221"/>
                </a:moveTo>
                <a:lnTo>
                  <a:pt x="1097158" y="1214091"/>
                </a:lnTo>
                <a:moveTo>
                  <a:pt x="2084251" y="556509"/>
                </a:moveTo>
                <a:lnTo>
                  <a:pt x="2121188" y="419211"/>
                </a:lnTo>
                <a:moveTo>
                  <a:pt x="2385288" y="623334"/>
                </a:moveTo>
                <a:lnTo>
                  <a:pt x="2357794" y="657133"/>
                </a:lnTo>
                <a:moveTo>
                  <a:pt x="1542666" y="711849"/>
                </a:moveTo>
                <a:lnTo>
                  <a:pt x="1570746" y="739366"/>
                </a:lnTo>
                <a:moveTo>
                  <a:pt x="1833429" y="654151"/>
                </a:moveTo>
                <a:lnTo>
                  <a:pt x="1992572" y="639063"/>
                </a:lnTo>
                <a:moveTo>
                  <a:pt x="1570746" y="739366"/>
                </a:moveTo>
                <a:lnTo>
                  <a:pt x="1585918" y="727009"/>
                </a:lnTo>
                <a:moveTo>
                  <a:pt x="1397370" y="740557"/>
                </a:moveTo>
                <a:lnTo>
                  <a:pt x="1570746" y="739366"/>
                </a:lnTo>
                <a:moveTo>
                  <a:pt x="2388392" y="686424"/>
                </a:moveTo>
                <a:lnTo>
                  <a:pt x="2357794" y="657133"/>
                </a:lnTo>
                <a:moveTo>
                  <a:pt x="1431178" y="948831"/>
                </a:moveTo>
                <a:lnTo>
                  <a:pt x="1489596" y="996238"/>
                </a:lnTo>
                <a:moveTo>
                  <a:pt x="840174" y="588118"/>
                </a:moveTo>
                <a:lnTo>
                  <a:pt x="861824" y="582429"/>
                </a:lnTo>
                <a:moveTo>
                  <a:pt x="1992572" y="639063"/>
                </a:moveTo>
                <a:lnTo>
                  <a:pt x="2084251" y="556509"/>
                </a:lnTo>
                <a:moveTo>
                  <a:pt x="1740898" y="745799"/>
                </a:moveTo>
                <a:lnTo>
                  <a:pt x="1814550" y="845637"/>
                </a:lnTo>
                <a:moveTo>
                  <a:pt x="1132739" y="648186"/>
                </a:moveTo>
                <a:lnTo>
                  <a:pt x="1179317" y="696962"/>
                </a:lnTo>
                <a:moveTo>
                  <a:pt x="2309919" y="433712"/>
                </a:moveTo>
                <a:lnTo>
                  <a:pt x="2336792" y="498427"/>
                </a:lnTo>
                <a:moveTo>
                  <a:pt x="929313" y="672523"/>
                </a:moveTo>
                <a:lnTo>
                  <a:pt x="861824" y="582429"/>
                </a:lnTo>
                <a:moveTo>
                  <a:pt x="1097158" y="1214091"/>
                </a:moveTo>
                <a:lnTo>
                  <a:pt x="1176421" y="1308338"/>
                </a:lnTo>
                <a:moveTo>
                  <a:pt x="611034" y="474881"/>
                </a:moveTo>
                <a:lnTo>
                  <a:pt x="784639" y="474036"/>
                </a:lnTo>
                <a:moveTo>
                  <a:pt x="929313" y="672523"/>
                </a:moveTo>
                <a:lnTo>
                  <a:pt x="913956" y="703714"/>
                </a:lnTo>
                <a:moveTo>
                  <a:pt x="2336792" y="498427"/>
                </a:moveTo>
                <a:lnTo>
                  <a:pt x="2385288" y="623334"/>
                </a:lnTo>
                <a:moveTo>
                  <a:pt x="1814550" y="845637"/>
                </a:moveTo>
                <a:lnTo>
                  <a:pt x="1823668" y="992861"/>
                </a:lnTo>
                <a:moveTo>
                  <a:pt x="1176421" y="1308338"/>
                </a:moveTo>
                <a:lnTo>
                  <a:pt x="1197135" y="1333500"/>
                </a:lnTo>
                <a:moveTo>
                  <a:pt x="1625405" y="1034133"/>
                </a:moveTo>
                <a:lnTo>
                  <a:pt x="1730906" y="1102233"/>
                </a:lnTo>
                <a:moveTo>
                  <a:pt x="1823668" y="992861"/>
                </a:moveTo>
                <a:lnTo>
                  <a:pt x="1806914" y="1026485"/>
                </a:lnTo>
                <a:moveTo>
                  <a:pt x="590274" y="490685"/>
                </a:moveTo>
                <a:lnTo>
                  <a:pt x="611034" y="474881"/>
                </a:lnTo>
                <a:moveTo>
                  <a:pt x="1231146" y="571306"/>
                </a:moveTo>
                <a:lnTo>
                  <a:pt x="1179317" y="696962"/>
                </a:lnTo>
                <a:moveTo>
                  <a:pt x="616268" y="479116"/>
                </a:moveTo>
                <a:lnTo>
                  <a:pt x="611034" y="474881"/>
                </a:lnTo>
                <a:moveTo>
                  <a:pt x="2385288" y="623334"/>
                </a:moveTo>
                <a:lnTo>
                  <a:pt x="2388392" y="686424"/>
                </a:lnTo>
                <a:moveTo>
                  <a:pt x="1231146" y="571306"/>
                </a:moveTo>
                <a:lnTo>
                  <a:pt x="1360708" y="604970"/>
                </a:lnTo>
                <a:moveTo>
                  <a:pt x="2353695" y="476437"/>
                </a:moveTo>
                <a:lnTo>
                  <a:pt x="2309919" y="433712"/>
                </a:lnTo>
                <a:moveTo>
                  <a:pt x="1231146" y="571306"/>
                </a:moveTo>
                <a:lnTo>
                  <a:pt x="1310937" y="654294"/>
                </a:lnTo>
                <a:moveTo>
                  <a:pt x="771431" y="483388"/>
                </a:moveTo>
                <a:lnTo>
                  <a:pt x="611034" y="474881"/>
                </a:lnTo>
                <a:moveTo>
                  <a:pt x="1806914" y="1026485"/>
                </a:moveTo>
                <a:lnTo>
                  <a:pt x="1915140" y="1091869"/>
                </a:lnTo>
                <a:moveTo>
                  <a:pt x="2353695" y="476437"/>
                </a:moveTo>
                <a:lnTo>
                  <a:pt x="2336792" y="498427"/>
                </a:lnTo>
                <a:moveTo>
                  <a:pt x="1730906" y="1102233"/>
                </a:moveTo>
                <a:lnTo>
                  <a:pt x="1703659" y="1221321"/>
                </a:lnTo>
                <a:moveTo>
                  <a:pt x="869486" y="1081379"/>
                </a:moveTo>
                <a:lnTo>
                  <a:pt x="899694" y="1064402"/>
                </a:lnTo>
                <a:moveTo>
                  <a:pt x="1625405" y="1034133"/>
                </a:moveTo>
                <a:lnTo>
                  <a:pt x="1743471" y="1086175"/>
                </a:lnTo>
                <a:moveTo>
                  <a:pt x="1915140" y="1091869"/>
                </a:moveTo>
                <a:lnTo>
                  <a:pt x="1927362" y="1096558"/>
                </a:lnTo>
                <a:moveTo>
                  <a:pt x="771431" y="483388"/>
                </a:moveTo>
                <a:lnTo>
                  <a:pt x="784639" y="474036"/>
                </a:lnTo>
                <a:moveTo>
                  <a:pt x="1743471" y="1086175"/>
                </a:moveTo>
                <a:lnTo>
                  <a:pt x="1823668" y="992861"/>
                </a:lnTo>
                <a:moveTo>
                  <a:pt x="1743471" y="1086175"/>
                </a:moveTo>
                <a:lnTo>
                  <a:pt x="1806914" y="1026485"/>
                </a:lnTo>
                <a:moveTo>
                  <a:pt x="1743471" y="1086175"/>
                </a:moveTo>
                <a:lnTo>
                  <a:pt x="1730906" y="1102233"/>
                </a:lnTo>
                <a:moveTo>
                  <a:pt x="1927362" y="1096558"/>
                </a:moveTo>
                <a:lnTo>
                  <a:pt x="2036075" y="1144586"/>
                </a:lnTo>
                <a:moveTo>
                  <a:pt x="393637" y="604950"/>
                </a:moveTo>
                <a:lnTo>
                  <a:pt x="497683" y="534763"/>
                </a:lnTo>
                <a:moveTo>
                  <a:pt x="497683" y="534763"/>
                </a:moveTo>
                <a:lnTo>
                  <a:pt x="590274" y="490685"/>
                </a:lnTo>
                <a:moveTo>
                  <a:pt x="590274" y="490685"/>
                </a:moveTo>
                <a:lnTo>
                  <a:pt x="616268" y="479116"/>
                </a:lnTo>
                <a:moveTo>
                  <a:pt x="311146" y="696692"/>
                </a:moveTo>
                <a:lnTo>
                  <a:pt x="393637" y="604950"/>
                </a:lnTo>
                <a:moveTo>
                  <a:pt x="311146" y="696692"/>
                </a:moveTo>
                <a:lnTo>
                  <a:pt x="260482" y="820498"/>
                </a:lnTo>
                <a:moveTo>
                  <a:pt x="769853" y="1177911"/>
                </a:moveTo>
                <a:lnTo>
                  <a:pt x="763920" y="1199710"/>
                </a:lnTo>
                <a:moveTo>
                  <a:pt x="785954" y="999504"/>
                </a:moveTo>
                <a:lnTo>
                  <a:pt x="869486" y="1081379"/>
                </a:lnTo>
                <a:moveTo>
                  <a:pt x="265421" y="814423"/>
                </a:moveTo>
                <a:lnTo>
                  <a:pt x="260482" y="820498"/>
                </a:lnTo>
                <a:moveTo>
                  <a:pt x="962844" y="1158820"/>
                </a:moveTo>
                <a:lnTo>
                  <a:pt x="899694" y="1064402"/>
                </a:lnTo>
                <a:moveTo>
                  <a:pt x="263159" y="822940"/>
                </a:moveTo>
                <a:lnTo>
                  <a:pt x="260482" y="820498"/>
                </a:lnTo>
                <a:moveTo>
                  <a:pt x="616268" y="479116"/>
                </a:moveTo>
                <a:lnTo>
                  <a:pt x="771431" y="483388"/>
                </a:lnTo>
                <a:moveTo>
                  <a:pt x="265421" y="814423"/>
                </a:moveTo>
                <a:lnTo>
                  <a:pt x="311146" y="696692"/>
                </a:lnTo>
                <a:moveTo>
                  <a:pt x="860035" y="1261277"/>
                </a:moveTo>
                <a:lnTo>
                  <a:pt x="763920" y="1199710"/>
                </a:lnTo>
                <a:moveTo>
                  <a:pt x="265421" y="814423"/>
                </a:moveTo>
                <a:lnTo>
                  <a:pt x="263159" y="822940"/>
                </a:lnTo>
                <a:moveTo>
                  <a:pt x="962844" y="1158820"/>
                </a:moveTo>
                <a:lnTo>
                  <a:pt x="991428" y="1146221"/>
                </a:lnTo>
                <a:moveTo>
                  <a:pt x="2116588" y="411361"/>
                </a:moveTo>
                <a:lnTo>
                  <a:pt x="2121188" y="419211"/>
                </a:lnTo>
                <a:moveTo>
                  <a:pt x="1680284" y="790319"/>
                </a:moveTo>
                <a:lnTo>
                  <a:pt x="1585918" y="727009"/>
                </a:lnTo>
                <a:moveTo>
                  <a:pt x="860035" y="1261277"/>
                </a:moveTo>
                <a:lnTo>
                  <a:pt x="846546" y="1290605"/>
                </a:lnTo>
                <a:moveTo>
                  <a:pt x="838217" y="1109781"/>
                </a:moveTo>
                <a:lnTo>
                  <a:pt x="785954" y="999504"/>
                </a:lnTo>
                <a:moveTo>
                  <a:pt x="2059935" y="528942"/>
                </a:moveTo>
                <a:lnTo>
                  <a:pt x="2121188" y="419211"/>
                </a:lnTo>
                <a:moveTo>
                  <a:pt x="771431" y="483388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991428" y="1146221"/>
                </a:lnTo>
                <a:moveTo>
                  <a:pt x="1950161" y="593400"/>
                </a:moveTo>
                <a:lnTo>
                  <a:pt x="1833429" y="654151"/>
                </a:lnTo>
                <a:moveTo>
                  <a:pt x="1680284" y="790319"/>
                </a:moveTo>
                <a:lnTo>
                  <a:pt x="1740898" y="745799"/>
                </a:lnTo>
                <a:moveTo>
                  <a:pt x="1950161" y="593400"/>
                </a:moveTo>
                <a:lnTo>
                  <a:pt x="2084251" y="556509"/>
                </a:lnTo>
                <a:moveTo>
                  <a:pt x="2059935" y="528942"/>
                </a:moveTo>
                <a:lnTo>
                  <a:pt x="2084251" y="556509"/>
                </a:lnTo>
                <a:moveTo>
                  <a:pt x="2336792" y="498427"/>
                </a:moveTo>
                <a:lnTo>
                  <a:pt x="2437682" y="558999"/>
                </a:lnTo>
                <a:moveTo>
                  <a:pt x="1950161" y="593400"/>
                </a:moveTo>
                <a:lnTo>
                  <a:pt x="1992572" y="639063"/>
                </a:lnTo>
                <a:moveTo>
                  <a:pt x="1118931" y="633324"/>
                </a:moveTo>
                <a:lnTo>
                  <a:pt x="1132739" y="648186"/>
                </a:lnTo>
                <a:moveTo>
                  <a:pt x="1172362" y="603546"/>
                </a:moveTo>
                <a:lnTo>
                  <a:pt x="1132739" y="648186"/>
                </a:lnTo>
                <a:moveTo>
                  <a:pt x="1231146" y="571306"/>
                </a:moveTo>
                <a:lnTo>
                  <a:pt x="1132739" y="648186"/>
                </a:lnTo>
                <a:moveTo>
                  <a:pt x="1079349" y="1215953"/>
                </a:moveTo>
                <a:lnTo>
                  <a:pt x="1097158" y="1214091"/>
                </a:lnTo>
                <a:moveTo>
                  <a:pt x="1624243" y="790180"/>
                </a:moveTo>
                <a:lnTo>
                  <a:pt x="1570746" y="739366"/>
                </a:lnTo>
                <a:moveTo>
                  <a:pt x="1760854" y="883263"/>
                </a:moveTo>
                <a:lnTo>
                  <a:pt x="1740898" y="745799"/>
                </a:lnTo>
                <a:moveTo>
                  <a:pt x="1680284" y="790319"/>
                </a:moveTo>
                <a:lnTo>
                  <a:pt x="1570746" y="739366"/>
                </a:lnTo>
                <a:moveTo>
                  <a:pt x="2437682" y="558999"/>
                </a:moveTo>
                <a:lnTo>
                  <a:pt x="2385288" y="623334"/>
                </a:lnTo>
                <a:moveTo>
                  <a:pt x="1162241" y="1306584"/>
                </a:moveTo>
                <a:lnTo>
                  <a:pt x="1097158" y="1214091"/>
                </a:lnTo>
                <a:moveTo>
                  <a:pt x="840174" y="588118"/>
                </a:moveTo>
                <a:lnTo>
                  <a:pt x="929313" y="672523"/>
                </a:lnTo>
                <a:moveTo>
                  <a:pt x="2437682" y="558999"/>
                </a:moveTo>
                <a:lnTo>
                  <a:pt x="2388392" y="686424"/>
                </a:lnTo>
                <a:moveTo>
                  <a:pt x="1760854" y="883263"/>
                </a:moveTo>
                <a:lnTo>
                  <a:pt x="1814550" y="845637"/>
                </a:lnTo>
                <a:moveTo>
                  <a:pt x="1763644" y="929585"/>
                </a:moveTo>
                <a:lnTo>
                  <a:pt x="1814550" y="845637"/>
                </a:lnTo>
                <a:moveTo>
                  <a:pt x="1162241" y="1306584"/>
                </a:moveTo>
                <a:lnTo>
                  <a:pt x="1176421" y="1308338"/>
                </a:lnTo>
                <a:moveTo>
                  <a:pt x="1651851" y="992060"/>
                </a:moveTo>
                <a:lnTo>
                  <a:pt x="1625405" y="1034133"/>
                </a:lnTo>
                <a:moveTo>
                  <a:pt x="929313" y="672523"/>
                </a:moveTo>
                <a:lnTo>
                  <a:pt x="983457" y="672081"/>
                </a:lnTo>
                <a:moveTo>
                  <a:pt x="497683" y="534763"/>
                </a:moveTo>
                <a:lnTo>
                  <a:pt x="518306" y="553583"/>
                </a:lnTo>
                <a:moveTo>
                  <a:pt x="518306" y="553583"/>
                </a:moveTo>
                <a:lnTo>
                  <a:pt x="590274" y="490685"/>
                </a:lnTo>
                <a:moveTo>
                  <a:pt x="518306" y="553583"/>
                </a:moveTo>
                <a:lnTo>
                  <a:pt x="616268" y="479116"/>
                </a:lnTo>
                <a:moveTo>
                  <a:pt x="983457" y="672081"/>
                </a:moveTo>
                <a:lnTo>
                  <a:pt x="1118931" y="633324"/>
                </a:lnTo>
                <a:moveTo>
                  <a:pt x="1654294" y="989457"/>
                </a:moveTo>
                <a:lnTo>
                  <a:pt x="1823668" y="992861"/>
                </a:lnTo>
                <a:moveTo>
                  <a:pt x="1763644" y="929585"/>
                </a:moveTo>
                <a:lnTo>
                  <a:pt x="1823668" y="992861"/>
                </a:lnTo>
                <a:moveTo>
                  <a:pt x="1191246" y="1333500"/>
                </a:moveTo>
                <a:lnTo>
                  <a:pt x="1176421" y="1308338"/>
                </a:lnTo>
                <a:moveTo>
                  <a:pt x="1118931" y="633324"/>
                </a:moveTo>
                <a:lnTo>
                  <a:pt x="1172362" y="603546"/>
                </a:lnTo>
                <a:moveTo>
                  <a:pt x="2353695" y="476437"/>
                </a:moveTo>
                <a:lnTo>
                  <a:pt x="2437682" y="558999"/>
                </a:lnTo>
                <a:moveTo>
                  <a:pt x="1172362" y="603546"/>
                </a:moveTo>
                <a:lnTo>
                  <a:pt x="1231146" y="571306"/>
                </a:lnTo>
                <a:moveTo>
                  <a:pt x="1231146" y="571306"/>
                </a:moveTo>
                <a:lnTo>
                  <a:pt x="1344168" y="510096"/>
                </a:lnTo>
                <a:moveTo>
                  <a:pt x="1730906" y="1102233"/>
                </a:moveTo>
                <a:lnTo>
                  <a:pt x="1738379" y="1252961"/>
                </a:lnTo>
                <a:moveTo>
                  <a:pt x="1880824" y="1110180"/>
                </a:moveTo>
                <a:lnTo>
                  <a:pt x="1806914" y="1026485"/>
                </a:lnTo>
                <a:moveTo>
                  <a:pt x="838217" y="1109781"/>
                </a:moveTo>
                <a:lnTo>
                  <a:pt x="869486" y="1081379"/>
                </a:lnTo>
                <a:moveTo>
                  <a:pt x="1651851" y="992060"/>
                </a:moveTo>
                <a:lnTo>
                  <a:pt x="1743471" y="1086175"/>
                </a:lnTo>
                <a:moveTo>
                  <a:pt x="1738379" y="1252961"/>
                </a:moveTo>
                <a:lnTo>
                  <a:pt x="1703659" y="1221321"/>
                </a:lnTo>
                <a:moveTo>
                  <a:pt x="1654294" y="989457"/>
                </a:moveTo>
                <a:lnTo>
                  <a:pt x="1743471" y="1086175"/>
                </a:lnTo>
                <a:moveTo>
                  <a:pt x="905370" y="1116700"/>
                </a:moveTo>
                <a:lnTo>
                  <a:pt x="869486" y="1081379"/>
                </a:lnTo>
                <a:moveTo>
                  <a:pt x="1880824" y="1110180"/>
                </a:moveTo>
                <a:lnTo>
                  <a:pt x="1915140" y="1091869"/>
                </a:lnTo>
                <a:moveTo>
                  <a:pt x="342165" y="725081"/>
                </a:moveTo>
                <a:lnTo>
                  <a:pt x="311146" y="696692"/>
                </a:lnTo>
                <a:moveTo>
                  <a:pt x="1880824" y="1110180"/>
                </a:moveTo>
                <a:lnTo>
                  <a:pt x="1927362" y="1096558"/>
                </a:lnTo>
                <a:moveTo>
                  <a:pt x="962844" y="1158820"/>
                </a:moveTo>
                <a:lnTo>
                  <a:pt x="869486" y="1081379"/>
                </a:lnTo>
                <a:moveTo>
                  <a:pt x="1953543" y="1119491"/>
                </a:moveTo>
                <a:lnTo>
                  <a:pt x="1927362" y="1096558"/>
                </a:lnTo>
                <a:moveTo>
                  <a:pt x="342165" y="725081"/>
                </a:moveTo>
                <a:lnTo>
                  <a:pt x="265421" y="814423"/>
                </a:lnTo>
                <a:moveTo>
                  <a:pt x="2023520" y="1141212"/>
                </a:moveTo>
                <a:lnTo>
                  <a:pt x="1927362" y="1096558"/>
                </a:lnTo>
                <a:moveTo>
                  <a:pt x="1787098" y="1127276"/>
                </a:moveTo>
                <a:lnTo>
                  <a:pt x="1743471" y="1086175"/>
                </a:lnTo>
                <a:moveTo>
                  <a:pt x="1743471" y="1086175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497683" y="534763"/>
                </a:lnTo>
                <a:moveTo>
                  <a:pt x="1880824" y="1110180"/>
                </a:moveTo>
                <a:lnTo>
                  <a:pt x="1743471" y="1086175"/>
                </a:lnTo>
                <a:moveTo>
                  <a:pt x="422251" y="630315"/>
                </a:moveTo>
                <a:lnTo>
                  <a:pt x="393637" y="604950"/>
                </a:lnTo>
                <a:moveTo>
                  <a:pt x="444256" y="620315"/>
                </a:moveTo>
                <a:lnTo>
                  <a:pt x="497683" y="534763"/>
                </a:lnTo>
                <a:moveTo>
                  <a:pt x="838217" y="1109781"/>
                </a:moveTo>
                <a:lnTo>
                  <a:pt x="905370" y="1116700"/>
                </a:lnTo>
                <a:moveTo>
                  <a:pt x="2023520" y="1141212"/>
                </a:moveTo>
                <a:lnTo>
                  <a:pt x="2036075" y="1144586"/>
                </a:lnTo>
                <a:moveTo>
                  <a:pt x="530967" y="564798"/>
                </a:moveTo>
                <a:lnTo>
                  <a:pt x="616268" y="479116"/>
                </a:lnTo>
                <a:moveTo>
                  <a:pt x="422251" y="630315"/>
                </a:moveTo>
                <a:lnTo>
                  <a:pt x="311146" y="696692"/>
                </a:lnTo>
                <a:moveTo>
                  <a:pt x="1745427" y="1245112"/>
                </a:moveTo>
                <a:lnTo>
                  <a:pt x="1743471" y="1086175"/>
                </a:lnTo>
                <a:moveTo>
                  <a:pt x="670176" y="529777"/>
                </a:moveTo>
                <a:lnTo>
                  <a:pt x="616268" y="479116"/>
                </a:lnTo>
                <a:moveTo>
                  <a:pt x="708076" y="530638"/>
                </a:moveTo>
                <a:lnTo>
                  <a:pt x="616268" y="479116"/>
                </a:lnTo>
                <a:moveTo>
                  <a:pt x="905370" y="1116700"/>
                </a:moveTo>
                <a:lnTo>
                  <a:pt x="962844" y="1158820"/>
                </a:lnTo>
                <a:moveTo>
                  <a:pt x="769853" y="1177911"/>
                </a:moveTo>
                <a:lnTo>
                  <a:pt x="860035" y="1261277"/>
                </a:lnTo>
                <a:moveTo>
                  <a:pt x="349292" y="731590"/>
                </a:moveTo>
                <a:lnTo>
                  <a:pt x="265421" y="814423"/>
                </a:lnTo>
                <a:moveTo>
                  <a:pt x="349292" y="731590"/>
                </a:moveTo>
                <a:lnTo>
                  <a:pt x="263159" y="822940"/>
                </a:lnTo>
                <a:moveTo>
                  <a:pt x="708076" y="530638"/>
                </a:moveTo>
                <a:lnTo>
                  <a:pt x="771431" y="483388"/>
                </a:lnTo>
                <a:moveTo>
                  <a:pt x="297442" y="853974"/>
                </a:moveTo>
                <a:lnTo>
                  <a:pt x="263159" y="822940"/>
                </a:lnTo>
                <a:moveTo>
                  <a:pt x="2059935" y="528942"/>
                </a:moveTo>
                <a:lnTo>
                  <a:pt x="2116588" y="411361"/>
                </a:lnTo>
                <a:moveTo>
                  <a:pt x="813507" y="598807"/>
                </a:moveTo>
                <a:lnTo>
                  <a:pt x="771431" y="483388"/>
                </a:lnTo>
                <a:moveTo>
                  <a:pt x="962844" y="1158820"/>
                </a:moveTo>
                <a:lnTo>
                  <a:pt x="1079349" y="1215953"/>
                </a:lnTo>
                <a:moveTo>
                  <a:pt x="1624243" y="790180"/>
                </a:moveTo>
                <a:lnTo>
                  <a:pt x="1680284" y="790319"/>
                </a:lnTo>
                <a:moveTo>
                  <a:pt x="1950161" y="593400"/>
                </a:moveTo>
                <a:lnTo>
                  <a:pt x="2059935" y="528942"/>
                </a:lnTo>
                <a:moveTo>
                  <a:pt x="813507" y="598807"/>
                </a:moveTo>
                <a:lnTo>
                  <a:pt x="840174" y="588118"/>
                </a:lnTo>
                <a:moveTo>
                  <a:pt x="59551" y="483986"/>
                </a:moveTo>
                <a:lnTo>
                  <a:pt x="81878" y="464792"/>
                </a:lnTo>
                <a:moveTo>
                  <a:pt x="92863" y="475152"/>
                </a:moveTo>
                <a:lnTo>
                  <a:pt x="81878" y="464792"/>
                </a:lnTo>
                <a:moveTo>
                  <a:pt x="1680284" y="790319"/>
                </a:moveTo>
                <a:lnTo>
                  <a:pt x="1760854" y="883263"/>
                </a:lnTo>
                <a:moveTo>
                  <a:pt x="916082" y="669822"/>
                </a:moveTo>
                <a:lnTo>
                  <a:pt x="840174" y="588118"/>
                </a:lnTo>
                <a:moveTo>
                  <a:pt x="1079349" y="1215953"/>
                </a:moveTo>
                <a:lnTo>
                  <a:pt x="1162241" y="1306584"/>
                </a:lnTo>
                <a:moveTo>
                  <a:pt x="1760854" y="883263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29313" y="672523"/>
                </a:lnTo>
                <a:moveTo>
                  <a:pt x="1650890" y="991064"/>
                </a:moveTo>
                <a:lnTo>
                  <a:pt x="1651851" y="992060"/>
                </a:lnTo>
                <a:moveTo>
                  <a:pt x="1654294" y="989457"/>
                </a:moveTo>
                <a:lnTo>
                  <a:pt x="1651851" y="992060"/>
                </a:lnTo>
                <a:moveTo>
                  <a:pt x="1650890" y="991064"/>
                </a:moveTo>
                <a:lnTo>
                  <a:pt x="1654294" y="989457"/>
                </a:lnTo>
                <a:moveTo>
                  <a:pt x="1654294" y="989457"/>
                </a:moveTo>
                <a:lnTo>
                  <a:pt x="1763644" y="929585"/>
                </a:lnTo>
                <a:moveTo>
                  <a:pt x="916082" y="669822"/>
                </a:moveTo>
                <a:lnTo>
                  <a:pt x="983457" y="672081"/>
                </a:lnTo>
                <a:moveTo>
                  <a:pt x="980996" y="666370"/>
                </a:moveTo>
                <a:lnTo>
                  <a:pt x="983457" y="672081"/>
                </a:lnTo>
                <a:moveTo>
                  <a:pt x="59551" y="483986"/>
                </a:moveTo>
                <a:lnTo>
                  <a:pt x="92863" y="475152"/>
                </a:lnTo>
                <a:moveTo>
                  <a:pt x="980996" y="666370"/>
                </a:moveTo>
                <a:lnTo>
                  <a:pt x="1118931" y="633324"/>
                </a:lnTo>
                <a:moveTo>
                  <a:pt x="444256" y="620315"/>
                </a:moveTo>
                <a:lnTo>
                  <a:pt x="518306" y="553583"/>
                </a:lnTo>
                <a:moveTo>
                  <a:pt x="530967" y="564798"/>
                </a:moveTo>
                <a:lnTo>
                  <a:pt x="518306" y="553583"/>
                </a:lnTo>
                <a:moveTo>
                  <a:pt x="92863" y="475152"/>
                </a:moveTo>
                <a:lnTo>
                  <a:pt x="223163" y="431221"/>
                </a:lnTo>
                <a:moveTo>
                  <a:pt x="1162241" y="1306584"/>
                </a:moveTo>
                <a:lnTo>
                  <a:pt x="1181607" y="1333500"/>
                </a:lnTo>
                <a:moveTo>
                  <a:pt x="1111874" y="623017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18931" y="633324"/>
                </a:lnTo>
                <a:moveTo>
                  <a:pt x="1153482" y="606475"/>
                </a:moveTo>
                <a:lnTo>
                  <a:pt x="1172362" y="603546"/>
                </a:lnTo>
                <a:moveTo>
                  <a:pt x="1153482" y="606475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231146" y="571306"/>
                </a:lnTo>
                <a:moveTo>
                  <a:pt x="1235581" y="572492"/>
                </a:moveTo>
                <a:lnTo>
                  <a:pt x="1344168" y="510096"/>
                </a:lnTo>
                <a:moveTo>
                  <a:pt x="1364720" y="527398"/>
                </a:moveTo>
                <a:lnTo>
                  <a:pt x="1344168" y="510096"/>
                </a:lnTo>
                <a:moveTo>
                  <a:pt x="1737714" y="902968"/>
                </a:moveTo>
                <a:lnTo>
                  <a:pt x="1760854" y="883263"/>
                </a:lnTo>
                <a:moveTo>
                  <a:pt x="1649569" y="814113"/>
                </a:moveTo>
                <a:lnTo>
                  <a:pt x="1624243" y="790180"/>
                </a:lnTo>
                <a:moveTo>
                  <a:pt x="1650890" y="991064"/>
                </a:moveTo>
                <a:lnTo>
                  <a:pt x="1737714" y="902968"/>
                </a:lnTo>
                <a:moveTo>
                  <a:pt x="1654294" y="989457"/>
                </a:moveTo>
                <a:lnTo>
                  <a:pt x="1737714" y="902968"/>
                </a:lnTo>
                <a:moveTo>
                  <a:pt x="1737714" y="902968"/>
                </a:moveTo>
                <a:lnTo>
                  <a:pt x="1763644" y="929585"/>
                </a:lnTo>
                <a:moveTo>
                  <a:pt x="1649569" y="814113"/>
                </a:moveTo>
                <a:lnTo>
                  <a:pt x="1680284" y="790319"/>
                </a:lnTo>
                <a:moveTo>
                  <a:pt x="1126102" y="1161619"/>
                </a:moveTo>
                <a:lnTo>
                  <a:pt x="1079349" y="1215953"/>
                </a:lnTo>
                <a:moveTo>
                  <a:pt x="1649569" y="814113"/>
                </a:moveTo>
                <a:lnTo>
                  <a:pt x="1760854" y="883263"/>
                </a:lnTo>
                <a:moveTo>
                  <a:pt x="1787098" y="1127276"/>
                </a:moveTo>
                <a:lnTo>
                  <a:pt x="1880824" y="1110180"/>
                </a:lnTo>
                <a:moveTo>
                  <a:pt x="1787098" y="1127276"/>
                </a:moveTo>
                <a:lnTo>
                  <a:pt x="1745427" y="1245112"/>
                </a:lnTo>
                <a:moveTo>
                  <a:pt x="1079349" y="1215953"/>
                </a:moveTo>
                <a:lnTo>
                  <a:pt x="1213006" y="1248596"/>
                </a:lnTo>
                <a:moveTo>
                  <a:pt x="1745427" y="1245112"/>
                </a:moveTo>
                <a:lnTo>
                  <a:pt x="1738379" y="1252961"/>
                </a:lnTo>
                <a:moveTo>
                  <a:pt x="1739584" y="1253996"/>
                </a:moveTo>
                <a:lnTo>
                  <a:pt x="1738379" y="1252961"/>
                </a:lnTo>
                <a:moveTo>
                  <a:pt x="422251" y="630315"/>
                </a:moveTo>
                <a:lnTo>
                  <a:pt x="342165" y="725081"/>
                </a:lnTo>
                <a:moveTo>
                  <a:pt x="393536" y="670861"/>
                </a:moveTo>
                <a:lnTo>
                  <a:pt x="342165" y="725081"/>
                </a:lnTo>
                <a:moveTo>
                  <a:pt x="1880824" y="1110180"/>
                </a:moveTo>
                <a:lnTo>
                  <a:pt x="1953543" y="1119491"/>
                </a:lnTo>
                <a:moveTo>
                  <a:pt x="349292" y="731590"/>
                </a:moveTo>
                <a:lnTo>
                  <a:pt x="342165" y="725081"/>
                </a:lnTo>
                <a:moveTo>
                  <a:pt x="1745427" y="1245112"/>
                </a:moveTo>
                <a:lnTo>
                  <a:pt x="1739584" y="1253996"/>
                </a:lnTo>
                <a:moveTo>
                  <a:pt x="1213006" y="1248596"/>
                </a:moveTo>
                <a:lnTo>
                  <a:pt x="1162241" y="1306584"/>
                </a:lnTo>
                <a:moveTo>
                  <a:pt x="1953543" y="1119491"/>
                </a:moveTo>
                <a:lnTo>
                  <a:pt x="2023520" y="1141212"/>
                </a:lnTo>
                <a:moveTo>
                  <a:pt x="829397" y="1102684"/>
                </a:moveTo>
                <a:lnTo>
                  <a:pt x="838217" y="1109781"/>
                </a:lnTo>
                <a:moveTo>
                  <a:pt x="829397" y="1102684"/>
                </a:moveTo>
                <a:lnTo>
                  <a:pt x="905370" y="1116700"/>
                </a:lnTo>
                <a:moveTo>
                  <a:pt x="1649569" y="814113"/>
                </a:moveTo>
                <a:lnTo>
                  <a:pt x="1737714" y="902968"/>
                </a:lnTo>
                <a:moveTo>
                  <a:pt x="422251" y="630315"/>
                </a:moveTo>
                <a:lnTo>
                  <a:pt x="444256" y="620315"/>
                </a:lnTo>
                <a:moveTo>
                  <a:pt x="444256" y="620315"/>
                </a:moveTo>
                <a:lnTo>
                  <a:pt x="530967" y="564798"/>
                </a:lnTo>
                <a:moveTo>
                  <a:pt x="393536" y="670861"/>
                </a:moveTo>
                <a:lnTo>
                  <a:pt x="422251" y="630315"/>
                </a:lnTo>
                <a:moveTo>
                  <a:pt x="909342" y="1117423"/>
                </a:moveTo>
                <a:lnTo>
                  <a:pt x="905370" y="1116700"/>
                </a:lnTo>
                <a:moveTo>
                  <a:pt x="530967" y="564798"/>
                </a:moveTo>
                <a:lnTo>
                  <a:pt x="670176" y="529777"/>
                </a:lnTo>
                <a:moveTo>
                  <a:pt x="393536" y="670861"/>
                </a:moveTo>
                <a:lnTo>
                  <a:pt x="349292" y="731590"/>
                </a:lnTo>
                <a:moveTo>
                  <a:pt x="968028" y="1137768"/>
                </a:moveTo>
                <a:lnTo>
                  <a:pt x="905370" y="1116700"/>
                </a:lnTo>
                <a:moveTo>
                  <a:pt x="251814" y="458394"/>
                </a:moveTo>
                <a:lnTo>
                  <a:pt x="223163" y="431221"/>
                </a:lnTo>
                <a:moveTo>
                  <a:pt x="1559638" y="897046"/>
                </a:moveTo>
                <a:lnTo>
                  <a:pt x="1624243" y="790180"/>
                </a:lnTo>
                <a:moveTo>
                  <a:pt x="670176" y="529777"/>
                </a:moveTo>
                <a:lnTo>
                  <a:pt x="708076" y="530638"/>
                </a:lnTo>
                <a:moveTo>
                  <a:pt x="427613" y="635363"/>
                </a:moveTo>
                <a:lnTo>
                  <a:pt x="422251" y="630315"/>
                </a:lnTo>
                <a:moveTo>
                  <a:pt x="427613" y="635363"/>
                </a:moveTo>
                <a:lnTo>
                  <a:pt x="444256" y="620315"/>
                </a:lnTo>
                <a:moveTo>
                  <a:pt x="968028" y="1137768"/>
                </a:moveTo>
                <a:lnTo>
                  <a:pt x="962844" y="1158820"/>
                </a:lnTo>
                <a:moveTo>
                  <a:pt x="427613" y="635363"/>
                </a:moveTo>
                <a:lnTo>
                  <a:pt x="393536" y="670861"/>
                </a:lnTo>
                <a:moveTo>
                  <a:pt x="297442" y="853974"/>
                </a:moveTo>
                <a:lnTo>
                  <a:pt x="349292" y="731590"/>
                </a:lnTo>
                <a:moveTo>
                  <a:pt x="2123473" y="414997"/>
                </a:moveTo>
                <a:lnTo>
                  <a:pt x="2116588" y="411361"/>
                </a:lnTo>
                <a:moveTo>
                  <a:pt x="2060846" y="526603"/>
                </a:moveTo>
                <a:lnTo>
                  <a:pt x="2116588" y="411361"/>
                </a:lnTo>
                <a:moveTo>
                  <a:pt x="1878075" y="577320"/>
                </a:moveTo>
                <a:lnTo>
                  <a:pt x="1950161" y="593400"/>
                </a:lnTo>
                <a:moveTo>
                  <a:pt x="968028" y="1137768"/>
                </a:moveTo>
                <a:lnTo>
                  <a:pt x="1079349" y="1215953"/>
                </a:lnTo>
                <a:moveTo>
                  <a:pt x="708076" y="530638"/>
                </a:moveTo>
                <a:lnTo>
                  <a:pt x="813507" y="598807"/>
                </a:lnTo>
                <a:moveTo>
                  <a:pt x="1822654" y="1161466"/>
                </a:moveTo>
                <a:lnTo>
                  <a:pt x="1787098" y="1127276"/>
                </a:lnTo>
                <a:moveTo>
                  <a:pt x="1559638" y="897046"/>
                </a:moveTo>
                <a:lnTo>
                  <a:pt x="1650890" y="991064"/>
                </a:lnTo>
                <a:moveTo>
                  <a:pt x="2060846" y="526603"/>
                </a:moveTo>
                <a:lnTo>
                  <a:pt x="2059935" y="528942"/>
                </a:lnTo>
                <a:moveTo>
                  <a:pt x="1971713" y="611704"/>
                </a:moveTo>
                <a:lnTo>
                  <a:pt x="1950161" y="593400"/>
                </a:lnTo>
                <a:moveTo>
                  <a:pt x="1822654" y="1161466"/>
                </a:moveTo>
                <a:lnTo>
                  <a:pt x="1880824" y="1110180"/>
                </a:lnTo>
                <a:moveTo>
                  <a:pt x="1971713" y="611704"/>
                </a:moveTo>
                <a:lnTo>
                  <a:pt x="2059935" y="528942"/>
                </a:lnTo>
                <a:moveTo>
                  <a:pt x="1822654" y="1161466"/>
                </a:moveTo>
                <a:lnTo>
                  <a:pt x="1745427" y="1245112"/>
                </a:lnTo>
                <a:moveTo>
                  <a:pt x="1822654" y="1161466"/>
                </a:moveTo>
                <a:lnTo>
                  <a:pt x="1953543" y="1119491"/>
                </a:lnTo>
                <a:moveTo>
                  <a:pt x="1126102" y="1161619"/>
                </a:moveTo>
                <a:lnTo>
                  <a:pt x="1213006" y="1248596"/>
                </a:lnTo>
                <a:moveTo>
                  <a:pt x="813507" y="598807"/>
                </a:moveTo>
                <a:lnTo>
                  <a:pt x="916082" y="669822"/>
                </a:lnTo>
                <a:moveTo>
                  <a:pt x="1559638" y="897046"/>
                </a:moveTo>
                <a:lnTo>
                  <a:pt x="1737714" y="902968"/>
                </a:lnTo>
                <a:moveTo>
                  <a:pt x="162162" y="541750"/>
                </a:moveTo>
                <a:lnTo>
                  <a:pt x="92863" y="475152"/>
                </a:lnTo>
                <a:moveTo>
                  <a:pt x="162162" y="541750"/>
                </a:moveTo>
                <a:lnTo>
                  <a:pt x="223163" y="431221"/>
                </a:lnTo>
                <a:moveTo>
                  <a:pt x="916082" y="669822"/>
                </a:moveTo>
                <a:lnTo>
                  <a:pt x="980996" y="666370"/>
                </a:lnTo>
                <a:moveTo>
                  <a:pt x="1279735" y="1313591"/>
                </a:moveTo>
                <a:lnTo>
                  <a:pt x="1162241" y="1306584"/>
                </a:lnTo>
                <a:moveTo>
                  <a:pt x="670176" y="529777"/>
                </a:moveTo>
                <a:lnTo>
                  <a:pt x="686776" y="544965"/>
                </a:lnTo>
                <a:moveTo>
                  <a:pt x="980996" y="666370"/>
                </a:moveTo>
                <a:lnTo>
                  <a:pt x="1111874" y="623017"/>
                </a:lnTo>
                <a:moveTo>
                  <a:pt x="1243692" y="1333500"/>
                </a:moveTo>
                <a:lnTo>
                  <a:pt x="1162241" y="1306584"/>
                </a:lnTo>
                <a:moveTo>
                  <a:pt x="686776" y="544965"/>
                </a:moveTo>
                <a:lnTo>
                  <a:pt x="708076" y="530638"/>
                </a:lnTo>
                <a:moveTo>
                  <a:pt x="1559638" y="897046"/>
                </a:moveTo>
                <a:lnTo>
                  <a:pt x="1649569" y="814113"/>
                </a:lnTo>
                <a:moveTo>
                  <a:pt x="1111874" y="623017"/>
                </a:moveTo>
                <a:lnTo>
                  <a:pt x="1153482" y="606475"/>
                </a:lnTo>
                <a:moveTo>
                  <a:pt x="1153482" y="606475"/>
                </a:moveTo>
                <a:lnTo>
                  <a:pt x="1235581" y="572492"/>
                </a:lnTo>
                <a:moveTo>
                  <a:pt x="140780" y="560388"/>
                </a:moveTo>
                <a:lnTo>
                  <a:pt x="92863" y="475152"/>
                </a:lnTo>
                <a:moveTo>
                  <a:pt x="1476044" y="458258"/>
                </a:moveTo>
                <a:lnTo>
                  <a:pt x="1531192" y="345404"/>
                </a:lnTo>
                <a:moveTo>
                  <a:pt x="1476044" y="458258"/>
                </a:moveTo>
                <a:lnTo>
                  <a:pt x="1473151" y="461714"/>
                </a:lnTo>
                <a:moveTo>
                  <a:pt x="1473311" y="461757"/>
                </a:moveTo>
                <a:lnTo>
                  <a:pt x="1473151" y="461714"/>
                </a:lnTo>
                <a:moveTo>
                  <a:pt x="1470775" y="463509"/>
                </a:moveTo>
                <a:lnTo>
                  <a:pt x="1473151" y="461714"/>
                </a:lnTo>
                <a:moveTo>
                  <a:pt x="1235581" y="572492"/>
                </a:moveTo>
                <a:lnTo>
                  <a:pt x="1364720" y="527398"/>
                </a:lnTo>
                <a:moveTo>
                  <a:pt x="1364720" y="527398"/>
                </a:moveTo>
                <a:lnTo>
                  <a:pt x="1470775" y="463509"/>
                </a:lnTo>
                <a:moveTo>
                  <a:pt x="1476044" y="458258"/>
                </a:moveTo>
                <a:lnTo>
                  <a:pt x="1473311" y="461757"/>
                </a:lnTo>
                <a:moveTo>
                  <a:pt x="968028" y="1137768"/>
                </a:moveTo>
                <a:lnTo>
                  <a:pt x="1126102" y="1161619"/>
                </a:lnTo>
                <a:moveTo>
                  <a:pt x="1470775" y="463509"/>
                </a:moveTo>
                <a:lnTo>
                  <a:pt x="1473311" y="461757"/>
                </a:lnTo>
                <a:moveTo>
                  <a:pt x="1083198" y="1117047"/>
                </a:moveTo>
                <a:lnTo>
                  <a:pt x="1126102" y="1161619"/>
                </a:lnTo>
                <a:moveTo>
                  <a:pt x="1187573" y="1092213"/>
                </a:moveTo>
                <a:lnTo>
                  <a:pt x="1126102" y="1161619"/>
                </a:lnTo>
                <a:moveTo>
                  <a:pt x="681421" y="1076916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688314" y="1070771"/>
                </a:lnTo>
                <a:moveTo>
                  <a:pt x="681421" y="1076916"/>
                </a:moveTo>
                <a:lnTo>
                  <a:pt x="689365" y="1071674"/>
                </a:lnTo>
                <a:moveTo>
                  <a:pt x="1187573" y="1092213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688314" y="1070771"/>
                </a:lnTo>
                <a:moveTo>
                  <a:pt x="689365" y="1071674"/>
                </a:moveTo>
                <a:lnTo>
                  <a:pt x="829397" y="1102684"/>
                </a:lnTo>
                <a:moveTo>
                  <a:pt x="1848249" y="1185179"/>
                </a:moveTo>
                <a:lnTo>
                  <a:pt x="1745427" y="1245112"/>
                </a:lnTo>
                <a:moveTo>
                  <a:pt x="1281713" y="1171635"/>
                </a:moveTo>
                <a:lnTo>
                  <a:pt x="1213006" y="1248596"/>
                </a:lnTo>
                <a:moveTo>
                  <a:pt x="1848249" y="1185179"/>
                </a:moveTo>
                <a:lnTo>
                  <a:pt x="1739584" y="1253996"/>
                </a:lnTo>
                <a:moveTo>
                  <a:pt x="1848249" y="1185179"/>
                </a:moveTo>
                <a:lnTo>
                  <a:pt x="1953543" y="1119491"/>
                </a:lnTo>
                <a:moveTo>
                  <a:pt x="1764029" y="1275193"/>
                </a:moveTo>
                <a:lnTo>
                  <a:pt x="1739584" y="1253996"/>
                </a:lnTo>
                <a:moveTo>
                  <a:pt x="1971064" y="1133762"/>
                </a:moveTo>
                <a:lnTo>
                  <a:pt x="1953543" y="1119491"/>
                </a:lnTo>
                <a:moveTo>
                  <a:pt x="162162" y="541750"/>
                </a:moveTo>
                <a:lnTo>
                  <a:pt x="251814" y="458394"/>
                </a:lnTo>
                <a:moveTo>
                  <a:pt x="393536" y="670861"/>
                </a:moveTo>
                <a:lnTo>
                  <a:pt x="422496" y="802111"/>
                </a:lnTo>
                <a:moveTo>
                  <a:pt x="349292" y="731590"/>
                </a:moveTo>
                <a:lnTo>
                  <a:pt x="422496" y="802111"/>
                </a:lnTo>
                <a:moveTo>
                  <a:pt x="1279735" y="1313591"/>
                </a:moveTo>
                <a:lnTo>
                  <a:pt x="1213006" y="1248596"/>
                </a:lnTo>
                <a:moveTo>
                  <a:pt x="829397" y="1102684"/>
                </a:moveTo>
                <a:lnTo>
                  <a:pt x="909342" y="1117423"/>
                </a:lnTo>
                <a:moveTo>
                  <a:pt x="427613" y="635363"/>
                </a:moveTo>
                <a:lnTo>
                  <a:pt x="422496" y="802111"/>
                </a:lnTo>
                <a:moveTo>
                  <a:pt x="530967" y="564798"/>
                </a:moveTo>
                <a:lnTo>
                  <a:pt x="596068" y="626724"/>
                </a:lnTo>
                <a:moveTo>
                  <a:pt x="909342" y="1117423"/>
                </a:moveTo>
                <a:lnTo>
                  <a:pt x="968028" y="1137768"/>
                </a:lnTo>
                <a:moveTo>
                  <a:pt x="1557144" y="369793"/>
                </a:moveTo>
                <a:lnTo>
                  <a:pt x="1531192" y="345404"/>
                </a:lnTo>
                <a:moveTo>
                  <a:pt x="1364720" y="527398"/>
                </a:moveTo>
                <a:lnTo>
                  <a:pt x="1383098" y="544464"/>
                </a:lnTo>
                <a:moveTo>
                  <a:pt x="1383098" y="544464"/>
                </a:moveTo>
                <a:lnTo>
                  <a:pt x="1473311" y="461757"/>
                </a:lnTo>
                <a:moveTo>
                  <a:pt x="1383098" y="544464"/>
                </a:moveTo>
                <a:lnTo>
                  <a:pt x="1470775" y="463509"/>
                </a:lnTo>
                <a:moveTo>
                  <a:pt x="542210" y="680049"/>
                </a:moveTo>
                <a:lnTo>
                  <a:pt x="530967" y="564798"/>
                </a:lnTo>
                <a:moveTo>
                  <a:pt x="596068" y="626724"/>
                </a:moveTo>
                <a:lnTo>
                  <a:pt x="670176" y="529777"/>
                </a:lnTo>
                <a:moveTo>
                  <a:pt x="506074" y="710891"/>
                </a:moveTo>
                <a:lnTo>
                  <a:pt x="444256" y="620315"/>
                </a:lnTo>
                <a:moveTo>
                  <a:pt x="506074" y="710891"/>
                </a:moveTo>
                <a:lnTo>
                  <a:pt x="530967" y="564798"/>
                </a:lnTo>
                <a:moveTo>
                  <a:pt x="334394" y="887813"/>
                </a:moveTo>
                <a:lnTo>
                  <a:pt x="349292" y="731590"/>
                </a:lnTo>
                <a:moveTo>
                  <a:pt x="1557144" y="369793"/>
                </a:moveTo>
                <a:lnTo>
                  <a:pt x="1476044" y="458258"/>
                </a:lnTo>
                <a:moveTo>
                  <a:pt x="968028" y="1137768"/>
                </a:moveTo>
                <a:lnTo>
                  <a:pt x="1083198" y="1117047"/>
                </a:lnTo>
                <a:moveTo>
                  <a:pt x="300090" y="504900"/>
                </a:moveTo>
                <a:lnTo>
                  <a:pt x="251814" y="458394"/>
                </a:lnTo>
                <a:moveTo>
                  <a:pt x="2123473" y="414997"/>
                </a:moveTo>
                <a:lnTo>
                  <a:pt x="2234017" y="351307"/>
                </a:lnTo>
                <a:moveTo>
                  <a:pt x="297442" y="853974"/>
                </a:moveTo>
                <a:lnTo>
                  <a:pt x="334394" y="887813"/>
                </a:lnTo>
                <a:moveTo>
                  <a:pt x="2234017" y="351307"/>
                </a:moveTo>
                <a:lnTo>
                  <a:pt x="2270938" y="359043"/>
                </a:lnTo>
                <a:moveTo>
                  <a:pt x="506074" y="710891"/>
                </a:moveTo>
                <a:lnTo>
                  <a:pt x="427613" y="635363"/>
                </a:lnTo>
                <a:moveTo>
                  <a:pt x="2060846" y="526603"/>
                </a:moveTo>
                <a:lnTo>
                  <a:pt x="2123473" y="414997"/>
                </a:lnTo>
                <a:moveTo>
                  <a:pt x="501039" y="721078"/>
                </a:moveTo>
                <a:lnTo>
                  <a:pt x="427613" y="635363"/>
                </a:lnTo>
                <a:moveTo>
                  <a:pt x="1083198" y="1117047"/>
                </a:moveTo>
                <a:lnTo>
                  <a:pt x="1187573" y="1092213"/>
                </a:lnTo>
                <a:moveTo>
                  <a:pt x="1878075" y="577320"/>
                </a:moveTo>
                <a:lnTo>
                  <a:pt x="1971713" y="611704"/>
                </a:lnTo>
                <a:moveTo>
                  <a:pt x="332391" y="889147"/>
                </a:moveTo>
                <a:lnTo>
                  <a:pt x="297442" y="853974"/>
                </a:lnTo>
                <a:moveTo>
                  <a:pt x="1971713" y="611704"/>
                </a:moveTo>
                <a:lnTo>
                  <a:pt x="2060846" y="526603"/>
                </a:lnTo>
                <a:moveTo>
                  <a:pt x="1083198" y="1117047"/>
                </a:moveTo>
                <a:lnTo>
                  <a:pt x="1209578" y="1068916"/>
                </a:lnTo>
                <a:moveTo>
                  <a:pt x="1848249" y="1185179"/>
                </a:moveTo>
                <a:lnTo>
                  <a:pt x="1822654" y="1161466"/>
                </a:lnTo>
                <a:moveTo>
                  <a:pt x="2270938" y="359043"/>
                </a:moveTo>
                <a:lnTo>
                  <a:pt x="2365860" y="437685"/>
                </a:lnTo>
                <a:moveTo>
                  <a:pt x="1209578" y="1068916"/>
                </a:moveTo>
                <a:lnTo>
                  <a:pt x="1187573" y="1092213"/>
                </a:lnTo>
                <a:moveTo>
                  <a:pt x="1187573" y="1092213"/>
                </a:moveTo>
                <a:lnTo>
                  <a:pt x="1281713" y="1171635"/>
                </a:lnTo>
                <a:moveTo>
                  <a:pt x="1187573" y="1092213"/>
                </a:moveTo>
                <a:lnTo>
                  <a:pt x="1296519" y="1155949"/>
                </a:lnTo>
                <a:moveTo>
                  <a:pt x="901756" y="668212"/>
                </a:moveTo>
                <a:lnTo>
                  <a:pt x="813507" y="598807"/>
                </a:lnTo>
                <a:moveTo>
                  <a:pt x="1993697" y="633266"/>
                </a:moveTo>
                <a:lnTo>
                  <a:pt x="2060846" y="526603"/>
                </a:lnTo>
                <a:moveTo>
                  <a:pt x="1971713" y="611704"/>
                </a:moveTo>
                <a:lnTo>
                  <a:pt x="1993697" y="633266"/>
                </a:lnTo>
                <a:moveTo>
                  <a:pt x="1209578" y="1068916"/>
                </a:moveTo>
                <a:lnTo>
                  <a:pt x="1296519" y="1155949"/>
                </a:lnTo>
                <a:moveTo>
                  <a:pt x="1296519" y="1155949"/>
                </a:moveTo>
                <a:lnTo>
                  <a:pt x="1281713" y="1171635"/>
                </a:lnTo>
                <a:moveTo>
                  <a:pt x="901756" y="668212"/>
                </a:moveTo>
                <a:lnTo>
                  <a:pt x="916082" y="669822"/>
                </a:lnTo>
                <a:moveTo>
                  <a:pt x="2365860" y="437685"/>
                </a:moveTo>
                <a:lnTo>
                  <a:pt x="2462966" y="514150"/>
                </a:lnTo>
                <a:moveTo>
                  <a:pt x="901756" y="668212"/>
                </a:moveTo>
                <a:lnTo>
                  <a:pt x="980996" y="666370"/>
                </a:lnTo>
                <a:moveTo>
                  <a:pt x="1281713" y="1171635"/>
                </a:moveTo>
                <a:lnTo>
                  <a:pt x="1279735" y="1313591"/>
                </a:lnTo>
                <a:moveTo>
                  <a:pt x="2234017" y="351307"/>
                </a:moveTo>
                <a:lnTo>
                  <a:pt x="2254350" y="370629"/>
                </a:lnTo>
                <a:moveTo>
                  <a:pt x="140780" y="560388"/>
                </a:moveTo>
                <a:lnTo>
                  <a:pt x="162162" y="541750"/>
                </a:lnTo>
                <a:moveTo>
                  <a:pt x="2254350" y="370629"/>
                </a:moveTo>
                <a:lnTo>
                  <a:pt x="2270938" y="359043"/>
                </a:lnTo>
                <a:moveTo>
                  <a:pt x="990677" y="672802"/>
                </a:moveTo>
                <a:lnTo>
                  <a:pt x="980996" y="666370"/>
                </a:lnTo>
                <a:moveTo>
                  <a:pt x="179310" y="558353"/>
                </a:moveTo>
                <a:lnTo>
                  <a:pt x="162162" y="541750"/>
                </a:lnTo>
                <a:moveTo>
                  <a:pt x="300090" y="504900"/>
                </a:moveTo>
                <a:lnTo>
                  <a:pt x="162162" y="541750"/>
                </a:lnTo>
                <a:moveTo>
                  <a:pt x="596068" y="626724"/>
                </a:moveTo>
                <a:lnTo>
                  <a:pt x="686776" y="544965"/>
                </a:lnTo>
                <a:moveTo>
                  <a:pt x="990677" y="672802"/>
                </a:moveTo>
                <a:lnTo>
                  <a:pt x="1111874" y="623017"/>
                </a:lnTo>
                <a:moveTo>
                  <a:pt x="1111874" y="623017"/>
                </a:moveTo>
                <a:lnTo>
                  <a:pt x="1118174" y="626142"/>
                </a:lnTo>
                <a:moveTo>
                  <a:pt x="1118174" y="626142"/>
                </a:moveTo>
                <a:lnTo>
                  <a:pt x="1153482" y="606475"/>
                </a:lnTo>
                <a:moveTo>
                  <a:pt x="1118174" y="626142"/>
                </a:moveTo>
                <a:lnTo>
                  <a:pt x="1235581" y="572492"/>
                </a:lnTo>
                <a:moveTo>
                  <a:pt x="1115793" y="628147"/>
                </a:moveTo>
                <a:lnTo>
                  <a:pt x="1111874" y="623017"/>
                </a:lnTo>
                <a:moveTo>
                  <a:pt x="1118601" y="626494"/>
                </a:moveTo>
                <a:lnTo>
                  <a:pt x="1235581" y="572492"/>
                </a:lnTo>
                <a:moveTo>
                  <a:pt x="1281713" y="1171635"/>
                </a:moveTo>
                <a:lnTo>
                  <a:pt x="1295837" y="1329410"/>
                </a:lnTo>
                <a:moveTo>
                  <a:pt x="1280403" y="1333500"/>
                </a:moveTo>
                <a:lnTo>
                  <a:pt x="1279735" y="1313591"/>
                </a:lnTo>
                <a:moveTo>
                  <a:pt x="2254350" y="370629"/>
                </a:moveTo>
                <a:lnTo>
                  <a:pt x="2365860" y="437685"/>
                </a:lnTo>
                <a:moveTo>
                  <a:pt x="1263517" y="597179"/>
                </a:moveTo>
                <a:lnTo>
                  <a:pt x="1235581" y="572492"/>
                </a:lnTo>
                <a:moveTo>
                  <a:pt x="1296519" y="1155949"/>
                </a:moveTo>
                <a:lnTo>
                  <a:pt x="1295837" y="1329410"/>
                </a:lnTo>
                <a:moveTo>
                  <a:pt x="909342" y="1117423"/>
                </a:moveTo>
                <a:lnTo>
                  <a:pt x="1032232" y="1064099"/>
                </a:lnTo>
                <a:moveTo>
                  <a:pt x="1571697" y="382661"/>
                </a:moveTo>
                <a:lnTo>
                  <a:pt x="1476044" y="458258"/>
                </a:lnTo>
                <a:moveTo>
                  <a:pt x="1571697" y="382661"/>
                </a:moveTo>
                <a:lnTo>
                  <a:pt x="1473311" y="461757"/>
                </a:lnTo>
                <a:moveTo>
                  <a:pt x="1263517" y="597179"/>
                </a:moveTo>
                <a:lnTo>
                  <a:pt x="1364720" y="527398"/>
                </a:lnTo>
                <a:moveTo>
                  <a:pt x="1323899" y="593994"/>
                </a:moveTo>
                <a:lnTo>
                  <a:pt x="1364720" y="527398"/>
                </a:lnTo>
                <a:moveTo>
                  <a:pt x="1295837" y="1329410"/>
                </a:moveTo>
                <a:lnTo>
                  <a:pt x="1279735" y="1313591"/>
                </a:lnTo>
                <a:moveTo>
                  <a:pt x="1032232" y="1064099"/>
                </a:moveTo>
                <a:lnTo>
                  <a:pt x="968028" y="1137768"/>
                </a:lnTo>
                <a:moveTo>
                  <a:pt x="140780" y="560388"/>
                </a:moveTo>
                <a:lnTo>
                  <a:pt x="179310" y="558353"/>
                </a:lnTo>
                <a:moveTo>
                  <a:pt x="1507215" y="492413"/>
                </a:moveTo>
                <a:lnTo>
                  <a:pt x="1473311" y="461757"/>
                </a:lnTo>
                <a:moveTo>
                  <a:pt x="1295837" y="1329410"/>
                </a:moveTo>
                <a:lnTo>
                  <a:pt x="1292081" y="1333500"/>
                </a:lnTo>
                <a:moveTo>
                  <a:pt x="1418967" y="578397"/>
                </a:moveTo>
                <a:lnTo>
                  <a:pt x="1473311" y="461757"/>
                </a:lnTo>
                <a:moveTo>
                  <a:pt x="1209578" y="1068916"/>
                </a:moveTo>
                <a:lnTo>
                  <a:pt x="1294597" y="978548"/>
                </a:lnTo>
                <a:moveTo>
                  <a:pt x="1032232" y="1064099"/>
                </a:moveTo>
                <a:lnTo>
                  <a:pt x="1083198" y="1117047"/>
                </a:lnTo>
                <a:moveTo>
                  <a:pt x="179310" y="558353"/>
                </a:moveTo>
                <a:lnTo>
                  <a:pt x="300090" y="504900"/>
                </a:lnTo>
                <a:moveTo>
                  <a:pt x="2060846" y="526603"/>
                </a:moveTo>
                <a:lnTo>
                  <a:pt x="2078790" y="543008"/>
                </a:lnTo>
                <a:moveTo>
                  <a:pt x="2428628" y="545296"/>
                </a:moveTo>
                <a:lnTo>
                  <a:pt x="2462966" y="514150"/>
                </a:lnTo>
                <a:moveTo>
                  <a:pt x="653499" y="1088855"/>
                </a:moveTo>
                <a:lnTo>
                  <a:pt x="681421" y="1076916"/>
                </a:lnTo>
                <a:moveTo>
                  <a:pt x="653499" y="1088855"/>
                </a:moveTo>
                <a:lnTo>
                  <a:pt x="689365" y="1071674"/>
                </a:lnTo>
                <a:moveTo>
                  <a:pt x="709208" y="1088268"/>
                </a:moveTo>
                <a:lnTo>
                  <a:pt x="689365" y="1071674"/>
                </a:lnTo>
                <a:moveTo>
                  <a:pt x="1209578" y="1068916"/>
                </a:moveTo>
                <a:lnTo>
                  <a:pt x="1381318" y="1065248"/>
                </a:lnTo>
                <a:moveTo>
                  <a:pt x="1032232" y="1064099"/>
                </a:moveTo>
                <a:lnTo>
                  <a:pt x="1209578" y="1068916"/>
                </a:lnTo>
                <a:moveTo>
                  <a:pt x="836115" y="1080104"/>
                </a:moveTo>
                <a:lnTo>
                  <a:pt x="689365" y="1071674"/>
                </a:lnTo>
                <a:moveTo>
                  <a:pt x="2340084" y="455836"/>
                </a:moveTo>
                <a:lnTo>
                  <a:pt x="2365860" y="437685"/>
                </a:lnTo>
                <a:moveTo>
                  <a:pt x="1296519" y="1155949"/>
                </a:moveTo>
                <a:lnTo>
                  <a:pt x="1381318" y="1065248"/>
                </a:lnTo>
                <a:moveTo>
                  <a:pt x="1993697" y="633266"/>
                </a:moveTo>
                <a:lnTo>
                  <a:pt x="2078790" y="543008"/>
                </a:lnTo>
                <a:moveTo>
                  <a:pt x="1295837" y="1329410"/>
                </a:moveTo>
                <a:lnTo>
                  <a:pt x="1299932" y="1333500"/>
                </a:lnTo>
                <a:moveTo>
                  <a:pt x="1848249" y="1185179"/>
                </a:moveTo>
                <a:lnTo>
                  <a:pt x="1971064" y="1133762"/>
                </a:lnTo>
                <a:moveTo>
                  <a:pt x="1764029" y="1275193"/>
                </a:moveTo>
                <a:lnTo>
                  <a:pt x="1848249" y="1185179"/>
                </a:lnTo>
                <a:moveTo>
                  <a:pt x="836115" y="1080104"/>
                </a:moveTo>
                <a:lnTo>
                  <a:pt x="829397" y="1102684"/>
                </a:lnTo>
                <a:moveTo>
                  <a:pt x="2340084" y="455836"/>
                </a:moveTo>
                <a:lnTo>
                  <a:pt x="2462966" y="514150"/>
                </a:lnTo>
                <a:moveTo>
                  <a:pt x="836115" y="1080104"/>
                </a:moveTo>
                <a:lnTo>
                  <a:pt x="909342" y="1117423"/>
                </a:lnTo>
                <a:moveTo>
                  <a:pt x="1815317" y="626883"/>
                </a:moveTo>
                <a:lnTo>
                  <a:pt x="1878075" y="577320"/>
                </a:lnTo>
                <a:moveTo>
                  <a:pt x="981058" y="1011655"/>
                </a:moveTo>
                <a:lnTo>
                  <a:pt x="909342" y="1117423"/>
                </a:lnTo>
                <a:moveTo>
                  <a:pt x="890144" y="1094974"/>
                </a:moveTo>
                <a:lnTo>
                  <a:pt x="909342" y="1117423"/>
                </a:lnTo>
                <a:moveTo>
                  <a:pt x="334394" y="887813"/>
                </a:moveTo>
                <a:lnTo>
                  <a:pt x="422496" y="802111"/>
                </a:lnTo>
                <a:moveTo>
                  <a:pt x="501039" y="721078"/>
                </a:moveTo>
                <a:lnTo>
                  <a:pt x="422496" y="802111"/>
                </a:lnTo>
                <a:moveTo>
                  <a:pt x="1815317" y="626883"/>
                </a:moveTo>
                <a:lnTo>
                  <a:pt x="1971713" y="611704"/>
                </a:lnTo>
                <a:moveTo>
                  <a:pt x="1903616" y="715972"/>
                </a:moveTo>
                <a:lnTo>
                  <a:pt x="1993697" y="633266"/>
                </a:lnTo>
                <a:moveTo>
                  <a:pt x="1118038" y="974922"/>
                </a:moveTo>
                <a:lnTo>
                  <a:pt x="1209578" y="1068916"/>
                </a:lnTo>
                <a:moveTo>
                  <a:pt x="443036" y="822087"/>
                </a:moveTo>
                <a:lnTo>
                  <a:pt x="422496" y="802111"/>
                </a:lnTo>
                <a:moveTo>
                  <a:pt x="2254350" y="370629"/>
                </a:moveTo>
                <a:lnTo>
                  <a:pt x="2340084" y="455836"/>
                </a:lnTo>
                <a:moveTo>
                  <a:pt x="1596025" y="322802"/>
                </a:moveTo>
                <a:lnTo>
                  <a:pt x="1557144" y="369793"/>
                </a:lnTo>
                <a:moveTo>
                  <a:pt x="1323899" y="593994"/>
                </a:moveTo>
                <a:lnTo>
                  <a:pt x="1383098" y="544464"/>
                </a:lnTo>
                <a:moveTo>
                  <a:pt x="1571697" y="382661"/>
                </a:moveTo>
                <a:lnTo>
                  <a:pt x="1557144" y="369793"/>
                </a:lnTo>
                <a:moveTo>
                  <a:pt x="598924" y="629508"/>
                </a:moveTo>
                <a:lnTo>
                  <a:pt x="596068" y="626724"/>
                </a:lnTo>
                <a:moveTo>
                  <a:pt x="542210" y="680049"/>
                </a:moveTo>
                <a:lnTo>
                  <a:pt x="596068" y="626724"/>
                </a:lnTo>
                <a:moveTo>
                  <a:pt x="1418967" y="578397"/>
                </a:moveTo>
                <a:lnTo>
                  <a:pt x="1383098" y="544464"/>
                </a:lnTo>
                <a:moveTo>
                  <a:pt x="1799456" y="610427"/>
                </a:moveTo>
                <a:lnTo>
                  <a:pt x="1878075" y="577320"/>
                </a:lnTo>
                <a:moveTo>
                  <a:pt x="2340084" y="455836"/>
                </a:moveTo>
                <a:lnTo>
                  <a:pt x="2428628" y="545296"/>
                </a:lnTo>
                <a:moveTo>
                  <a:pt x="1294597" y="978548"/>
                </a:moveTo>
                <a:lnTo>
                  <a:pt x="1381318" y="1065248"/>
                </a:lnTo>
                <a:moveTo>
                  <a:pt x="542210" y="680049"/>
                </a:moveTo>
                <a:lnTo>
                  <a:pt x="598924" y="629508"/>
                </a:lnTo>
                <a:moveTo>
                  <a:pt x="2140393" y="428667"/>
                </a:moveTo>
                <a:lnTo>
                  <a:pt x="2123473" y="414997"/>
                </a:lnTo>
                <a:moveTo>
                  <a:pt x="506074" y="710891"/>
                </a:moveTo>
                <a:lnTo>
                  <a:pt x="542210" y="680049"/>
                </a:lnTo>
                <a:moveTo>
                  <a:pt x="2140393" y="428667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98924" y="629508"/>
                </a:lnTo>
                <a:moveTo>
                  <a:pt x="501039" y="721078"/>
                </a:moveTo>
                <a:lnTo>
                  <a:pt x="506074" y="710891"/>
                </a:lnTo>
                <a:moveTo>
                  <a:pt x="1815317" y="626883"/>
                </a:moveTo>
                <a:lnTo>
                  <a:pt x="1993697" y="633266"/>
                </a:lnTo>
                <a:moveTo>
                  <a:pt x="508577" y="713350"/>
                </a:moveTo>
                <a:lnTo>
                  <a:pt x="542210" y="680049"/>
                </a:lnTo>
                <a:moveTo>
                  <a:pt x="2197402" y="416441"/>
                </a:moveTo>
                <a:lnTo>
                  <a:pt x="2234017" y="351307"/>
                </a:lnTo>
                <a:moveTo>
                  <a:pt x="508577" y="713350"/>
                </a:moveTo>
                <a:lnTo>
                  <a:pt x="506074" y="710891"/>
                </a:lnTo>
                <a:moveTo>
                  <a:pt x="508577" y="713350"/>
                </a:moveTo>
                <a:lnTo>
                  <a:pt x="501039" y="721078"/>
                </a:lnTo>
                <a:moveTo>
                  <a:pt x="2140393" y="428667"/>
                </a:moveTo>
                <a:lnTo>
                  <a:pt x="2060846" y="526603"/>
                </a:lnTo>
                <a:moveTo>
                  <a:pt x="332391" y="889147"/>
                </a:moveTo>
                <a:lnTo>
                  <a:pt x="334394" y="887813"/>
                </a:lnTo>
                <a:moveTo>
                  <a:pt x="336435" y="889719"/>
                </a:moveTo>
                <a:lnTo>
                  <a:pt x="334394" y="887813"/>
                </a:lnTo>
                <a:moveTo>
                  <a:pt x="443036" y="822087"/>
                </a:moveTo>
                <a:lnTo>
                  <a:pt x="334394" y="887813"/>
                </a:lnTo>
                <a:moveTo>
                  <a:pt x="501039" y="721078"/>
                </a:moveTo>
                <a:lnTo>
                  <a:pt x="443036" y="822087"/>
                </a:lnTo>
                <a:moveTo>
                  <a:pt x="332391" y="889147"/>
                </a:moveTo>
                <a:lnTo>
                  <a:pt x="336435" y="889719"/>
                </a:lnTo>
                <a:moveTo>
                  <a:pt x="336435" y="889719"/>
                </a:moveTo>
                <a:lnTo>
                  <a:pt x="443036" y="822087"/>
                </a:lnTo>
                <a:moveTo>
                  <a:pt x="1296519" y="1155949"/>
                </a:moveTo>
                <a:lnTo>
                  <a:pt x="1378943" y="1236146"/>
                </a:lnTo>
                <a:moveTo>
                  <a:pt x="1294597" y="978548"/>
                </a:moveTo>
                <a:lnTo>
                  <a:pt x="1380138" y="888970"/>
                </a:lnTo>
                <a:moveTo>
                  <a:pt x="1118038" y="974922"/>
                </a:moveTo>
                <a:lnTo>
                  <a:pt x="1294597" y="978548"/>
                </a:lnTo>
                <a:moveTo>
                  <a:pt x="2076843" y="889047"/>
                </a:moveTo>
                <a:lnTo>
                  <a:pt x="2137003" y="951234"/>
                </a:lnTo>
                <a:moveTo>
                  <a:pt x="1554247" y="190916"/>
                </a:moveTo>
                <a:lnTo>
                  <a:pt x="1552550" y="192890"/>
                </a:lnTo>
                <a:moveTo>
                  <a:pt x="1295837" y="1329410"/>
                </a:moveTo>
                <a:lnTo>
                  <a:pt x="1378943" y="1236146"/>
                </a:lnTo>
                <a:moveTo>
                  <a:pt x="2093024" y="555532"/>
                </a:moveTo>
                <a:lnTo>
                  <a:pt x="1993697" y="633266"/>
                </a:lnTo>
                <a:moveTo>
                  <a:pt x="1032232" y="1064099"/>
                </a:moveTo>
                <a:lnTo>
                  <a:pt x="1118038" y="974922"/>
                </a:lnTo>
                <a:moveTo>
                  <a:pt x="901756" y="668212"/>
                </a:moveTo>
                <a:lnTo>
                  <a:pt x="990677" y="672802"/>
                </a:lnTo>
                <a:moveTo>
                  <a:pt x="1552550" y="192890"/>
                </a:moveTo>
                <a:lnTo>
                  <a:pt x="1596025" y="322802"/>
                </a:lnTo>
                <a:moveTo>
                  <a:pt x="1993697" y="633266"/>
                </a:moveTo>
                <a:lnTo>
                  <a:pt x="1988003" y="799140"/>
                </a:lnTo>
                <a:moveTo>
                  <a:pt x="2056453" y="693197"/>
                </a:moveTo>
                <a:lnTo>
                  <a:pt x="1993697" y="633266"/>
                </a:lnTo>
                <a:moveTo>
                  <a:pt x="2197402" y="416441"/>
                </a:moveTo>
                <a:lnTo>
                  <a:pt x="2254350" y="370629"/>
                </a:lnTo>
                <a:moveTo>
                  <a:pt x="1166658" y="923933"/>
                </a:moveTo>
                <a:lnTo>
                  <a:pt x="1294597" y="978548"/>
                </a:lnTo>
                <a:moveTo>
                  <a:pt x="1218814" y="900947"/>
                </a:moveTo>
                <a:lnTo>
                  <a:pt x="1294597" y="978548"/>
                </a:lnTo>
                <a:moveTo>
                  <a:pt x="1378943" y="1236146"/>
                </a:moveTo>
                <a:lnTo>
                  <a:pt x="1380823" y="1333500"/>
                </a:lnTo>
                <a:moveTo>
                  <a:pt x="990677" y="672802"/>
                </a:moveTo>
                <a:lnTo>
                  <a:pt x="1115793" y="628147"/>
                </a:lnTo>
                <a:moveTo>
                  <a:pt x="1115793" y="628147"/>
                </a:moveTo>
                <a:lnTo>
                  <a:pt x="1118174" y="626142"/>
                </a:lnTo>
                <a:moveTo>
                  <a:pt x="1118601" y="626494"/>
                </a:moveTo>
                <a:lnTo>
                  <a:pt x="1118174" y="626142"/>
                </a:lnTo>
                <a:moveTo>
                  <a:pt x="990677" y="672802"/>
                </a:moveTo>
                <a:lnTo>
                  <a:pt x="1117892" y="625715"/>
                </a:lnTo>
                <a:moveTo>
                  <a:pt x="1115793" y="628147"/>
                </a:moveTo>
                <a:lnTo>
                  <a:pt x="1118601" y="626494"/>
                </a:lnTo>
                <a:moveTo>
                  <a:pt x="1294597" y="978548"/>
                </a:moveTo>
                <a:lnTo>
                  <a:pt x="1465667" y="973866"/>
                </a:lnTo>
                <a:moveTo>
                  <a:pt x="1117892" y="625715"/>
                </a:moveTo>
                <a:lnTo>
                  <a:pt x="1115793" y="628147"/>
                </a:lnTo>
                <a:moveTo>
                  <a:pt x="1117892" y="625715"/>
                </a:moveTo>
                <a:lnTo>
                  <a:pt x="1118601" y="626494"/>
                </a:lnTo>
                <a:moveTo>
                  <a:pt x="2315875" y="471612"/>
                </a:moveTo>
                <a:lnTo>
                  <a:pt x="2254350" y="370629"/>
                </a:lnTo>
                <a:moveTo>
                  <a:pt x="981058" y="1011655"/>
                </a:moveTo>
                <a:lnTo>
                  <a:pt x="1032232" y="1064099"/>
                </a:lnTo>
                <a:moveTo>
                  <a:pt x="1118601" y="626494"/>
                </a:moveTo>
                <a:lnTo>
                  <a:pt x="1263517" y="597179"/>
                </a:lnTo>
                <a:moveTo>
                  <a:pt x="1596025" y="322802"/>
                </a:moveTo>
                <a:lnTo>
                  <a:pt x="1571697" y="382661"/>
                </a:lnTo>
                <a:moveTo>
                  <a:pt x="1815317" y="626883"/>
                </a:moveTo>
                <a:lnTo>
                  <a:pt x="1903616" y="715972"/>
                </a:lnTo>
                <a:moveTo>
                  <a:pt x="1381318" y="1065248"/>
                </a:moveTo>
                <a:lnTo>
                  <a:pt x="1378943" y="1236146"/>
                </a:lnTo>
                <a:moveTo>
                  <a:pt x="1263517" y="597179"/>
                </a:moveTo>
                <a:lnTo>
                  <a:pt x="1323899" y="593994"/>
                </a:lnTo>
                <a:moveTo>
                  <a:pt x="1381318" y="1065248"/>
                </a:moveTo>
                <a:lnTo>
                  <a:pt x="1465667" y="973866"/>
                </a:lnTo>
                <a:moveTo>
                  <a:pt x="1507215" y="492413"/>
                </a:moveTo>
                <a:lnTo>
                  <a:pt x="1571697" y="382661"/>
                </a:lnTo>
                <a:moveTo>
                  <a:pt x="2140393" y="428667"/>
                </a:moveTo>
                <a:lnTo>
                  <a:pt x="2078790" y="543008"/>
                </a:lnTo>
                <a:moveTo>
                  <a:pt x="501039" y="721078"/>
                </a:moveTo>
                <a:lnTo>
                  <a:pt x="505392" y="883023"/>
                </a:lnTo>
                <a:moveTo>
                  <a:pt x="2124715" y="488877"/>
                </a:moveTo>
                <a:lnTo>
                  <a:pt x="2078790" y="543008"/>
                </a:lnTo>
                <a:moveTo>
                  <a:pt x="508577" y="713350"/>
                </a:moveTo>
                <a:lnTo>
                  <a:pt x="505392" y="883023"/>
                </a:lnTo>
                <a:moveTo>
                  <a:pt x="1323899" y="593994"/>
                </a:moveTo>
                <a:lnTo>
                  <a:pt x="1418967" y="578397"/>
                </a:lnTo>
                <a:moveTo>
                  <a:pt x="553166" y="1106457"/>
                </a:moveTo>
                <a:lnTo>
                  <a:pt x="653499" y="1088855"/>
                </a:lnTo>
                <a:moveTo>
                  <a:pt x="942026" y="623138"/>
                </a:moveTo>
                <a:lnTo>
                  <a:pt x="901756" y="668212"/>
                </a:lnTo>
                <a:moveTo>
                  <a:pt x="1418967" y="578397"/>
                </a:moveTo>
                <a:lnTo>
                  <a:pt x="1507215" y="492413"/>
                </a:lnTo>
                <a:moveTo>
                  <a:pt x="2137727" y="822386"/>
                </a:moveTo>
                <a:lnTo>
                  <a:pt x="2137003" y="951234"/>
                </a:lnTo>
                <a:moveTo>
                  <a:pt x="2093024" y="555532"/>
                </a:moveTo>
                <a:lnTo>
                  <a:pt x="2078790" y="543008"/>
                </a:lnTo>
                <a:moveTo>
                  <a:pt x="2391168" y="569815"/>
                </a:moveTo>
                <a:lnTo>
                  <a:pt x="2428628" y="545296"/>
                </a:lnTo>
                <a:moveTo>
                  <a:pt x="2173977" y="810724"/>
                </a:moveTo>
                <a:lnTo>
                  <a:pt x="2137003" y="951234"/>
                </a:lnTo>
                <a:moveTo>
                  <a:pt x="443036" y="822087"/>
                </a:moveTo>
                <a:lnTo>
                  <a:pt x="505392" y="883023"/>
                </a:lnTo>
                <a:moveTo>
                  <a:pt x="1467483" y="975387"/>
                </a:moveTo>
                <a:lnTo>
                  <a:pt x="1381318" y="1065248"/>
                </a:lnTo>
                <a:moveTo>
                  <a:pt x="1218814" y="900947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990677" y="672802"/>
                </a:lnTo>
                <a:moveTo>
                  <a:pt x="653499" y="1088855"/>
                </a:moveTo>
                <a:lnTo>
                  <a:pt x="709208" y="1088268"/>
                </a:lnTo>
                <a:moveTo>
                  <a:pt x="1346340" y="854240"/>
                </a:moveTo>
                <a:lnTo>
                  <a:pt x="1380138" y="888970"/>
                </a:lnTo>
                <a:moveTo>
                  <a:pt x="1081664" y="938028"/>
                </a:moveTo>
                <a:lnTo>
                  <a:pt x="1118038" y="974922"/>
                </a:lnTo>
                <a:moveTo>
                  <a:pt x="981058" y="1011655"/>
                </a:moveTo>
                <a:lnTo>
                  <a:pt x="1118038" y="974922"/>
                </a:lnTo>
                <a:moveTo>
                  <a:pt x="1434646" y="830102"/>
                </a:moveTo>
                <a:lnTo>
                  <a:pt x="1380138" y="888970"/>
                </a:lnTo>
                <a:moveTo>
                  <a:pt x="942026" y="623138"/>
                </a:moveTo>
                <a:lnTo>
                  <a:pt x="1117892" y="625715"/>
                </a:lnTo>
                <a:moveTo>
                  <a:pt x="1982500" y="977080"/>
                </a:moveTo>
                <a:lnTo>
                  <a:pt x="1971064" y="1133762"/>
                </a:lnTo>
                <a:moveTo>
                  <a:pt x="1380138" y="888970"/>
                </a:moveTo>
                <a:lnTo>
                  <a:pt x="1465667" y="973866"/>
                </a:lnTo>
                <a:moveTo>
                  <a:pt x="1421791" y="1103930"/>
                </a:moveTo>
                <a:lnTo>
                  <a:pt x="1381318" y="1065248"/>
                </a:lnTo>
                <a:moveTo>
                  <a:pt x="508577" y="713350"/>
                </a:moveTo>
                <a:lnTo>
                  <a:pt x="591864" y="794854"/>
                </a:lnTo>
                <a:moveTo>
                  <a:pt x="1166658" y="923933"/>
                </a:moveTo>
                <a:lnTo>
                  <a:pt x="1118038" y="974922"/>
                </a:lnTo>
                <a:moveTo>
                  <a:pt x="2315875" y="471612"/>
                </a:moveTo>
                <a:lnTo>
                  <a:pt x="2340084" y="455836"/>
                </a:lnTo>
                <a:moveTo>
                  <a:pt x="1437783" y="1294159"/>
                </a:moveTo>
                <a:lnTo>
                  <a:pt x="1419889" y="1333500"/>
                </a:lnTo>
                <a:moveTo>
                  <a:pt x="709208" y="1088268"/>
                </a:moveTo>
                <a:lnTo>
                  <a:pt x="836115" y="1080104"/>
                </a:lnTo>
                <a:moveTo>
                  <a:pt x="1028714" y="535296"/>
                </a:moveTo>
                <a:lnTo>
                  <a:pt x="1117892" y="625715"/>
                </a:lnTo>
                <a:moveTo>
                  <a:pt x="1954376" y="1113824"/>
                </a:moveTo>
                <a:lnTo>
                  <a:pt x="1971064" y="1133762"/>
                </a:lnTo>
                <a:moveTo>
                  <a:pt x="1869532" y="1203214"/>
                </a:moveTo>
                <a:lnTo>
                  <a:pt x="1848249" y="1185179"/>
                </a:lnTo>
                <a:moveTo>
                  <a:pt x="1772489" y="1280403"/>
                </a:moveTo>
                <a:lnTo>
                  <a:pt x="1848249" y="1185179"/>
                </a:lnTo>
                <a:moveTo>
                  <a:pt x="1859998" y="752686"/>
                </a:moveTo>
                <a:lnTo>
                  <a:pt x="1903616" y="715972"/>
                </a:lnTo>
                <a:moveTo>
                  <a:pt x="1869532" y="1203214"/>
                </a:moveTo>
                <a:lnTo>
                  <a:pt x="1971064" y="1133762"/>
                </a:lnTo>
                <a:moveTo>
                  <a:pt x="1817592" y="448471"/>
                </a:moveTo>
                <a:lnTo>
                  <a:pt x="1816089" y="452824"/>
                </a:lnTo>
                <a:moveTo>
                  <a:pt x="1772489" y="1280403"/>
                </a:moveTo>
                <a:lnTo>
                  <a:pt x="1764029" y="1275193"/>
                </a:lnTo>
                <a:moveTo>
                  <a:pt x="1552550" y="192890"/>
                </a:moveTo>
                <a:lnTo>
                  <a:pt x="1638195" y="273419"/>
                </a:lnTo>
                <a:moveTo>
                  <a:pt x="1693718" y="1333500"/>
                </a:moveTo>
                <a:lnTo>
                  <a:pt x="1764029" y="1275193"/>
                </a:lnTo>
                <a:moveTo>
                  <a:pt x="981058" y="1011655"/>
                </a:moveTo>
                <a:lnTo>
                  <a:pt x="1081664" y="938028"/>
                </a:lnTo>
                <a:moveTo>
                  <a:pt x="836115" y="1080104"/>
                </a:moveTo>
                <a:lnTo>
                  <a:pt x="890144" y="1094974"/>
                </a:lnTo>
                <a:moveTo>
                  <a:pt x="2391168" y="569815"/>
                </a:moveTo>
                <a:lnTo>
                  <a:pt x="2340084" y="455836"/>
                </a:lnTo>
                <a:moveTo>
                  <a:pt x="598924" y="629508"/>
                </a:moveTo>
                <a:lnTo>
                  <a:pt x="678135" y="706380"/>
                </a:lnTo>
                <a:moveTo>
                  <a:pt x="1903616" y="715972"/>
                </a:moveTo>
                <a:lnTo>
                  <a:pt x="1988003" y="799140"/>
                </a:lnTo>
                <a:moveTo>
                  <a:pt x="1799456" y="610427"/>
                </a:moveTo>
                <a:lnTo>
                  <a:pt x="1815317" y="626883"/>
                </a:lnTo>
                <a:moveTo>
                  <a:pt x="1554247" y="190916"/>
                </a:moveTo>
                <a:lnTo>
                  <a:pt x="1638195" y="273419"/>
                </a:lnTo>
                <a:moveTo>
                  <a:pt x="890144" y="1094974"/>
                </a:moveTo>
                <a:lnTo>
                  <a:pt x="981058" y="1011655"/>
                </a:lnTo>
                <a:moveTo>
                  <a:pt x="1081664" y="938028"/>
                </a:moveTo>
                <a:lnTo>
                  <a:pt x="1166658" y="923933"/>
                </a:lnTo>
                <a:moveTo>
                  <a:pt x="1796708" y="642521"/>
                </a:moveTo>
                <a:lnTo>
                  <a:pt x="1815317" y="626883"/>
                </a:lnTo>
                <a:moveTo>
                  <a:pt x="508577" y="713350"/>
                </a:moveTo>
                <a:lnTo>
                  <a:pt x="678135" y="706380"/>
                </a:lnTo>
                <a:moveTo>
                  <a:pt x="1166658" y="923933"/>
                </a:moveTo>
                <a:lnTo>
                  <a:pt x="1218814" y="900947"/>
                </a:lnTo>
                <a:moveTo>
                  <a:pt x="1980276" y="806059"/>
                </a:moveTo>
                <a:lnTo>
                  <a:pt x="1903616" y="715972"/>
                </a:lnTo>
                <a:moveTo>
                  <a:pt x="1218814" y="900947"/>
                </a:moveTo>
                <a:lnTo>
                  <a:pt x="1346340" y="854240"/>
                </a:lnTo>
                <a:moveTo>
                  <a:pt x="1814047" y="450468"/>
                </a:moveTo>
                <a:lnTo>
                  <a:pt x="1817592" y="448471"/>
                </a:lnTo>
                <a:moveTo>
                  <a:pt x="1799456" y="610427"/>
                </a:moveTo>
                <a:lnTo>
                  <a:pt x="1816089" y="452824"/>
                </a:lnTo>
                <a:moveTo>
                  <a:pt x="1814047" y="450468"/>
                </a:moveTo>
                <a:lnTo>
                  <a:pt x="1816089" y="452824"/>
                </a:lnTo>
                <a:moveTo>
                  <a:pt x="1638195" y="273419"/>
                </a:moveTo>
                <a:lnTo>
                  <a:pt x="1596025" y="322802"/>
                </a:lnTo>
                <a:moveTo>
                  <a:pt x="1859998" y="752686"/>
                </a:moveTo>
                <a:lnTo>
                  <a:pt x="1815317" y="626883"/>
                </a:lnTo>
                <a:moveTo>
                  <a:pt x="1346340" y="854240"/>
                </a:moveTo>
                <a:lnTo>
                  <a:pt x="1434646" y="830102"/>
                </a:lnTo>
                <a:moveTo>
                  <a:pt x="1081664" y="938028"/>
                </a:moveTo>
                <a:lnTo>
                  <a:pt x="1203393" y="885062"/>
                </a:lnTo>
                <a:moveTo>
                  <a:pt x="336435" y="889719"/>
                </a:moveTo>
                <a:lnTo>
                  <a:pt x="416041" y="966833"/>
                </a:lnTo>
                <a:moveTo>
                  <a:pt x="416041" y="966833"/>
                </a:moveTo>
                <a:lnTo>
                  <a:pt x="443036" y="822087"/>
                </a:lnTo>
                <a:moveTo>
                  <a:pt x="1434646" y="830102"/>
                </a:moveTo>
                <a:lnTo>
                  <a:pt x="1465667" y="973866"/>
                </a:lnTo>
                <a:moveTo>
                  <a:pt x="942026" y="623138"/>
                </a:moveTo>
                <a:lnTo>
                  <a:pt x="1028714" y="535296"/>
                </a:lnTo>
                <a:moveTo>
                  <a:pt x="1203393" y="885062"/>
                </a:moveTo>
                <a:lnTo>
                  <a:pt x="1166658" y="923933"/>
                </a:lnTo>
                <a:moveTo>
                  <a:pt x="1203393" y="885062"/>
                </a:moveTo>
                <a:lnTo>
                  <a:pt x="1218814" y="900947"/>
                </a:lnTo>
                <a:moveTo>
                  <a:pt x="1796708" y="642521"/>
                </a:moveTo>
                <a:lnTo>
                  <a:pt x="1799456" y="610427"/>
                </a:lnTo>
                <a:moveTo>
                  <a:pt x="1028601" y="884110"/>
                </a:moveTo>
                <a:lnTo>
                  <a:pt x="1081664" y="938028"/>
                </a:lnTo>
                <a:moveTo>
                  <a:pt x="941464" y="971273"/>
                </a:moveTo>
                <a:lnTo>
                  <a:pt x="981058" y="1011655"/>
                </a:lnTo>
                <a:moveTo>
                  <a:pt x="1028601" y="884110"/>
                </a:moveTo>
                <a:lnTo>
                  <a:pt x="981058" y="1011655"/>
                </a:lnTo>
                <a:moveTo>
                  <a:pt x="941464" y="971273"/>
                </a:moveTo>
                <a:lnTo>
                  <a:pt x="890144" y="1094974"/>
                </a:lnTo>
                <a:moveTo>
                  <a:pt x="1988003" y="799140"/>
                </a:moveTo>
                <a:lnTo>
                  <a:pt x="2076843" y="889047"/>
                </a:lnTo>
                <a:moveTo>
                  <a:pt x="2140393" y="428667"/>
                </a:moveTo>
                <a:lnTo>
                  <a:pt x="2197402" y="416441"/>
                </a:lnTo>
                <a:moveTo>
                  <a:pt x="1434646" y="830102"/>
                </a:moveTo>
                <a:lnTo>
                  <a:pt x="1474794" y="963330"/>
                </a:lnTo>
                <a:moveTo>
                  <a:pt x="1201148" y="532679"/>
                </a:moveTo>
                <a:lnTo>
                  <a:pt x="1118601" y="626494"/>
                </a:lnTo>
                <a:moveTo>
                  <a:pt x="2124715" y="488877"/>
                </a:moveTo>
                <a:lnTo>
                  <a:pt x="2140393" y="428667"/>
                </a:lnTo>
                <a:moveTo>
                  <a:pt x="1474794" y="963330"/>
                </a:moveTo>
                <a:lnTo>
                  <a:pt x="1465667" y="973866"/>
                </a:lnTo>
                <a:moveTo>
                  <a:pt x="1467483" y="975387"/>
                </a:moveTo>
                <a:lnTo>
                  <a:pt x="1465667" y="973866"/>
                </a:lnTo>
                <a:moveTo>
                  <a:pt x="709208" y="1088268"/>
                </a:moveTo>
                <a:lnTo>
                  <a:pt x="853448" y="1057106"/>
                </a:lnTo>
                <a:moveTo>
                  <a:pt x="1117892" y="625715"/>
                </a:moveTo>
                <a:lnTo>
                  <a:pt x="1201148" y="532679"/>
                </a:lnTo>
                <a:moveTo>
                  <a:pt x="2007630" y="778799"/>
                </a:moveTo>
                <a:lnTo>
                  <a:pt x="2076843" y="889047"/>
                </a:lnTo>
                <a:moveTo>
                  <a:pt x="1421791" y="1103930"/>
                </a:moveTo>
                <a:lnTo>
                  <a:pt x="1378943" y="1236146"/>
                </a:lnTo>
                <a:moveTo>
                  <a:pt x="1201148" y="532679"/>
                </a:moveTo>
                <a:lnTo>
                  <a:pt x="1263517" y="597179"/>
                </a:lnTo>
                <a:moveTo>
                  <a:pt x="1796708" y="642521"/>
                </a:moveTo>
                <a:lnTo>
                  <a:pt x="1859998" y="752686"/>
                </a:lnTo>
                <a:moveTo>
                  <a:pt x="853448" y="1057106"/>
                </a:moveTo>
                <a:lnTo>
                  <a:pt x="836115" y="1080104"/>
                </a:lnTo>
                <a:moveTo>
                  <a:pt x="2124715" y="488877"/>
                </a:moveTo>
                <a:lnTo>
                  <a:pt x="2093024" y="555532"/>
                </a:lnTo>
                <a:moveTo>
                  <a:pt x="1201148" y="532679"/>
                </a:moveTo>
                <a:lnTo>
                  <a:pt x="1323899" y="593994"/>
                </a:lnTo>
                <a:moveTo>
                  <a:pt x="1987526" y="972912"/>
                </a:moveTo>
                <a:lnTo>
                  <a:pt x="2076843" y="889047"/>
                </a:lnTo>
                <a:moveTo>
                  <a:pt x="2197402" y="416441"/>
                </a:moveTo>
                <a:lnTo>
                  <a:pt x="2315875" y="471612"/>
                </a:lnTo>
                <a:moveTo>
                  <a:pt x="1410174" y="1200966"/>
                </a:moveTo>
                <a:lnTo>
                  <a:pt x="1378943" y="1236146"/>
                </a:lnTo>
                <a:moveTo>
                  <a:pt x="853448" y="1057106"/>
                </a:moveTo>
                <a:lnTo>
                  <a:pt x="890144" y="1094974"/>
                </a:lnTo>
                <a:moveTo>
                  <a:pt x="1474794" y="963330"/>
                </a:moveTo>
                <a:lnTo>
                  <a:pt x="1467483" y="975387"/>
                </a:lnTo>
                <a:moveTo>
                  <a:pt x="1028601" y="884110"/>
                </a:moveTo>
                <a:lnTo>
                  <a:pt x="1203393" y="885062"/>
                </a:lnTo>
                <a:moveTo>
                  <a:pt x="2137727" y="822386"/>
                </a:moveTo>
                <a:lnTo>
                  <a:pt x="2076843" y="889047"/>
                </a:lnTo>
                <a:moveTo>
                  <a:pt x="941352" y="796611"/>
                </a:moveTo>
                <a:lnTo>
                  <a:pt x="1028601" y="884110"/>
                </a:lnTo>
                <a:moveTo>
                  <a:pt x="399517" y="979603"/>
                </a:moveTo>
                <a:lnTo>
                  <a:pt x="332391" y="889147"/>
                </a:lnTo>
                <a:moveTo>
                  <a:pt x="399517" y="979603"/>
                </a:moveTo>
                <a:lnTo>
                  <a:pt x="336435" y="889719"/>
                </a:lnTo>
                <a:moveTo>
                  <a:pt x="941464" y="971273"/>
                </a:moveTo>
                <a:lnTo>
                  <a:pt x="1028601" y="884110"/>
                </a:lnTo>
                <a:moveTo>
                  <a:pt x="1346340" y="854240"/>
                </a:moveTo>
                <a:lnTo>
                  <a:pt x="1463775" y="796510"/>
                </a:lnTo>
                <a:moveTo>
                  <a:pt x="941352" y="796611"/>
                </a:moveTo>
                <a:lnTo>
                  <a:pt x="1028248" y="709084"/>
                </a:lnTo>
                <a:moveTo>
                  <a:pt x="1437783" y="1294159"/>
                </a:moveTo>
                <a:lnTo>
                  <a:pt x="1378943" y="1236146"/>
                </a:lnTo>
                <a:moveTo>
                  <a:pt x="1421791" y="1103930"/>
                </a:moveTo>
                <a:lnTo>
                  <a:pt x="1467483" y="975387"/>
                </a:lnTo>
                <a:moveTo>
                  <a:pt x="505392" y="883023"/>
                </a:moveTo>
                <a:lnTo>
                  <a:pt x="591864" y="794854"/>
                </a:lnTo>
                <a:moveTo>
                  <a:pt x="2056453" y="693197"/>
                </a:moveTo>
                <a:lnTo>
                  <a:pt x="2093024" y="555532"/>
                </a:lnTo>
                <a:moveTo>
                  <a:pt x="1463775" y="796510"/>
                </a:moveTo>
                <a:lnTo>
                  <a:pt x="1434646" y="830102"/>
                </a:lnTo>
                <a:moveTo>
                  <a:pt x="1288750" y="795205"/>
                </a:moveTo>
                <a:lnTo>
                  <a:pt x="1218814" y="900947"/>
                </a:lnTo>
                <a:moveTo>
                  <a:pt x="2056453" y="693197"/>
                </a:moveTo>
                <a:lnTo>
                  <a:pt x="1988003" y="799140"/>
                </a:lnTo>
                <a:moveTo>
                  <a:pt x="1288750" y="795205"/>
                </a:moveTo>
                <a:lnTo>
                  <a:pt x="1346340" y="854240"/>
                </a:lnTo>
                <a:moveTo>
                  <a:pt x="1859998" y="752686"/>
                </a:moveTo>
                <a:lnTo>
                  <a:pt x="1980276" y="806059"/>
                </a:lnTo>
                <a:moveTo>
                  <a:pt x="2007630" y="778799"/>
                </a:moveTo>
                <a:lnTo>
                  <a:pt x="1988003" y="799140"/>
                </a:lnTo>
                <a:moveTo>
                  <a:pt x="1980276" y="806059"/>
                </a:moveTo>
                <a:lnTo>
                  <a:pt x="1988003" y="799140"/>
                </a:lnTo>
                <a:moveTo>
                  <a:pt x="2315875" y="471612"/>
                </a:moveTo>
                <a:lnTo>
                  <a:pt x="2391168" y="569815"/>
                </a:lnTo>
                <a:moveTo>
                  <a:pt x="2007630" y="778799"/>
                </a:moveTo>
                <a:lnTo>
                  <a:pt x="2056453" y="693197"/>
                </a:lnTo>
                <a:moveTo>
                  <a:pt x="853448" y="1057106"/>
                </a:moveTo>
                <a:lnTo>
                  <a:pt x="941464" y="971273"/>
                </a:lnTo>
                <a:moveTo>
                  <a:pt x="1410174" y="1200966"/>
                </a:moveTo>
                <a:lnTo>
                  <a:pt x="1421791" y="1103930"/>
                </a:lnTo>
                <a:moveTo>
                  <a:pt x="1114571" y="795181"/>
                </a:moveTo>
                <a:lnTo>
                  <a:pt x="1203393" y="885062"/>
                </a:lnTo>
                <a:moveTo>
                  <a:pt x="1028714" y="535296"/>
                </a:moveTo>
                <a:lnTo>
                  <a:pt x="1201148" y="532679"/>
                </a:lnTo>
                <a:moveTo>
                  <a:pt x="941352" y="796611"/>
                </a:moveTo>
                <a:lnTo>
                  <a:pt x="1114571" y="795181"/>
                </a:lnTo>
                <a:moveTo>
                  <a:pt x="1988003" y="799140"/>
                </a:moveTo>
                <a:lnTo>
                  <a:pt x="1987526" y="972912"/>
                </a:lnTo>
                <a:moveTo>
                  <a:pt x="1028601" y="884110"/>
                </a:moveTo>
                <a:lnTo>
                  <a:pt x="1114571" y="795181"/>
                </a:lnTo>
                <a:moveTo>
                  <a:pt x="1203393" y="885062"/>
                </a:moveTo>
                <a:lnTo>
                  <a:pt x="1288750" y="795205"/>
                </a:lnTo>
                <a:moveTo>
                  <a:pt x="1286757" y="617696"/>
                </a:moveTo>
                <a:lnTo>
                  <a:pt x="1323899" y="593994"/>
                </a:lnTo>
                <a:moveTo>
                  <a:pt x="852741" y="881543"/>
                </a:moveTo>
                <a:lnTo>
                  <a:pt x="941352" y="796611"/>
                </a:lnTo>
                <a:moveTo>
                  <a:pt x="1028248" y="709084"/>
                </a:moveTo>
                <a:lnTo>
                  <a:pt x="1114571" y="795181"/>
                </a:lnTo>
                <a:moveTo>
                  <a:pt x="852741" y="881543"/>
                </a:moveTo>
                <a:lnTo>
                  <a:pt x="941464" y="971273"/>
                </a:lnTo>
                <a:moveTo>
                  <a:pt x="852741" y="881543"/>
                </a:moveTo>
                <a:lnTo>
                  <a:pt x="1028601" y="884110"/>
                </a:lnTo>
                <a:moveTo>
                  <a:pt x="1981338" y="966551"/>
                </a:moveTo>
                <a:lnTo>
                  <a:pt x="1988003" y="799140"/>
                </a:lnTo>
                <a:moveTo>
                  <a:pt x="1286757" y="617696"/>
                </a:moveTo>
                <a:lnTo>
                  <a:pt x="1418967" y="578397"/>
                </a:lnTo>
                <a:moveTo>
                  <a:pt x="2007630" y="778799"/>
                </a:moveTo>
                <a:lnTo>
                  <a:pt x="2137727" y="822386"/>
                </a:lnTo>
                <a:moveTo>
                  <a:pt x="1255728" y="472806"/>
                </a:moveTo>
                <a:lnTo>
                  <a:pt x="1323899" y="593994"/>
                </a:lnTo>
                <a:moveTo>
                  <a:pt x="416041" y="966833"/>
                </a:moveTo>
                <a:lnTo>
                  <a:pt x="505392" y="883023"/>
                </a:lnTo>
                <a:moveTo>
                  <a:pt x="591864" y="794854"/>
                </a:moveTo>
                <a:lnTo>
                  <a:pt x="678135" y="706380"/>
                </a:lnTo>
                <a:moveTo>
                  <a:pt x="1410174" y="1200966"/>
                </a:moveTo>
                <a:lnTo>
                  <a:pt x="1437783" y="1294159"/>
                </a:lnTo>
                <a:moveTo>
                  <a:pt x="1675506" y="308987"/>
                </a:moveTo>
                <a:lnTo>
                  <a:pt x="1596025" y="322802"/>
                </a:lnTo>
                <a:moveTo>
                  <a:pt x="1980276" y="806059"/>
                </a:moveTo>
                <a:lnTo>
                  <a:pt x="1981338" y="966551"/>
                </a:lnTo>
                <a:moveTo>
                  <a:pt x="1675506" y="308987"/>
                </a:moveTo>
                <a:lnTo>
                  <a:pt x="1571697" y="382661"/>
                </a:lnTo>
                <a:moveTo>
                  <a:pt x="507154" y="1057193"/>
                </a:moveTo>
                <a:lnTo>
                  <a:pt x="553166" y="1106457"/>
                </a:lnTo>
                <a:moveTo>
                  <a:pt x="1595990" y="403704"/>
                </a:moveTo>
                <a:lnTo>
                  <a:pt x="1571697" y="382661"/>
                </a:lnTo>
                <a:moveTo>
                  <a:pt x="1981338" y="966551"/>
                </a:moveTo>
                <a:lnTo>
                  <a:pt x="1987526" y="972912"/>
                </a:lnTo>
                <a:moveTo>
                  <a:pt x="2137727" y="822386"/>
                </a:moveTo>
                <a:lnTo>
                  <a:pt x="2173977" y="810724"/>
                </a:lnTo>
                <a:moveTo>
                  <a:pt x="1982500" y="977080"/>
                </a:moveTo>
                <a:lnTo>
                  <a:pt x="1987526" y="972912"/>
                </a:lnTo>
                <a:moveTo>
                  <a:pt x="1272498" y="602911"/>
                </a:moveTo>
                <a:lnTo>
                  <a:pt x="1323899" y="593994"/>
                </a:lnTo>
                <a:moveTo>
                  <a:pt x="1513290" y="495238"/>
                </a:moveTo>
                <a:lnTo>
                  <a:pt x="1571697" y="382661"/>
                </a:lnTo>
                <a:moveTo>
                  <a:pt x="852741" y="881543"/>
                </a:moveTo>
                <a:lnTo>
                  <a:pt x="853448" y="1057106"/>
                </a:lnTo>
                <a:moveTo>
                  <a:pt x="1446592" y="1333500"/>
                </a:moveTo>
                <a:lnTo>
                  <a:pt x="1437783" y="1294159"/>
                </a:lnTo>
                <a:moveTo>
                  <a:pt x="664236" y="1062268"/>
                </a:moveTo>
                <a:lnTo>
                  <a:pt x="553166" y="1106457"/>
                </a:lnTo>
                <a:moveTo>
                  <a:pt x="2073245" y="709109"/>
                </a:moveTo>
                <a:lnTo>
                  <a:pt x="2056453" y="693197"/>
                </a:lnTo>
                <a:moveTo>
                  <a:pt x="1981338" y="966551"/>
                </a:moveTo>
                <a:lnTo>
                  <a:pt x="1982500" y="977080"/>
                </a:lnTo>
                <a:moveTo>
                  <a:pt x="1513290" y="495238"/>
                </a:moveTo>
                <a:lnTo>
                  <a:pt x="1507215" y="492413"/>
                </a:lnTo>
                <a:moveTo>
                  <a:pt x="1288750" y="795205"/>
                </a:moveTo>
                <a:lnTo>
                  <a:pt x="1463775" y="796510"/>
                </a:lnTo>
                <a:moveTo>
                  <a:pt x="664236" y="1062268"/>
                </a:moveTo>
                <a:lnTo>
                  <a:pt x="653499" y="1088855"/>
                </a:lnTo>
                <a:moveTo>
                  <a:pt x="2073245" y="709109"/>
                </a:moveTo>
                <a:lnTo>
                  <a:pt x="2007630" y="778799"/>
                </a:lnTo>
                <a:moveTo>
                  <a:pt x="1114571" y="795181"/>
                </a:moveTo>
                <a:lnTo>
                  <a:pt x="1288750" y="795205"/>
                </a:lnTo>
                <a:moveTo>
                  <a:pt x="774413" y="975989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507215" y="492413"/>
                </a:lnTo>
                <a:moveTo>
                  <a:pt x="664236" y="1062268"/>
                </a:moveTo>
                <a:lnTo>
                  <a:pt x="709208" y="1088268"/>
                </a:lnTo>
                <a:moveTo>
                  <a:pt x="763903" y="791638"/>
                </a:moveTo>
                <a:lnTo>
                  <a:pt x="941352" y="796611"/>
                </a:lnTo>
                <a:moveTo>
                  <a:pt x="1410174" y="1200966"/>
                </a:moveTo>
                <a:lnTo>
                  <a:pt x="1463139" y="1319025"/>
                </a:lnTo>
                <a:moveTo>
                  <a:pt x="690963" y="1066773"/>
                </a:moveTo>
                <a:lnTo>
                  <a:pt x="709208" y="1088268"/>
                </a:lnTo>
                <a:moveTo>
                  <a:pt x="1453118" y="609300"/>
                </a:moveTo>
                <a:lnTo>
                  <a:pt x="1418967" y="578397"/>
                </a:lnTo>
                <a:moveTo>
                  <a:pt x="1454391" y="621301"/>
                </a:moveTo>
                <a:lnTo>
                  <a:pt x="1418967" y="578397"/>
                </a:lnTo>
                <a:moveTo>
                  <a:pt x="1982500" y="977080"/>
                </a:moveTo>
                <a:lnTo>
                  <a:pt x="1954376" y="1113824"/>
                </a:lnTo>
                <a:moveTo>
                  <a:pt x="1028248" y="709084"/>
                </a:moveTo>
                <a:lnTo>
                  <a:pt x="1199980" y="705403"/>
                </a:lnTo>
                <a:moveTo>
                  <a:pt x="591864" y="794854"/>
                </a:moveTo>
                <a:lnTo>
                  <a:pt x="763903" y="791638"/>
                </a:lnTo>
                <a:moveTo>
                  <a:pt x="1463139" y="1319025"/>
                </a:moveTo>
                <a:lnTo>
                  <a:pt x="1437783" y="1294159"/>
                </a:lnTo>
                <a:moveTo>
                  <a:pt x="851873" y="704979"/>
                </a:moveTo>
                <a:lnTo>
                  <a:pt x="941352" y="796611"/>
                </a:lnTo>
                <a:moveTo>
                  <a:pt x="841254" y="712620"/>
                </a:moveTo>
                <a:lnTo>
                  <a:pt x="941352" y="796611"/>
                </a:lnTo>
                <a:moveTo>
                  <a:pt x="669889" y="871461"/>
                </a:moveTo>
                <a:lnTo>
                  <a:pt x="505392" y="883023"/>
                </a:lnTo>
                <a:moveTo>
                  <a:pt x="1775375" y="408860"/>
                </a:moveTo>
                <a:lnTo>
                  <a:pt x="1817592" y="448471"/>
                </a:lnTo>
                <a:moveTo>
                  <a:pt x="1463139" y="1319025"/>
                </a:moveTo>
                <a:lnTo>
                  <a:pt x="1450539" y="1333500"/>
                </a:lnTo>
                <a:moveTo>
                  <a:pt x="580125" y="955931"/>
                </a:moveTo>
                <a:lnTo>
                  <a:pt x="505392" y="883023"/>
                </a:lnTo>
                <a:moveTo>
                  <a:pt x="1869532" y="1203214"/>
                </a:moveTo>
                <a:lnTo>
                  <a:pt x="1954376" y="1113824"/>
                </a:lnTo>
                <a:moveTo>
                  <a:pt x="1374713" y="706266"/>
                </a:moveTo>
                <a:lnTo>
                  <a:pt x="1463775" y="796510"/>
                </a:lnTo>
                <a:moveTo>
                  <a:pt x="992269" y="671144"/>
                </a:moveTo>
                <a:lnTo>
                  <a:pt x="941352" y="796611"/>
                </a:lnTo>
                <a:moveTo>
                  <a:pt x="1463139" y="1319025"/>
                </a:moveTo>
                <a:lnTo>
                  <a:pt x="1477410" y="1333500"/>
                </a:lnTo>
                <a:moveTo>
                  <a:pt x="1772489" y="1280403"/>
                </a:moveTo>
                <a:lnTo>
                  <a:pt x="1869532" y="1203214"/>
                </a:lnTo>
                <a:moveTo>
                  <a:pt x="1697634" y="1333500"/>
                </a:moveTo>
                <a:lnTo>
                  <a:pt x="1772489" y="1280403"/>
                </a:lnTo>
                <a:moveTo>
                  <a:pt x="992269" y="671144"/>
                </a:moveTo>
                <a:lnTo>
                  <a:pt x="1028248" y="709084"/>
                </a:lnTo>
                <a:moveTo>
                  <a:pt x="1744631" y="552350"/>
                </a:moveTo>
                <a:lnTo>
                  <a:pt x="1816089" y="452824"/>
                </a:lnTo>
                <a:moveTo>
                  <a:pt x="1809771" y="792982"/>
                </a:moveTo>
                <a:lnTo>
                  <a:pt x="1859998" y="752686"/>
                </a:lnTo>
                <a:moveTo>
                  <a:pt x="2157779" y="443514"/>
                </a:moveTo>
                <a:lnTo>
                  <a:pt x="2140393" y="428667"/>
                </a:lnTo>
                <a:moveTo>
                  <a:pt x="1073187" y="654721"/>
                </a:moveTo>
                <a:lnTo>
                  <a:pt x="1028248" y="709084"/>
                </a:lnTo>
                <a:moveTo>
                  <a:pt x="1775375" y="408860"/>
                </a:moveTo>
                <a:lnTo>
                  <a:pt x="1814047" y="450468"/>
                </a:lnTo>
                <a:moveTo>
                  <a:pt x="2157779" y="443514"/>
                </a:moveTo>
                <a:lnTo>
                  <a:pt x="2197402" y="416441"/>
                </a:lnTo>
                <a:moveTo>
                  <a:pt x="1114571" y="795181"/>
                </a:moveTo>
                <a:lnTo>
                  <a:pt x="1199980" y="705403"/>
                </a:lnTo>
                <a:moveTo>
                  <a:pt x="669889" y="871461"/>
                </a:moveTo>
                <a:lnTo>
                  <a:pt x="591864" y="794854"/>
                </a:lnTo>
                <a:moveTo>
                  <a:pt x="698302" y="855082"/>
                </a:moveTo>
                <a:lnTo>
                  <a:pt x="591864" y="794854"/>
                </a:lnTo>
                <a:moveTo>
                  <a:pt x="678135" y="706380"/>
                </a:moveTo>
                <a:lnTo>
                  <a:pt x="763903" y="791638"/>
                </a:lnTo>
                <a:moveTo>
                  <a:pt x="1288750" y="795205"/>
                </a:moveTo>
                <a:lnTo>
                  <a:pt x="1374713" y="706266"/>
                </a:lnTo>
                <a:moveTo>
                  <a:pt x="2157779" y="443514"/>
                </a:moveTo>
                <a:lnTo>
                  <a:pt x="2124715" y="488877"/>
                </a:lnTo>
                <a:moveTo>
                  <a:pt x="763903" y="791638"/>
                </a:moveTo>
                <a:lnTo>
                  <a:pt x="852741" y="881543"/>
                </a:lnTo>
                <a:moveTo>
                  <a:pt x="1154291" y="658936"/>
                </a:moveTo>
                <a:lnTo>
                  <a:pt x="1028248" y="709084"/>
                </a:lnTo>
                <a:moveTo>
                  <a:pt x="1777244" y="472794"/>
                </a:moveTo>
                <a:lnTo>
                  <a:pt x="1814047" y="450468"/>
                </a:lnTo>
                <a:moveTo>
                  <a:pt x="1199980" y="705403"/>
                </a:moveTo>
                <a:lnTo>
                  <a:pt x="1288750" y="795205"/>
                </a:lnTo>
                <a:moveTo>
                  <a:pt x="1809771" y="792982"/>
                </a:moveTo>
                <a:lnTo>
                  <a:pt x="1980276" y="806059"/>
                </a:lnTo>
                <a:moveTo>
                  <a:pt x="1744631" y="552350"/>
                </a:moveTo>
                <a:lnTo>
                  <a:pt x="1799456" y="610427"/>
                </a:lnTo>
                <a:moveTo>
                  <a:pt x="1675506" y="308987"/>
                </a:moveTo>
                <a:lnTo>
                  <a:pt x="1638195" y="273419"/>
                </a:lnTo>
                <a:moveTo>
                  <a:pt x="1744631" y="552350"/>
                </a:moveTo>
                <a:lnTo>
                  <a:pt x="1814047" y="450468"/>
                </a:lnTo>
                <a:moveTo>
                  <a:pt x="1460649" y="1140764"/>
                </a:moveTo>
                <a:lnTo>
                  <a:pt x="1421791" y="1103930"/>
                </a:lnTo>
                <a:moveTo>
                  <a:pt x="1520970" y="851390"/>
                </a:moveTo>
                <a:lnTo>
                  <a:pt x="1434646" y="830102"/>
                </a:lnTo>
                <a:moveTo>
                  <a:pt x="1719638" y="701593"/>
                </a:moveTo>
                <a:lnTo>
                  <a:pt x="1799456" y="610427"/>
                </a:lnTo>
                <a:moveTo>
                  <a:pt x="1460649" y="1140764"/>
                </a:moveTo>
                <a:lnTo>
                  <a:pt x="1410174" y="1200966"/>
                </a:lnTo>
                <a:moveTo>
                  <a:pt x="1720617" y="702599"/>
                </a:moveTo>
                <a:lnTo>
                  <a:pt x="1796708" y="642521"/>
                </a:lnTo>
                <a:moveTo>
                  <a:pt x="1255728" y="472806"/>
                </a:moveTo>
                <a:lnTo>
                  <a:pt x="1201148" y="532679"/>
                </a:lnTo>
                <a:moveTo>
                  <a:pt x="1719638" y="701593"/>
                </a:moveTo>
                <a:lnTo>
                  <a:pt x="1796708" y="642521"/>
                </a:lnTo>
                <a:moveTo>
                  <a:pt x="774413" y="975989"/>
                </a:moveTo>
                <a:lnTo>
                  <a:pt x="853448" y="1057106"/>
                </a:lnTo>
                <a:moveTo>
                  <a:pt x="1525698" y="896715"/>
                </a:moveTo>
                <a:lnTo>
                  <a:pt x="1434646" y="830102"/>
                </a:lnTo>
                <a:moveTo>
                  <a:pt x="1896285" y="879369"/>
                </a:moveTo>
                <a:lnTo>
                  <a:pt x="1980276" y="806059"/>
                </a:lnTo>
                <a:moveTo>
                  <a:pt x="399517" y="979603"/>
                </a:moveTo>
                <a:lnTo>
                  <a:pt x="416041" y="966833"/>
                </a:lnTo>
                <a:moveTo>
                  <a:pt x="1199980" y="705403"/>
                </a:moveTo>
                <a:lnTo>
                  <a:pt x="1374713" y="706266"/>
                </a:lnTo>
                <a:moveTo>
                  <a:pt x="2165888" y="450914"/>
                </a:moveTo>
                <a:lnTo>
                  <a:pt x="2124715" y="488877"/>
                </a:lnTo>
                <a:moveTo>
                  <a:pt x="767197" y="959661"/>
                </a:moveTo>
                <a:lnTo>
                  <a:pt x="852741" y="881543"/>
                </a:lnTo>
                <a:moveTo>
                  <a:pt x="580125" y="955931"/>
                </a:moveTo>
                <a:lnTo>
                  <a:pt x="416041" y="966833"/>
                </a:lnTo>
                <a:moveTo>
                  <a:pt x="1454391" y="621301"/>
                </a:moveTo>
                <a:lnTo>
                  <a:pt x="1463775" y="796510"/>
                </a:lnTo>
                <a:moveTo>
                  <a:pt x="774413" y="975989"/>
                </a:moveTo>
                <a:lnTo>
                  <a:pt x="852741" y="881543"/>
                </a:lnTo>
                <a:moveTo>
                  <a:pt x="1720617" y="702599"/>
                </a:moveTo>
                <a:lnTo>
                  <a:pt x="1859998" y="752686"/>
                </a:lnTo>
                <a:moveTo>
                  <a:pt x="486391" y="1036430"/>
                </a:moveTo>
                <a:lnTo>
                  <a:pt x="416041" y="966833"/>
                </a:lnTo>
                <a:moveTo>
                  <a:pt x="2165888" y="450914"/>
                </a:moveTo>
                <a:lnTo>
                  <a:pt x="2093024" y="555532"/>
                </a:lnTo>
                <a:moveTo>
                  <a:pt x="1525698" y="896715"/>
                </a:moveTo>
                <a:lnTo>
                  <a:pt x="1474794" y="963330"/>
                </a:lnTo>
                <a:moveTo>
                  <a:pt x="1286757" y="617696"/>
                </a:moveTo>
                <a:lnTo>
                  <a:pt x="1374713" y="706266"/>
                </a:lnTo>
                <a:moveTo>
                  <a:pt x="1896285" y="879369"/>
                </a:moveTo>
                <a:lnTo>
                  <a:pt x="1981338" y="966551"/>
                </a:lnTo>
                <a:moveTo>
                  <a:pt x="2277620" y="493850"/>
                </a:moveTo>
                <a:lnTo>
                  <a:pt x="2197402" y="416441"/>
                </a:lnTo>
                <a:moveTo>
                  <a:pt x="1896285" y="879369"/>
                </a:moveTo>
                <a:lnTo>
                  <a:pt x="1982500" y="977080"/>
                </a:lnTo>
                <a:moveTo>
                  <a:pt x="1199980" y="705403"/>
                </a:moveTo>
                <a:lnTo>
                  <a:pt x="1286757" y="617696"/>
                </a:lnTo>
                <a:moveTo>
                  <a:pt x="1489948" y="994603"/>
                </a:moveTo>
                <a:lnTo>
                  <a:pt x="1474794" y="963330"/>
                </a:lnTo>
                <a:moveTo>
                  <a:pt x="2120224" y="579484"/>
                </a:moveTo>
                <a:lnTo>
                  <a:pt x="2093024" y="555532"/>
                </a:lnTo>
                <a:moveTo>
                  <a:pt x="1489948" y="994603"/>
                </a:moveTo>
                <a:lnTo>
                  <a:pt x="1467483" y="975387"/>
                </a:lnTo>
                <a:moveTo>
                  <a:pt x="1521905" y="727257"/>
                </a:moveTo>
                <a:lnTo>
                  <a:pt x="1463775" y="796510"/>
                </a:lnTo>
                <a:moveTo>
                  <a:pt x="841254" y="712620"/>
                </a:moveTo>
                <a:lnTo>
                  <a:pt x="763903" y="791638"/>
                </a:lnTo>
                <a:moveTo>
                  <a:pt x="1569895" y="1333500"/>
                </a:moveTo>
                <a:lnTo>
                  <a:pt x="1634827" y="1315279"/>
                </a:lnTo>
                <a:moveTo>
                  <a:pt x="2007630" y="778799"/>
                </a:moveTo>
                <a:lnTo>
                  <a:pt x="2156710" y="790882"/>
                </a:lnTo>
                <a:moveTo>
                  <a:pt x="2277620" y="493850"/>
                </a:moveTo>
                <a:lnTo>
                  <a:pt x="2315875" y="471612"/>
                </a:lnTo>
                <a:moveTo>
                  <a:pt x="698302" y="855082"/>
                </a:moveTo>
                <a:lnTo>
                  <a:pt x="763903" y="791638"/>
                </a:lnTo>
                <a:moveTo>
                  <a:pt x="1489948" y="994603"/>
                </a:moveTo>
                <a:lnTo>
                  <a:pt x="1421791" y="1103930"/>
                </a:lnTo>
                <a:moveTo>
                  <a:pt x="2120224" y="579484"/>
                </a:moveTo>
                <a:lnTo>
                  <a:pt x="2056453" y="693197"/>
                </a:lnTo>
                <a:moveTo>
                  <a:pt x="1460649" y="1140764"/>
                </a:moveTo>
                <a:lnTo>
                  <a:pt x="1463139" y="1319025"/>
                </a:lnTo>
                <a:moveTo>
                  <a:pt x="1634827" y="1315279"/>
                </a:moveTo>
                <a:lnTo>
                  <a:pt x="1618928" y="1333500"/>
                </a:lnTo>
                <a:moveTo>
                  <a:pt x="1520970" y="851390"/>
                </a:moveTo>
                <a:lnTo>
                  <a:pt x="1463775" y="796510"/>
                </a:lnTo>
                <a:moveTo>
                  <a:pt x="1634827" y="1315279"/>
                </a:moveTo>
                <a:lnTo>
                  <a:pt x="1652223" y="1333500"/>
                </a:lnTo>
                <a:moveTo>
                  <a:pt x="2156710" y="790882"/>
                </a:moveTo>
                <a:lnTo>
                  <a:pt x="2137727" y="822386"/>
                </a:lnTo>
                <a:moveTo>
                  <a:pt x="841254" y="712620"/>
                </a:moveTo>
                <a:lnTo>
                  <a:pt x="851873" y="704979"/>
                </a:lnTo>
                <a:moveTo>
                  <a:pt x="1154291" y="658936"/>
                </a:moveTo>
                <a:lnTo>
                  <a:pt x="1199980" y="705403"/>
                </a:lnTo>
                <a:moveTo>
                  <a:pt x="2156710" y="790882"/>
                </a:moveTo>
                <a:lnTo>
                  <a:pt x="2173977" y="810724"/>
                </a:lnTo>
                <a:moveTo>
                  <a:pt x="2358885" y="586101"/>
                </a:moveTo>
                <a:lnTo>
                  <a:pt x="2315875" y="471612"/>
                </a:lnTo>
                <a:moveTo>
                  <a:pt x="1272498" y="602911"/>
                </a:moveTo>
                <a:lnTo>
                  <a:pt x="1199980" y="705403"/>
                </a:lnTo>
                <a:moveTo>
                  <a:pt x="767197" y="959661"/>
                </a:moveTo>
                <a:lnTo>
                  <a:pt x="763903" y="791638"/>
                </a:lnTo>
                <a:moveTo>
                  <a:pt x="851873" y="704979"/>
                </a:moveTo>
                <a:lnTo>
                  <a:pt x="992269" y="671144"/>
                </a:lnTo>
                <a:moveTo>
                  <a:pt x="399517" y="979603"/>
                </a:moveTo>
                <a:lnTo>
                  <a:pt x="486391" y="1036430"/>
                </a:lnTo>
                <a:moveTo>
                  <a:pt x="669889" y="871461"/>
                </a:moveTo>
                <a:lnTo>
                  <a:pt x="698302" y="855082"/>
                </a:lnTo>
                <a:moveTo>
                  <a:pt x="1454391" y="621301"/>
                </a:moveTo>
                <a:lnTo>
                  <a:pt x="1374713" y="706266"/>
                </a:lnTo>
                <a:moveTo>
                  <a:pt x="580125" y="955931"/>
                </a:moveTo>
                <a:lnTo>
                  <a:pt x="669889" y="871461"/>
                </a:lnTo>
                <a:moveTo>
                  <a:pt x="1272498" y="602911"/>
                </a:moveTo>
                <a:lnTo>
                  <a:pt x="1286757" y="617696"/>
                </a:lnTo>
                <a:moveTo>
                  <a:pt x="992269" y="671144"/>
                </a:moveTo>
                <a:lnTo>
                  <a:pt x="1073187" y="654721"/>
                </a:lnTo>
                <a:moveTo>
                  <a:pt x="486391" y="1036430"/>
                </a:moveTo>
                <a:lnTo>
                  <a:pt x="580125" y="955931"/>
                </a:lnTo>
                <a:moveTo>
                  <a:pt x="2358885" y="586101"/>
                </a:moveTo>
                <a:lnTo>
                  <a:pt x="2391168" y="569815"/>
                </a:lnTo>
                <a:moveTo>
                  <a:pt x="1255728" y="47280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55728" y="472806"/>
                </a:lnTo>
                <a:moveTo>
                  <a:pt x="669889" y="871461"/>
                </a:moveTo>
                <a:lnTo>
                  <a:pt x="675338" y="876639"/>
                </a:lnTo>
                <a:moveTo>
                  <a:pt x="675338" y="876639"/>
                </a:moveTo>
                <a:lnTo>
                  <a:pt x="698302" y="855082"/>
                </a:lnTo>
                <a:moveTo>
                  <a:pt x="698302" y="855082"/>
                </a:moveTo>
                <a:lnTo>
                  <a:pt x="767197" y="959661"/>
                </a:lnTo>
                <a:moveTo>
                  <a:pt x="1073187" y="654721"/>
                </a:moveTo>
                <a:lnTo>
                  <a:pt x="1154291" y="658936"/>
                </a:lnTo>
                <a:moveTo>
                  <a:pt x="501073" y="1050979"/>
                </a:moveTo>
                <a:lnTo>
                  <a:pt x="580125" y="955931"/>
                </a:lnTo>
                <a:moveTo>
                  <a:pt x="1454391" y="621301"/>
                </a:moveTo>
                <a:lnTo>
                  <a:pt x="1286757" y="617696"/>
                </a:lnTo>
                <a:moveTo>
                  <a:pt x="486391" y="1036430"/>
                </a:moveTo>
                <a:lnTo>
                  <a:pt x="501073" y="1050979"/>
                </a:lnTo>
                <a:moveTo>
                  <a:pt x="2073245" y="709109"/>
                </a:moveTo>
                <a:lnTo>
                  <a:pt x="2156710" y="790882"/>
                </a:lnTo>
                <a:moveTo>
                  <a:pt x="587995" y="963490"/>
                </a:moveTo>
                <a:lnTo>
                  <a:pt x="669889" y="871461"/>
                </a:lnTo>
                <a:moveTo>
                  <a:pt x="1875035" y="895052"/>
                </a:moveTo>
                <a:lnTo>
                  <a:pt x="1982500" y="977080"/>
                </a:lnTo>
                <a:moveTo>
                  <a:pt x="501073" y="1050979"/>
                </a:moveTo>
                <a:lnTo>
                  <a:pt x="507154" y="1057193"/>
                </a:lnTo>
                <a:moveTo>
                  <a:pt x="580125" y="955931"/>
                </a:moveTo>
                <a:lnTo>
                  <a:pt x="587995" y="963490"/>
                </a:lnTo>
                <a:moveTo>
                  <a:pt x="1154291" y="658936"/>
                </a:moveTo>
                <a:lnTo>
                  <a:pt x="1272498" y="602911"/>
                </a:lnTo>
                <a:moveTo>
                  <a:pt x="1595990" y="403704"/>
                </a:moveTo>
                <a:lnTo>
                  <a:pt x="1675506" y="308987"/>
                </a:lnTo>
                <a:moveTo>
                  <a:pt x="1255728" y="472806"/>
                </a:moveTo>
                <a:lnTo>
                  <a:pt x="1285283" y="615466"/>
                </a:lnTo>
                <a:moveTo>
                  <a:pt x="507154" y="1057193"/>
                </a:moveTo>
                <a:lnTo>
                  <a:pt x="664236" y="1062268"/>
                </a:lnTo>
                <a:moveTo>
                  <a:pt x="2120224" y="579484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7197" y="959661"/>
                </a:lnTo>
                <a:moveTo>
                  <a:pt x="501073" y="1050979"/>
                </a:moveTo>
                <a:lnTo>
                  <a:pt x="587995" y="963490"/>
                </a:lnTo>
                <a:moveTo>
                  <a:pt x="1513290" y="495238"/>
                </a:moveTo>
                <a:lnTo>
                  <a:pt x="1595990" y="403704"/>
                </a:lnTo>
                <a:moveTo>
                  <a:pt x="767197" y="959661"/>
                </a:moveTo>
                <a:lnTo>
                  <a:pt x="774413" y="975989"/>
                </a:lnTo>
                <a:moveTo>
                  <a:pt x="587995" y="963490"/>
                </a:moveTo>
                <a:lnTo>
                  <a:pt x="675338" y="876639"/>
                </a:lnTo>
                <a:moveTo>
                  <a:pt x="1809771" y="792982"/>
                </a:moveTo>
                <a:lnTo>
                  <a:pt x="1896285" y="879369"/>
                </a:lnTo>
                <a:moveTo>
                  <a:pt x="2116173" y="654742"/>
                </a:moveTo>
                <a:lnTo>
                  <a:pt x="2073245" y="709109"/>
                </a:lnTo>
                <a:moveTo>
                  <a:pt x="675338" y="876639"/>
                </a:moveTo>
                <a:lnTo>
                  <a:pt x="762358" y="963792"/>
                </a:lnTo>
                <a:moveTo>
                  <a:pt x="1911448" y="1032002"/>
                </a:moveTo>
                <a:lnTo>
                  <a:pt x="1982500" y="977080"/>
                </a:lnTo>
                <a:moveTo>
                  <a:pt x="762358" y="963792"/>
                </a:moveTo>
                <a:lnTo>
                  <a:pt x="767197" y="959661"/>
                </a:lnTo>
                <a:moveTo>
                  <a:pt x="690963" y="1066773"/>
                </a:moveTo>
                <a:lnTo>
                  <a:pt x="774413" y="975989"/>
                </a:lnTo>
                <a:moveTo>
                  <a:pt x="1550828" y="1229721"/>
                </a:moveTo>
                <a:lnTo>
                  <a:pt x="1506194" y="1333500"/>
                </a:lnTo>
                <a:moveTo>
                  <a:pt x="1285283" y="615466"/>
                </a:moveTo>
                <a:lnTo>
                  <a:pt x="1272498" y="602911"/>
                </a:lnTo>
                <a:moveTo>
                  <a:pt x="1285619" y="441480"/>
                </a:moveTo>
                <a:lnTo>
                  <a:pt x="1285283" y="615466"/>
                </a:lnTo>
                <a:moveTo>
                  <a:pt x="762358" y="963792"/>
                </a:moveTo>
                <a:lnTo>
                  <a:pt x="774413" y="975989"/>
                </a:lnTo>
                <a:moveTo>
                  <a:pt x="664236" y="1062268"/>
                </a:moveTo>
                <a:lnTo>
                  <a:pt x="690963" y="1066773"/>
                </a:lnTo>
                <a:moveTo>
                  <a:pt x="1909536" y="1065733"/>
                </a:moveTo>
                <a:lnTo>
                  <a:pt x="1982500" y="977080"/>
                </a:lnTo>
                <a:moveTo>
                  <a:pt x="587995" y="963490"/>
                </a:moveTo>
                <a:lnTo>
                  <a:pt x="762358" y="963792"/>
                </a:lnTo>
                <a:moveTo>
                  <a:pt x="762358" y="963792"/>
                </a:moveTo>
                <a:lnTo>
                  <a:pt x="690963" y="1066773"/>
                </a:lnTo>
                <a:moveTo>
                  <a:pt x="1453118" y="609300"/>
                </a:moveTo>
                <a:lnTo>
                  <a:pt x="1513290" y="495238"/>
                </a:lnTo>
                <a:moveTo>
                  <a:pt x="507154" y="1057193"/>
                </a:moveTo>
                <a:lnTo>
                  <a:pt x="674432" y="1049761"/>
                </a:lnTo>
                <a:moveTo>
                  <a:pt x="1285283" y="615466"/>
                </a:moveTo>
                <a:lnTo>
                  <a:pt x="1453118" y="609300"/>
                </a:lnTo>
                <a:moveTo>
                  <a:pt x="1909536" y="1065733"/>
                </a:moveTo>
                <a:lnTo>
                  <a:pt x="1954376" y="1113824"/>
                </a:lnTo>
                <a:moveTo>
                  <a:pt x="1453118" y="609300"/>
                </a:moveTo>
                <a:lnTo>
                  <a:pt x="1454391" y="621301"/>
                </a:lnTo>
                <a:moveTo>
                  <a:pt x="501073" y="1050979"/>
                </a:moveTo>
                <a:lnTo>
                  <a:pt x="674432" y="1049761"/>
                </a:lnTo>
                <a:moveTo>
                  <a:pt x="1541801" y="1227143"/>
                </a:moveTo>
                <a:lnTo>
                  <a:pt x="1463139" y="1319025"/>
                </a:lnTo>
                <a:moveTo>
                  <a:pt x="1285619" y="441480"/>
                </a:moveTo>
                <a:lnTo>
                  <a:pt x="1371762" y="527307"/>
                </a:lnTo>
                <a:moveTo>
                  <a:pt x="1550828" y="1229721"/>
                </a:moveTo>
                <a:lnTo>
                  <a:pt x="1463139" y="1319025"/>
                </a:lnTo>
                <a:moveTo>
                  <a:pt x="1720617" y="702599"/>
                </a:moveTo>
                <a:lnTo>
                  <a:pt x="1809771" y="792982"/>
                </a:lnTo>
                <a:moveTo>
                  <a:pt x="1852447" y="1182879"/>
                </a:moveTo>
                <a:lnTo>
                  <a:pt x="1954376" y="1113824"/>
                </a:lnTo>
                <a:moveTo>
                  <a:pt x="1775375" y="408860"/>
                </a:moveTo>
                <a:lnTo>
                  <a:pt x="1777244" y="472794"/>
                </a:lnTo>
                <a:moveTo>
                  <a:pt x="674432" y="1049761"/>
                </a:moveTo>
                <a:lnTo>
                  <a:pt x="664236" y="1062268"/>
                </a:lnTo>
                <a:moveTo>
                  <a:pt x="587995" y="963490"/>
                </a:moveTo>
                <a:lnTo>
                  <a:pt x="674432" y="1049761"/>
                </a:lnTo>
                <a:moveTo>
                  <a:pt x="1676716" y="1265928"/>
                </a:moveTo>
                <a:lnTo>
                  <a:pt x="1671921" y="1333500"/>
                </a:lnTo>
                <a:moveTo>
                  <a:pt x="674432" y="1049761"/>
                </a:moveTo>
                <a:lnTo>
                  <a:pt x="690963" y="1066773"/>
                </a:lnTo>
                <a:moveTo>
                  <a:pt x="1747258" y="1251922"/>
                </a:moveTo>
                <a:lnTo>
                  <a:pt x="1869532" y="1203214"/>
                </a:lnTo>
                <a:moveTo>
                  <a:pt x="1852447" y="1182879"/>
                </a:moveTo>
                <a:lnTo>
                  <a:pt x="1869532" y="1203214"/>
                </a:lnTo>
                <a:moveTo>
                  <a:pt x="674432" y="1049761"/>
                </a:moveTo>
                <a:lnTo>
                  <a:pt x="762358" y="963792"/>
                </a:lnTo>
                <a:moveTo>
                  <a:pt x="1747258" y="1251922"/>
                </a:moveTo>
                <a:lnTo>
                  <a:pt x="1772489" y="1280403"/>
                </a:lnTo>
                <a:moveTo>
                  <a:pt x="1747258" y="1251922"/>
                </a:moveTo>
                <a:lnTo>
                  <a:pt x="1685175" y="1333500"/>
                </a:lnTo>
                <a:moveTo>
                  <a:pt x="1371762" y="527307"/>
                </a:moveTo>
                <a:lnTo>
                  <a:pt x="1453118" y="609300"/>
                </a:lnTo>
                <a:moveTo>
                  <a:pt x="1454391" y="621301"/>
                </a:moveTo>
                <a:lnTo>
                  <a:pt x="1521905" y="727257"/>
                </a:lnTo>
                <a:moveTo>
                  <a:pt x="1285283" y="615466"/>
                </a:moveTo>
                <a:lnTo>
                  <a:pt x="1371762" y="527307"/>
                </a:lnTo>
                <a:moveTo>
                  <a:pt x="1777244" y="472794"/>
                </a:moveTo>
                <a:lnTo>
                  <a:pt x="1744631" y="552350"/>
                </a:lnTo>
                <a:moveTo>
                  <a:pt x="1785927" y="810617"/>
                </a:moveTo>
                <a:lnTo>
                  <a:pt x="1809771" y="792982"/>
                </a:lnTo>
                <a:moveTo>
                  <a:pt x="2165888" y="450914"/>
                </a:moveTo>
                <a:lnTo>
                  <a:pt x="2157779" y="443514"/>
                </a:lnTo>
                <a:moveTo>
                  <a:pt x="1285619" y="441480"/>
                </a:moveTo>
                <a:lnTo>
                  <a:pt x="1457946" y="438702"/>
                </a:lnTo>
                <a:moveTo>
                  <a:pt x="1457946" y="438702"/>
                </a:moveTo>
                <a:lnTo>
                  <a:pt x="1513290" y="495238"/>
                </a:lnTo>
                <a:moveTo>
                  <a:pt x="1489948" y="994603"/>
                </a:moveTo>
                <a:lnTo>
                  <a:pt x="1460649" y="1140764"/>
                </a:lnTo>
                <a:moveTo>
                  <a:pt x="1875035" y="895052"/>
                </a:moveTo>
                <a:lnTo>
                  <a:pt x="1809771" y="792982"/>
                </a:lnTo>
                <a:moveTo>
                  <a:pt x="2277620" y="493850"/>
                </a:moveTo>
                <a:lnTo>
                  <a:pt x="2157779" y="443514"/>
                </a:lnTo>
                <a:moveTo>
                  <a:pt x="1719638" y="701593"/>
                </a:moveTo>
                <a:lnTo>
                  <a:pt x="1744631" y="552350"/>
                </a:lnTo>
                <a:moveTo>
                  <a:pt x="1457946" y="438702"/>
                </a:moveTo>
                <a:lnTo>
                  <a:pt x="1453118" y="609300"/>
                </a:lnTo>
                <a:moveTo>
                  <a:pt x="1521905" y="727257"/>
                </a:moveTo>
                <a:lnTo>
                  <a:pt x="1520970" y="851390"/>
                </a:lnTo>
                <a:moveTo>
                  <a:pt x="1487753" y="1107767"/>
                </a:moveTo>
                <a:lnTo>
                  <a:pt x="1460649" y="1140764"/>
                </a:lnTo>
                <a:moveTo>
                  <a:pt x="1720120" y="701847"/>
                </a:moveTo>
                <a:lnTo>
                  <a:pt x="1744631" y="552350"/>
                </a:lnTo>
                <a:moveTo>
                  <a:pt x="1719638" y="701593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20617" y="702599"/>
                </a:lnTo>
                <a:moveTo>
                  <a:pt x="1719638" y="701593"/>
                </a:moveTo>
                <a:lnTo>
                  <a:pt x="1719294" y="703783"/>
                </a:lnTo>
                <a:moveTo>
                  <a:pt x="1875035" y="895052"/>
                </a:moveTo>
                <a:lnTo>
                  <a:pt x="1896285" y="879369"/>
                </a:lnTo>
                <a:moveTo>
                  <a:pt x="1371762" y="527307"/>
                </a:moveTo>
                <a:lnTo>
                  <a:pt x="1457946" y="438702"/>
                </a:lnTo>
                <a:moveTo>
                  <a:pt x="1537576" y="1216469"/>
                </a:moveTo>
                <a:lnTo>
                  <a:pt x="1460649" y="1140764"/>
                </a:lnTo>
                <a:moveTo>
                  <a:pt x="1541801" y="1227143"/>
                </a:moveTo>
                <a:lnTo>
                  <a:pt x="1460649" y="1140764"/>
                </a:lnTo>
                <a:moveTo>
                  <a:pt x="1525698" y="896715"/>
                </a:moveTo>
                <a:lnTo>
                  <a:pt x="1520970" y="851390"/>
                </a:lnTo>
                <a:moveTo>
                  <a:pt x="1719638" y="701593"/>
                </a:moveTo>
                <a:lnTo>
                  <a:pt x="1720120" y="701847"/>
                </a:lnTo>
                <a:moveTo>
                  <a:pt x="1719294" y="703783"/>
                </a:moveTo>
                <a:lnTo>
                  <a:pt x="1720120" y="701847"/>
                </a:lnTo>
                <a:moveTo>
                  <a:pt x="1785927" y="810617"/>
                </a:moveTo>
                <a:lnTo>
                  <a:pt x="1720617" y="702599"/>
                </a:lnTo>
                <a:moveTo>
                  <a:pt x="1719294" y="703783"/>
                </a:moveTo>
                <a:lnTo>
                  <a:pt x="1785927" y="810617"/>
                </a:lnTo>
                <a:moveTo>
                  <a:pt x="2120224" y="579484"/>
                </a:moveTo>
                <a:lnTo>
                  <a:pt x="2165888" y="450914"/>
                </a:lnTo>
                <a:moveTo>
                  <a:pt x="2165888" y="450914"/>
                </a:moveTo>
                <a:lnTo>
                  <a:pt x="2277620" y="493850"/>
                </a:lnTo>
                <a:moveTo>
                  <a:pt x="1525698" y="896715"/>
                </a:moveTo>
                <a:lnTo>
                  <a:pt x="1489948" y="994603"/>
                </a:lnTo>
                <a:moveTo>
                  <a:pt x="1550828" y="1229721"/>
                </a:moveTo>
                <a:lnTo>
                  <a:pt x="1634827" y="1315279"/>
                </a:lnTo>
                <a:moveTo>
                  <a:pt x="1543109" y="348551"/>
                </a:moveTo>
                <a:lnTo>
                  <a:pt x="1595990" y="403704"/>
                </a:lnTo>
                <a:moveTo>
                  <a:pt x="2116173" y="654742"/>
                </a:moveTo>
                <a:lnTo>
                  <a:pt x="2156710" y="790882"/>
                </a:lnTo>
                <a:moveTo>
                  <a:pt x="1719294" y="703783"/>
                </a:moveTo>
                <a:lnTo>
                  <a:pt x="1718700" y="719855"/>
                </a:lnTo>
                <a:moveTo>
                  <a:pt x="1521905" y="727257"/>
                </a:moveTo>
                <a:lnTo>
                  <a:pt x="1544710" y="874454"/>
                </a:lnTo>
                <a:moveTo>
                  <a:pt x="1543109" y="348551"/>
                </a:moveTo>
                <a:lnTo>
                  <a:pt x="1513290" y="495238"/>
                </a:lnTo>
                <a:moveTo>
                  <a:pt x="1676716" y="1265928"/>
                </a:moveTo>
                <a:lnTo>
                  <a:pt x="1634827" y="1315279"/>
                </a:lnTo>
                <a:moveTo>
                  <a:pt x="2116173" y="654742"/>
                </a:moveTo>
                <a:lnTo>
                  <a:pt x="2120224" y="579484"/>
                </a:lnTo>
                <a:moveTo>
                  <a:pt x="1720120" y="701847"/>
                </a:moveTo>
                <a:lnTo>
                  <a:pt x="1718700" y="719855"/>
                </a:lnTo>
                <a:moveTo>
                  <a:pt x="1487753" y="1107767"/>
                </a:moveTo>
                <a:lnTo>
                  <a:pt x="1489948" y="994603"/>
                </a:lnTo>
                <a:moveTo>
                  <a:pt x="1544710" y="874454"/>
                </a:moveTo>
                <a:lnTo>
                  <a:pt x="1520970" y="851390"/>
                </a:lnTo>
                <a:moveTo>
                  <a:pt x="1718700" y="719855"/>
                </a:moveTo>
                <a:lnTo>
                  <a:pt x="1785927" y="810617"/>
                </a:lnTo>
                <a:moveTo>
                  <a:pt x="1785927" y="810617"/>
                </a:moveTo>
                <a:lnTo>
                  <a:pt x="1875035" y="895052"/>
                </a:lnTo>
                <a:moveTo>
                  <a:pt x="1544710" y="874454"/>
                </a:moveTo>
                <a:lnTo>
                  <a:pt x="1525698" y="896715"/>
                </a:lnTo>
                <a:moveTo>
                  <a:pt x="2277620" y="493850"/>
                </a:moveTo>
                <a:lnTo>
                  <a:pt x="2358885" y="586101"/>
                </a:lnTo>
                <a:moveTo>
                  <a:pt x="1487753" y="1107767"/>
                </a:moveTo>
                <a:lnTo>
                  <a:pt x="1537576" y="1216469"/>
                </a:lnTo>
                <a:moveTo>
                  <a:pt x="1487753" y="1107767"/>
                </a:moveTo>
                <a:lnTo>
                  <a:pt x="1544787" y="1223556"/>
                </a:lnTo>
                <a:moveTo>
                  <a:pt x="1875035" y="895052"/>
                </a:moveTo>
                <a:lnTo>
                  <a:pt x="1911448" y="1032002"/>
                </a:lnTo>
                <a:moveTo>
                  <a:pt x="1457946" y="438702"/>
                </a:moveTo>
                <a:lnTo>
                  <a:pt x="1543109" y="348551"/>
                </a:lnTo>
                <a:moveTo>
                  <a:pt x="1541801" y="1227143"/>
                </a:moveTo>
                <a:lnTo>
                  <a:pt x="1537576" y="1216469"/>
                </a:lnTo>
                <a:moveTo>
                  <a:pt x="1541801" y="1227143"/>
                </a:moveTo>
                <a:lnTo>
                  <a:pt x="1550828" y="1229721"/>
                </a:lnTo>
                <a:moveTo>
                  <a:pt x="1544787" y="1223556"/>
                </a:moveTo>
                <a:lnTo>
                  <a:pt x="1537576" y="1216469"/>
                </a:lnTo>
                <a:moveTo>
                  <a:pt x="1544787" y="1223556"/>
                </a:moveTo>
                <a:lnTo>
                  <a:pt x="1541801" y="1227143"/>
                </a:lnTo>
                <a:moveTo>
                  <a:pt x="1544787" y="1223556"/>
                </a:moveTo>
                <a:lnTo>
                  <a:pt x="1550828" y="1229721"/>
                </a:lnTo>
                <a:moveTo>
                  <a:pt x="1911448" y="1032002"/>
                </a:moveTo>
                <a:lnTo>
                  <a:pt x="1909536" y="1065733"/>
                </a:lnTo>
                <a:moveTo>
                  <a:pt x="1550828" y="1229721"/>
                </a:moveTo>
                <a:lnTo>
                  <a:pt x="1676716" y="1265928"/>
                </a:lnTo>
                <a:moveTo>
                  <a:pt x="1852447" y="1182879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21905" y="727257"/>
                </a:lnTo>
                <a:moveTo>
                  <a:pt x="1676716" y="1265928"/>
                </a:moveTo>
                <a:lnTo>
                  <a:pt x="1747258" y="1251922"/>
                </a:lnTo>
                <a:moveTo>
                  <a:pt x="1747258" y="1251922"/>
                </a:moveTo>
                <a:lnTo>
                  <a:pt x="1852447" y="1182879"/>
                </a:lnTo>
                <a:moveTo>
                  <a:pt x="1629636" y="783943"/>
                </a:moveTo>
                <a:lnTo>
                  <a:pt x="1718700" y="719855"/>
                </a:lnTo>
                <a:moveTo>
                  <a:pt x="1544710" y="874454"/>
                </a:moveTo>
                <a:lnTo>
                  <a:pt x="1629636" y="783943"/>
                </a:lnTo>
                <a:moveTo>
                  <a:pt x="1891515" y="1046642"/>
                </a:moveTo>
                <a:lnTo>
                  <a:pt x="1911448" y="1032002"/>
                </a:lnTo>
                <a:moveTo>
                  <a:pt x="1891515" y="1046642"/>
                </a:moveTo>
                <a:lnTo>
                  <a:pt x="1909536" y="1065733"/>
                </a:lnTo>
                <a:moveTo>
                  <a:pt x="1541338" y="694856"/>
                </a:moveTo>
                <a:lnTo>
                  <a:pt x="1544710" y="874454"/>
                </a:lnTo>
                <a:moveTo>
                  <a:pt x="1525698" y="896715"/>
                </a:moveTo>
                <a:lnTo>
                  <a:pt x="1540289" y="1042254"/>
                </a:lnTo>
                <a:moveTo>
                  <a:pt x="1540289" y="1042254"/>
                </a:moveTo>
                <a:lnTo>
                  <a:pt x="1489948" y="994603"/>
                </a:lnTo>
                <a:moveTo>
                  <a:pt x="1722930" y="701635"/>
                </a:moveTo>
                <a:lnTo>
                  <a:pt x="1720120" y="701847"/>
                </a:lnTo>
                <a:moveTo>
                  <a:pt x="1550828" y="1229721"/>
                </a:moveTo>
                <a:lnTo>
                  <a:pt x="1715994" y="1219080"/>
                </a:lnTo>
                <a:moveTo>
                  <a:pt x="1540289" y="1042254"/>
                </a:moveTo>
                <a:lnTo>
                  <a:pt x="1487753" y="1107767"/>
                </a:lnTo>
                <a:moveTo>
                  <a:pt x="1715994" y="1219080"/>
                </a:moveTo>
                <a:lnTo>
                  <a:pt x="1676716" y="1265928"/>
                </a:lnTo>
                <a:moveTo>
                  <a:pt x="1715994" y="1219080"/>
                </a:moveTo>
                <a:lnTo>
                  <a:pt x="1747258" y="1251922"/>
                </a:lnTo>
                <a:moveTo>
                  <a:pt x="1695752" y="711358"/>
                </a:moveTo>
                <a:lnTo>
                  <a:pt x="1718700" y="719855"/>
                </a:lnTo>
                <a:moveTo>
                  <a:pt x="1722930" y="701635"/>
                </a:moveTo>
                <a:lnTo>
                  <a:pt x="1718700" y="719855"/>
                </a:lnTo>
                <a:moveTo>
                  <a:pt x="1720475" y="859957"/>
                </a:moveTo>
                <a:lnTo>
                  <a:pt x="1785927" y="810617"/>
                </a:lnTo>
                <a:moveTo>
                  <a:pt x="1544710" y="874454"/>
                </a:moveTo>
                <a:lnTo>
                  <a:pt x="1540289" y="1042254"/>
                </a:lnTo>
                <a:moveTo>
                  <a:pt x="1699156" y="852096"/>
                </a:moveTo>
                <a:lnTo>
                  <a:pt x="1718700" y="719855"/>
                </a:lnTo>
                <a:moveTo>
                  <a:pt x="1540289" y="1042254"/>
                </a:moveTo>
                <a:lnTo>
                  <a:pt x="1544787" y="1223556"/>
                </a:lnTo>
                <a:moveTo>
                  <a:pt x="1720475" y="859957"/>
                </a:moveTo>
                <a:lnTo>
                  <a:pt x="1718700" y="719855"/>
                </a:lnTo>
                <a:moveTo>
                  <a:pt x="1819996" y="934016"/>
                </a:moveTo>
                <a:lnTo>
                  <a:pt x="1785927" y="810617"/>
                </a:lnTo>
                <a:moveTo>
                  <a:pt x="1699156" y="852096"/>
                </a:moveTo>
                <a:lnTo>
                  <a:pt x="1544710" y="874454"/>
                </a:lnTo>
                <a:moveTo>
                  <a:pt x="1596785" y="923958"/>
                </a:moveTo>
                <a:lnTo>
                  <a:pt x="1544710" y="874454"/>
                </a:lnTo>
                <a:moveTo>
                  <a:pt x="1541338" y="694856"/>
                </a:moveTo>
                <a:lnTo>
                  <a:pt x="1629636" y="783943"/>
                </a:lnTo>
                <a:moveTo>
                  <a:pt x="1819996" y="934016"/>
                </a:moveTo>
                <a:lnTo>
                  <a:pt x="1875035" y="895052"/>
                </a:lnTo>
                <a:moveTo>
                  <a:pt x="1572501" y="1007424"/>
                </a:moveTo>
                <a:lnTo>
                  <a:pt x="1544710" y="874454"/>
                </a:lnTo>
                <a:moveTo>
                  <a:pt x="1819996" y="934016"/>
                </a:moveTo>
                <a:lnTo>
                  <a:pt x="1911448" y="1032002"/>
                </a:lnTo>
                <a:moveTo>
                  <a:pt x="1639110" y="1140521"/>
                </a:moveTo>
                <a:lnTo>
                  <a:pt x="1550828" y="1229721"/>
                </a:lnTo>
                <a:moveTo>
                  <a:pt x="1618049" y="1135270"/>
                </a:moveTo>
                <a:lnTo>
                  <a:pt x="1544787" y="1223556"/>
                </a:lnTo>
                <a:moveTo>
                  <a:pt x="1639110" y="1140521"/>
                </a:moveTo>
                <a:lnTo>
                  <a:pt x="1544787" y="1223556"/>
                </a:lnTo>
                <a:moveTo>
                  <a:pt x="1695752" y="711358"/>
                </a:moveTo>
                <a:lnTo>
                  <a:pt x="1629636" y="783943"/>
                </a:lnTo>
                <a:moveTo>
                  <a:pt x="1800237" y="1127416"/>
                </a:moveTo>
                <a:lnTo>
                  <a:pt x="1909536" y="1065733"/>
                </a:lnTo>
                <a:moveTo>
                  <a:pt x="1533589" y="686524"/>
                </a:moveTo>
                <a:lnTo>
                  <a:pt x="1541338" y="694856"/>
                </a:lnTo>
                <a:moveTo>
                  <a:pt x="1799431" y="1127748"/>
                </a:moveTo>
                <a:lnTo>
                  <a:pt x="1747258" y="1251922"/>
                </a:lnTo>
                <a:moveTo>
                  <a:pt x="1800237" y="1127416"/>
                </a:moveTo>
                <a:lnTo>
                  <a:pt x="1747258" y="1251922"/>
                </a:lnTo>
                <a:moveTo>
                  <a:pt x="1543725" y="689625"/>
                </a:moveTo>
                <a:lnTo>
                  <a:pt x="1541338" y="694856"/>
                </a:lnTo>
                <a:moveTo>
                  <a:pt x="1800237" y="1127416"/>
                </a:moveTo>
                <a:lnTo>
                  <a:pt x="1852447" y="1182879"/>
                </a:lnTo>
                <a:moveTo>
                  <a:pt x="1699156" y="852096"/>
                </a:moveTo>
                <a:lnTo>
                  <a:pt x="1629636" y="783943"/>
                </a:lnTo>
                <a:moveTo>
                  <a:pt x="1695752" y="711358"/>
                </a:moveTo>
                <a:lnTo>
                  <a:pt x="1541338" y="694856"/>
                </a:lnTo>
                <a:moveTo>
                  <a:pt x="1533589" y="686524"/>
                </a:moveTo>
                <a:lnTo>
                  <a:pt x="1543725" y="689625"/>
                </a:lnTo>
                <a:moveTo>
                  <a:pt x="1543725" y="689625"/>
                </a:moveTo>
                <a:lnTo>
                  <a:pt x="1695752" y="711358"/>
                </a:lnTo>
                <a:moveTo>
                  <a:pt x="1800663" y="1126520"/>
                </a:moveTo>
                <a:lnTo>
                  <a:pt x="1891515" y="1046642"/>
                </a:lnTo>
                <a:moveTo>
                  <a:pt x="1800237" y="1127416"/>
                </a:moveTo>
                <a:lnTo>
                  <a:pt x="1891515" y="1046642"/>
                </a:lnTo>
                <a:moveTo>
                  <a:pt x="1695752" y="711358"/>
                </a:moveTo>
                <a:lnTo>
                  <a:pt x="1722930" y="701635"/>
                </a:lnTo>
                <a:moveTo>
                  <a:pt x="1639110" y="1140521"/>
                </a:moveTo>
                <a:lnTo>
                  <a:pt x="1715994" y="1219080"/>
                </a:lnTo>
                <a:moveTo>
                  <a:pt x="1572501" y="1007424"/>
                </a:moveTo>
                <a:lnTo>
                  <a:pt x="1540289" y="1042254"/>
                </a:lnTo>
                <a:moveTo>
                  <a:pt x="1799431" y="1127748"/>
                </a:moveTo>
                <a:lnTo>
                  <a:pt x="1715994" y="1219080"/>
                </a:lnTo>
                <a:moveTo>
                  <a:pt x="1594218" y="1095626"/>
                </a:moveTo>
                <a:lnTo>
                  <a:pt x="1540289" y="1042254"/>
                </a:lnTo>
                <a:moveTo>
                  <a:pt x="1596785" y="923958"/>
                </a:moveTo>
                <a:lnTo>
                  <a:pt x="1699156" y="852096"/>
                </a:lnTo>
                <a:moveTo>
                  <a:pt x="1699156" y="852096"/>
                </a:moveTo>
                <a:lnTo>
                  <a:pt x="1720475" y="859957"/>
                </a:lnTo>
                <a:moveTo>
                  <a:pt x="1618049" y="1135270"/>
                </a:moveTo>
                <a:lnTo>
                  <a:pt x="1540289" y="1042254"/>
                </a:lnTo>
                <a:moveTo>
                  <a:pt x="1572501" y="1007424"/>
                </a:moveTo>
                <a:lnTo>
                  <a:pt x="1596785" y="923958"/>
                </a:lnTo>
                <a:moveTo>
                  <a:pt x="1720475" y="859957"/>
                </a:moveTo>
                <a:lnTo>
                  <a:pt x="1819996" y="934016"/>
                </a:lnTo>
                <a:moveTo>
                  <a:pt x="1699156" y="852096"/>
                </a:moveTo>
                <a:lnTo>
                  <a:pt x="1713089" y="865698"/>
                </a:lnTo>
                <a:moveTo>
                  <a:pt x="1713089" y="865698"/>
                </a:moveTo>
                <a:lnTo>
                  <a:pt x="1720475" y="859957"/>
                </a:lnTo>
                <a:moveTo>
                  <a:pt x="1572501" y="1007424"/>
                </a:moveTo>
                <a:lnTo>
                  <a:pt x="1594218" y="1095626"/>
                </a:lnTo>
                <a:moveTo>
                  <a:pt x="1618049" y="1135270"/>
                </a:moveTo>
                <a:lnTo>
                  <a:pt x="1594218" y="1095626"/>
                </a:lnTo>
                <a:moveTo>
                  <a:pt x="1624939" y="951328"/>
                </a:moveTo>
                <a:lnTo>
                  <a:pt x="1699156" y="852096"/>
                </a:lnTo>
                <a:moveTo>
                  <a:pt x="1624939" y="951328"/>
                </a:moveTo>
                <a:lnTo>
                  <a:pt x="1596785" y="923958"/>
                </a:lnTo>
                <a:moveTo>
                  <a:pt x="1572501" y="1007424"/>
                </a:moveTo>
                <a:lnTo>
                  <a:pt x="1625407" y="1126528"/>
                </a:lnTo>
                <a:moveTo>
                  <a:pt x="1618049" y="1135270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572501" y="1007424"/>
                </a:lnTo>
                <a:moveTo>
                  <a:pt x="1625407" y="1126528"/>
                </a:moveTo>
                <a:lnTo>
                  <a:pt x="1594218" y="1095626"/>
                </a:lnTo>
                <a:moveTo>
                  <a:pt x="1639110" y="1140521"/>
                </a:moveTo>
                <a:lnTo>
                  <a:pt x="1799431" y="1127748"/>
                </a:lnTo>
                <a:moveTo>
                  <a:pt x="1625407" y="1126528"/>
                </a:moveTo>
                <a:lnTo>
                  <a:pt x="1618049" y="1135270"/>
                </a:lnTo>
                <a:moveTo>
                  <a:pt x="1639110" y="1140521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639110" y="1140521"/>
                </a:lnTo>
                <a:moveTo>
                  <a:pt x="1624939" y="951328"/>
                </a:moveTo>
                <a:lnTo>
                  <a:pt x="1713089" y="865698"/>
                </a:lnTo>
                <a:moveTo>
                  <a:pt x="1800663" y="1126520"/>
                </a:moveTo>
                <a:lnTo>
                  <a:pt x="1800237" y="1127416"/>
                </a:lnTo>
                <a:moveTo>
                  <a:pt x="1799431" y="1127748"/>
                </a:moveTo>
                <a:lnTo>
                  <a:pt x="1800237" y="1127416"/>
                </a:lnTo>
                <a:moveTo>
                  <a:pt x="1799961" y="1127121"/>
                </a:moveTo>
                <a:lnTo>
                  <a:pt x="1800663" y="1126520"/>
                </a:lnTo>
                <a:moveTo>
                  <a:pt x="1799961" y="1127121"/>
                </a:moveTo>
                <a:lnTo>
                  <a:pt x="1799431" y="1127748"/>
                </a:lnTo>
                <a:moveTo>
                  <a:pt x="1799961" y="1127121"/>
                </a:moveTo>
                <a:lnTo>
                  <a:pt x="1800237" y="1127416"/>
                </a:lnTo>
                <a:moveTo>
                  <a:pt x="1625407" y="1126528"/>
                </a:moveTo>
                <a:lnTo>
                  <a:pt x="1799961" y="1127121"/>
                </a:lnTo>
                <a:moveTo>
                  <a:pt x="1624939" y="951328"/>
                </a:moveTo>
                <a:lnTo>
                  <a:pt x="1625407" y="1126528"/>
                </a:lnTo>
                <a:moveTo>
                  <a:pt x="1664233" y="726882"/>
                </a:moveTo>
                <a:lnTo>
                  <a:pt x="1543725" y="689625"/>
                </a:lnTo>
                <a:moveTo>
                  <a:pt x="1664233" y="726882"/>
                </a:moveTo>
                <a:lnTo>
                  <a:pt x="1695752" y="711358"/>
                </a:lnTo>
                <a:moveTo>
                  <a:pt x="1708817" y="1033725"/>
                </a:moveTo>
                <a:lnTo>
                  <a:pt x="1799961" y="1127121"/>
                </a:lnTo>
                <a:moveTo>
                  <a:pt x="1625407" y="1126528"/>
                </a:moveTo>
                <a:lnTo>
                  <a:pt x="1708817" y="1033725"/>
                </a:lnTo>
                <a:moveTo>
                  <a:pt x="1624939" y="951328"/>
                </a:moveTo>
                <a:lnTo>
                  <a:pt x="1708817" y="103372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207" name="9wq3_5_build_ReferenceLigand_0">
            <a:extLst>
              <a:ext uri="{FF2B5EF4-FFF2-40B4-BE49-F238E27FC236}">
                <a16:creationId xmlns:a16="http://schemas.microsoft.com/office/drawing/2014/main" id="{DEAC8D77-4C3C-44AE-A9EF-BE79ED1FD9C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177390" y="7497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8" name="9wq3_5_build_ReferenceLigand_1">
            <a:extLst>
              <a:ext uri="{FF2B5EF4-FFF2-40B4-BE49-F238E27FC236}">
                <a16:creationId xmlns:a16="http://schemas.microsoft.com/office/drawing/2014/main" id="{F3541EFC-8A65-4146-A3C6-F5DCCFD37C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6131" y="596570"/>
                </a:moveTo>
                <a:lnTo>
                  <a:pt x="606437" y="5969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9" name="9wq3_5_build_ReferenceLigand_2">
            <a:extLst>
              <a:ext uri="{FF2B5EF4-FFF2-40B4-BE49-F238E27FC236}">
                <a16:creationId xmlns:a16="http://schemas.microsoft.com/office/drawing/2014/main" id="{0CD6C00F-3062-4E44-B8F2-1B849D68789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6437" y="596926"/>
                </a:moveTo>
                <a:lnTo>
                  <a:pt x="718259" y="682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0" name="9wq3_5_build_ReferenceLigand_3">
            <a:extLst>
              <a:ext uri="{FF2B5EF4-FFF2-40B4-BE49-F238E27FC236}">
                <a16:creationId xmlns:a16="http://schemas.microsoft.com/office/drawing/2014/main" id="{9CACC966-27A9-4F77-9344-52FA635D40D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6511" y="845783"/>
                </a:moveTo>
                <a:lnTo>
                  <a:pt x="2138795" y="733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1" name="9wq3_5_build_ReferenceLigand_4">
            <a:extLst>
              <a:ext uri="{FF2B5EF4-FFF2-40B4-BE49-F238E27FC236}">
                <a16:creationId xmlns:a16="http://schemas.microsoft.com/office/drawing/2014/main" id="{7DC07975-6350-4AC0-819E-0932BA1FD82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63403" y="11700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2" name="9wq3_5_build_ReferenceLigand_5">
            <a:extLst>
              <a:ext uri="{FF2B5EF4-FFF2-40B4-BE49-F238E27FC236}">
                <a16:creationId xmlns:a16="http://schemas.microsoft.com/office/drawing/2014/main" id="{032BC04A-8C2D-400E-B555-13E46E14668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7862" y="967294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3" name="9wq3_5_build_ReferenceLigand_6">
            <a:extLst>
              <a:ext uri="{FF2B5EF4-FFF2-40B4-BE49-F238E27FC236}">
                <a16:creationId xmlns:a16="http://schemas.microsoft.com/office/drawing/2014/main" id="{868A23AF-7D57-49AE-9AB1-92B71445563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8795" y="733829"/>
                </a:moveTo>
                <a:lnTo>
                  <a:pt x="2215050" y="610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4" name="9wq3_5_build_ReferenceLigand_7">
            <a:extLst>
              <a:ext uri="{FF2B5EF4-FFF2-40B4-BE49-F238E27FC236}">
                <a16:creationId xmlns:a16="http://schemas.microsoft.com/office/drawing/2014/main" id="{189D26A8-862C-4187-A47B-4133B05DB1D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446131" y="5965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5" name="9wq3_5_build_ReferenceLigand_8">
            <a:extLst>
              <a:ext uri="{FF2B5EF4-FFF2-40B4-BE49-F238E27FC236}">
                <a16:creationId xmlns:a16="http://schemas.microsoft.com/office/drawing/2014/main" id="{25066305-0588-45BD-B378-CD3FC3488D3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8151" y="1025447"/>
                </a:moveTo>
                <a:lnTo>
                  <a:pt x="1917862" y="9672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6" name="9wq3_5_build_ReferenceLigand_9">
            <a:extLst>
              <a:ext uri="{FF2B5EF4-FFF2-40B4-BE49-F238E27FC236}">
                <a16:creationId xmlns:a16="http://schemas.microsoft.com/office/drawing/2014/main" id="{A52ED178-450D-4777-9C46-3D2F6254587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8259" y="682732"/>
                </a:moveTo>
                <a:lnTo>
                  <a:pt x="670758" y="7681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7" name="9wq3_5_build_ReferenceLigand_10">
            <a:extLst>
              <a:ext uri="{FF2B5EF4-FFF2-40B4-BE49-F238E27FC236}">
                <a16:creationId xmlns:a16="http://schemas.microsoft.com/office/drawing/2014/main" id="{E1D73352-3A2D-41FA-94C2-5EEF51D2741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7534" y="1127690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8" name="9wq3_5_build_ReferenceLigand_11">
            <a:extLst>
              <a:ext uri="{FF2B5EF4-FFF2-40B4-BE49-F238E27FC236}">
                <a16:creationId xmlns:a16="http://schemas.microsoft.com/office/drawing/2014/main" id="{A1677F14-8241-466B-BF15-8F938C4BAD1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930" y="680240"/>
                </a:moveTo>
                <a:lnTo>
                  <a:pt x="222316" y="6545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9" name="9wq3_5_build_ReferenceLigand_12">
            <a:extLst>
              <a:ext uri="{FF2B5EF4-FFF2-40B4-BE49-F238E27FC236}">
                <a16:creationId xmlns:a16="http://schemas.microsoft.com/office/drawing/2014/main" id="{8AAD7A9B-3038-4B53-8DE8-FE82D6B815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303510" y="133350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0" name="9wq3_5_build_ReferenceLigand_13">
            <a:extLst>
              <a:ext uri="{FF2B5EF4-FFF2-40B4-BE49-F238E27FC236}">
                <a16:creationId xmlns:a16="http://schemas.microsoft.com/office/drawing/2014/main" id="{4E418827-7F03-4E56-94FD-0B509C5050A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993352" y="9640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1" name="9wq3_5_build_ReferenceLigand_14">
            <a:extLst>
              <a:ext uri="{FF2B5EF4-FFF2-40B4-BE49-F238E27FC236}">
                <a16:creationId xmlns:a16="http://schemas.microsoft.com/office/drawing/2014/main" id="{4BE2FB71-351F-47E4-8099-A650773D7C0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2006511" y="84578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2" name="9wq3_5_build_ReferenceLigand_15">
            <a:extLst>
              <a:ext uri="{FF2B5EF4-FFF2-40B4-BE49-F238E27FC236}">
                <a16:creationId xmlns:a16="http://schemas.microsoft.com/office/drawing/2014/main" id="{1141D156-35D1-4A63-B0A3-62502C63C51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12484" y="767732"/>
                </a:moveTo>
                <a:lnTo>
                  <a:pt x="398930" y="68024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3" name="9wq3_5_build_ReferenceLigand_16">
            <a:extLst>
              <a:ext uri="{FF2B5EF4-FFF2-40B4-BE49-F238E27FC236}">
                <a16:creationId xmlns:a16="http://schemas.microsoft.com/office/drawing/2014/main" id="{E069F284-F64D-439C-B256-0B231C597B6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15050" y="610972"/>
                </a:moveTo>
                <a:lnTo>
                  <a:pt x="2168023" y="5919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4" name="9wq3_5_build_ReferenceLigand_17">
            <a:extLst>
              <a:ext uri="{FF2B5EF4-FFF2-40B4-BE49-F238E27FC236}">
                <a16:creationId xmlns:a16="http://schemas.microsoft.com/office/drawing/2014/main" id="{65883FD1-C229-4433-8527-B264B216769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5427" y="1216066"/>
                </a:moveTo>
                <a:lnTo>
                  <a:pt x="1219768" y="1102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5" name="9wq3_5_build_ReferenceLigand_18">
            <a:extLst>
              <a:ext uri="{FF2B5EF4-FFF2-40B4-BE49-F238E27FC236}">
                <a16:creationId xmlns:a16="http://schemas.microsoft.com/office/drawing/2014/main" id="{603C5502-35DF-437B-9EF1-A79A364D3B5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2817" y="1208288"/>
                </a:moveTo>
                <a:lnTo>
                  <a:pt x="1345427" y="12160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6" name="9wq3_5_build_ReferenceLigand_19">
            <a:extLst>
              <a:ext uri="{FF2B5EF4-FFF2-40B4-BE49-F238E27FC236}">
                <a16:creationId xmlns:a16="http://schemas.microsoft.com/office/drawing/2014/main" id="{A2DB6D96-A230-4A03-9C91-3E06367D53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7" name="9wq3_5_build_ReferenceLigand_20">
            <a:extLst>
              <a:ext uri="{FF2B5EF4-FFF2-40B4-BE49-F238E27FC236}">
                <a16:creationId xmlns:a16="http://schemas.microsoft.com/office/drawing/2014/main" id="{B9A468F2-F5F5-4E78-9D8E-65B241D22C1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7053" y="937968"/>
                </a:moveTo>
                <a:lnTo>
                  <a:pt x="1818151" y="10254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8" name="9wq3_5_build_ReferenceLigand_21">
            <a:extLst>
              <a:ext uri="{FF2B5EF4-FFF2-40B4-BE49-F238E27FC236}">
                <a16:creationId xmlns:a16="http://schemas.microsoft.com/office/drawing/2014/main" id="{A9AE0A8D-0051-40F1-8F57-BAB76FF247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19768" y="1102816"/>
                </a:moveTo>
                <a:lnTo>
                  <a:pt x="1170873" y="9535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9" name="9wq3_5_build_ReferenceLigand_22">
            <a:extLst>
              <a:ext uri="{FF2B5EF4-FFF2-40B4-BE49-F238E27FC236}">
                <a16:creationId xmlns:a16="http://schemas.microsoft.com/office/drawing/2014/main" id="{7E3A389B-9FA7-402D-85F9-7E96B9BF21E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352" y="964053"/>
                </a:moveTo>
                <a:lnTo>
                  <a:pt x="921093" y="9050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0" name="9wq3_5_build_ReferenceLigand_23">
            <a:extLst>
              <a:ext uri="{FF2B5EF4-FFF2-40B4-BE49-F238E27FC236}">
                <a16:creationId xmlns:a16="http://schemas.microsoft.com/office/drawing/2014/main" id="{7E6D6A09-9918-4C9A-8E82-53F6C47C63D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0873" y="95358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1" name="9wq3_5_build_ReferenceLigand_24">
            <a:extLst>
              <a:ext uri="{FF2B5EF4-FFF2-40B4-BE49-F238E27FC236}">
                <a16:creationId xmlns:a16="http://schemas.microsoft.com/office/drawing/2014/main" id="{9A8A71C2-B842-4157-87A4-ED6F45A39CD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0758" y="768131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2" name="9wq3_5_build_ReferenceLigand_25">
            <a:extLst>
              <a:ext uri="{FF2B5EF4-FFF2-40B4-BE49-F238E27FC236}">
                <a16:creationId xmlns:a16="http://schemas.microsoft.com/office/drawing/2014/main" id="{1649E322-5C16-4279-951C-BD0C228559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5328" y="815118"/>
                </a:moveTo>
                <a:lnTo>
                  <a:pt x="1270508" y="6675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3" name="9wq3_5_build_ReferenceLigand_26">
            <a:extLst>
              <a:ext uri="{FF2B5EF4-FFF2-40B4-BE49-F238E27FC236}">
                <a16:creationId xmlns:a16="http://schemas.microsoft.com/office/drawing/2014/main" id="{F027E4C8-6AC2-4113-B3BB-CA6147037E8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38860" y="63119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4" name="9wq3_5_build_ReferenceLigand_27">
            <a:extLst>
              <a:ext uri="{FF2B5EF4-FFF2-40B4-BE49-F238E27FC236}">
                <a16:creationId xmlns:a16="http://schemas.microsoft.com/office/drawing/2014/main" id="{891B4137-CB1A-41F8-94EF-07938649939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508" y="667553"/>
                </a:moveTo>
                <a:lnTo>
                  <a:pt x="1353980" y="573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5" name="9wq3_5_build_ReferenceLigand_28">
            <a:extLst>
              <a:ext uri="{FF2B5EF4-FFF2-40B4-BE49-F238E27FC236}">
                <a16:creationId xmlns:a16="http://schemas.microsoft.com/office/drawing/2014/main" id="{9826473B-EB40-4172-9E5E-4B4FB466FC1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2374" y="827261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6" name="9wq3_5_build_ReferenceLigand_29">
            <a:extLst>
              <a:ext uri="{FF2B5EF4-FFF2-40B4-BE49-F238E27FC236}">
                <a16:creationId xmlns:a16="http://schemas.microsoft.com/office/drawing/2014/main" id="{8EE27F40-177C-42D9-8895-74CC3674681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7432" y="860885"/>
                </a:moveTo>
                <a:lnTo>
                  <a:pt x="512484" y="7677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7" name="9wq3_5_build_ReferenceLigand_30">
            <a:extLst>
              <a:ext uri="{FF2B5EF4-FFF2-40B4-BE49-F238E27FC236}">
                <a16:creationId xmlns:a16="http://schemas.microsoft.com/office/drawing/2014/main" id="{E8BEAE1E-5504-47BF-AF47-7C014FCE75C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753529" y="86178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8" name="9wq3_5_build_ReferenceLigand_31">
            <a:extLst>
              <a:ext uri="{FF2B5EF4-FFF2-40B4-BE49-F238E27FC236}">
                <a16:creationId xmlns:a16="http://schemas.microsoft.com/office/drawing/2014/main" id="{8422D03B-C89A-4D49-A55C-AF0F3F4259C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2105" y="698510"/>
                </a:moveTo>
                <a:lnTo>
                  <a:pt x="1962374" y="82726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9" name="9wq3_5_build_ReferenceLigand_32">
            <a:extLst>
              <a:ext uri="{FF2B5EF4-FFF2-40B4-BE49-F238E27FC236}">
                <a16:creationId xmlns:a16="http://schemas.microsoft.com/office/drawing/2014/main" id="{40A92BD2-6269-4A18-944A-95B6C2FBD6C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3281" y="766505"/>
                </a:moveTo>
                <a:lnTo>
                  <a:pt x="1185328" y="815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0" name="9wq3_5_build_ReferenceLigand_33">
            <a:extLst>
              <a:ext uri="{FF2B5EF4-FFF2-40B4-BE49-F238E27FC236}">
                <a16:creationId xmlns:a16="http://schemas.microsoft.com/office/drawing/2014/main" id="{863F04AC-EF74-433E-899B-756ADF5EC2C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042105" y="698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1" name="9wq3_5_build_ReferenceLigand_34">
            <a:extLst>
              <a:ext uri="{FF2B5EF4-FFF2-40B4-BE49-F238E27FC236}">
                <a16:creationId xmlns:a16="http://schemas.microsoft.com/office/drawing/2014/main" id="{2D06799D-9F46-4395-8BB6-EFA04CABF95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1093" y="905055"/>
                </a:moveTo>
                <a:lnTo>
                  <a:pt x="1023281" y="7665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2" name="9wq3_5_build_ReferenceLigand_35">
            <a:extLst>
              <a:ext uri="{FF2B5EF4-FFF2-40B4-BE49-F238E27FC236}">
                <a16:creationId xmlns:a16="http://schemas.microsoft.com/office/drawing/2014/main" id="{5FD82610-3752-41B2-97A0-9D17919AB63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53980" y="573925"/>
                </a:moveTo>
                <a:lnTo>
                  <a:pt x="1557254" y="5904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3" name="9wq3_5_build_ReferenceLigand_36">
            <a:extLst>
              <a:ext uri="{FF2B5EF4-FFF2-40B4-BE49-F238E27FC236}">
                <a16:creationId xmlns:a16="http://schemas.microsoft.com/office/drawing/2014/main" id="{23F88D7E-0F82-45ED-B42E-DE927CFF887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8023" y="591936"/>
                </a:moveTo>
                <a:lnTo>
                  <a:pt x="2245829" y="46657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4" name="9wq3_5_build_ReferenceLigand_37">
            <a:extLst>
              <a:ext uri="{FF2B5EF4-FFF2-40B4-BE49-F238E27FC236}">
                <a16:creationId xmlns:a16="http://schemas.microsoft.com/office/drawing/2014/main" id="{CD81141E-07FE-45BD-AF49-1E5C85C3FE0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9532" y="1243564"/>
                </a:moveTo>
                <a:lnTo>
                  <a:pt x="1512817" y="120828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5" name="9wq3_5_build_ReferenceLigand_38">
            <a:extLst>
              <a:ext uri="{FF2B5EF4-FFF2-40B4-BE49-F238E27FC236}">
                <a16:creationId xmlns:a16="http://schemas.microsoft.com/office/drawing/2014/main" id="{AD58ABE3-6429-4CA5-9457-7CF1A913D2D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529" y="861782"/>
                </a:moveTo>
                <a:lnTo>
                  <a:pt x="646415" y="91866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6" name="9wq3_5_build_ReferenceLigand_39">
            <a:extLst>
              <a:ext uri="{FF2B5EF4-FFF2-40B4-BE49-F238E27FC236}">
                <a16:creationId xmlns:a16="http://schemas.microsoft.com/office/drawing/2014/main" id="{72536E81-6DD9-4A4F-A4E2-CF81ABD2F44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16100" y="4186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7" name="9wq3_5_build_ReferenceLigand_40">
            <a:extLst>
              <a:ext uri="{FF2B5EF4-FFF2-40B4-BE49-F238E27FC236}">
                <a16:creationId xmlns:a16="http://schemas.microsoft.com/office/drawing/2014/main" id="{1F531158-4C90-42B9-B979-3170B8B2857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847053" y="9379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8" name="9wq3_5_build_ReferenceLigand_41">
            <a:extLst>
              <a:ext uri="{FF2B5EF4-FFF2-40B4-BE49-F238E27FC236}">
                <a16:creationId xmlns:a16="http://schemas.microsoft.com/office/drawing/2014/main" id="{E10C44D7-CB7A-4BA3-87AC-57B23E27C86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6415" y="918666"/>
                </a:moveTo>
                <a:lnTo>
                  <a:pt x="497432" y="8608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9" name="9wq3_5_build_ReferenceLigand_42">
            <a:extLst>
              <a:ext uri="{FF2B5EF4-FFF2-40B4-BE49-F238E27FC236}">
                <a16:creationId xmlns:a16="http://schemas.microsoft.com/office/drawing/2014/main" id="{D3C195DC-A496-4273-8555-F754961F98C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254" y="590407"/>
                </a:moveTo>
                <a:lnTo>
                  <a:pt x="1620927" y="7049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0" name="9wq3_5_build_ReferenceLigand_43">
            <a:extLst>
              <a:ext uri="{FF2B5EF4-FFF2-40B4-BE49-F238E27FC236}">
                <a16:creationId xmlns:a16="http://schemas.microsoft.com/office/drawing/2014/main" id="{666DA020-5C4A-4EED-B4CA-DDEE9F0B92B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8929" y="880876"/>
                </a:moveTo>
                <a:lnTo>
                  <a:pt x="1765954" y="95947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1" name="9wq3_5_build_ReferenceLigand_44">
            <a:extLst>
              <a:ext uri="{FF2B5EF4-FFF2-40B4-BE49-F238E27FC236}">
                <a16:creationId xmlns:a16="http://schemas.microsoft.com/office/drawing/2014/main" id="{0DF54DFA-EC6D-4199-B89A-3AEE59F21C4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954" y="959477"/>
                </a:moveTo>
                <a:lnTo>
                  <a:pt x="1741723" y="11354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2" name="9wq3_5_build_ReferenceLigand_45">
            <a:extLst>
              <a:ext uri="{FF2B5EF4-FFF2-40B4-BE49-F238E27FC236}">
                <a16:creationId xmlns:a16="http://schemas.microsoft.com/office/drawing/2014/main" id="{E2081C95-E1A7-47A9-8805-3CCC53F811B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27" y="704973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3" name="9wq3_5_build_ReferenceLigand_46">
            <a:extLst>
              <a:ext uri="{FF2B5EF4-FFF2-40B4-BE49-F238E27FC236}">
                <a16:creationId xmlns:a16="http://schemas.microsoft.com/office/drawing/2014/main" id="{599ED75A-2641-4519-A856-440A6A09D9E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469532" y="1243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4" name="9wq3_5_build_ReferenceLigand_47">
            <a:extLst>
              <a:ext uri="{FF2B5EF4-FFF2-40B4-BE49-F238E27FC236}">
                <a16:creationId xmlns:a16="http://schemas.microsoft.com/office/drawing/2014/main" id="{F3895059-E011-4215-9AAC-AC91E3EEE42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608929" y="88087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5" name="9wq3_5_build_ReferenceLigand_48">
            <a:extLst>
              <a:ext uri="{FF2B5EF4-FFF2-40B4-BE49-F238E27FC236}">
                <a16:creationId xmlns:a16="http://schemas.microsoft.com/office/drawing/2014/main" id="{A374FF03-8E08-4EFB-BDC9-656062EC8D6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723" y="1135475"/>
                </a:moveTo>
                <a:lnTo>
                  <a:pt x="1571953" y="115008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6" name="9wq3_5_build_ReferenceLigand_49">
            <a:extLst>
              <a:ext uri="{FF2B5EF4-FFF2-40B4-BE49-F238E27FC236}">
                <a16:creationId xmlns:a16="http://schemas.microsoft.com/office/drawing/2014/main" id="{6EEB8D91-AEE8-4980-9F14-A5BFDD997F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71953" y="1150085"/>
                </a:moveTo>
                <a:lnTo>
                  <a:pt x="1509846" y="9754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7" name="9wq3_5_build_ReferenceLigand_50">
            <a:extLst>
              <a:ext uri="{FF2B5EF4-FFF2-40B4-BE49-F238E27FC236}">
                <a16:creationId xmlns:a16="http://schemas.microsoft.com/office/drawing/2014/main" id="{A33725F2-51F0-48D3-8001-FFFB2C6DF62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9846" y="975494"/>
                </a:moveTo>
                <a:lnTo>
                  <a:pt x="1538715" y="91854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8" name="9wq3_5_build_PredictedLigand_0">
            <a:extLst>
              <a:ext uri="{FF2B5EF4-FFF2-40B4-BE49-F238E27FC236}">
                <a16:creationId xmlns:a16="http://schemas.microsoft.com/office/drawing/2014/main" id="{3E69C20B-AC69-4430-BDBB-D9634124979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72293" y="7286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59" name="9wq3_5_build_PredictedLigand_1">
            <a:extLst>
              <a:ext uri="{FF2B5EF4-FFF2-40B4-BE49-F238E27FC236}">
                <a16:creationId xmlns:a16="http://schemas.microsoft.com/office/drawing/2014/main" id="{74CA631A-C9BA-4794-8078-2B00CFDEB45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5363" y="5113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0" name="9wq3_5_build_PredictedLigand_2">
            <a:extLst>
              <a:ext uri="{FF2B5EF4-FFF2-40B4-BE49-F238E27FC236}">
                <a16:creationId xmlns:a16="http://schemas.microsoft.com/office/drawing/2014/main" id="{8EBFE552-BD99-47FD-8BCC-F78B43A712A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2293" y="728655"/>
                </a:moveTo>
                <a:lnTo>
                  <a:pt x="2071619" y="8351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1" name="9wq3_5_build_PredictedLigand_3">
            <a:extLst>
              <a:ext uri="{FF2B5EF4-FFF2-40B4-BE49-F238E27FC236}">
                <a16:creationId xmlns:a16="http://schemas.microsoft.com/office/drawing/2014/main" id="{938FF74F-87AB-4982-9A33-A7DE39924F0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52517" y="502222"/>
                </a:moveTo>
                <a:lnTo>
                  <a:pt x="501582" y="8282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2" name="9wq3_5_build_PredictedLigand_4">
            <a:extLst>
              <a:ext uri="{FF2B5EF4-FFF2-40B4-BE49-F238E27FC236}">
                <a16:creationId xmlns:a16="http://schemas.microsoft.com/office/drawing/2014/main" id="{94909642-E4B2-4F8B-BF6D-2AA7AC10700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156516" y="5724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3" name="9wq3_5_build_PredictedLigand_5">
            <a:extLst>
              <a:ext uri="{FF2B5EF4-FFF2-40B4-BE49-F238E27FC236}">
                <a16:creationId xmlns:a16="http://schemas.microsoft.com/office/drawing/2014/main" id="{79D0030F-CA7C-40C2-9BB8-1F768792BBA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1619" y="835169"/>
                </a:moveTo>
                <a:lnTo>
                  <a:pt x="2062197" y="6993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4" name="9wq3_5_build_PredictedLigand_6">
            <a:extLst>
              <a:ext uri="{FF2B5EF4-FFF2-40B4-BE49-F238E27FC236}">
                <a16:creationId xmlns:a16="http://schemas.microsoft.com/office/drawing/2014/main" id="{9617CA20-768B-49C4-91C1-74D3992839A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1868" y="674266"/>
                </a:moveTo>
                <a:lnTo>
                  <a:pt x="452517" y="5022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5" name="9wq3_5_build_PredictedLigand_7">
            <a:extLst>
              <a:ext uri="{FF2B5EF4-FFF2-40B4-BE49-F238E27FC236}">
                <a16:creationId xmlns:a16="http://schemas.microsoft.com/office/drawing/2014/main" id="{F9083E7C-60FE-45AE-9B24-E047E064BC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51261" y="119541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6" name="9wq3_5_build_PredictedLigand_8">
            <a:extLst>
              <a:ext uri="{FF2B5EF4-FFF2-40B4-BE49-F238E27FC236}">
                <a16:creationId xmlns:a16="http://schemas.microsoft.com/office/drawing/2014/main" id="{51339AEA-0609-42BD-9E7A-E1BA8C39086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054" y="1011072"/>
                </a:moveTo>
                <a:lnTo>
                  <a:pt x="1147674" y="10911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7" name="9wq3_5_build_PredictedLigand_9">
            <a:extLst>
              <a:ext uri="{FF2B5EF4-FFF2-40B4-BE49-F238E27FC236}">
                <a16:creationId xmlns:a16="http://schemas.microsoft.com/office/drawing/2014/main" id="{7B948E17-D3BD-4357-8FE9-F7E651B7229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8" name="9wq3_5_build_PredictedLigand_10">
            <a:extLst>
              <a:ext uri="{FF2B5EF4-FFF2-40B4-BE49-F238E27FC236}">
                <a16:creationId xmlns:a16="http://schemas.microsoft.com/office/drawing/2014/main" id="{47E1456E-8E68-4082-A3E0-86B19625F75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7674" y="1091166"/>
                </a:moveTo>
                <a:lnTo>
                  <a:pt x="1201858" y="9764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69" name="9wq3_5_build_PredictedLigand_11">
            <a:extLst>
              <a:ext uri="{FF2B5EF4-FFF2-40B4-BE49-F238E27FC236}">
                <a16:creationId xmlns:a16="http://schemas.microsoft.com/office/drawing/2014/main" id="{70742D75-FD2B-4B07-99E7-06CF0DAB43E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88054" y="10110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0" name="9wq3_5_build_PredictedLigand_12">
            <a:extLst>
              <a:ext uri="{FF2B5EF4-FFF2-40B4-BE49-F238E27FC236}">
                <a16:creationId xmlns:a16="http://schemas.microsoft.com/office/drawing/2014/main" id="{B4D9C728-18AA-4AC3-8549-DA0BEAF7955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9562" y="573134"/>
                </a:moveTo>
                <a:lnTo>
                  <a:pt x="2361910" y="56916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1" name="9wq3_5_build_PredictedLigand_13">
            <a:extLst>
              <a:ext uri="{FF2B5EF4-FFF2-40B4-BE49-F238E27FC236}">
                <a16:creationId xmlns:a16="http://schemas.microsoft.com/office/drawing/2014/main" id="{69400CA2-2A48-4150-B8C5-3527B7E4140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261" y="1195414"/>
                </a:moveTo>
                <a:lnTo>
                  <a:pt x="1247180" y="12625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2" name="9wq3_5_build_PredictedLigand_14">
            <a:extLst>
              <a:ext uri="{FF2B5EF4-FFF2-40B4-BE49-F238E27FC236}">
                <a16:creationId xmlns:a16="http://schemas.microsoft.com/office/drawing/2014/main" id="{05F65B64-F677-4470-9ED6-4924D45A4C5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311145" y="9495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3" name="9wq3_5_build_PredictedLigand_15">
            <a:extLst>
              <a:ext uri="{FF2B5EF4-FFF2-40B4-BE49-F238E27FC236}">
                <a16:creationId xmlns:a16="http://schemas.microsoft.com/office/drawing/2014/main" id="{81431423-7E36-478B-8C6C-76BBC9A3703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97" y="699381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4" name="9wq3_5_build_PredictedLigand_16">
            <a:extLst>
              <a:ext uri="{FF2B5EF4-FFF2-40B4-BE49-F238E27FC236}">
                <a16:creationId xmlns:a16="http://schemas.microsoft.com/office/drawing/2014/main" id="{3B5323C7-5EB8-44F5-9572-0833856CB12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1858" y="976470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5" name="9wq3_5_build_PredictedLigand_17">
            <a:extLst>
              <a:ext uri="{FF2B5EF4-FFF2-40B4-BE49-F238E27FC236}">
                <a16:creationId xmlns:a16="http://schemas.microsoft.com/office/drawing/2014/main" id="{3B0E7FB1-A371-4A92-B136-F7852490451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2700" y="836002"/>
                </a:moveTo>
                <a:lnTo>
                  <a:pt x="988352" y="84881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6" name="9wq3_5_build_PredictedLigand_18">
            <a:extLst>
              <a:ext uri="{FF2B5EF4-FFF2-40B4-BE49-F238E27FC236}">
                <a16:creationId xmlns:a16="http://schemas.microsoft.com/office/drawing/2014/main" id="{07F53E2D-B26A-41DA-8EDF-9DC797167CE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8352" y="84881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7" name="9wq3_5_build_PredictedLigand_19">
            <a:extLst>
              <a:ext uri="{FF2B5EF4-FFF2-40B4-BE49-F238E27FC236}">
                <a16:creationId xmlns:a16="http://schemas.microsoft.com/office/drawing/2014/main" id="{E871323F-E4A1-4DC0-9B13-265878BB266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88393" y="842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8" name="9wq3_5_build_PredictedLigand_20">
            <a:extLst>
              <a:ext uri="{FF2B5EF4-FFF2-40B4-BE49-F238E27FC236}">
                <a16:creationId xmlns:a16="http://schemas.microsoft.com/office/drawing/2014/main" id="{834A207A-800D-46F1-BE83-1AD704F756A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366123" y="4502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79" name="9wq3_5_build_PredictedLigand_21">
            <a:extLst>
              <a:ext uri="{FF2B5EF4-FFF2-40B4-BE49-F238E27FC236}">
                <a16:creationId xmlns:a16="http://schemas.microsoft.com/office/drawing/2014/main" id="{5497A238-5CB4-49B0-965D-6BF5C8018C2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81558" y="5379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0" name="9wq3_5_build_PredictedLigand_22">
            <a:extLst>
              <a:ext uri="{FF2B5EF4-FFF2-40B4-BE49-F238E27FC236}">
                <a16:creationId xmlns:a16="http://schemas.microsoft.com/office/drawing/2014/main" id="{9220CBBE-5773-4861-A468-4A254345C44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1" name="9wq3_5_build_PredictedLigand_23">
            <a:extLst>
              <a:ext uri="{FF2B5EF4-FFF2-40B4-BE49-F238E27FC236}">
                <a16:creationId xmlns:a16="http://schemas.microsoft.com/office/drawing/2014/main" id="{88B2482C-8FC3-4EB3-B04F-E3C48DC4273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7456" y="886348"/>
                </a:moveTo>
                <a:lnTo>
                  <a:pt x="691407" y="8011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2" name="9wq3_5_build_PredictedLigand_24">
            <a:extLst>
              <a:ext uri="{FF2B5EF4-FFF2-40B4-BE49-F238E27FC236}">
                <a16:creationId xmlns:a16="http://schemas.microsoft.com/office/drawing/2014/main" id="{88DA9E3F-BA8E-4BEB-8DBE-75CD325CC37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1407" y="801170"/>
                </a:moveTo>
                <a:lnTo>
                  <a:pt x="936229" y="7262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3" name="9wq3_5_build_PredictedLigand_25">
            <a:extLst>
              <a:ext uri="{FF2B5EF4-FFF2-40B4-BE49-F238E27FC236}">
                <a16:creationId xmlns:a16="http://schemas.microsoft.com/office/drawing/2014/main" id="{D23FC3B4-9213-4095-9DB1-536B692B7C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70443" y="767886"/>
                </a:moveTo>
                <a:lnTo>
                  <a:pt x="1142700" y="8360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4" name="9wq3_5_build_PredictedLigand_26">
            <a:extLst>
              <a:ext uri="{FF2B5EF4-FFF2-40B4-BE49-F238E27FC236}">
                <a16:creationId xmlns:a16="http://schemas.microsoft.com/office/drawing/2014/main" id="{E675C588-477E-4596-9284-CB0D8CB29D5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4699" y="590946"/>
                </a:moveTo>
                <a:lnTo>
                  <a:pt x="2159562" y="573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5" name="9wq3_5_build_PredictedLigand_27">
            <a:extLst>
              <a:ext uri="{FF2B5EF4-FFF2-40B4-BE49-F238E27FC236}">
                <a16:creationId xmlns:a16="http://schemas.microsoft.com/office/drawing/2014/main" id="{42F14B75-9B4B-40E4-8725-54C48C961020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270443" y="7678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6" name="9wq3_5_build_PredictedLigand_28">
            <a:extLst>
              <a:ext uri="{FF2B5EF4-FFF2-40B4-BE49-F238E27FC236}">
                <a16:creationId xmlns:a16="http://schemas.microsoft.com/office/drawing/2014/main" id="{CC532002-C005-4A4A-8FEA-599530C0F84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7180" y="1262586"/>
                </a:moveTo>
                <a:lnTo>
                  <a:pt x="1389630" y="13335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7" name="9wq3_5_build_PredictedLigand_29">
            <a:extLst>
              <a:ext uri="{FF2B5EF4-FFF2-40B4-BE49-F238E27FC236}">
                <a16:creationId xmlns:a16="http://schemas.microsoft.com/office/drawing/2014/main" id="{E53F25FF-3940-467A-A552-C0689808098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667456" y="88634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8" name="9wq3_5_build_PredictedLigand_30">
            <a:extLst>
              <a:ext uri="{FF2B5EF4-FFF2-40B4-BE49-F238E27FC236}">
                <a16:creationId xmlns:a16="http://schemas.microsoft.com/office/drawing/2014/main" id="{1A7EAD99-874E-4A00-B42A-05898F3D126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6229" y="726299"/>
                </a:moveTo>
                <a:lnTo>
                  <a:pt x="867039" y="9397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89" name="9wq3_5_build_PredictedLigand_31">
            <a:extLst>
              <a:ext uri="{FF2B5EF4-FFF2-40B4-BE49-F238E27FC236}">
                <a16:creationId xmlns:a16="http://schemas.microsoft.com/office/drawing/2014/main" id="{8FD12218-8BFA-4D58-95C7-FA501357748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2395" y="760831"/>
                </a:moveTo>
                <a:lnTo>
                  <a:pt x="1385839" y="62805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0" name="9wq3_5_build_PredictedLigand_32">
            <a:extLst>
              <a:ext uri="{FF2B5EF4-FFF2-40B4-BE49-F238E27FC236}">
                <a16:creationId xmlns:a16="http://schemas.microsoft.com/office/drawing/2014/main" id="{60E6E362-B4A5-40C0-A1E9-95A692C2DC0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11413" y="1007815"/>
                </a:moveTo>
                <a:lnTo>
                  <a:pt x="1998868" y="67613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1" name="9wq3_5_build_PredictedLigand_33">
            <a:extLst>
              <a:ext uri="{FF2B5EF4-FFF2-40B4-BE49-F238E27FC236}">
                <a16:creationId xmlns:a16="http://schemas.microsoft.com/office/drawing/2014/main" id="{9A8454F7-300A-41AF-AB71-1B58982B5F9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2" name="9wq3_5_build_PredictedLigand_34">
            <a:extLst>
              <a:ext uri="{FF2B5EF4-FFF2-40B4-BE49-F238E27FC236}">
                <a16:creationId xmlns:a16="http://schemas.microsoft.com/office/drawing/2014/main" id="{B453450D-C8F1-4573-82B7-8D74656E788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611868" y="6742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3" name="9wq3_5_build_PredictedLigand_35">
            <a:extLst>
              <a:ext uri="{FF2B5EF4-FFF2-40B4-BE49-F238E27FC236}">
                <a16:creationId xmlns:a16="http://schemas.microsoft.com/office/drawing/2014/main" id="{AB1F1B33-2251-40C6-9F2C-397BA124073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8868" y="676134"/>
                </a:moveTo>
                <a:lnTo>
                  <a:pt x="2074699" y="5909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4" name="9wq3_5_build_PredictedLigand_36">
            <a:extLst>
              <a:ext uri="{FF2B5EF4-FFF2-40B4-BE49-F238E27FC236}">
                <a16:creationId xmlns:a16="http://schemas.microsoft.com/office/drawing/2014/main" id="{9D42D6CF-DFD1-420A-BCF8-0F1E72DDD04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2011413" y="10078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5" name="9wq3_5_build_PredictedLigand_37">
            <a:extLst>
              <a:ext uri="{FF2B5EF4-FFF2-40B4-BE49-F238E27FC236}">
                <a16:creationId xmlns:a16="http://schemas.microsoft.com/office/drawing/2014/main" id="{383C3055-B222-49DE-B157-B6EA106227E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764" y="1333500"/>
                </a:moveTo>
                <a:lnTo>
                  <a:pt x="1513430" y="12203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6" name="9wq3_5_build_PredictedLigand_38">
            <a:extLst>
              <a:ext uri="{FF2B5EF4-FFF2-40B4-BE49-F238E27FC236}">
                <a16:creationId xmlns:a16="http://schemas.microsoft.com/office/drawing/2014/main" id="{116DE1CB-89B5-43C4-B0E0-64D2B3A1975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806127" y="11707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7" name="9wq3_5_build_PredictedLigand_39">
            <a:extLst>
              <a:ext uri="{FF2B5EF4-FFF2-40B4-BE49-F238E27FC236}">
                <a16:creationId xmlns:a16="http://schemas.microsoft.com/office/drawing/2014/main" id="{FE958A6E-54EF-4BC6-A5B0-049B0D3712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5839" y="628052"/>
                </a:moveTo>
                <a:lnTo>
                  <a:pt x="1358879" y="56062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8" name="9wq3_5_build_PredictedLigand_40">
            <a:extLst>
              <a:ext uri="{FF2B5EF4-FFF2-40B4-BE49-F238E27FC236}">
                <a16:creationId xmlns:a16="http://schemas.microsoft.com/office/drawing/2014/main" id="{518D52A9-2283-447C-B11B-2F7F7DA3FEC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6127" y="1170705"/>
                </a:moveTo>
                <a:lnTo>
                  <a:pt x="1926902" y="10636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99" name="9wq3_5_build_PredictedLigand_41">
            <a:extLst>
              <a:ext uri="{FF2B5EF4-FFF2-40B4-BE49-F238E27FC236}">
                <a16:creationId xmlns:a16="http://schemas.microsoft.com/office/drawing/2014/main" id="{254C39A8-6D61-4648-A4EA-A8D68647A91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88393" y="842379"/>
                </a:moveTo>
                <a:lnTo>
                  <a:pt x="358347" y="9288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0" name="9wq3_5_build_PredictedLigand_42">
            <a:extLst>
              <a:ext uri="{FF2B5EF4-FFF2-40B4-BE49-F238E27FC236}">
                <a16:creationId xmlns:a16="http://schemas.microsoft.com/office/drawing/2014/main" id="{5F20C59B-12D2-44BB-9257-5983B79948F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3430" y="1220326"/>
                </a:moveTo>
                <a:lnTo>
                  <a:pt x="1648778" y="11076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1" name="9wq3_5_build_PredictedLigand_43">
            <a:extLst>
              <a:ext uri="{FF2B5EF4-FFF2-40B4-BE49-F238E27FC236}">
                <a16:creationId xmlns:a16="http://schemas.microsoft.com/office/drawing/2014/main" id="{09321878-04B4-4D02-ACC4-A66A700EEB9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6454" y="827535"/>
                </a:moveTo>
                <a:lnTo>
                  <a:pt x="1542395" y="76083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2" name="9wq3_5_build_PredictedLigand_44">
            <a:extLst>
              <a:ext uri="{FF2B5EF4-FFF2-40B4-BE49-F238E27FC236}">
                <a16:creationId xmlns:a16="http://schemas.microsoft.com/office/drawing/2014/main" id="{25D8AB51-3AA8-477D-AB5B-935CE2F3DA8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039" y="939779"/>
                </a:moveTo>
                <a:lnTo>
                  <a:pt x="756810" y="7992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3" name="9wq3_5_build_PredictedLigand_45">
            <a:extLst>
              <a:ext uri="{FF2B5EF4-FFF2-40B4-BE49-F238E27FC236}">
                <a16:creationId xmlns:a16="http://schemas.microsoft.com/office/drawing/2014/main" id="{A5FFB102-5CAA-41C8-90FC-0AB8CE75528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8778" y="1107635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4" name="9wq3_5_build_PredictedLigand_46">
            <a:extLst>
              <a:ext uri="{FF2B5EF4-FFF2-40B4-BE49-F238E27FC236}">
                <a16:creationId xmlns:a16="http://schemas.microsoft.com/office/drawing/2014/main" id="{58689D13-2C6B-493D-8ADA-25914AEBD2C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902" y="1063685"/>
                </a:moveTo>
                <a:lnTo>
                  <a:pt x="1849321" y="94096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5" name="9wq3_5_build_PredictedLigand_47">
            <a:extLst>
              <a:ext uri="{FF2B5EF4-FFF2-40B4-BE49-F238E27FC236}">
                <a16:creationId xmlns:a16="http://schemas.microsoft.com/office/drawing/2014/main" id="{CBA5D8F8-3C8E-4205-A54F-E21ABCA310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8536" y="982471"/>
                </a:moveTo>
                <a:lnTo>
                  <a:pt x="1556454" y="8275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6" name="9wq3_5_build_PredictedLigand_48">
            <a:extLst>
              <a:ext uri="{FF2B5EF4-FFF2-40B4-BE49-F238E27FC236}">
                <a16:creationId xmlns:a16="http://schemas.microsoft.com/office/drawing/2014/main" id="{498ACDC9-460D-438B-8143-58CF2F27FBE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9321" y="940969"/>
                </a:moveTo>
                <a:lnTo>
                  <a:pt x="1688536" y="98247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307" name="9wq3_5_build_PredictedAtoms_0">
            <a:extLst>
              <a:ext uri="{FF2B5EF4-FFF2-40B4-BE49-F238E27FC236}">
                <a16:creationId xmlns:a16="http://schemas.microsoft.com/office/drawing/2014/main" id="{B0F76967-9219-402F-808B-26574C363B80}"/>
              </a:ext>
            </a:extLst>
          </p:cNvPr>
          <p:cNvSpPr>
            <a:spLocks noGrp="1"/>
          </p:cNvSpPr>
          <p:nvPr/>
        </p:nvSpPr>
        <p:spPr>
          <a:xfrm>
            <a:off x="7992669" y="56671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8" name="9wq3_5_build_PredictedAtoms_1">
            <a:extLst>
              <a:ext uri="{FF2B5EF4-FFF2-40B4-BE49-F238E27FC236}">
                <a16:creationId xmlns:a16="http://schemas.microsoft.com/office/drawing/2014/main" id="{2D8F87E6-BBC1-44CC-865F-46003A065EA1}"/>
              </a:ext>
            </a:extLst>
          </p:cNvPr>
          <p:cNvSpPr>
            <a:spLocks noGrp="1"/>
          </p:cNvSpPr>
          <p:nvPr/>
        </p:nvSpPr>
        <p:spPr>
          <a:xfrm>
            <a:off x="7962135" y="55264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09" name="9wq3_5_build_PredictedAtoms_2">
            <a:extLst>
              <a:ext uri="{FF2B5EF4-FFF2-40B4-BE49-F238E27FC236}">
                <a16:creationId xmlns:a16="http://schemas.microsoft.com/office/drawing/2014/main" id="{E0B7D982-F32D-41E4-89B3-17A2D24CE6C4}"/>
              </a:ext>
            </a:extLst>
          </p:cNvPr>
          <p:cNvSpPr>
            <a:spLocks noGrp="1"/>
          </p:cNvSpPr>
          <p:nvPr/>
        </p:nvSpPr>
        <p:spPr>
          <a:xfrm>
            <a:off x="8082910" y="541946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0" name="9wq3_5_build_PredictedAtoms_3">
            <a:extLst>
              <a:ext uri="{FF2B5EF4-FFF2-40B4-BE49-F238E27FC236}">
                <a16:creationId xmlns:a16="http://schemas.microsoft.com/office/drawing/2014/main" id="{8AE5B9EA-F7E0-4F92-9A5E-9932B0D77EFF}"/>
              </a:ext>
            </a:extLst>
          </p:cNvPr>
          <p:cNvSpPr>
            <a:spLocks noGrp="1"/>
          </p:cNvSpPr>
          <p:nvPr/>
        </p:nvSpPr>
        <p:spPr>
          <a:xfrm>
            <a:off x="8167420" y="53635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1" name="9wq3_5_build_PredictedAtoms_4">
            <a:extLst>
              <a:ext uri="{FF2B5EF4-FFF2-40B4-BE49-F238E27FC236}">
                <a16:creationId xmlns:a16="http://schemas.microsoft.com/office/drawing/2014/main" id="{CC6533FF-CC99-4A91-ACB9-6194E91ED2D0}"/>
              </a:ext>
            </a:extLst>
          </p:cNvPr>
          <p:cNvSpPr>
            <a:spLocks noGrp="1"/>
          </p:cNvSpPr>
          <p:nvPr/>
        </p:nvSpPr>
        <p:spPr>
          <a:xfrm>
            <a:off x="8154875" y="50319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2" name="9wq3_5_build_PredictedAtoms_5">
            <a:extLst>
              <a:ext uri="{FF2B5EF4-FFF2-40B4-BE49-F238E27FC236}">
                <a16:creationId xmlns:a16="http://schemas.microsoft.com/office/drawing/2014/main" id="{B640CF04-718F-4A7B-BEDA-64B01A216B24}"/>
              </a:ext>
            </a:extLst>
          </p:cNvPr>
          <p:cNvSpPr>
            <a:spLocks noGrp="1"/>
          </p:cNvSpPr>
          <p:nvPr/>
        </p:nvSpPr>
        <p:spPr>
          <a:xfrm>
            <a:off x="8230707" y="494672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3" name="9wq3_5_build_PredictedAtoms_6">
            <a:extLst>
              <a:ext uri="{FF2B5EF4-FFF2-40B4-BE49-F238E27FC236}">
                <a16:creationId xmlns:a16="http://schemas.microsoft.com/office/drawing/2014/main" id="{13906E4D-C108-4624-8564-88D3B90E7C09}"/>
              </a:ext>
            </a:extLst>
          </p:cNvPr>
          <p:cNvSpPr>
            <a:spLocks noGrp="1"/>
          </p:cNvSpPr>
          <p:nvPr/>
        </p:nvSpPr>
        <p:spPr>
          <a:xfrm>
            <a:off x="8315570" y="492891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4" name="9wq3_5_build_PredictedAtoms_7">
            <a:extLst>
              <a:ext uri="{FF2B5EF4-FFF2-40B4-BE49-F238E27FC236}">
                <a16:creationId xmlns:a16="http://schemas.microsoft.com/office/drawing/2014/main" id="{E69E404E-D9E6-417E-84B7-67C58B2E41AF}"/>
              </a:ext>
            </a:extLst>
          </p:cNvPr>
          <p:cNvSpPr>
            <a:spLocks noGrp="1"/>
          </p:cNvSpPr>
          <p:nvPr/>
        </p:nvSpPr>
        <p:spPr>
          <a:xfrm>
            <a:off x="8517918" y="492494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5" name="9wq3_5_build_PredictedAtoms_8">
            <a:extLst>
              <a:ext uri="{FF2B5EF4-FFF2-40B4-BE49-F238E27FC236}">
                <a16:creationId xmlns:a16="http://schemas.microsoft.com/office/drawing/2014/main" id="{ADBABDBD-C126-46E7-9BF3-366E620E4B46}"/>
              </a:ext>
            </a:extLst>
          </p:cNvPr>
          <p:cNvSpPr>
            <a:spLocks noGrp="1"/>
          </p:cNvSpPr>
          <p:nvPr/>
        </p:nvSpPr>
        <p:spPr>
          <a:xfrm>
            <a:off x="8522130" y="48060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6" name="9wq3_5_build_PredictedAtoms_9">
            <a:extLst>
              <a:ext uri="{FF2B5EF4-FFF2-40B4-BE49-F238E27FC236}">
                <a16:creationId xmlns:a16="http://schemas.microsoft.com/office/drawing/2014/main" id="{FC14B853-7488-4D11-9C56-4A1357362DB5}"/>
              </a:ext>
            </a:extLst>
          </p:cNvPr>
          <p:cNvSpPr>
            <a:spLocks noGrp="1"/>
          </p:cNvSpPr>
          <p:nvPr/>
        </p:nvSpPr>
        <p:spPr>
          <a:xfrm>
            <a:off x="8312524" y="49281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7" name="9wq3_5_build_PredictedAtoms_10">
            <a:extLst>
              <a:ext uri="{FF2B5EF4-FFF2-40B4-BE49-F238E27FC236}">
                <a16:creationId xmlns:a16="http://schemas.microsoft.com/office/drawing/2014/main" id="{9C1B33C2-93A2-412B-86D6-0BF5E889BB28}"/>
              </a:ext>
            </a:extLst>
          </p:cNvPr>
          <p:cNvSpPr>
            <a:spLocks noGrp="1"/>
          </p:cNvSpPr>
          <p:nvPr/>
        </p:nvSpPr>
        <p:spPr>
          <a:xfrm>
            <a:off x="8328300" y="50844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8" name="9wq3_5_build_PredictedAtoms_11">
            <a:extLst>
              <a:ext uri="{FF2B5EF4-FFF2-40B4-BE49-F238E27FC236}">
                <a16:creationId xmlns:a16="http://schemas.microsoft.com/office/drawing/2014/main" id="{EA069CA0-C6FC-4C21-B413-E8434374397F}"/>
              </a:ext>
            </a:extLst>
          </p:cNvPr>
          <p:cNvSpPr>
            <a:spLocks noGrp="1"/>
          </p:cNvSpPr>
          <p:nvPr/>
        </p:nvSpPr>
        <p:spPr>
          <a:xfrm>
            <a:off x="8227626" y="519095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19" name="9wq3_5_build_PredictedAtoms_12">
            <a:extLst>
              <a:ext uri="{FF2B5EF4-FFF2-40B4-BE49-F238E27FC236}">
                <a16:creationId xmlns:a16="http://schemas.microsoft.com/office/drawing/2014/main" id="{FFEFD78F-3716-402E-832A-7CB8DB01AFF2}"/>
              </a:ext>
            </a:extLst>
          </p:cNvPr>
          <p:cNvSpPr>
            <a:spLocks noGrp="1"/>
          </p:cNvSpPr>
          <p:nvPr/>
        </p:nvSpPr>
        <p:spPr>
          <a:xfrm>
            <a:off x="8218205" y="50551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0" name="9wq3_5_build_PredictedAtoms_13">
            <a:extLst>
              <a:ext uri="{FF2B5EF4-FFF2-40B4-BE49-F238E27FC236}">
                <a16:creationId xmlns:a16="http://schemas.microsoft.com/office/drawing/2014/main" id="{820026AD-BB3D-45A7-8EB6-401E4D84ABDD}"/>
              </a:ext>
            </a:extLst>
          </p:cNvPr>
          <p:cNvSpPr>
            <a:spLocks noGrp="1"/>
          </p:cNvSpPr>
          <p:nvPr/>
        </p:nvSpPr>
        <p:spPr>
          <a:xfrm>
            <a:off x="8005328" y="52967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1" name="9wq3_5_build_PredictedAtoms_14">
            <a:extLst>
              <a:ext uri="{FF2B5EF4-FFF2-40B4-BE49-F238E27FC236}">
                <a16:creationId xmlns:a16="http://schemas.microsoft.com/office/drawing/2014/main" id="{3B961A8D-4428-4008-ABC5-22935E904A27}"/>
              </a:ext>
            </a:extLst>
          </p:cNvPr>
          <p:cNvSpPr>
            <a:spLocks noGrp="1"/>
          </p:cNvSpPr>
          <p:nvPr/>
        </p:nvSpPr>
        <p:spPr>
          <a:xfrm>
            <a:off x="7844543" y="53382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2" name="9wq3_5_build_PredictedAtoms_15">
            <a:extLst>
              <a:ext uri="{FF2B5EF4-FFF2-40B4-BE49-F238E27FC236}">
                <a16:creationId xmlns:a16="http://schemas.microsoft.com/office/drawing/2014/main" id="{F9C5822A-4CC5-4E81-8F9F-EF7C6DB05E68}"/>
              </a:ext>
            </a:extLst>
          </p:cNvPr>
          <p:cNvSpPr>
            <a:spLocks noGrp="1"/>
          </p:cNvSpPr>
          <p:nvPr/>
        </p:nvSpPr>
        <p:spPr>
          <a:xfrm>
            <a:off x="7712461" y="51833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3" name="9wq3_5_build_PredictedAtoms_16">
            <a:extLst>
              <a:ext uri="{FF2B5EF4-FFF2-40B4-BE49-F238E27FC236}">
                <a16:creationId xmlns:a16="http://schemas.microsoft.com/office/drawing/2014/main" id="{B97D6150-AA1D-4E9A-A819-38042A14895D}"/>
              </a:ext>
            </a:extLst>
          </p:cNvPr>
          <p:cNvSpPr>
            <a:spLocks noGrp="1"/>
          </p:cNvSpPr>
          <p:nvPr/>
        </p:nvSpPr>
        <p:spPr>
          <a:xfrm>
            <a:off x="7698403" y="511661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4" name="9wq3_5_build_PredictedAtoms_17">
            <a:extLst>
              <a:ext uri="{FF2B5EF4-FFF2-40B4-BE49-F238E27FC236}">
                <a16:creationId xmlns:a16="http://schemas.microsoft.com/office/drawing/2014/main" id="{0B06F08C-FA67-4149-8589-2ECFDA182255}"/>
              </a:ext>
            </a:extLst>
          </p:cNvPr>
          <p:cNvSpPr>
            <a:spLocks noGrp="1"/>
          </p:cNvSpPr>
          <p:nvPr/>
        </p:nvSpPr>
        <p:spPr>
          <a:xfrm>
            <a:off x="7541847" y="498383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5" name="9wq3_5_build_PredictedAtoms_18">
            <a:extLst>
              <a:ext uri="{FF2B5EF4-FFF2-40B4-BE49-F238E27FC236}">
                <a16:creationId xmlns:a16="http://schemas.microsoft.com/office/drawing/2014/main" id="{576E454B-3186-407B-AE9C-18F0997DD8B8}"/>
              </a:ext>
            </a:extLst>
          </p:cNvPr>
          <p:cNvSpPr>
            <a:spLocks noGrp="1"/>
          </p:cNvSpPr>
          <p:nvPr/>
        </p:nvSpPr>
        <p:spPr>
          <a:xfrm>
            <a:off x="7514887" y="49164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6" name="9wq3_5_build_PredictedAtoms_19">
            <a:extLst>
              <a:ext uri="{FF2B5EF4-FFF2-40B4-BE49-F238E27FC236}">
                <a16:creationId xmlns:a16="http://schemas.microsoft.com/office/drawing/2014/main" id="{C06D63A7-581D-4AE5-87D4-75DAC58E8C3B}"/>
              </a:ext>
            </a:extLst>
          </p:cNvPr>
          <p:cNvSpPr>
            <a:spLocks noGrp="1"/>
          </p:cNvSpPr>
          <p:nvPr/>
        </p:nvSpPr>
        <p:spPr>
          <a:xfrm>
            <a:off x="7537565" y="48937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7" name="9wq3_5_build_PredictedAtoms_20">
            <a:extLst>
              <a:ext uri="{FF2B5EF4-FFF2-40B4-BE49-F238E27FC236}">
                <a16:creationId xmlns:a16="http://schemas.microsoft.com/office/drawing/2014/main" id="{F94222C3-376A-4463-A387-59C81CFFF974}"/>
              </a:ext>
            </a:extLst>
          </p:cNvPr>
          <p:cNvSpPr>
            <a:spLocks noGrp="1"/>
          </p:cNvSpPr>
          <p:nvPr/>
        </p:nvSpPr>
        <p:spPr>
          <a:xfrm>
            <a:off x="7426451" y="51236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8" name="9wq3_5_build_PredictedAtoms_21">
            <a:extLst>
              <a:ext uri="{FF2B5EF4-FFF2-40B4-BE49-F238E27FC236}">
                <a16:creationId xmlns:a16="http://schemas.microsoft.com/office/drawing/2014/main" id="{FE501C59-9A5B-48F9-9AD4-730ADF813743}"/>
              </a:ext>
            </a:extLst>
          </p:cNvPr>
          <p:cNvSpPr>
            <a:spLocks noGrp="1"/>
          </p:cNvSpPr>
          <p:nvPr/>
        </p:nvSpPr>
        <p:spPr>
          <a:xfrm>
            <a:off x="7298708" y="51917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29" name="9wq3_5_build_PredictedAtoms_22">
            <a:extLst>
              <a:ext uri="{FF2B5EF4-FFF2-40B4-BE49-F238E27FC236}">
                <a16:creationId xmlns:a16="http://schemas.microsoft.com/office/drawing/2014/main" id="{67022339-089F-4D8F-A55E-2A043360A4B6}"/>
              </a:ext>
            </a:extLst>
          </p:cNvPr>
          <p:cNvSpPr>
            <a:spLocks noGrp="1"/>
          </p:cNvSpPr>
          <p:nvPr/>
        </p:nvSpPr>
        <p:spPr>
          <a:xfrm>
            <a:off x="7144359" y="52045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0" name="9wq3_5_build_PredictedAtoms_23">
            <a:extLst>
              <a:ext uri="{FF2B5EF4-FFF2-40B4-BE49-F238E27FC236}">
                <a16:creationId xmlns:a16="http://schemas.microsoft.com/office/drawing/2014/main" id="{A31A3B41-0A3A-430D-A550-F94FF65A2623}"/>
              </a:ext>
            </a:extLst>
          </p:cNvPr>
          <p:cNvSpPr>
            <a:spLocks noGrp="1"/>
          </p:cNvSpPr>
          <p:nvPr/>
        </p:nvSpPr>
        <p:spPr>
          <a:xfrm>
            <a:off x="7092237" y="50820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1" name="9wq3_5_build_PredictedAtoms_24">
            <a:extLst>
              <a:ext uri="{FF2B5EF4-FFF2-40B4-BE49-F238E27FC236}">
                <a16:creationId xmlns:a16="http://schemas.microsoft.com/office/drawing/2014/main" id="{16E8495E-CB50-46D9-A76A-61732AD1C837}"/>
              </a:ext>
            </a:extLst>
          </p:cNvPr>
          <p:cNvSpPr>
            <a:spLocks noGrp="1"/>
          </p:cNvSpPr>
          <p:nvPr/>
        </p:nvSpPr>
        <p:spPr>
          <a:xfrm>
            <a:off x="7023046" y="52955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2" name="9wq3_5_build_PredictedAtoms_25">
            <a:extLst>
              <a:ext uri="{FF2B5EF4-FFF2-40B4-BE49-F238E27FC236}">
                <a16:creationId xmlns:a16="http://schemas.microsoft.com/office/drawing/2014/main" id="{666960D3-7065-48C0-8E2C-6D1F66551BB5}"/>
              </a:ext>
            </a:extLst>
          </p:cNvPr>
          <p:cNvSpPr>
            <a:spLocks noGrp="1"/>
          </p:cNvSpPr>
          <p:nvPr/>
        </p:nvSpPr>
        <p:spPr>
          <a:xfrm>
            <a:off x="6912818" y="51550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3" name="9wq3_5_build_PredictedAtoms_26">
            <a:extLst>
              <a:ext uri="{FF2B5EF4-FFF2-40B4-BE49-F238E27FC236}">
                <a16:creationId xmlns:a16="http://schemas.microsoft.com/office/drawing/2014/main" id="{2201BF77-3996-4945-800F-56EAC6028E94}"/>
              </a:ext>
            </a:extLst>
          </p:cNvPr>
          <p:cNvSpPr>
            <a:spLocks noGrp="1"/>
          </p:cNvSpPr>
          <p:nvPr/>
        </p:nvSpPr>
        <p:spPr>
          <a:xfrm>
            <a:off x="6767876" y="50300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4" name="9wq3_5_build_PredictedAtoms_27">
            <a:extLst>
              <a:ext uri="{FF2B5EF4-FFF2-40B4-BE49-F238E27FC236}">
                <a16:creationId xmlns:a16="http://schemas.microsoft.com/office/drawing/2014/main" id="{D0DF5235-6D08-4459-A950-58C5761BA2A0}"/>
              </a:ext>
            </a:extLst>
          </p:cNvPr>
          <p:cNvSpPr>
            <a:spLocks noGrp="1"/>
          </p:cNvSpPr>
          <p:nvPr/>
        </p:nvSpPr>
        <p:spPr>
          <a:xfrm>
            <a:off x="6608525" y="48580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5" name="9wq3_5_build_PredictedAtoms_28">
            <a:extLst>
              <a:ext uri="{FF2B5EF4-FFF2-40B4-BE49-F238E27FC236}">
                <a16:creationId xmlns:a16="http://schemas.microsoft.com/office/drawing/2014/main" id="{CF4D8A99-BA1D-4260-AE82-ECBCC1D15695}"/>
              </a:ext>
            </a:extLst>
          </p:cNvPr>
          <p:cNvSpPr>
            <a:spLocks noGrp="1"/>
          </p:cNvSpPr>
          <p:nvPr/>
        </p:nvSpPr>
        <p:spPr>
          <a:xfrm>
            <a:off x="6661370" y="48671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6" name="9wq3_5_build_PredictedAtoms_29">
            <a:extLst>
              <a:ext uri="{FF2B5EF4-FFF2-40B4-BE49-F238E27FC236}">
                <a16:creationId xmlns:a16="http://schemas.microsoft.com/office/drawing/2014/main" id="{C5CE902C-A7B1-4A76-BB99-B5C7021F08F7}"/>
              </a:ext>
            </a:extLst>
          </p:cNvPr>
          <p:cNvSpPr>
            <a:spLocks noGrp="1"/>
          </p:cNvSpPr>
          <p:nvPr/>
        </p:nvSpPr>
        <p:spPr>
          <a:xfrm>
            <a:off x="6657589" y="51840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7" name="9wq3_5_build_PredictedAtoms_30">
            <a:extLst>
              <a:ext uri="{FF2B5EF4-FFF2-40B4-BE49-F238E27FC236}">
                <a16:creationId xmlns:a16="http://schemas.microsoft.com/office/drawing/2014/main" id="{856ED97A-70C0-45A0-97D8-F991F6954D27}"/>
              </a:ext>
            </a:extLst>
          </p:cNvPr>
          <p:cNvSpPr>
            <a:spLocks noGrp="1"/>
          </p:cNvSpPr>
          <p:nvPr/>
        </p:nvSpPr>
        <p:spPr>
          <a:xfrm>
            <a:off x="6644400" y="51981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8" name="9wq3_5_build_PredictedAtoms_31">
            <a:extLst>
              <a:ext uri="{FF2B5EF4-FFF2-40B4-BE49-F238E27FC236}">
                <a16:creationId xmlns:a16="http://schemas.microsoft.com/office/drawing/2014/main" id="{4167A357-A4F7-42BA-80F5-70F82BEEAEE7}"/>
              </a:ext>
            </a:extLst>
          </p:cNvPr>
          <p:cNvSpPr>
            <a:spLocks noGrp="1"/>
          </p:cNvSpPr>
          <p:nvPr/>
        </p:nvSpPr>
        <p:spPr>
          <a:xfrm>
            <a:off x="6514354" y="52846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39" name="9wq3_5_build_PredictedAtoms_32">
            <a:extLst>
              <a:ext uri="{FF2B5EF4-FFF2-40B4-BE49-F238E27FC236}">
                <a16:creationId xmlns:a16="http://schemas.microsoft.com/office/drawing/2014/main" id="{6F24D0B7-C734-410D-A7D2-61CB5E8CB52A}"/>
              </a:ext>
            </a:extLst>
          </p:cNvPr>
          <p:cNvSpPr>
            <a:spLocks noGrp="1"/>
          </p:cNvSpPr>
          <p:nvPr/>
        </p:nvSpPr>
        <p:spPr>
          <a:xfrm>
            <a:off x="6823464" y="524213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0" name="9wq3_5_build_PredictedAtoms_33">
            <a:extLst>
              <a:ext uri="{FF2B5EF4-FFF2-40B4-BE49-F238E27FC236}">
                <a16:creationId xmlns:a16="http://schemas.microsoft.com/office/drawing/2014/main" id="{C21D3145-F366-4D54-9761-8F0DFB852433}"/>
              </a:ext>
            </a:extLst>
          </p:cNvPr>
          <p:cNvSpPr>
            <a:spLocks noGrp="1"/>
          </p:cNvSpPr>
          <p:nvPr/>
        </p:nvSpPr>
        <p:spPr>
          <a:xfrm>
            <a:off x="6847414" y="51569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1" name="9wq3_5_build_PredictedAtoms_34">
            <a:extLst>
              <a:ext uri="{FF2B5EF4-FFF2-40B4-BE49-F238E27FC236}">
                <a16:creationId xmlns:a16="http://schemas.microsoft.com/office/drawing/2014/main" id="{BD40D3E6-97A5-4DA7-AB46-FF632A9ADC10}"/>
              </a:ext>
            </a:extLst>
          </p:cNvPr>
          <p:cNvSpPr>
            <a:spLocks noGrp="1"/>
          </p:cNvSpPr>
          <p:nvPr/>
        </p:nvSpPr>
        <p:spPr>
          <a:xfrm>
            <a:off x="7144061" y="53668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2" name="9wq3_5_build_PredictedAtoms_35">
            <a:extLst>
              <a:ext uri="{FF2B5EF4-FFF2-40B4-BE49-F238E27FC236}">
                <a16:creationId xmlns:a16="http://schemas.microsoft.com/office/drawing/2014/main" id="{E6C23EEF-8B1B-4524-B655-62D2D91215BD}"/>
              </a:ext>
            </a:extLst>
          </p:cNvPr>
          <p:cNvSpPr>
            <a:spLocks noGrp="1"/>
          </p:cNvSpPr>
          <p:nvPr/>
        </p:nvSpPr>
        <p:spPr>
          <a:xfrm>
            <a:off x="7303681" y="54469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3" name="9wq3_5_build_PredictedAtoms_36">
            <a:extLst>
              <a:ext uri="{FF2B5EF4-FFF2-40B4-BE49-F238E27FC236}">
                <a16:creationId xmlns:a16="http://schemas.microsoft.com/office/drawing/2014/main" id="{C7E27CBF-7607-40F5-8559-EA2473D97167}"/>
              </a:ext>
            </a:extLst>
          </p:cNvPr>
          <p:cNvSpPr>
            <a:spLocks noGrp="1"/>
          </p:cNvSpPr>
          <p:nvPr/>
        </p:nvSpPr>
        <p:spPr>
          <a:xfrm>
            <a:off x="7407269" y="555119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4" name="9wq3_5_build_PredictedAtoms_37">
            <a:extLst>
              <a:ext uri="{FF2B5EF4-FFF2-40B4-BE49-F238E27FC236}">
                <a16:creationId xmlns:a16="http://schemas.microsoft.com/office/drawing/2014/main" id="{3C753790-6804-4002-93A2-41F1501A5FF5}"/>
              </a:ext>
            </a:extLst>
          </p:cNvPr>
          <p:cNvSpPr>
            <a:spLocks noGrp="1"/>
          </p:cNvSpPr>
          <p:nvPr/>
        </p:nvSpPr>
        <p:spPr>
          <a:xfrm>
            <a:off x="7403188" y="561836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5" name="9wq3_5_build_PredictedAtoms_41">
            <a:extLst>
              <a:ext uri="{FF2B5EF4-FFF2-40B4-BE49-F238E27FC236}">
                <a16:creationId xmlns:a16="http://schemas.microsoft.com/office/drawing/2014/main" id="{BC10E548-D368-4DBB-A1AA-7B4B9D0D4155}"/>
              </a:ext>
            </a:extLst>
          </p:cNvPr>
          <p:cNvSpPr>
            <a:spLocks noGrp="1"/>
          </p:cNvSpPr>
          <p:nvPr/>
        </p:nvSpPr>
        <p:spPr>
          <a:xfrm>
            <a:off x="7669438" y="55761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6" name="9wq3_5_build_PredictedAtoms_42">
            <a:extLst>
              <a:ext uri="{FF2B5EF4-FFF2-40B4-BE49-F238E27FC236}">
                <a16:creationId xmlns:a16="http://schemas.microsoft.com/office/drawing/2014/main" id="{6ECA10B7-8D5B-4D6A-8EFB-E451D3A456DC}"/>
              </a:ext>
            </a:extLst>
          </p:cNvPr>
          <p:cNvSpPr>
            <a:spLocks noGrp="1"/>
          </p:cNvSpPr>
          <p:nvPr/>
        </p:nvSpPr>
        <p:spPr>
          <a:xfrm>
            <a:off x="7804786" y="546341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7" name="9wq3_5_build_PredictedAtoms_43">
            <a:extLst>
              <a:ext uri="{FF2B5EF4-FFF2-40B4-BE49-F238E27FC236}">
                <a16:creationId xmlns:a16="http://schemas.microsoft.com/office/drawing/2014/main" id="{2C190F6D-3863-48B7-8B20-9C06429D8D2F}"/>
              </a:ext>
            </a:extLst>
          </p:cNvPr>
          <p:cNvSpPr>
            <a:spLocks noGrp="1"/>
          </p:cNvSpPr>
          <p:nvPr/>
        </p:nvSpPr>
        <p:spPr>
          <a:xfrm>
            <a:off x="7357865" y="53322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8" name="9wq3_5_build_PredictedAtoms_44">
            <a:extLst>
              <a:ext uri="{FF2B5EF4-FFF2-40B4-BE49-F238E27FC236}">
                <a16:creationId xmlns:a16="http://schemas.microsoft.com/office/drawing/2014/main" id="{07576C15-9CB5-49DF-8EE4-21493E90F671}"/>
              </a:ext>
            </a:extLst>
          </p:cNvPr>
          <p:cNvSpPr>
            <a:spLocks noGrp="1"/>
          </p:cNvSpPr>
          <p:nvPr/>
        </p:nvSpPr>
        <p:spPr>
          <a:xfrm>
            <a:off x="7467153" y="53053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349" name="9wq3_5_build_Clashes_0">
            <a:extLst>
              <a:ext uri="{FF2B5EF4-FFF2-40B4-BE49-F238E27FC236}">
                <a16:creationId xmlns:a16="http://schemas.microsoft.com/office/drawing/2014/main" id="{FFB2E392-460C-42C6-A7D8-936DF73F9B5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6662" y="1311357"/>
                </a:moveTo>
                <a:lnTo>
                  <a:pt x="1977617" y="13335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0" name="9wq3_5_build_Clashes_1">
            <a:extLst>
              <a:ext uri="{FF2B5EF4-FFF2-40B4-BE49-F238E27FC236}">
                <a16:creationId xmlns:a16="http://schemas.microsoft.com/office/drawing/2014/main" id="{03C6286A-A0F6-462D-BEA2-19BD3C7AAD9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1910" y="569161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1" name="9wq3_5_build_Clashes_2">
            <a:extLst>
              <a:ext uri="{FF2B5EF4-FFF2-40B4-BE49-F238E27FC236}">
                <a16:creationId xmlns:a16="http://schemas.microsoft.com/office/drawing/2014/main" id="{8719E6C0-F9D4-43F0-B389-62CCC13D850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605067" y="35180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2" name="9wq3_5_build_Clashes_3">
            <a:extLst>
              <a:ext uri="{FF2B5EF4-FFF2-40B4-BE49-F238E27FC236}">
                <a16:creationId xmlns:a16="http://schemas.microsoft.com/office/drawing/2014/main" id="{A93F25AC-AC94-4753-88EF-339EE6A7737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6123" y="450280"/>
                </a:moveTo>
                <a:lnTo>
                  <a:pt x="2453933" y="36656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3" name="9wq3_5_build_Clashes_4">
            <a:extLst>
              <a:ext uri="{FF2B5EF4-FFF2-40B4-BE49-F238E27FC236}">
                <a16:creationId xmlns:a16="http://schemas.microsoft.com/office/drawing/2014/main" id="{D993AF07-BB53-493A-8DC5-20977EB03A7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168043" y="38412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4" name="9wq3_5_build_Clashes_5">
            <a:extLst>
              <a:ext uri="{FF2B5EF4-FFF2-40B4-BE49-F238E27FC236}">
                <a16:creationId xmlns:a16="http://schemas.microsoft.com/office/drawing/2014/main" id="{9B829824-A3C4-4C65-94C0-A05F564210E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6516" y="572417"/>
                </a:moveTo>
                <a:lnTo>
                  <a:pt x="2013071" y="48774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5" name="9wq3_5_build_Clashes_6">
            <a:extLst>
              <a:ext uri="{FF2B5EF4-FFF2-40B4-BE49-F238E27FC236}">
                <a16:creationId xmlns:a16="http://schemas.microsoft.com/office/drawing/2014/main" id="{AA2A29D9-9E63-4A6B-95F7-8CEE6C51577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749227" y="85439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6" name="9wq3_5_build_Clashes_7">
            <a:extLst>
              <a:ext uri="{FF2B5EF4-FFF2-40B4-BE49-F238E27FC236}">
                <a16:creationId xmlns:a16="http://schemas.microsoft.com/office/drawing/2014/main" id="{690C20F9-F107-49DA-8792-CE2FCDCBD6D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810" y="799286"/>
                </a:moveTo>
                <a:lnTo>
                  <a:pt x="819853" y="55158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7" name="9wq3_5_build_Clashes_8">
            <a:extLst>
              <a:ext uri="{FF2B5EF4-FFF2-40B4-BE49-F238E27FC236}">
                <a16:creationId xmlns:a16="http://schemas.microsoft.com/office/drawing/2014/main" id="{54BE832A-4D4F-443F-8FE4-247D8E19504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503278" y="1089158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8" name="9wq3_5_build_Clashes_9">
            <a:extLst>
              <a:ext uri="{FF2B5EF4-FFF2-40B4-BE49-F238E27FC236}">
                <a16:creationId xmlns:a16="http://schemas.microsoft.com/office/drawing/2014/main" id="{0AB819D0-94D9-45D2-BBB9-1C2C0FEA340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1582" y="828282"/>
                </a:moveTo>
                <a:lnTo>
                  <a:pt x="431053" y="100081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359" name="9wq3_5_build_ClashingReceptorAtoms_2">
            <a:extLst>
              <a:ext uri="{FF2B5EF4-FFF2-40B4-BE49-F238E27FC236}">
                <a16:creationId xmlns:a16="http://schemas.microsoft.com/office/drawing/2014/main" id="{EBD40ABB-5CEB-428A-A2DA-1BB2309481CC}"/>
              </a:ext>
            </a:extLst>
          </p:cNvPr>
          <p:cNvSpPr>
            <a:spLocks noGrp="1"/>
          </p:cNvSpPr>
          <p:nvPr/>
        </p:nvSpPr>
        <p:spPr>
          <a:xfrm>
            <a:off x="8753455" y="469996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0" name="9wq3_5_build_ClashingReceptorAtoms_3">
            <a:extLst>
              <a:ext uri="{FF2B5EF4-FFF2-40B4-BE49-F238E27FC236}">
                <a16:creationId xmlns:a16="http://schemas.microsoft.com/office/drawing/2014/main" id="{73618B88-D230-426F-8745-EF4DECDE4DD3}"/>
              </a:ext>
            </a:extLst>
          </p:cNvPr>
          <p:cNvSpPr>
            <a:spLocks noGrp="1"/>
          </p:cNvSpPr>
          <p:nvPr/>
        </p:nvSpPr>
        <p:spPr>
          <a:xfrm>
            <a:off x="8602320" y="471472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1" name="9wq3_5_build_ClashingReceptorAtoms_4">
            <a:extLst>
              <a:ext uri="{FF2B5EF4-FFF2-40B4-BE49-F238E27FC236}">
                <a16:creationId xmlns:a16="http://schemas.microsoft.com/office/drawing/2014/main" id="{EDCAAA3D-442C-48D8-895A-2FD6D1947F14}"/>
              </a:ext>
            </a:extLst>
          </p:cNvPr>
          <p:cNvSpPr>
            <a:spLocks noGrp="1"/>
          </p:cNvSpPr>
          <p:nvPr/>
        </p:nvSpPr>
        <p:spPr>
          <a:xfrm>
            <a:off x="8316431" y="473228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2" name="9wq3_5_build_ClashingReceptorAtoms_5">
            <a:extLst>
              <a:ext uri="{FF2B5EF4-FFF2-40B4-BE49-F238E27FC236}">
                <a16:creationId xmlns:a16="http://schemas.microsoft.com/office/drawing/2014/main" id="{9AF660C5-E12B-49E3-9336-2FDCFA315F82}"/>
              </a:ext>
            </a:extLst>
          </p:cNvPr>
          <p:cNvSpPr>
            <a:spLocks noGrp="1"/>
          </p:cNvSpPr>
          <p:nvPr/>
        </p:nvSpPr>
        <p:spPr>
          <a:xfrm>
            <a:off x="8161458" y="483590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3" name="9wq3_5_build_ClashingReceptorAtoms_6">
            <a:extLst>
              <a:ext uri="{FF2B5EF4-FFF2-40B4-BE49-F238E27FC236}">
                <a16:creationId xmlns:a16="http://schemas.microsoft.com/office/drawing/2014/main" id="{BC5518C8-286E-48CF-9FDE-1F456F72686B}"/>
              </a:ext>
            </a:extLst>
          </p:cNvPr>
          <p:cNvSpPr>
            <a:spLocks noGrp="1"/>
          </p:cNvSpPr>
          <p:nvPr/>
        </p:nvSpPr>
        <p:spPr>
          <a:xfrm>
            <a:off x="6897614" y="5202556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4" name="9wq3_5_build_ClashingReceptorAtoms_7">
            <a:extLst>
              <a:ext uri="{FF2B5EF4-FFF2-40B4-BE49-F238E27FC236}">
                <a16:creationId xmlns:a16="http://schemas.microsoft.com/office/drawing/2014/main" id="{583E2745-E947-4FA7-9F76-208C2FE22936}"/>
              </a:ext>
            </a:extLst>
          </p:cNvPr>
          <p:cNvSpPr>
            <a:spLocks noGrp="1"/>
          </p:cNvSpPr>
          <p:nvPr/>
        </p:nvSpPr>
        <p:spPr>
          <a:xfrm>
            <a:off x="6968241" y="489974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5" name="9wq3_5_build_ClashingReceptorAtoms_8">
            <a:extLst>
              <a:ext uri="{FF2B5EF4-FFF2-40B4-BE49-F238E27FC236}">
                <a16:creationId xmlns:a16="http://schemas.microsoft.com/office/drawing/2014/main" id="{10B05D70-9F63-462B-A644-00552550FA30}"/>
              </a:ext>
            </a:extLst>
          </p:cNvPr>
          <p:cNvSpPr>
            <a:spLocks noGrp="1"/>
          </p:cNvSpPr>
          <p:nvPr/>
        </p:nvSpPr>
        <p:spPr>
          <a:xfrm>
            <a:off x="6651665" y="5437321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6" name="9wq3_5_build_ClashingReceptorAtoms_9">
            <a:extLst>
              <a:ext uri="{FF2B5EF4-FFF2-40B4-BE49-F238E27FC236}">
                <a16:creationId xmlns:a16="http://schemas.microsoft.com/office/drawing/2014/main" id="{9A6A7BC0-A884-44EC-963E-93ACDE33100F}"/>
              </a:ext>
            </a:extLst>
          </p:cNvPr>
          <p:cNvSpPr>
            <a:spLocks noGrp="1"/>
          </p:cNvSpPr>
          <p:nvPr/>
        </p:nvSpPr>
        <p:spPr>
          <a:xfrm>
            <a:off x="6579440" y="534898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367" name="stage3-cases-clash_29">
            <a:extLst>
              <a:ext uri="{FF2B5EF4-FFF2-40B4-BE49-F238E27FC236}">
                <a16:creationId xmlns:a16="http://schemas.microsoft.com/office/drawing/2014/main" id="{B3097878-8D58-41D1-9E6D-B51FE77C73A6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9.30 Å   D 82%   Clash 11</a:t>
            </a:r>
          </a:p>
        </p:txBody>
      </p:sp>
      <p:sp>
        <p:nvSpPr>
          <p:cNvPr id="1368" name="stage3-cases-clash_30">
            <a:extLst>
              <a:ext uri="{FF2B5EF4-FFF2-40B4-BE49-F238E27FC236}">
                <a16:creationId xmlns:a16="http://schemas.microsoft.com/office/drawing/2014/main" id="{7B6B17D9-1A2E-4853-A429-BC6694994DE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6334125"/>
                </a:moveTo>
                <a:lnTo>
                  <a:pt x="419100" y="63341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1369" name="stage3-cases-clash_31">
            <a:extLst>
              <a:ext uri="{FF2B5EF4-FFF2-40B4-BE49-F238E27FC236}">
                <a16:creationId xmlns:a16="http://schemas.microsoft.com/office/drawing/2014/main" id="{75483D64-5919-475C-9567-7EA8F8CD8BDC}"/>
              </a:ext>
            </a:extLst>
          </p:cNvPr>
          <p:cNvSpPr>
            <a:spLocks noGrp="1"/>
          </p:cNvSpPr>
          <p:nvPr/>
        </p:nvSpPr>
        <p:spPr>
          <a:xfrm>
            <a:off x="48577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1370" name="stage3-cases-clash_32">
            <a:extLst>
              <a:ext uri="{FF2B5EF4-FFF2-40B4-BE49-F238E27FC236}">
                <a16:creationId xmlns:a16="http://schemas.microsoft.com/office/drawing/2014/main" id="{F46216BE-ED5F-4DE5-964E-2ED1A73CB61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6334125"/>
                </a:moveTo>
                <a:lnTo>
                  <a:pt x="2619375" y="63341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1371" name="stage3-cases-clash_33">
            <a:extLst>
              <a:ext uri="{FF2B5EF4-FFF2-40B4-BE49-F238E27FC236}">
                <a16:creationId xmlns:a16="http://schemas.microsoft.com/office/drawing/2014/main" id="{3CB00EB0-577E-400F-BC96-739141413C91}"/>
              </a:ext>
            </a:extLst>
          </p:cNvPr>
          <p:cNvSpPr>
            <a:spLocks noGrp="1"/>
          </p:cNvSpPr>
          <p:nvPr/>
        </p:nvSpPr>
        <p:spPr>
          <a:xfrm>
            <a:off x="2686050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1372" name="stage3-cases-clash_34">
            <a:extLst>
              <a:ext uri="{FF2B5EF4-FFF2-40B4-BE49-F238E27FC236}">
                <a16:creationId xmlns:a16="http://schemas.microsoft.com/office/drawing/2014/main" id="{46453A85-2F6F-4C13-8CED-30BD91FD81E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6334125"/>
                </a:moveTo>
                <a:lnTo>
                  <a:pt x="5505450" y="63341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1373" name="stage3-cases-clash_35">
            <a:extLst>
              <a:ext uri="{FF2B5EF4-FFF2-40B4-BE49-F238E27FC236}">
                <a16:creationId xmlns:a16="http://schemas.microsoft.com/office/drawing/2014/main" id="{BB0EE3E3-9F9F-4B1A-9A63-E4AEA3F60325}"/>
              </a:ext>
            </a:extLst>
          </p:cNvPr>
          <p:cNvSpPr>
            <a:spLocks noGrp="1"/>
          </p:cNvSpPr>
          <p:nvPr/>
        </p:nvSpPr>
        <p:spPr>
          <a:xfrm>
            <a:off x="5572125" y="62103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1374" name="stage3-cases-clash_36">
            <a:extLst>
              <a:ext uri="{FF2B5EF4-FFF2-40B4-BE49-F238E27FC236}">
                <a16:creationId xmlns:a16="http://schemas.microsoft.com/office/drawing/2014/main" id="{5F72AAB7-0D25-4E3B-8BDB-6C54A625D2B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6334125"/>
                </a:moveTo>
                <a:lnTo>
                  <a:pt x="7239000" y="63341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1375" name="stage3-cases-clash_37">
            <a:extLst>
              <a:ext uri="{FF2B5EF4-FFF2-40B4-BE49-F238E27FC236}">
                <a16:creationId xmlns:a16="http://schemas.microsoft.com/office/drawing/2014/main" id="{3034A6EC-72DC-4B00-82C8-055D7287CFAD}"/>
              </a:ext>
            </a:extLst>
          </p:cNvPr>
          <p:cNvSpPr>
            <a:spLocks noGrp="1"/>
          </p:cNvSpPr>
          <p:nvPr/>
        </p:nvSpPr>
        <p:spPr>
          <a:xfrm>
            <a:off x="7305675" y="62103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73715499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stage3-cases-alternatives_0">
            <a:extLst>
              <a:ext uri="{FF2B5EF4-FFF2-40B4-BE49-F238E27FC236}">
                <a16:creationId xmlns:a16="http://schemas.microsoft.com/office/drawing/2014/main" id="{F6CBDA6A-7962-45FD-B961-4E9D2E45D49C}"/>
              </a:ext>
            </a:extLst>
          </p:cNvPr>
          <p:cNvSpPr>
            <a:spLocks noGrp="1"/>
          </p:cNvSpPr>
          <p:nvPr/>
        </p:nvSpPr>
        <p:spPr>
          <a:xfrm>
            <a:off x="2857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CD875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CD8750"/>
                </a:solidFill>
                <a:latin typeface="Arial"/>
                <a:ea typeface="Arial"/>
                <a:cs typeface="Arial"/>
              </a:rPr>
              <a:t>PocketXMol-official</a:t>
            </a:r>
          </a:p>
        </p:txBody>
      </p:sp>
      <p:sp>
        <p:nvSpPr>
          <p:cNvPr id="2" name="stage3-cases-alternatives_1">
            <a:extLst>
              <a:ext uri="{FF2B5EF4-FFF2-40B4-BE49-F238E27FC236}">
                <a16:creationId xmlns:a16="http://schemas.microsoft.com/office/drawing/2014/main" id="{EADEECBB-ECCB-4675-B279-5C621EFC36D9}"/>
              </a:ext>
            </a:extLst>
          </p:cNvPr>
          <p:cNvSpPr>
            <a:spLocks noGrp="1"/>
          </p:cNvSpPr>
          <p:nvPr/>
        </p:nvSpPr>
        <p:spPr>
          <a:xfrm>
            <a:off x="32575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4878B6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878B6"/>
                </a:solidFill>
                <a:latin typeface="Arial"/>
                <a:ea typeface="Arial"/>
                <a:cs typeface="Arial"/>
              </a:rPr>
              <a:t>PocketXMol-tuned</a:t>
            </a:r>
          </a:p>
        </p:txBody>
      </p:sp>
      <p:sp>
        <p:nvSpPr>
          <p:cNvPr id="3" name="stage3-cases-alternatives_2">
            <a:extLst>
              <a:ext uri="{FF2B5EF4-FFF2-40B4-BE49-F238E27FC236}">
                <a16:creationId xmlns:a16="http://schemas.microsoft.com/office/drawing/2014/main" id="{61FE4002-C02F-4550-926E-31BE2D9A41C1}"/>
              </a:ext>
            </a:extLst>
          </p:cNvPr>
          <p:cNvSpPr>
            <a:spLocks noGrp="1"/>
          </p:cNvSpPr>
          <p:nvPr/>
        </p:nvSpPr>
        <p:spPr>
          <a:xfrm>
            <a:off x="6229350" y="114300"/>
            <a:ext cx="280035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 b="1">
                <a:solidFill>
                  <a:srgbClr val="94669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94669C"/>
                </a:solidFill>
                <a:latin typeface="Arial"/>
                <a:ea typeface="Arial"/>
                <a:cs typeface="Arial"/>
              </a:rPr>
              <a:t>Emap2lig-Build</a:t>
            </a:r>
          </a:p>
        </p:txBody>
      </p:sp>
      <p:sp>
        <p:nvSpPr>
          <p:cNvPr id="4" name="stage3-cases-alternatives_3">
            <a:extLst>
              <a:ext uri="{FF2B5EF4-FFF2-40B4-BE49-F238E27FC236}">
                <a16:creationId xmlns:a16="http://schemas.microsoft.com/office/drawing/2014/main" id="{692E562E-B132-4A9B-A66E-0F97A7ED9733}"/>
              </a:ext>
            </a:extLst>
          </p:cNvPr>
          <p:cNvSpPr>
            <a:spLocks noGrp="1"/>
          </p:cNvSpPr>
          <p:nvPr/>
        </p:nvSpPr>
        <p:spPr>
          <a:xfrm>
            <a:off x="247650" y="5143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a  9LLG · CLR (R:603)</a:t>
            </a:r>
          </a:p>
        </p:txBody>
      </p:sp>
      <p:sp>
        <p:nvSpPr>
          <p:cNvPr id="5" name="stage3-cases-alternatives_4">
            <a:extLst>
              <a:ext uri="{FF2B5EF4-FFF2-40B4-BE49-F238E27FC236}">
                <a16:creationId xmlns:a16="http://schemas.microsoft.com/office/drawing/2014/main" id="{AB5F6CCF-2D16-4D89-A31B-C6BEB51AA58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85188" y="657225"/>
                </a:moveTo>
                <a:lnTo>
                  <a:pt x="8953500" y="6572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" name="stage3-cases-alternatives_5">
            <a:extLst>
              <a:ext uri="{FF2B5EF4-FFF2-40B4-BE49-F238E27FC236}">
                <a16:creationId xmlns:a16="http://schemas.microsoft.com/office/drawing/2014/main" id="{55BA217F-11AF-470A-9856-67BB7C8A0682}"/>
              </a:ext>
            </a:extLst>
          </p:cNvPr>
          <p:cNvSpPr>
            <a:spLocks noGrp="1"/>
          </p:cNvSpPr>
          <p:nvPr/>
        </p:nvSpPr>
        <p:spPr>
          <a:xfrm>
            <a:off x="9001125" y="5429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7" name="9llg_2_official_Receptor">
            <a:extLst>
              <a:ext uri="{FF2B5EF4-FFF2-40B4-BE49-F238E27FC236}">
                <a16:creationId xmlns:a16="http://schemas.microsoft.com/office/drawing/2014/main" id="{062347ED-3A4B-4B18-A586-4698FC1CF93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132" y="804357"/>
                </a:moveTo>
                <a:lnTo>
                  <a:pt x="2158268" y="745737"/>
                </a:lnTo>
                <a:moveTo>
                  <a:pt x="1943732" y="955040"/>
                </a:moveTo>
                <a:lnTo>
                  <a:pt x="1985132" y="804357"/>
                </a:lnTo>
                <a:moveTo>
                  <a:pt x="2288889" y="833356"/>
                </a:moveTo>
                <a:lnTo>
                  <a:pt x="2158268" y="745737"/>
                </a:lnTo>
                <a:moveTo>
                  <a:pt x="1784570" y="1042611"/>
                </a:moveTo>
                <a:lnTo>
                  <a:pt x="1943732" y="955040"/>
                </a:lnTo>
                <a:moveTo>
                  <a:pt x="2072290" y="1045936"/>
                </a:moveTo>
                <a:lnTo>
                  <a:pt x="1943732" y="955040"/>
                </a:lnTo>
                <a:moveTo>
                  <a:pt x="2248114" y="982958"/>
                </a:moveTo>
                <a:lnTo>
                  <a:pt x="2288889" y="833356"/>
                </a:lnTo>
                <a:moveTo>
                  <a:pt x="1809991" y="1184665"/>
                </a:moveTo>
                <a:lnTo>
                  <a:pt x="1784570" y="1042611"/>
                </a:lnTo>
                <a:moveTo>
                  <a:pt x="2072290" y="1045936"/>
                </a:moveTo>
                <a:lnTo>
                  <a:pt x="2248114" y="982958"/>
                </a:lnTo>
                <a:moveTo>
                  <a:pt x="1983446" y="1191845"/>
                </a:moveTo>
                <a:lnTo>
                  <a:pt x="2072290" y="1045936"/>
                </a:lnTo>
                <a:moveTo>
                  <a:pt x="1983446" y="1191845"/>
                </a:moveTo>
                <a:lnTo>
                  <a:pt x="1809991" y="1184665"/>
                </a:lnTo>
                <a:moveTo>
                  <a:pt x="2065449" y="1326417"/>
                </a:moveTo>
                <a:lnTo>
                  <a:pt x="1983446" y="1191845"/>
                </a:lnTo>
                <a:moveTo>
                  <a:pt x="478648" y="1230579"/>
                </a:moveTo>
                <a:lnTo>
                  <a:pt x="344167" y="12232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" name="9llg_2_official_ExperimentalDensity">
            <a:extLst>
              <a:ext uri="{FF2B5EF4-FFF2-40B4-BE49-F238E27FC236}">
                <a16:creationId xmlns:a16="http://schemas.microsoft.com/office/drawing/2014/main" id="{229C32D7-DAA1-4C3D-B49D-05807C85ABE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547" y="785377"/>
                </a:moveTo>
                <a:lnTo>
                  <a:pt x="1861255" y="703019"/>
                </a:lnTo>
                <a:moveTo>
                  <a:pt x="1861255" y="703019"/>
                </a:moveTo>
                <a:lnTo>
                  <a:pt x="1930408" y="818632"/>
                </a:lnTo>
                <a:moveTo>
                  <a:pt x="973571" y="1009063"/>
                </a:moveTo>
                <a:lnTo>
                  <a:pt x="922975" y="968753"/>
                </a:lnTo>
                <a:moveTo>
                  <a:pt x="973571" y="1009063"/>
                </a:moveTo>
                <a:lnTo>
                  <a:pt x="939061" y="960760"/>
                </a:lnTo>
                <a:moveTo>
                  <a:pt x="826794" y="1061733"/>
                </a:moveTo>
                <a:lnTo>
                  <a:pt x="922975" y="968753"/>
                </a:lnTo>
                <a:moveTo>
                  <a:pt x="826794" y="1061733"/>
                </a:moveTo>
                <a:lnTo>
                  <a:pt x="818696" y="1104491"/>
                </a:lnTo>
                <a:moveTo>
                  <a:pt x="1821721" y="850875"/>
                </a:moveTo>
                <a:lnTo>
                  <a:pt x="1861255" y="703019"/>
                </a:lnTo>
                <a:moveTo>
                  <a:pt x="826794" y="1061733"/>
                </a:moveTo>
                <a:lnTo>
                  <a:pt x="816751" y="1056171"/>
                </a:lnTo>
                <a:moveTo>
                  <a:pt x="922975" y="968753"/>
                </a:moveTo>
                <a:lnTo>
                  <a:pt x="939061" y="960760"/>
                </a:lnTo>
                <a:moveTo>
                  <a:pt x="922975" y="968753"/>
                </a:moveTo>
                <a:lnTo>
                  <a:pt x="912897" y="961653"/>
                </a:lnTo>
                <a:moveTo>
                  <a:pt x="1749547" y="785377"/>
                </a:moveTo>
                <a:lnTo>
                  <a:pt x="1821721" y="850875"/>
                </a:lnTo>
                <a:moveTo>
                  <a:pt x="816751" y="1056171"/>
                </a:moveTo>
                <a:lnTo>
                  <a:pt x="922975" y="968753"/>
                </a:lnTo>
                <a:moveTo>
                  <a:pt x="818696" y="1104491"/>
                </a:moveTo>
                <a:lnTo>
                  <a:pt x="816751" y="1056171"/>
                </a:lnTo>
                <a:moveTo>
                  <a:pt x="912897" y="961653"/>
                </a:moveTo>
                <a:lnTo>
                  <a:pt x="939061" y="960760"/>
                </a:lnTo>
                <a:moveTo>
                  <a:pt x="939061" y="960760"/>
                </a:moveTo>
                <a:lnTo>
                  <a:pt x="1125984" y="1030910"/>
                </a:lnTo>
                <a:moveTo>
                  <a:pt x="816751" y="1056171"/>
                </a:moveTo>
                <a:lnTo>
                  <a:pt x="912897" y="961653"/>
                </a:lnTo>
                <a:moveTo>
                  <a:pt x="1326571" y="1133450"/>
                </a:moveTo>
                <a:lnTo>
                  <a:pt x="1289594" y="1102750"/>
                </a:lnTo>
                <a:moveTo>
                  <a:pt x="1125984" y="1030910"/>
                </a:moveTo>
                <a:lnTo>
                  <a:pt x="1289594" y="1102750"/>
                </a:lnTo>
                <a:moveTo>
                  <a:pt x="818696" y="1104491"/>
                </a:moveTo>
                <a:lnTo>
                  <a:pt x="882329" y="1113268"/>
                </a:lnTo>
                <a:moveTo>
                  <a:pt x="1821721" y="850875"/>
                </a:moveTo>
                <a:lnTo>
                  <a:pt x="1930408" y="818632"/>
                </a:lnTo>
                <a:moveTo>
                  <a:pt x="1326571" y="1133450"/>
                </a:moveTo>
                <a:lnTo>
                  <a:pt x="1319001" y="1093785"/>
                </a:lnTo>
                <a:moveTo>
                  <a:pt x="1289594" y="1102750"/>
                </a:moveTo>
                <a:lnTo>
                  <a:pt x="1319001" y="1093785"/>
                </a:lnTo>
                <a:moveTo>
                  <a:pt x="816751" y="1056171"/>
                </a:moveTo>
                <a:lnTo>
                  <a:pt x="882329" y="1113268"/>
                </a:lnTo>
                <a:moveTo>
                  <a:pt x="939061" y="960760"/>
                </a:moveTo>
                <a:lnTo>
                  <a:pt x="1049352" y="960835"/>
                </a:lnTo>
                <a:moveTo>
                  <a:pt x="1234491" y="534361"/>
                </a:moveTo>
                <a:lnTo>
                  <a:pt x="1289026" y="579506"/>
                </a:lnTo>
                <a:moveTo>
                  <a:pt x="1391685" y="666293"/>
                </a:moveTo>
                <a:lnTo>
                  <a:pt x="1289026" y="579506"/>
                </a:lnTo>
                <a:moveTo>
                  <a:pt x="1125984" y="1030910"/>
                </a:moveTo>
                <a:lnTo>
                  <a:pt x="1049352" y="960835"/>
                </a:lnTo>
                <a:moveTo>
                  <a:pt x="1289026" y="579506"/>
                </a:moveTo>
                <a:lnTo>
                  <a:pt x="1304812" y="419664"/>
                </a:lnTo>
                <a:moveTo>
                  <a:pt x="1234491" y="534361"/>
                </a:moveTo>
                <a:lnTo>
                  <a:pt x="1171907" y="482813"/>
                </a:lnTo>
                <a:moveTo>
                  <a:pt x="1289026" y="579506"/>
                </a:moveTo>
                <a:lnTo>
                  <a:pt x="1394546" y="495192"/>
                </a:lnTo>
                <a:moveTo>
                  <a:pt x="1125984" y="1030910"/>
                </a:moveTo>
                <a:lnTo>
                  <a:pt x="1215086" y="1045600"/>
                </a:lnTo>
                <a:moveTo>
                  <a:pt x="1234491" y="534361"/>
                </a:moveTo>
                <a:lnTo>
                  <a:pt x="1304812" y="419664"/>
                </a:lnTo>
                <a:moveTo>
                  <a:pt x="1289594" y="1102750"/>
                </a:moveTo>
                <a:lnTo>
                  <a:pt x="1215086" y="1045600"/>
                </a:lnTo>
                <a:moveTo>
                  <a:pt x="1000716" y="1040894"/>
                </a:moveTo>
                <a:lnTo>
                  <a:pt x="1125984" y="1030910"/>
                </a:lnTo>
                <a:moveTo>
                  <a:pt x="1289026" y="579506"/>
                </a:moveTo>
                <a:lnTo>
                  <a:pt x="1457336" y="547947"/>
                </a:lnTo>
                <a:moveTo>
                  <a:pt x="1233762" y="710455"/>
                </a:moveTo>
                <a:lnTo>
                  <a:pt x="1289026" y="579506"/>
                </a:lnTo>
                <a:moveTo>
                  <a:pt x="946941" y="997357"/>
                </a:moveTo>
                <a:lnTo>
                  <a:pt x="939061" y="960760"/>
                </a:lnTo>
                <a:moveTo>
                  <a:pt x="1289594" y="1102750"/>
                </a:moveTo>
                <a:lnTo>
                  <a:pt x="1227003" y="1042057"/>
                </a:lnTo>
                <a:moveTo>
                  <a:pt x="1391685" y="666293"/>
                </a:moveTo>
                <a:lnTo>
                  <a:pt x="1443343" y="710717"/>
                </a:lnTo>
                <a:moveTo>
                  <a:pt x="1125984" y="1030910"/>
                </a:moveTo>
                <a:lnTo>
                  <a:pt x="1216611" y="1047530"/>
                </a:lnTo>
                <a:moveTo>
                  <a:pt x="1171907" y="482813"/>
                </a:moveTo>
                <a:lnTo>
                  <a:pt x="1256046" y="378658"/>
                </a:lnTo>
                <a:moveTo>
                  <a:pt x="1108668" y="605690"/>
                </a:moveTo>
                <a:lnTo>
                  <a:pt x="1234491" y="534361"/>
                </a:lnTo>
                <a:moveTo>
                  <a:pt x="1233762" y="710455"/>
                </a:moveTo>
                <a:lnTo>
                  <a:pt x="1234491" y="534361"/>
                </a:lnTo>
                <a:moveTo>
                  <a:pt x="1101568" y="599773"/>
                </a:moveTo>
                <a:lnTo>
                  <a:pt x="1234491" y="534361"/>
                </a:lnTo>
                <a:moveTo>
                  <a:pt x="1391685" y="666293"/>
                </a:moveTo>
                <a:lnTo>
                  <a:pt x="1457336" y="547947"/>
                </a:lnTo>
                <a:moveTo>
                  <a:pt x="1171907" y="482813"/>
                </a:moveTo>
                <a:lnTo>
                  <a:pt x="1304812" y="419664"/>
                </a:lnTo>
                <a:moveTo>
                  <a:pt x="882329" y="1113268"/>
                </a:moveTo>
                <a:lnTo>
                  <a:pt x="938812" y="1092834"/>
                </a:lnTo>
                <a:moveTo>
                  <a:pt x="1304812" y="419664"/>
                </a:moveTo>
                <a:lnTo>
                  <a:pt x="1256046" y="378658"/>
                </a:lnTo>
                <a:moveTo>
                  <a:pt x="1233762" y="710455"/>
                </a:moveTo>
                <a:lnTo>
                  <a:pt x="1391685" y="666293"/>
                </a:lnTo>
                <a:moveTo>
                  <a:pt x="912897" y="961653"/>
                </a:moveTo>
                <a:lnTo>
                  <a:pt x="946941" y="997357"/>
                </a:lnTo>
                <a:moveTo>
                  <a:pt x="816751" y="1056171"/>
                </a:moveTo>
                <a:lnTo>
                  <a:pt x="946941" y="997357"/>
                </a:lnTo>
                <a:moveTo>
                  <a:pt x="1263703" y="735934"/>
                </a:moveTo>
                <a:lnTo>
                  <a:pt x="1391685" y="666293"/>
                </a:lnTo>
                <a:moveTo>
                  <a:pt x="1304812" y="419664"/>
                </a:moveTo>
                <a:lnTo>
                  <a:pt x="1394546" y="495192"/>
                </a:lnTo>
                <a:moveTo>
                  <a:pt x="1101568" y="599773"/>
                </a:moveTo>
                <a:lnTo>
                  <a:pt x="1171907" y="482813"/>
                </a:lnTo>
                <a:moveTo>
                  <a:pt x="1319001" y="1093785"/>
                </a:moveTo>
                <a:lnTo>
                  <a:pt x="1227003" y="1042057"/>
                </a:lnTo>
                <a:moveTo>
                  <a:pt x="1443343" y="710717"/>
                </a:moveTo>
                <a:lnTo>
                  <a:pt x="1528650" y="607646"/>
                </a:lnTo>
                <a:moveTo>
                  <a:pt x="1443343" y="710717"/>
                </a:moveTo>
                <a:lnTo>
                  <a:pt x="1457336" y="547947"/>
                </a:lnTo>
                <a:moveTo>
                  <a:pt x="1457336" y="547947"/>
                </a:moveTo>
                <a:lnTo>
                  <a:pt x="1394546" y="495192"/>
                </a:lnTo>
                <a:moveTo>
                  <a:pt x="1021186" y="706978"/>
                </a:moveTo>
                <a:lnTo>
                  <a:pt x="1015244" y="701900"/>
                </a:lnTo>
                <a:moveTo>
                  <a:pt x="1457336" y="547947"/>
                </a:moveTo>
                <a:lnTo>
                  <a:pt x="1528650" y="607646"/>
                </a:lnTo>
                <a:moveTo>
                  <a:pt x="995202" y="732138"/>
                </a:moveTo>
                <a:lnTo>
                  <a:pt x="1015244" y="701900"/>
                </a:lnTo>
                <a:moveTo>
                  <a:pt x="995202" y="732138"/>
                </a:moveTo>
                <a:lnTo>
                  <a:pt x="1021186" y="706978"/>
                </a:lnTo>
                <a:moveTo>
                  <a:pt x="1015244" y="701900"/>
                </a:moveTo>
                <a:lnTo>
                  <a:pt x="1108668" y="605690"/>
                </a:lnTo>
                <a:moveTo>
                  <a:pt x="1015244" y="701900"/>
                </a:moveTo>
                <a:lnTo>
                  <a:pt x="1101568" y="599773"/>
                </a:lnTo>
                <a:moveTo>
                  <a:pt x="1021186" y="706978"/>
                </a:moveTo>
                <a:lnTo>
                  <a:pt x="1108668" y="605690"/>
                </a:lnTo>
                <a:moveTo>
                  <a:pt x="1089832" y="590972"/>
                </a:moveTo>
                <a:lnTo>
                  <a:pt x="1171907" y="482813"/>
                </a:lnTo>
                <a:moveTo>
                  <a:pt x="1108668" y="605690"/>
                </a:moveTo>
                <a:lnTo>
                  <a:pt x="1233762" y="710455"/>
                </a:lnTo>
                <a:moveTo>
                  <a:pt x="1256046" y="378658"/>
                </a:moveTo>
                <a:lnTo>
                  <a:pt x="1302822" y="364801"/>
                </a:lnTo>
                <a:moveTo>
                  <a:pt x="1108668" y="605690"/>
                </a:moveTo>
                <a:lnTo>
                  <a:pt x="1101568" y="599773"/>
                </a:lnTo>
                <a:moveTo>
                  <a:pt x="1304812" y="419664"/>
                </a:moveTo>
                <a:lnTo>
                  <a:pt x="1302822" y="364801"/>
                </a:lnTo>
                <a:moveTo>
                  <a:pt x="1263703" y="735934"/>
                </a:moveTo>
                <a:lnTo>
                  <a:pt x="1233762" y="710455"/>
                </a:lnTo>
                <a:moveTo>
                  <a:pt x="1443343" y="710717"/>
                </a:moveTo>
                <a:lnTo>
                  <a:pt x="1597496" y="666567"/>
                </a:lnTo>
                <a:moveTo>
                  <a:pt x="1597496" y="666567"/>
                </a:moveTo>
                <a:lnTo>
                  <a:pt x="1528650" y="607646"/>
                </a:lnTo>
                <a:moveTo>
                  <a:pt x="1391685" y="666293"/>
                </a:moveTo>
                <a:lnTo>
                  <a:pt x="1430227" y="799383"/>
                </a:lnTo>
                <a:moveTo>
                  <a:pt x="882329" y="1113268"/>
                </a:moveTo>
                <a:lnTo>
                  <a:pt x="946941" y="997357"/>
                </a:lnTo>
                <a:moveTo>
                  <a:pt x="1101568" y="599773"/>
                </a:moveTo>
                <a:lnTo>
                  <a:pt x="1089832" y="590972"/>
                </a:lnTo>
                <a:moveTo>
                  <a:pt x="1496588" y="757364"/>
                </a:moveTo>
                <a:lnTo>
                  <a:pt x="1443343" y="710717"/>
                </a:lnTo>
                <a:moveTo>
                  <a:pt x="1108668" y="605690"/>
                </a:moveTo>
                <a:lnTo>
                  <a:pt x="1214300" y="763867"/>
                </a:lnTo>
                <a:moveTo>
                  <a:pt x="1214300" y="763867"/>
                </a:moveTo>
                <a:lnTo>
                  <a:pt x="1233762" y="710455"/>
                </a:lnTo>
                <a:moveTo>
                  <a:pt x="938812" y="1092834"/>
                </a:moveTo>
                <a:lnTo>
                  <a:pt x="1000716" y="1040894"/>
                </a:lnTo>
                <a:moveTo>
                  <a:pt x="1214300" y="763867"/>
                </a:moveTo>
                <a:lnTo>
                  <a:pt x="1263703" y="735934"/>
                </a:lnTo>
                <a:moveTo>
                  <a:pt x="1394546" y="495192"/>
                </a:moveTo>
                <a:lnTo>
                  <a:pt x="1465061" y="464427"/>
                </a:lnTo>
                <a:moveTo>
                  <a:pt x="1528650" y="607646"/>
                </a:moveTo>
                <a:lnTo>
                  <a:pt x="1465061" y="464427"/>
                </a:lnTo>
                <a:moveTo>
                  <a:pt x="1457336" y="547947"/>
                </a:moveTo>
                <a:lnTo>
                  <a:pt x="1465061" y="464427"/>
                </a:lnTo>
                <a:moveTo>
                  <a:pt x="1000716" y="1040894"/>
                </a:moveTo>
                <a:lnTo>
                  <a:pt x="1049352" y="960835"/>
                </a:lnTo>
                <a:moveTo>
                  <a:pt x="1430227" y="799383"/>
                </a:moveTo>
                <a:lnTo>
                  <a:pt x="1443343" y="710717"/>
                </a:lnTo>
                <a:moveTo>
                  <a:pt x="1171907" y="482813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42801" y="531342"/>
                </a:lnTo>
                <a:moveTo>
                  <a:pt x="1256046" y="378658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57026" y="543438"/>
                </a:lnTo>
                <a:moveTo>
                  <a:pt x="1496588" y="757364"/>
                </a:moveTo>
                <a:lnTo>
                  <a:pt x="1597496" y="666567"/>
                </a:lnTo>
                <a:moveTo>
                  <a:pt x="968833" y="841065"/>
                </a:moveTo>
                <a:lnTo>
                  <a:pt x="1021186" y="706978"/>
                </a:lnTo>
                <a:moveTo>
                  <a:pt x="968833" y="841065"/>
                </a:moveTo>
                <a:lnTo>
                  <a:pt x="995202" y="732138"/>
                </a:lnTo>
                <a:moveTo>
                  <a:pt x="1021186" y="706978"/>
                </a:moveTo>
                <a:lnTo>
                  <a:pt x="1124452" y="796770"/>
                </a:lnTo>
                <a:moveTo>
                  <a:pt x="1030906" y="893320"/>
                </a:moveTo>
                <a:lnTo>
                  <a:pt x="1021186" y="706978"/>
                </a:lnTo>
                <a:moveTo>
                  <a:pt x="1215086" y="1045600"/>
                </a:moveTo>
                <a:lnTo>
                  <a:pt x="1227003" y="1042057"/>
                </a:lnTo>
                <a:moveTo>
                  <a:pt x="938812" y="1092834"/>
                </a:moveTo>
                <a:lnTo>
                  <a:pt x="946941" y="997357"/>
                </a:lnTo>
                <a:moveTo>
                  <a:pt x="1124452" y="796770"/>
                </a:moveTo>
                <a:lnTo>
                  <a:pt x="1108668" y="605690"/>
                </a:lnTo>
                <a:moveTo>
                  <a:pt x="1215086" y="1045600"/>
                </a:moveTo>
                <a:lnTo>
                  <a:pt x="1216611" y="1047530"/>
                </a:lnTo>
                <a:moveTo>
                  <a:pt x="1000716" y="1040894"/>
                </a:moveTo>
                <a:lnTo>
                  <a:pt x="1216611" y="1047530"/>
                </a:lnTo>
                <a:moveTo>
                  <a:pt x="1015244" y="701900"/>
                </a:moveTo>
                <a:lnTo>
                  <a:pt x="927029" y="632029"/>
                </a:lnTo>
                <a:moveTo>
                  <a:pt x="946941" y="997357"/>
                </a:moveTo>
                <a:lnTo>
                  <a:pt x="1049352" y="960835"/>
                </a:lnTo>
                <a:moveTo>
                  <a:pt x="1171907" y="482813"/>
                </a:moveTo>
                <a:lnTo>
                  <a:pt x="1119298" y="444351"/>
                </a:lnTo>
                <a:moveTo>
                  <a:pt x="1216611" y="1047530"/>
                </a:moveTo>
                <a:lnTo>
                  <a:pt x="1227003" y="1042057"/>
                </a:lnTo>
                <a:moveTo>
                  <a:pt x="927029" y="632029"/>
                </a:moveTo>
                <a:lnTo>
                  <a:pt x="1101568" y="599773"/>
                </a:lnTo>
                <a:moveTo>
                  <a:pt x="1223998" y="1053869"/>
                </a:moveTo>
                <a:lnTo>
                  <a:pt x="1227003" y="1042057"/>
                </a:lnTo>
                <a:moveTo>
                  <a:pt x="1335706" y="801298"/>
                </a:moveTo>
                <a:lnTo>
                  <a:pt x="1391685" y="666293"/>
                </a:lnTo>
                <a:moveTo>
                  <a:pt x="1597496" y="666567"/>
                </a:moveTo>
                <a:lnTo>
                  <a:pt x="1657026" y="543438"/>
                </a:lnTo>
                <a:moveTo>
                  <a:pt x="850091" y="742865"/>
                </a:moveTo>
                <a:lnTo>
                  <a:pt x="1015244" y="701900"/>
                </a:lnTo>
                <a:moveTo>
                  <a:pt x="854238" y="746173"/>
                </a:moveTo>
                <a:lnTo>
                  <a:pt x="995202" y="732138"/>
                </a:lnTo>
                <a:moveTo>
                  <a:pt x="1528650" y="607646"/>
                </a:moveTo>
                <a:lnTo>
                  <a:pt x="1527846" y="436657"/>
                </a:lnTo>
                <a:moveTo>
                  <a:pt x="1216611" y="1047530"/>
                </a:moveTo>
                <a:lnTo>
                  <a:pt x="1223998" y="1053869"/>
                </a:lnTo>
                <a:moveTo>
                  <a:pt x="1430227" y="799383"/>
                </a:moveTo>
                <a:lnTo>
                  <a:pt x="1496588" y="757364"/>
                </a:lnTo>
                <a:moveTo>
                  <a:pt x="850091" y="742865"/>
                </a:moveTo>
                <a:lnTo>
                  <a:pt x="995202" y="732138"/>
                </a:lnTo>
                <a:moveTo>
                  <a:pt x="946941" y="997357"/>
                </a:moveTo>
                <a:lnTo>
                  <a:pt x="1000716" y="1040894"/>
                </a:lnTo>
                <a:moveTo>
                  <a:pt x="1124452" y="796770"/>
                </a:moveTo>
                <a:lnTo>
                  <a:pt x="1214300" y="763867"/>
                </a:lnTo>
                <a:moveTo>
                  <a:pt x="1256046" y="378658"/>
                </a:moveTo>
                <a:lnTo>
                  <a:pt x="1225616" y="295411"/>
                </a:lnTo>
                <a:moveTo>
                  <a:pt x="1101568" y="599773"/>
                </a:moveTo>
                <a:lnTo>
                  <a:pt x="972008" y="598251"/>
                </a:lnTo>
                <a:moveTo>
                  <a:pt x="1657026" y="543438"/>
                </a:moveTo>
                <a:lnTo>
                  <a:pt x="1642801" y="531342"/>
                </a:lnTo>
                <a:moveTo>
                  <a:pt x="713933" y="627438"/>
                </a:moveTo>
                <a:lnTo>
                  <a:pt x="702017" y="617448"/>
                </a:lnTo>
                <a:moveTo>
                  <a:pt x="1089832" y="590972"/>
                </a:moveTo>
                <a:lnTo>
                  <a:pt x="1119298" y="444351"/>
                </a:lnTo>
                <a:moveTo>
                  <a:pt x="1304812" y="419664"/>
                </a:moveTo>
                <a:lnTo>
                  <a:pt x="1430231" y="357122"/>
                </a:lnTo>
                <a:moveTo>
                  <a:pt x="972008" y="598251"/>
                </a:moveTo>
                <a:lnTo>
                  <a:pt x="1089832" y="590972"/>
                </a:lnTo>
                <a:moveTo>
                  <a:pt x="1304812" y="419664"/>
                </a:moveTo>
                <a:lnTo>
                  <a:pt x="1421225" y="349706"/>
                </a:lnTo>
                <a:moveTo>
                  <a:pt x="1263703" y="735934"/>
                </a:moveTo>
                <a:lnTo>
                  <a:pt x="1335706" y="801298"/>
                </a:lnTo>
                <a:moveTo>
                  <a:pt x="1642801" y="531342"/>
                </a:moveTo>
                <a:lnTo>
                  <a:pt x="1660209" y="524756"/>
                </a:lnTo>
                <a:moveTo>
                  <a:pt x="689274" y="642510"/>
                </a:moveTo>
                <a:lnTo>
                  <a:pt x="702017" y="617448"/>
                </a:lnTo>
                <a:moveTo>
                  <a:pt x="689274" y="642510"/>
                </a:moveTo>
                <a:lnTo>
                  <a:pt x="713933" y="627438"/>
                </a:lnTo>
                <a:moveTo>
                  <a:pt x="702017" y="617448"/>
                </a:moveTo>
                <a:lnTo>
                  <a:pt x="718401" y="607728"/>
                </a:lnTo>
                <a:moveTo>
                  <a:pt x="713933" y="627438"/>
                </a:moveTo>
                <a:lnTo>
                  <a:pt x="718401" y="607728"/>
                </a:lnTo>
                <a:moveTo>
                  <a:pt x="1394546" y="495192"/>
                </a:moveTo>
                <a:lnTo>
                  <a:pt x="1430231" y="357122"/>
                </a:lnTo>
                <a:moveTo>
                  <a:pt x="1657026" y="543438"/>
                </a:moveTo>
                <a:lnTo>
                  <a:pt x="1660209" y="524756"/>
                </a:lnTo>
                <a:moveTo>
                  <a:pt x="1030906" y="893320"/>
                </a:moveTo>
                <a:lnTo>
                  <a:pt x="968833" y="841065"/>
                </a:lnTo>
                <a:moveTo>
                  <a:pt x="1465061" y="464427"/>
                </a:moveTo>
                <a:lnTo>
                  <a:pt x="1527846" y="436657"/>
                </a:lnTo>
                <a:moveTo>
                  <a:pt x="1030906" y="893320"/>
                </a:moveTo>
                <a:lnTo>
                  <a:pt x="1124452" y="796770"/>
                </a:lnTo>
                <a:moveTo>
                  <a:pt x="1302822" y="364801"/>
                </a:moveTo>
                <a:lnTo>
                  <a:pt x="1225616" y="295411"/>
                </a:lnTo>
                <a:moveTo>
                  <a:pt x="1642801" y="531342"/>
                </a:moveTo>
                <a:lnTo>
                  <a:pt x="1527846" y="436657"/>
                </a:lnTo>
                <a:moveTo>
                  <a:pt x="1597496" y="666567"/>
                </a:moveTo>
                <a:lnTo>
                  <a:pt x="1674748" y="736033"/>
                </a:lnTo>
                <a:moveTo>
                  <a:pt x="854238" y="746173"/>
                </a:moveTo>
                <a:lnTo>
                  <a:pt x="968833" y="841065"/>
                </a:lnTo>
                <a:moveTo>
                  <a:pt x="713933" y="627438"/>
                </a:moveTo>
                <a:lnTo>
                  <a:pt x="850091" y="742865"/>
                </a:lnTo>
                <a:moveTo>
                  <a:pt x="713933" y="627438"/>
                </a:moveTo>
                <a:lnTo>
                  <a:pt x="849589" y="744433"/>
                </a:lnTo>
                <a:moveTo>
                  <a:pt x="1263703" y="735934"/>
                </a:moveTo>
                <a:lnTo>
                  <a:pt x="1288200" y="807398"/>
                </a:lnTo>
                <a:moveTo>
                  <a:pt x="702017" y="617448"/>
                </a:moveTo>
                <a:lnTo>
                  <a:pt x="588361" y="523968"/>
                </a:lnTo>
                <a:moveTo>
                  <a:pt x="1089832" y="590972"/>
                </a:moveTo>
                <a:lnTo>
                  <a:pt x="1121037" y="447597"/>
                </a:lnTo>
                <a:moveTo>
                  <a:pt x="689274" y="642510"/>
                </a:moveTo>
                <a:lnTo>
                  <a:pt x="849589" y="744433"/>
                </a:lnTo>
                <a:moveTo>
                  <a:pt x="850091" y="742865"/>
                </a:moveTo>
                <a:lnTo>
                  <a:pt x="718401" y="607728"/>
                </a:lnTo>
                <a:moveTo>
                  <a:pt x="1302822" y="364801"/>
                </a:moveTo>
                <a:lnTo>
                  <a:pt x="1421225" y="349706"/>
                </a:lnTo>
                <a:moveTo>
                  <a:pt x="1119298" y="444351"/>
                </a:moveTo>
                <a:lnTo>
                  <a:pt x="1170712" y="311461"/>
                </a:lnTo>
                <a:moveTo>
                  <a:pt x="850091" y="742865"/>
                </a:moveTo>
                <a:lnTo>
                  <a:pt x="927029" y="632029"/>
                </a:lnTo>
                <a:moveTo>
                  <a:pt x="1335706" y="801298"/>
                </a:moveTo>
                <a:lnTo>
                  <a:pt x="1430227" y="799383"/>
                </a:lnTo>
                <a:moveTo>
                  <a:pt x="1214300" y="763867"/>
                </a:moveTo>
                <a:lnTo>
                  <a:pt x="1288200" y="807398"/>
                </a:lnTo>
                <a:moveTo>
                  <a:pt x="969265" y="894885"/>
                </a:moveTo>
                <a:lnTo>
                  <a:pt x="968833" y="841065"/>
                </a:lnTo>
                <a:moveTo>
                  <a:pt x="854238" y="746173"/>
                </a:moveTo>
                <a:lnTo>
                  <a:pt x="850091" y="742865"/>
                </a:lnTo>
                <a:moveTo>
                  <a:pt x="849589" y="744433"/>
                </a:moveTo>
                <a:lnTo>
                  <a:pt x="854238" y="746173"/>
                </a:lnTo>
                <a:moveTo>
                  <a:pt x="927029" y="632029"/>
                </a:moveTo>
                <a:lnTo>
                  <a:pt x="972008" y="598251"/>
                </a:lnTo>
                <a:moveTo>
                  <a:pt x="969265" y="894885"/>
                </a:moveTo>
                <a:lnTo>
                  <a:pt x="1030906" y="893320"/>
                </a:lnTo>
                <a:moveTo>
                  <a:pt x="849589" y="744433"/>
                </a:moveTo>
                <a:lnTo>
                  <a:pt x="850091" y="742865"/>
                </a:lnTo>
                <a:moveTo>
                  <a:pt x="1465061" y="464427"/>
                </a:moveTo>
                <a:lnTo>
                  <a:pt x="1430231" y="357122"/>
                </a:lnTo>
                <a:moveTo>
                  <a:pt x="1170712" y="311461"/>
                </a:moveTo>
                <a:lnTo>
                  <a:pt x="1120658" y="420744"/>
                </a:lnTo>
                <a:moveTo>
                  <a:pt x="1089832" y="590972"/>
                </a:moveTo>
                <a:lnTo>
                  <a:pt x="1051438" y="565244"/>
                </a:lnTo>
                <a:moveTo>
                  <a:pt x="1553272" y="810759"/>
                </a:moveTo>
                <a:lnTo>
                  <a:pt x="1597496" y="666567"/>
                </a:lnTo>
                <a:moveTo>
                  <a:pt x="1674748" y="736033"/>
                </a:moveTo>
                <a:lnTo>
                  <a:pt x="1657026" y="543438"/>
                </a:lnTo>
                <a:moveTo>
                  <a:pt x="1170712" y="311461"/>
                </a:moveTo>
                <a:lnTo>
                  <a:pt x="1225616" y="295411"/>
                </a:lnTo>
                <a:moveTo>
                  <a:pt x="1657026" y="543438"/>
                </a:moveTo>
                <a:lnTo>
                  <a:pt x="1759590" y="632682"/>
                </a:lnTo>
                <a:moveTo>
                  <a:pt x="1496588" y="757364"/>
                </a:moveTo>
                <a:lnTo>
                  <a:pt x="1553272" y="810759"/>
                </a:lnTo>
                <a:moveTo>
                  <a:pt x="1030906" y="893320"/>
                </a:moveTo>
                <a:lnTo>
                  <a:pt x="1002194" y="872022"/>
                </a:lnTo>
                <a:moveTo>
                  <a:pt x="854238" y="746173"/>
                </a:moveTo>
                <a:lnTo>
                  <a:pt x="969265" y="894885"/>
                </a:lnTo>
                <a:moveTo>
                  <a:pt x="656858" y="757775"/>
                </a:moveTo>
                <a:lnTo>
                  <a:pt x="689274" y="642510"/>
                </a:lnTo>
                <a:moveTo>
                  <a:pt x="849589" y="744433"/>
                </a:moveTo>
                <a:lnTo>
                  <a:pt x="969265" y="894885"/>
                </a:lnTo>
                <a:moveTo>
                  <a:pt x="1119298" y="444351"/>
                </a:moveTo>
                <a:lnTo>
                  <a:pt x="1120658" y="420744"/>
                </a:lnTo>
                <a:moveTo>
                  <a:pt x="1496588" y="757364"/>
                </a:moveTo>
                <a:lnTo>
                  <a:pt x="1515559" y="829262"/>
                </a:lnTo>
                <a:moveTo>
                  <a:pt x="1124452" y="796770"/>
                </a:moveTo>
                <a:lnTo>
                  <a:pt x="1288200" y="807398"/>
                </a:lnTo>
                <a:moveTo>
                  <a:pt x="538210" y="659663"/>
                </a:moveTo>
                <a:lnTo>
                  <a:pt x="702017" y="617448"/>
                </a:lnTo>
                <a:moveTo>
                  <a:pt x="707182" y="800911"/>
                </a:moveTo>
                <a:lnTo>
                  <a:pt x="689274" y="642510"/>
                </a:lnTo>
                <a:moveTo>
                  <a:pt x="1657026" y="543438"/>
                </a:moveTo>
                <a:lnTo>
                  <a:pt x="1826651" y="515437"/>
                </a:lnTo>
                <a:moveTo>
                  <a:pt x="541445" y="662305"/>
                </a:moveTo>
                <a:lnTo>
                  <a:pt x="689274" y="642510"/>
                </a:lnTo>
                <a:moveTo>
                  <a:pt x="1660209" y="524756"/>
                </a:moveTo>
                <a:lnTo>
                  <a:pt x="1776281" y="472973"/>
                </a:lnTo>
                <a:moveTo>
                  <a:pt x="538210" y="659663"/>
                </a:moveTo>
                <a:lnTo>
                  <a:pt x="689274" y="642510"/>
                </a:lnTo>
                <a:moveTo>
                  <a:pt x="1430227" y="799383"/>
                </a:moveTo>
                <a:lnTo>
                  <a:pt x="1515559" y="829262"/>
                </a:lnTo>
                <a:moveTo>
                  <a:pt x="1430231" y="357122"/>
                </a:moveTo>
                <a:lnTo>
                  <a:pt x="1527846" y="436657"/>
                </a:lnTo>
                <a:moveTo>
                  <a:pt x="702017" y="617448"/>
                </a:moveTo>
                <a:lnTo>
                  <a:pt x="713304" y="457303"/>
                </a:lnTo>
                <a:moveTo>
                  <a:pt x="1642801" y="531342"/>
                </a:moveTo>
                <a:lnTo>
                  <a:pt x="1653323" y="371396"/>
                </a:lnTo>
                <a:moveTo>
                  <a:pt x="702017" y="617448"/>
                </a:moveTo>
                <a:lnTo>
                  <a:pt x="709516" y="454164"/>
                </a:lnTo>
                <a:moveTo>
                  <a:pt x="1660209" y="524756"/>
                </a:moveTo>
                <a:lnTo>
                  <a:pt x="1826651" y="515437"/>
                </a:lnTo>
                <a:moveTo>
                  <a:pt x="1119298" y="444351"/>
                </a:moveTo>
                <a:lnTo>
                  <a:pt x="1121037" y="447597"/>
                </a:lnTo>
                <a:moveTo>
                  <a:pt x="486496" y="440621"/>
                </a:moveTo>
                <a:lnTo>
                  <a:pt x="588361" y="523968"/>
                </a:lnTo>
                <a:moveTo>
                  <a:pt x="1527846" y="436657"/>
                </a:moveTo>
                <a:lnTo>
                  <a:pt x="1426625" y="348741"/>
                </a:lnTo>
                <a:moveTo>
                  <a:pt x="718401" y="607728"/>
                </a:moveTo>
                <a:lnTo>
                  <a:pt x="840617" y="563831"/>
                </a:lnTo>
                <a:moveTo>
                  <a:pt x="969265" y="894885"/>
                </a:moveTo>
                <a:lnTo>
                  <a:pt x="1002194" y="872022"/>
                </a:lnTo>
                <a:moveTo>
                  <a:pt x="718401" y="607728"/>
                </a:moveTo>
                <a:lnTo>
                  <a:pt x="713304" y="457303"/>
                </a:lnTo>
                <a:moveTo>
                  <a:pt x="707182" y="800911"/>
                </a:moveTo>
                <a:lnTo>
                  <a:pt x="849589" y="744433"/>
                </a:lnTo>
                <a:moveTo>
                  <a:pt x="1660209" y="524756"/>
                </a:moveTo>
                <a:lnTo>
                  <a:pt x="1653323" y="371396"/>
                </a:lnTo>
                <a:moveTo>
                  <a:pt x="1121037" y="447597"/>
                </a:moveTo>
                <a:lnTo>
                  <a:pt x="1120658" y="420744"/>
                </a:lnTo>
                <a:moveTo>
                  <a:pt x="927029" y="632029"/>
                </a:moveTo>
                <a:lnTo>
                  <a:pt x="840617" y="563831"/>
                </a:lnTo>
                <a:moveTo>
                  <a:pt x="538210" y="659663"/>
                </a:moveTo>
                <a:lnTo>
                  <a:pt x="588361" y="523968"/>
                </a:lnTo>
                <a:moveTo>
                  <a:pt x="1170712" y="311461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116658" y="796008"/>
                </a:lnTo>
                <a:moveTo>
                  <a:pt x="1674748" y="736033"/>
                </a:moveTo>
                <a:lnTo>
                  <a:pt x="1759590" y="632682"/>
                </a:lnTo>
                <a:moveTo>
                  <a:pt x="850091" y="742865"/>
                </a:moveTo>
                <a:lnTo>
                  <a:pt x="840617" y="563831"/>
                </a:lnTo>
                <a:moveTo>
                  <a:pt x="1030906" y="893320"/>
                </a:moveTo>
                <a:lnTo>
                  <a:pt x="1116658" y="796008"/>
                </a:lnTo>
                <a:moveTo>
                  <a:pt x="1225616" y="295411"/>
                </a:moveTo>
                <a:lnTo>
                  <a:pt x="1421225" y="349706"/>
                </a:lnTo>
                <a:moveTo>
                  <a:pt x="972008" y="598251"/>
                </a:moveTo>
                <a:lnTo>
                  <a:pt x="1051438" y="565244"/>
                </a:lnTo>
                <a:moveTo>
                  <a:pt x="1288200" y="807398"/>
                </a:moveTo>
                <a:lnTo>
                  <a:pt x="1335706" y="801298"/>
                </a:lnTo>
                <a:moveTo>
                  <a:pt x="1527846" y="436657"/>
                </a:moveTo>
                <a:lnTo>
                  <a:pt x="1653323" y="371396"/>
                </a:lnTo>
                <a:moveTo>
                  <a:pt x="718401" y="607728"/>
                </a:moveTo>
                <a:lnTo>
                  <a:pt x="722622" y="466325"/>
                </a:lnTo>
                <a:moveTo>
                  <a:pt x="588361" y="523968"/>
                </a:moveTo>
                <a:lnTo>
                  <a:pt x="709516" y="454164"/>
                </a:lnTo>
                <a:moveTo>
                  <a:pt x="1430231" y="357122"/>
                </a:moveTo>
                <a:lnTo>
                  <a:pt x="1421225" y="349706"/>
                </a:lnTo>
                <a:moveTo>
                  <a:pt x="927029" y="632029"/>
                </a:moveTo>
                <a:lnTo>
                  <a:pt x="919391" y="499498"/>
                </a:lnTo>
                <a:moveTo>
                  <a:pt x="486496" y="440621"/>
                </a:moveTo>
                <a:lnTo>
                  <a:pt x="479438" y="434881"/>
                </a:lnTo>
                <a:moveTo>
                  <a:pt x="473425" y="445317"/>
                </a:moveTo>
                <a:lnTo>
                  <a:pt x="486496" y="440621"/>
                </a:lnTo>
                <a:moveTo>
                  <a:pt x="486496" y="440621"/>
                </a:moveTo>
                <a:lnTo>
                  <a:pt x="486574" y="429615"/>
                </a:lnTo>
                <a:moveTo>
                  <a:pt x="1430231" y="357122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347667" y="324592"/>
                </a:lnTo>
                <a:moveTo>
                  <a:pt x="421159" y="563032"/>
                </a:moveTo>
                <a:lnTo>
                  <a:pt x="588361" y="523968"/>
                </a:lnTo>
                <a:moveTo>
                  <a:pt x="1553272" y="810759"/>
                </a:moveTo>
                <a:lnTo>
                  <a:pt x="1674748" y="736033"/>
                </a:lnTo>
                <a:moveTo>
                  <a:pt x="707182" y="800911"/>
                </a:moveTo>
                <a:lnTo>
                  <a:pt x="656858" y="757775"/>
                </a:lnTo>
                <a:moveTo>
                  <a:pt x="473425" y="445317"/>
                </a:moveTo>
                <a:lnTo>
                  <a:pt x="479438" y="434881"/>
                </a:lnTo>
                <a:moveTo>
                  <a:pt x="1421225" y="349706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486574" y="429615"/>
                </a:lnTo>
                <a:moveTo>
                  <a:pt x="541445" y="662305"/>
                </a:moveTo>
                <a:lnTo>
                  <a:pt x="656858" y="757775"/>
                </a:lnTo>
                <a:moveTo>
                  <a:pt x="1759590" y="632682"/>
                </a:moveTo>
                <a:lnTo>
                  <a:pt x="1826651" y="515437"/>
                </a:lnTo>
                <a:moveTo>
                  <a:pt x="1051438" y="565244"/>
                </a:moveTo>
                <a:lnTo>
                  <a:pt x="1121037" y="447597"/>
                </a:lnTo>
                <a:moveTo>
                  <a:pt x="1120658" y="420744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219600" y="709303"/>
                </a:lnTo>
                <a:moveTo>
                  <a:pt x="849589" y="744433"/>
                </a:moveTo>
                <a:lnTo>
                  <a:pt x="884157" y="834932"/>
                </a:lnTo>
                <a:moveTo>
                  <a:pt x="972008" y="598251"/>
                </a:moveTo>
                <a:lnTo>
                  <a:pt x="919391" y="499498"/>
                </a:lnTo>
                <a:moveTo>
                  <a:pt x="1137675" y="289066"/>
                </a:moveTo>
                <a:lnTo>
                  <a:pt x="1225616" y="295411"/>
                </a:lnTo>
                <a:moveTo>
                  <a:pt x="486496" y="440621"/>
                </a:moveTo>
                <a:lnTo>
                  <a:pt x="709516" y="454164"/>
                </a:lnTo>
                <a:moveTo>
                  <a:pt x="1335706" y="801298"/>
                </a:moveTo>
                <a:lnTo>
                  <a:pt x="1333140" y="802674"/>
                </a:lnTo>
                <a:moveTo>
                  <a:pt x="657461" y="812275"/>
                </a:moveTo>
                <a:lnTo>
                  <a:pt x="656858" y="757775"/>
                </a:lnTo>
                <a:moveTo>
                  <a:pt x="541445" y="662305"/>
                </a:moveTo>
                <a:lnTo>
                  <a:pt x="538210" y="659663"/>
                </a:lnTo>
                <a:moveTo>
                  <a:pt x="1826651" y="515437"/>
                </a:moveTo>
                <a:lnTo>
                  <a:pt x="1776281" y="472973"/>
                </a:lnTo>
                <a:moveTo>
                  <a:pt x="538184" y="661347"/>
                </a:moveTo>
                <a:lnTo>
                  <a:pt x="541445" y="662305"/>
                </a:lnTo>
                <a:moveTo>
                  <a:pt x="1002194" y="872022"/>
                </a:moveTo>
                <a:lnTo>
                  <a:pt x="1116658" y="796008"/>
                </a:lnTo>
                <a:moveTo>
                  <a:pt x="538184" y="661347"/>
                </a:moveTo>
                <a:lnTo>
                  <a:pt x="538210" y="659663"/>
                </a:lnTo>
                <a:moveTo>
                  <a:pt x="1426625" y="348741"/>
                </a:moveTo>
                <a:lnTo>
                  <a:pt x="1653323" y="371396"/>
                </a:lnTo>
                <a:moveTo>
                  <a:pt x="969265" y="894885"/>
                </a:moveTo>
                <a:lnTo>
                  <a:pt x="884157" y="834932"/>
                </a:lnTo>
                <a:moveTo>
                  <a:pt x="1430227" y="799383"/>
                </a:moveTo>
                <a:lnTo>
                  <a:pt x="1415449" y="787223"/>
                </a:lnTo>
                <a:moveTo>
                  <a:pt x="286531" y="450093"/>
                </a:moveTo>
                <a:lnTo>
                  <a:pt x="479438" y="434881"/>
                </a:lnTo>
                <a:moveTo>
                  <a:pt x="421159" y="563032"/>
                </a:moveTo>
                <a:lnTo>
                  <a:pt x="486496" y="440621"/>
                </a:lnTo>
                <a:moveTo>
                  <a:pt x="286531" y="450093"/>
                </a:moveTo>
                <a:lnTo>
                  <a:pt x="347667" y="324592"/>
                </a:lnTo>
                <a:moveTo>
                  <a:pt x="286531" y="450093"/>
                </a:moveTo>
                <a:lnTo>
                  <a:pt x="473425" y="445317"/>
                </a:lnTo>
                <a:moveTo>
                  <a:pt x="1653323" y="371396"/>
                </a:moveTo>
                <a:lnTo>
                  <a:pt x="1776281" y="472973"/>
                </a:lnTo>
                <a:moveTo>
                  <a:pt x="355798" y="508141"/>
                </a:moveTo>
                <a:lnTo>
                  <a:pt x="473425" y="445317"/>
                </a:lnTo>
                <a:moveTo>
                  <a:pt x="1776281" y="472973"/>
                </a:moveTo>
                <a:lnTo>
                  <a:pt x="1653892" y="371391"/>
                </a:lnTo>
                <a:moveTo>
                  <a:pt x="718401" y="607728"/>
                </a:moveTo>
                <a:lnTo>
                  <a:pt x="798981" y="533351"/>
                </a:lnTo>
                <a:moveTo>
                  <a:pt x="421159" y="563032"/>
                </a:moveTo>
                <a:lnTo>
                  <a:pt x="473425" y="445317"/>
                </a:lnTo>
                <a:moveTo>
                  <a:pt x="657461" y="812275"/>
                </a:moveTo>
                <a:lnTo>
                  <a:pt x="707182" y="800911"/>
                </a:lnTo>
                <a:moveTo>
                  <a:pt x="1515559" y="829262"/>
                </a:moveTo>
                <a:lnTo>
                  <a:pt x="1553272" y="810759"/>
                </a:lnTo>
                <a:moveTo>
                  <a:pt x="884157" y="834932"/>
                </a:moveTo>
                <a:lnTo>
                  <a:pt x="1002194" y="872022"/>
                </a:lnTo>
                <a:moveTo>
                  <a:pt x="541445" y="662305"/>
                </a:moveTo>
                <a:lnTo>
                  <a:pt x="657461" y="812275"/>
                </a:lnTo>
                <a:moveTo>
                  <a:pt x="1288200" y="807398"/>
                </a:moveTo>
                <a:lnTo>
                  <a:pt x="1333140" y="802674"/>
                </a:lnTo>
                <a:moveTo>
                  <a:pt x="538184" y="661347"/>
                </a:moveTo>
                <a:lnTo>
                  <a:pt x="657461" y="812275"/>
                </a:lnTo>
                <a:moveTo>
                  <a:pt x="713304" y="457303"/>
                </a:moveTo>
                <a:lnTo>
                  <a:pt x="709516" y="454164"/>
                </a:lnTo>
                <a:moveTo>
                  <a:pt x="713304" y="457303"/>
                </a:moveTo>
                <a:lnTo>
                  <a:pt x="735659" y="425537"/>
                </a:lnTo>
                <a:moveTo>
                  <a:pt x="709516" y="454164"/>
                </a:moveTo>
                <a:lnTo>
                  <a:pt x="735659" y="425537"/>
                </a:lnTo>
                <a:moveTo>
                  <a:pt x="538210" y="659663"/>
                </a:moveTo>
                <a:lnTo>
                  <a:pt x="421159" y="563032"/>
                </a:lnTo>
                <a:moveTo>
                  <a:pt x="1653323" y="371396"/>
                </a:moveTo>
                <a:lnTo>
                  <a:pt x="1653892" y="371391"/>
                </a:lnTo>
                <a:moveTo>
                  <a:pt x="538184" y="661347"/>
                </a:moveTo>
                <a:lnTo>
                  <a:pt x="421159" y="563032"/>
                </a:lnTo>
                <a:moveTo>
                  <a:pt x="892046" y="257679"/>
                </a:moveTo>
                <a:lnTo>
                  <a:pt x="878299" y="246323"/>
                </a:lnTo>
                <a:moveTo>
                  <a:pt x="709516" y="454164"/>
                </a:moveTo>
                <a:lnTo>
                  <a:pt x="702888" y="449164"/>
                </a:lnTo>
                <a:moveTo>
                  <a:pt x="828012" y="315255"/>
                </a:moveTo>
                <a:lnTo>
                  <a:pt x="892046" y="257679"/>
                </a:lnTo>
                <a:moveTo>
                  <a:pt x="1002194" y="872022"/>
                </a:moveTo>
                <a:lnTo>
                  <a:pt x="921846" y="809451"/>
                </a:lnTo>
                <a:moveTo>
                  <a:pt x="702888" y="449164"/>
                </a:moveTo>
                <a:lnTo>
                  <a:pt x="735659" y="425537"/>
                </a:lnTo>
                <a:moveTo>
                  <a:pt x="1288200" y="807398"/>
                </a:moveTo>
                <a:lnTo>
                  <a:pt x="1256687" y="739554"/>
                </a:lnTo>
                <a:moveTo>
                  <a:pt x="828012" y="315255"/>
                </a:moveTo>
                <a:lnTo>
                  <a:pt x="878299" y="246323"/>
                </a:lnTo>
                <a:moveTo>
                  <a:pt x="1225616" y="295411"/>
                </a:moveTo>
                <a:lnTo>
                  <a:pt x="1341661" y="287862"/>
                </a:lnTo>
                <a:moveTo>
                  <a:pt x="718401" y="607728"/>
                </a:moveTo>
                <a:lnTo>
                  <a:pt x="762059" y="525788"/>
                </a:lnTo>
                <a:moveTo>
                  <a:pt x="892046" y="257679"/>
                </a:moveTo>
                <a:lnTo>
                  <a:pt x="902030" y="226869"/>
                </a:lnTo>
                <a:moveTo>
                  <a:pt x="707182" y="800911"/>
                </a:moveTo>
                <a:lnTo>
                  <a:pt x="884157" y="834932"/>
                </a:lnTo>
                <a:moveTo>
                  <a:pt x="840617" y="563831"/>
                </a:moveTo>
                <a:lnTo>
                  <a:pt x="783573" y="450517"/>
                </a:lnTo>
                <a:moveTo>
                  <a:pt x="713304" y="457303"/>
                </a:moveTo>
                <a:lnTo>
                  <a:pt x="783573" y="450517"/>
                </a:lnTo>
                <a:moveTo>
                  <a:pt x="878299" y="246323"/>
                </a:moveTo>
                <a:lnTo>
                  <a:pt x="902030" y="226869"/>
                </a:lnTo>
                <a:moveTo>
                  <a:pt x="713304" y="457303"/>
                </a:moveTo>
                <a:lnTo>
                  <a:pt x="722622" y="466325"/>
                </a:lnTo>
                <a:moveTo>
                  <a:pt x="840617" y="563831"/>
                </a:moveTo>
                <a:lnTo>
                  <a:pt x="919391" y="499498"/>
                </a:lnTo>
                <a:moveTo>
                  <a:pt x="735659" y="425537"/>
                </a:moveTo>
                <a:lnTo>
                  <a:pt x="783573" y="450517"/>
                </a:lnTo>
                <a:moveTo>
                  <a:pt x="355798" y="508141"/>
                </a:moveTo>
                <a:lnTo>
                  <a:pt x="286531" y="450093"/>
                </a:lnTo>
                <a:moveTo>
                  <a:pt x="806152" y="361606"/>
                </a:moveTo>
                <a:lnTo>
                  <a:pt x="892046" y="257679"/>
                </a:lnTo>
                <a:moveTo>
                  <a:pt x="735659" y="425537"/>
                </a:moveTo>
                <a:lnTo>
                  <a:pt x="806152" y="361606"/>
                </a:lnTo>
                <a:moveTo>
                  <a:pt x="1143913" y="472688"/>
                </a:moveTo>
                <a:lnTo>
                  <a:pt x="1120658" y="420744"/>
                </a:lnTo>
                <a:moveTo>
                  <a:pt x="355798" y="508141"/>
                </a:moveTo>
                <a:lnTo>
                  <a:pt x="421159" y="563032"/>
                </a:lnTo>
                <a:moveTo>
                  <a:pt x="1553272" y="810759"/>
                </a:moveTo>
                <a:lnTo>
                  <a:pt x="1559053" y="818091"/>
                </a:lnTo>
                <a:moveTo>
                  <a:pt x="878299" y="246323"/>
                </a:moveTo>
                <a:lnTo>
                  <a:pt x="872855" y="242683"/>
                </a:lnTo>
                <a:moveTo>
                  <a:pt x="1288200" y="807398"/>
                </a:moveTo>
                <a:lnTo>
                  <a:pt x="1219600" y="709303"/>
                </a:lnTo>
                <a:moveTo>
                  <a:pt x="702888" y="449164"/>
                </a:moveTo>
                <a:lnTo>
                  <a:pt x="722622" y="466325"/>
                </a:lnTo>
                <a:moveTo>
                  <a:pt x="1759590" y="632682"/>
                </a:moveTo>
                <a:lnTo>
                  <a:pt x="1825923" y="693615"/>
                </a:lnTo>
                <a:moveTo>
                  <a:pt x="828012" y="315255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28012" y="315255"/>
                </a:lnTo>
                <a:moveTo>
                  <a:pt x="1421225" y="349706"/>
                </a:moveTo>
                <a:lnTo>
                  <a:pt x="1341661" y="287862"/>
                </a:lnTo>
                <a:moveTo>
                  <a:pt x="1421225" y="349706"/>
                </a:moveTo>
                <a:lnTo>
                  <a:pt x="1342317" y="287832"/>
                </a:lnTo>
                <a:moveTo>
                  <a:pt x="872855" y="242683"/>
                </a:moveTo>
                <a:lnTo>
                  <a:pt x="902030" y="226869"/>
                </a:lnTo>
                <a:moveTo>
                  <a:pt x="479438" y="434881"/>
                </a:moveTo>
                <a:lnTo>
                  <a:pt x="461398" y="298095"/>
                </a:lnTo>
                <a:moveTo>
                  <a:pt x="1515559" y="829262"/>
                </a:moveTo>
                <a:lnTo>
                  <a:pt x="1559053" y="818091"/>
                </a:lnTo>
                <a:moveTo>
                  <a:pt x="1426625" y="348741"/>
                </a:moveTo>
                <a:lnTo>
                  <a:pt x="1342317" y="287832"/>
                </a:lnTo>
                <a:moveTo>
                  <a:pt x="1335706" y="801298"/>
                </a:moveTo>
                <a:lnTo>
                  <a:pt x="1415449" y="787223"/>
                </a:lnTo>
                <a:moveTo>
                  <a:pt x="347667" y="324592"/>
                </a:moveTo>
                <a:lnTo>
                  <a:pt x="461398" y="298095"/>
                </a:lnTo>
                <a:moveTo>
                  <a:pt x="722622" y="466325"/>
                </a:moveTo>
                <a:lnTo>
                  <a:pt x="783573" y="450517"/>
                </a:lnTo>
                <a:moveTo>
                  <a:pt x="486574" y="429615"/>
                </a:moveTo>
                <a:lnTo>
                  <a:pt x="461398" y="298095"/>
                </a:lnTo>
                <a:moveTo>
                  <a:pt x="783573" y="450517"/>
                </a:moveTo>
                <a:lnTo>
                  <a:pt x="806152" y="361606"/>
                </a:lnTo>
                <a:moveTo>
                  <a:pt x="925886" y="462868"/>
                </a:moveTo>
                <a:lnTo>
                  <a:pt x="892046" y="257679"/>
                </a:lnTo>
                <a:moveTo>
                  <a:pt x="919391" y="499498"/>
                </a:moveTo>
                <a:lnTo>
                  <a:pt x="783573" y="450517"/>
                </a:lnTo>
                <a:moveTo>
                  <a:pt x="1121037" y="447597"/>
                </a:moveTo>
                <a:lnTo>
                  <a:pt x="1143913" y="472688"/>
                </a:lnTo>
                <a:moveTo>
                  <a:pt x="2305315" y="568372"/>
                </a:moveTo>
                <a:lnTo>
                  <a:pt x="2389842" y="464775"/>
                </a:lnTo>
                <a:moveTo>
                  <a:pt x="1674748" y="736033"/>
                </a:moveTo>
                <a:lnTo>
                  <a:pt x="1711479" y="773836"/>
                </a:lnTo>
                <a:moveTo>
                  <a:pt x="2305315" y="568372"/>
                </a:moveTo>
                <a:lnTo>
                  <a:pt x="2233095" y="508437"/>
                </a:lnTo>
                <a:moveTo>
                  <a:pt x="1256687" y="739554"/>
                </a:moveTo>
                <a:lnTo>
                  <a:pt x="1333140" y="802674"/>
                </a:lnTo>
                <a:moveTo>
                  <a:pt x="1711479" y="773836"/>
                </a:moveTo>
                <a:lnTo>
                  <a:pt x="1759590" y="632682"/>
                </a:lnTo>
                <a:moveTo>
                  <a:pt x="486496" y="440621"/>
                </a:moveTo>
                <a:lnTo>
                  <a:pt x="616511" y="406232"/>
                </a:lnTo>
                <a:moveTo>
                  <a:pt x="1825923" y="693615"/>
                </a:moveTo>
                <a:lnTo>
                  <a:pt x="1826651" y="515437"/>
                </a:lnTo>
                <a:moveTo>
                  <a:pt x="2233095" y="508437"/>
                </a:moveTo>
                <a:lnTo>
                  <a:pt x="2389842" y="464775"/>
                </a:lnTo>
                <a:moveTo>
                  <a:pt x="783573" y="450517"/>
                </a:moveTo>
                <a:lnTo>
                  <a:pt x="925886" y="462868"/>
                </a:lnTo>
                <a:moveTo>
                  <a:pt x="538184" y="661347"/>
                </a:moveTo>
                <a:lnTo>
                  <a:pt x="411957" y="650494"/>
                </a:lnTo>
                <a:moveTo>
                  <a:pt x="1426625" y="348741"/>
                </a:moveTo>
                <a:lnTo>
                  <a:pt x="1541371" y="343496"/>
                </a:lnTo>
                <a:moveTo>
                  <a:pt x="486574" y="429615"/>
                </a:moveTo>
                <a:lnTo>
                  <a:pt x="616511" y="406232"/>
                </a:lnTo>
                <a:moveTo>
                  <a:pt x="707182" y="800911"/>
                </a:moveTo>
                <a:lnTo>
                  <a:pt x="778785" y="865962"/>
                </a:lnTo>
                <a:moveTo>
                  <a:pt x="267077" y="530139"/>
                </a:moveTo>
                <a:lnTo>
                  <a:pt x="286531" y="450093"/>
                </a:lnTo>
                <a:moveTo>
                  <a:pt x="925886" y="462868"/>
                </a:moveTo>
                <a:lnTo>
                  <a:pt x="806152" y="361606"/>
                </a:lnTo>
                <a:moveTo>
                  <a:pt x="267077" y="530139"/>
                </a:moveTo>
                <a:lnTo>
                  <a:pt x="355798" y="508141"/>
                </a:lnTo>
                <a:moveTo>
                  <a:pt x="1116658" y="796008"/>
                </a:moveTo>
                <a:lnTo>
                  <a:pt x="1219600" y="709303"/>
                </a:lnTo>
                <a:moveTo>
                  <a:pt x="919391" y="499498"/>
                </a:moveTo>
                <a:lnTo>
                  <a:pt x="925886" y="462868"/>
                </a:lnTo>
                <a:moveTo>
                  <a:pt x="892046" y="257679"/>
                </a:moveTo>
                <a:lnTo>
                  <a:pt x="995745" y="347809"/>
                </a:lnTo>
                <a:moveTo>
                  <a:pt x="1826651" y="515437"/>
                </a:moveTo>
                <a:lnTo>
                  <a:pt x="1906879" y="587228"/>
                </a:lnTo>
                <a:moveTo>
                  <a:pt x="972008" y="598251"/>
                </a:moveTo>
                <a:lnTo>
                  <a:pt x="995383" y="540531"/>
                </a:lnTo>
                <a:moveTo>
                  <a:pt x="1137675" y="289066"/>
                </a:moveTo>
                <a:lnTo>
                  <a:pt x="1341661" y="287862"/>
                </a:lnTo>
                <a:moveTo>
                  <a:pt x="1137675" y="289066"/>
                </a:moveTo>
                <a:lnTo>
                  <a:pt x="1341366" y="287684"/>
                </a:lnTo>
                <a:moveTo>
                  <a:pt x="2163913" y="626471"/>
                </a:moveTo>
                <a:lnTo>
                  <a:pt x="2305315" y="568372"/>
                </a:lnTo>
                <a:moveTo>
                  <a:pt x="2033875" y="516816"/>
                </a:moveTo>
                <a:lnTo>
                  <a:pt x="2021266" y="506090"/>
                </a:lnTo>
                <a:moveTo>
                  <a:pt x="840617" y="563831"/>
                </a:moveTo>
                <a:lnTo>
                  <a:pt x="798981" y="533351"/>
                </a:lnTo>
                <a:moveTo>
                  <a:pt x="2180562" y="640536"/>
                </a:moveTo>
                <a:lnTo>
                  <a:pt x="2305315" y="568372"/>
                </a:lnTo>
                <a:moveTo>
                  <a:pt x="995745" y="347809"/>
                </a:moveTo>
                <a:lnTo>
                  <a:pt x="902030" y="226869"/>
                </a:lnTo>
                <a:moveTo>
                  <a:pt x="266856" y="438643"/>
                </a:moveTo>
                <a:lnTo>
                  <a:pt x="347667" y="324592"/>
                </a:lnTo>
                <a:moveTo>
                  <a:pt x="538184" y="661347"/>
                </a:moveTo>
                <a:lnTo>
                  <a:pt x="522025" y="812419"/>
                </a:lnTo>
                <a:moveTo>
                  <a:pt x="1990574" y="555395"/>
                </a:moveTo>
                <a:lnTo>
                  <a:pt x="2021266" y="506090"/>
                </a:lnTo>
                <a:moveTo>
                  <a:pt x="1553272" y="810759"/>
                </a:moveTo>
                <a:lnTo>
                  <a:pt x="1711479" y="773836"/>
                </a:lnTo>
                <a:moveTo>
                  <a:pt x="1002194" y="872022"/>
                </a:moveTo>
                <a:lnTo>
                  <a:pt x="1045787" y="742232"/>
                </a:lnTo>
                <a:moveTo>
                  <a:pt x="884157" y="834932"/>
                </a:moveTo>
                <a:lnTo>
                  <a:pt x="921846" y="809451"/>
                </a:lnTo>
                <a:moveTo>
                  <a:pt x="1990574" y="555395"/>
                </a:moveTo>
                <a:lnTo>
                  <a:pt x="2033875" y="516816"/>
                </a:lnTo>
                <a:moveTo>
                  <a:pt x="347667" y="324592"/>
                </a:moveTo>
                <a:lnTo>
                  <a:pt x="353939" y="337043"/>
                </a:lnTo>
                <a:moveTo>
                  <a:pt x="2163913" y="626471"/>
                </a:moveTo>
                <a:lnTo>
                  <a:pt x="2233095" y="508437"/>
                </a:lnTo>
                <a:moveTo>
                  <a:pt x="355798" y="508141"/>
                </a:moveTo>
                <a:lnTo>
                  <a:pt x="411957" y="650494"/>
                </a:lnTo>
                <a:moveTo>
                  <a:pt x="709516" y="454164"/>
                </a:moveTo>
                <a:lnTo>
                  <a:pt x="616511" y="406232"/>
                </a:lnTo>
                <a:moveTo>
                  <a:pt x="1219600" y="709303"/>
                </a:moveTo>
                <a:lnTo>
                  <a:pt x="1256687" y="739554"/>
                </a:lnTo>
                <a:moveTo>
                  <a:pt x="421159" y="563032"/>
                </a:moveTo>
                <a:lnTo>
                  <a:pt x="411957" y="650494"/>
                </a:lnTo>
                <a:moveTo>
                  <a:pt x="1653323" y="371396"/>
                </a:moveTo>
                <a:lnTo>
                  <a:pt x="1541371" y="343496"/>
                </a:lnTo>
                <a:moveTo>
                  <a:pt x="1013045" y="540075"/>
                </a:moveTo>
                <a:lnTo>
                  <a:pt x="1121037" y="447597"/>
                </a:lnTo>
                <a:moveTo>
                  <a:pt x="1143913" y="472688"/>
                </a:moveTo>
                <a:lnTo>
                  <a:pt x="1137675" y="289066"/>
                </a:lnTo>
                <a:moveTo>
                  <a:pt x="1515559" y="829262"/>
                </a:moveTo>
                <a:lnTo>
                  <a:pt x="1415449" y="787223"/>
                </a:lnTo>
                <a:moveTo>
                  <a:pt x="2033875" y="516816"/>
                </a:moveTo>
                <a:lnTo>
                  <a:pt x="2163913" y="626471"/>
                </a:lnTo>
                <a:moveTo>
                  <a:pt x="707182" y="800911"/>
                </a:moveTo>
                <a:lnTo>
                  <a:pt x="676196" y="921679"/>
                </a:lnTo>
                <a:moveTo>
                  <a:pt x="616511" y="406232"/>
                </a:moveTo>
                <a:lnTo>
                  <a:pt x="702888" y="449164"/>
                </a:lnTo>
                <a:moveTo>
                  <a:pt x="1776281" y="472973"/>
                </a:moveTo>
                <a:lnTo>
                  <a:pt x="1772466" y="360901"/>
                </a:lnTo>
                <a:moveTo>
                  <a:pt x="657461" y="812275"/>
                </a:moveTo>
                <a:lnTo>
                  <a:pt x="522025" y="812419"/>
                </a:lnTo>
                <a:moveTo>
                  <a:pt x="798981" y="533351"/>
                </a:moveTo>
                <a:lnTo>
                  <a:pt x="783573" y="450517"/>
                </a:lnTo>
                <a:moveTo>
                  <a:pt x="1256687" y="739554"/>
                </a:moveTo>
                <a:lnTo>
                  <a:pt x="1245374" y="696954"/>
                </a:lnTo>
                <a:moveTo>
                  <a:pt x="2033875" y="516816"/>
                </a:moveTo>
                <a:lnTo>
                  <a:pt x="2157095" y="649908"/>
                </a:lnTo>
                <a:moveTo>
                  <a:pt x="1553272" y="810759"/>
                </a:moveTo>
                <a:lnTo>
                  <a:pt x="1672756" y="773327"/>
                </a:lnTo>
                <a:moveTo>
                  <a:pt x="1116658" y="796008"/>
                </a:moveTo>
                <a:lnTo>
                  <a:pt x="1110149" y="619725"/>
                </a:lnTo>
                <a:moveTo>
                  <a:pt x="925886" y="462868"/>
                </a:moveTo>
                <a:lnTo>
                  <a:pt x="995745" y="347809"/>
                </a:lnTo>
                <a:moveTo>
                  <a:pt x="1333140" y="802674"/>
                </a:moveTo>
                <a:lnTo>
                  <a:pt x="1415449" y="787223"/>
                </a:lnTo>
                <a:moveTo>
                  <a:pt x="1990574" y="555395"/>
                </a:moveTo>
                <a:lnTo>
                  <a:pt x="2157095" y="649908"/>
                </a:lnTo>
                <a:moveTo>
                  <a:pt x="2180562" y="640536"/>
                </a:moveTo>
                <a:lnTo>
                  <a:pt x="2163913" y="626471"/>
                </a:lnTo>
                <a:moveTo>
                  <a:pt x="1051438" y="565244"/>
                </a:moveTo>
                <a:lnTo>
                  <a:pt x="1013045" y="540075"/>
                </a:lnTo>
                <a:moveTo>
                  <a:pt x="778785" y="865962"/>
                </a:moveTo>
                <a:lnTo>
                  <a:pt x="884157" y="834932"/>
                </a:lnTo>
                <a:moveTo>
                  <a:pt x="1906879" y="587228"/>
                </a:moveTo>
                <a:lnTo>
                  <a:pt x="2021266" y="506090"/>
                </a:lnTo>
                <a:moveTo>
                  <a:pt x="1653892" y="371391"/>
                </a:moveTo>
                <a:lnTo>
                  <a:pt x="1772466" y="360901"/>
                </a:lnTo>
                <a:moveTo>
                  <a:pt x="702888" y="449164"/>
                </a:moveTo>
                <a:lnTo>
                  <a:pt x="762059" y="525788"/>
                </a:lnTo>
                <a:moveTo>
                  <a:pt x="286531" y="450093"/>
                </a:moveTo>
                <a:lnTo>
                  <a:pt x="266856" y="438643"/>
                </a:lnTo>
                <a:moveTo>
                  <a:pt x="1219600" y="709303"/>
                </a:moveTo>
                <a:lnTo>
                  <a:pt x="1245374" y="696954"/>
                </a:lnTo>
                <a:moveTo>
                  <a:pt x="657461" y="812275"/>
                </a:moveTo>
                <a:lnTo>
                  <a:pt x="676196" y="921679"/>
                </a:lnTo>
                <a:moveTo>
                  <a:pt x="2157095" y="649908"/>
                </a:moveTo>
                <a:lnTo>
                  <a:pt x="2163913" y="626471"/>
                </a:lnTo>
                <a:moveTo>
                  <a:pt x="2157095" y="649908"/>
                </a:moveTo>
                <a:lnTo>
                  <a:pt x="2180562" y="640536"/>
                </a:lnTo>
                <a:moveTo>
                  <a:pt x="1906879" y="587228"/>
                </a:moveTo>
                <a:lnTo>
                  <a:pt x="1990574" y="555395"/>
                </a:lnTo>
                <a:moveTo>
                  <a:pt x="1051438" y="565244"/>
                </a:moveTo>
                <a:lnTo>
                  <a:pt x="995383" y="540531"/>
                </a:lnTo>
                <a:moveTo>
                  <a:pt x="1415449" y="787223"/>
                </a:moveTo>
                <a:lnTo>
                  <a:pt x="1559053" y="818091"/>
                </a:lnTo>
                <a:moveTo>
                  <a:pt x="1341661" y="287862"/>
                </a:moveTo>
                <a:lnTo>
                  <a:pt x="1342317" y="287832"/>
                </a:lnTo>
                <a:moveTo>
                  <a:pt x="1341661" y="287862"/>
                </a:moveTo>
                <a:lnTo>
                  <a:pt x="1341366" y="287684"/>
                </a:lnTo>
                <a:moveTo>
                  <a:pt x="1341366" y="287684"/>
                </a:moveTo>
                <a:lnTo>
                  <a:pt x="1342317" y="287832"/>
                </a:lnTo>
                <a:moveTo>
                  <a:pt x="267077" y="530139"/>
                </a:moveTo>
                <a:lnTo>
                  <a:pt x="411957" y="650494"/>
                </a:lnTo>
                <a:moveTo>
                  <a:pt x="1342667" y="288796"/>
                </a:moveTo>
                <a:lnTo>
                  <a:pt x="1342317" y="287832"/>
                </a:lnTo>
                <a:moveTo>
                  <a:pt x="1341366" y="287684"/>
                </a:moveTo>
                <a:lnTo>
                  <a:pt x="1342667" y="288796"/>
                </a:lnTo>
                <a:moveTo>
                  <a:pt x="762059" y="525788"/>
                </a:moveTo>
                <a:lnTo>
                  <a:pt x="722622" y="466325"/>
                </a:lnTo>
                <a:moveTo>
                  <a:pt x="783573" y="450517"/>
                </a:moveTo>
                <a:lnTo>
                  <a:pt x="793336" y="488440"/>
                </a:lnTo>
                <a:moveTo>
                  <a:pt x="778785" y="865962"/>
                </a:moveTo>
                <a:lnTo>
                  <a:pt x="921846" y="809451"/>
                </a:lnTo>
                <a:moveTo>
                  <a:pt x="722622" y="466325"/>
                </a:moveTo>
                <a:lnTo>
                  <a:pt x="793336" y="488440"/>
                </a:lnTo>
                <a:moveTo>
                  <a:pt x="902030" y="226869"/>
                </a:moveTo>
                <a:lnTo>
                  <a:pt x="985062" y="259495"/>
                </a:lnTo>
                <a:moveTo>
                  <a:pt x="1116658" y="796008"/>
                </a:moveTo>
                <a:lnTo>
                  <a:pt x="1045787" y="742232"/>
                </a:lnTo>
                <a:moveTo>
                  <a:pt x="2389842" y="464775"/>
                </a:moveTo>
                <a:lnTo>
                  <a:pt x="2361476" y="445338"/>
                </a:lnTo>
                <a:moveTo>
                  <a:pt x="1219600" y="709303"/>
                </a:moveTo>
                <a:lnTo>
                  <a:pt x="1110149" y="619725"/>
                </a:lnTo>
                <a:moveTo>
                  <a:pt x="1653323" y="371396"/>
                </a:moveTo>
                <a:lnTo>
                  <a:pt x="1685579" y="405206"/>
                </a:lnTo>
                <a:moveTo>
                  <a:pt x="1653892" y="371391"/>
                </a:moveTo>
                <a:lnTo>
                  <a:pt x="1685579" y="405206"/>
                </a:lnTo>
                <a:moveTo>
                  <a:pt x="1333140" y="802674"/>
                </a:moveTo>
                <a:lnTo>
                  <a:pt x="1426425" y="711642"/>
                </a:lnTo>
                <a:moveTo>
                  <a:pt x="2491241" y="553109"/>
                </a:moveTo>
                <a:lnTo>
                  <a:pt x="2459333" y="524156"/>
                </a:lnTo>
                <a:moveTo>
                  <a:pt x="735659" y="425537"/>
                </a:moveTo>
                <a:lnTo>
                  <a:pt x="832955" y="390253"/>
                </a:lnTo>
                <a:moveTo>
                  <a:pt x="1825923" y="693615"/>
                </a:moveTo>
                <a:lnTo>
                  <a:pt x="1906879" y="587228"/>
                </a:lnTo>
                <a:moveTo>
                  <a:pt x="872855" y="242683"/>
                </a:moveTo>
                <a:lnTo>
                  <a:pt x="985062" y="259495"/>
                </a:lnTo>
                <a:moveTo>
                  <a:pt x="2457892" y="584080"/>
                </a:moveTo>
                <a:lnTo>
                  <a:pt x="2459333" y="524156"/>
                </a:lnTo>
                <a:moveTo>
                  <a:pt x="486574" y="429615"/>
                </a:moveTo>
                <a:lnTo>
                  <a:pt x="505762" y="376896"/>
                </a:lnTo>
                <a:moveTo>
                  <a:pt x="2459333" y="524156"/>
                </a:moveTo>
                <a:lnTo>
                  <a:pt x="2499495" y="534400"/>
                </a:lnTo>
                <a:moveTo>
                  <a:pt x="832955" y="390253"/>
                </a:moveTo>
                <a:lnTo>
                  <a:pt x="828012" y="315255"/>
                </a:lnTo>
                <a:moveTo>
                  <a:pt x="1219600" y="709303"/>
                </a:moveTo>
                <a:lnTo>
                  <a:pt x="1197758" y="518790"/>
                </a:lnTo>
                <a:moveTo>
                  <a:pt x="1342317" y="287832"/>
                </a:moveTo>
                <a:lnTo>
                  <a:pt x="1541371" y="343496"/>
                </a:lnTo>
                <a:moveTo>
                  <a:pt x="702888" y="449164"/>
                </a:moveTo>
                <a:lnTo>
                  <a:pt x="832955" y="390253"/>
                </a:lnTo>
                <a:moveTo>
                  <a:pt x="1342667" y="288796"/>
                </a:moveTo>
                <a:lnTo>
                  <a:pt x="1541371" y="343496"/>
                </a:lnTo>
                <a:moveTo>
                  <a:pt x="1137675" y="289066"/>
                </a:moveTo>
                <a:lnTo>
                  <a:pt x="1177947" y="329636"/>
                </a:lnTo>
                <a:moveTo>
                  <a:pt x="1559053" y="818091"/>
                </a:moveTo>
                <a:lnTo>
                  <a:pt x="1672756" y="773327"/>
                </a:lnTo>
                <a:moveTo>
                  <a:pt x="1559053" y="818091"/>
                </a:moveTo>
                <a:lnTo>
                  <a:pt x="1473238" y="750448"/>
                </a:lnTo>
                <a:moveTo>
                  <a:pt x="1256687" y="739554"/>
                </a:moveTo>
                <a:lnTo>
                  <a:pt x="1341948" y="640604"/>
                </a:lnTo>
                <a:moveTo>
                  <a:pt x="919391" y="499498"/>
                </a:moveTo>
                <a:lnTo>
                  <a:pt x="995383" y="540531"/>
                </a:lnTo>
                <a:moveTo>
                  <a:pt x="1711479" y="773836"/>
                </a:moveTo>
                <a:lnTo>
                  <a:pt x="1825923" y="693615"/>
                </a:lnTo>
                <a:moveTo>
                  <a:pt x="1529381" y="450070"/>
                </a:moveTo>
                <a:lnTo>
                  <a:pt x="1653323" y="371396"/>
                </a:lnTo>
                <a:moveTo>
                  <a:pt x="267077" y="530139"/>
                </a:moveTo>
                <a:lnTo>
                  <a:pt x="266856" y="438643"/>
                </a:lnTo>
                <a:moveTo>
                  <a:pt x="1256687" y="739554"/>
                </a:moveTo>
                <a:lnTo>
                  <a:pt x="1426425" y="711642"/>
                </a:lnTo>
                <a:moveTo>
                  <a:pt x="722622" y="466325"/>
                </a:moveTo>
                <a:lnTo>
                  <a:pt x="832955" y="390253"/>
                </a:lnTo>
                <a:moveTo>
                  <a:pt x="832955" y="390253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32955" y="390253"/>
                </a:lnTo>
                <a:moveTo>
                  <a:pt x="411957" y="650494"/>
                </a:moveTo>
                <a:lnTo>
                  <a:pt x="522025" y="812419"/>
                </a:lnTo>
                <a:moveTo>
                  <a:pt x="2459333" y="524156"/>
                </a:moveTo>
                <a:lnTo>
                  <a:pt x="2470355" y="536788"/>
                </a:lnTo>
                <a:moveTo>
                  <a:pt x="2259300" y="711163"/>
                </a:moveTo>
                <a:lnTo>
                  <a:pt x="2305315" y="568372"/>
                </a:lnTo>
                <a:moveTo>
                  <a:pt x="1219600" y="709303"/>
                </a:moveTo>
                <a:lnTo>
                  <a:pt x="1270186" y="580458"/>
                </a:lnTo>
                <a:moveTo>
                  <a:pt x="1110149" y="619725"/>
                </a:moveTo>
                <a:lnTo>
                  <a:pt x="1143913" y="472688"/>
                </a:lnTo>
                <a:moveTo>
                  <a:pt x="921846" y="809451"/>
                </a:moveTo>
                <a:lnTo>
                  <a:pt x="1045787" y="742232"/>
                </a:lnTo>
                <a:moveTo>
                  <a:pt x="925886" y="462868"/>
                </a:moveTo>
                <a:lnTo>
                  <a:pt x="995383" y="540531"/>
                </a:lnTo>
                <a:moveTo>
                  <a:pt x="2305315" y="568372"/>
                </a:moveTo>
                <a:lnTo>
                  <a:pt x="2341974" y="606118"/>
                </a:lnTo>
                <a:moveTo>
                  <a:pt x="1559053" y="818091"/>
                </a:moveTo>
                <a:lnTo>
                  <a:pt x="1666832" y="738950"/>
                </a:lnTo>
                <a:moveTo>
                  <a:pt x="2233095" y="508437"/>
                </a:moveTo>
                <a:lnTo>
                  <a:pt x="2187757" y="476514"/>
                </a:lnTo>
                <a:moveTo>
                  <a:pt x="353939" y="337043"/>
                </a:moveTo>
                <a:lnTo>
                  <a:pt x="461398" y="298095"/>
                </a:lnTo>
                <a:moveTo>
                  <a:pt x="1143913" y="472688"/>
                </a:moveTo>
                <a:lnTo>
                  <a:pt x="1197758" y="518790"/>
                </a:lnTo>
                <a:moveTo>
                  <a:pt x="872855" y="242683"/>
                </a:moveTo>
                <a:lnTo>
                  <a:pt x="909063" y="280077"/>
                </a:lnTo>
                <a:moveTo>
                  <a:pt x="753267" y="847238"/>
                </a:moveTo>
                <a:lnTo>
                  <a:pt x="921846" y="809451"/>
                </a:lnTo>
                <a:moveTo>
                  <a:pt x="2341974" y="606118"/>
                </a:moveTo>
                <a:lnTo>
                  <a:pt x="2389842" y="464775"/>
                </a:lnTo>
                <a:moveTo>
                  <a:pt x="1245374" y="696954"/>
                </a:moveTo>
                <a:lnTo>
                  <a:pt x="1270186" y="580458"/>
                </a:lnTo>
                <a:moveTo>
                  <a:pt x="1245374" y="696954"/>
                </a:moveTo>
                <a:lnTo>
                  <a:pt x="1341948" y="640604"/>
                </a:lnTo>
                <a:moveTo>
                  <a:pt x="995745" y="347809"/>
                </a:moveTo>
                <a:lnTo>
                  <a:pt x="985062" y="259495"/>
                </a:lnTo>
                <a:moveTo>
                  <a:pt x="798981" y="533351"/>
                </a:moveTo>
                <a:lnTo>
                  <a:pt x="762059" y="525788"/>
                </a:lnTo>
                <a:moveTo>
                  <a:pt x="2457892" y="584080"/>
                </a:moveTo>
                <a:lnTo>
                  <a:pt x="2491241" y="553109"/>
                </a:lnTo>
                <a:moveTo>
                  <a:pt x="798981" y="533351"/>
                </a:moveTo>
                <a:lnTo>
                  <a:pt x="793336" y="488440"/>
                </a:lnTo>
                <a:moveTo>
                  <a:pt x="1110149" y="619725"/>
                </a:moveTo>
                <a:lnTo>
                  <a:pt x="1197758" y="518790"/>
                </a:lnTo>
                <a:moveTo>
                  <a:pt x="921846" y="809451"/>
                </a:moveTo>
                <a:lnTo>
                  <a:pt x="840983" y="746403"/>
                </a:lnTo>
                <a:moveTo>
                  <a:pt x="2491241" y="553109"/>
                </a:moveTo>
                <a:lnTo>
                  <a:pt x="2499495" y="534400"/>
                </a:lnTo>
                <a:moveTo>
                  <a:pt x="676196" y="921679"/>
                </a:moveTo>
                <a:lnTo>
                  <a:pt x="778785" y="865962"/>
                </a:lnTo>
                <a:moveTo>
                  <a:pt x="1990574" y="555395"/>
                </a:moveTo>
                <a:lnTo>
                  <a:pt x="2008108" y="666234"/>
                </a:lnTo>
                <a:moveTo>
                  <a:pt x="925886" y="462868"/>
                </a:moveTo>
                <a:lnTo>
                  <a:pt x="963595" y="325474"/>
                </a:lnTo>
                <a:moveTo>
                  <a:pt x="616511" y="406232"/>
                </a:moveTo>
                <a:lnTo>
                  <a:pt x="762059" y="525788"/>
                </a:lnTo>
                <a:moveTo>
                  <a:pt x="1342667" y="288796"/>
                </a:moveTo>
                <a:lnTo>
                  <a:pt x="1441770" y="375240"/>
                </a:lnTo>
                <a:moveTo>
                  <a:pt x="2033875" y="516816"/>
                </a:moveTo>
                <a:lnTo>
                  <a:pt x="2155817" y="489851"/>
                </a:lnTo>
                <a:moveTo>
                  <a:pt x="498260" y="807307"/>
                </a:moveTo>
                <a:lnTo>
                  <a:pt x="522025" y="812419"/>
                </a:lnTo>
                <a:moveTo>
                  <a:pt x="2163913" y="626471"/>
                </a:moveTo>
                <a:lnTo>
                  <a:pt x="2187757" y="476514"/>
                </a:lnTo>
                <a:moveTo>
                  <a:pt x="2180562" y="640536"/>
                </a:moveTo>
                <a:lnTo>
                  <a:pt x="2259300" y="711163"/>
                </a:lnTo>
                <a:moveTo>
                  <a:pt x="1013045" y="540075"/>
                </a:moveTo>
                <a:lnTo>
                  <a:pt x="1143913" y="472688"/>
                </a:lnTo>
                <a:moveTo>
                  <a:pt x="522025" y="812419"/>
                </a:moveTo>
                <a:lnTo>
                  <a:pt x="676196" y="921679"/>
                </a:lnTo>
                <a:moveTo>
                  <a:pt x="1177947" y="329636"/>
                </a:moveTo>
                <a:lnTo>
                  <a:pt x="1341366" y="287684"/>
                </a:lnTo>
                <a:moveTo>
                  <a:pt x="1415449" y="787223"/>
                </a:moveTo>
                <a:lnTo>
                  <a:pt x="1473238" y="750448"/>
                </a:lnTo>
                <a:moveTo>
                  <a:pt x="1672756" y="773327"/>
                </a:moveTo>
                <a:lnTo>
                  <a:pt x="1711479" y="773836"/>
                </a:lnTo>
                <a:moveTo>
                  <a:pt x="2389842" y="464775"/>
                </a:moveTo>
                <a:lnTo>
                  <a:pt x="2332950" y="571692"/>
                </a:lnTo>
                <a:moveTo>
                  <a:pt x="1559053" y="818091"/>
                </a:moveTo>
                <a:lnTo>
                  <a:pt x="1587954" y="674667"/>
                </a:lnTo>
                <a:moveTo>
                  <a:pt x="778785" y="865962"/>
                </a:moveTo>
                <a:lnTo>
                  <a:pt x="753267" y="847238"/>
                </a:lnTo>
                <a:moveTo>
                  <a:pt x="2457892" y="584080"/>
                </a:moveTo>
                <a:lnTo>
                  <a:pt x="2470355" y="536788"/>
                </a:lnTo>
                <a:moveTo>
                  <a:pt x="1825923" y="693615"/>
                </a:moveTo>
                <a:lnTo>
                  <a:pt x="1869094" y="559100"/>
                </a:lnTo>
                <a:moveTo>
                  <a:pt x="2163913" y="626471"/>
                </a:moveTo>
                <a:lnTo>
                  <a:pt x="2155817" y="489851"/>
                </a:lnTo>
                <a:moveTo>
                  <a:pt x="1045787" y="742232"/>
                </a:moveTo>
                <a:lnTo>
                  <a:pt x="1110149" y="619725"/>
                </a:lnTo>
                <a:moveTo>
                  <a:pt x="267077" y="530139"/>
                </a:moveTo>
                <a:lnTo>
                  <a:pt x="294313" y="629392"/>
                </a:lnTo>
                <a:moveTo>
                  <a:pt x="1013045" y="540075"/>
                </a:moveTo>
                <a:lnTo>
                  <a:pt x="1110149" y="619725"/>
                </a:lnTo>
                <a:moveTo>
                  <a:pt x="1415449" y="787223"/>
                </a:moveTo>
                <a:lnTo>
                  <a:pt x="1426425" y="711642"/>
                </a:lnTo>
                <a:moveTo>
                  <a:pt x="2470355" y="536788"/>
                </a:moveTo>
                <a:lnTo>
                  <a:pt x="2499495" y="534400"/>
                </a:lnTo>
                <a:moveTo>
                  <a:pt x="2157095" y="649908"/>
                </a:moveTo>
                <a:lnTo>
                  <a:pt x="2008108" y="666234"/>
                </a:lnTo>
                <a:moveTo>
                  <a:pt x="534853" y="838780"/>
                </a:moveTo>
                <a:lnTo>
                  <a:pt x="522025" y="812419"/>
                </a:lnTo>
                <a:moveTo>
                  <a:pt x="1825923" y="693615"/>
                </a:moveTo>
                <a:lnTo>
                  <a:pt x="1789433" y="667410"/>
                </a:lnTo>
                <a:moveTo>
                  <a:pt x="995745" y="347809"/>
                </a:moveTo>
                <a:lnTo>
                  <a:pt x="963595" y="325474"/>
                </a:lnTo>
                <a:moveTo>
                  <a:pt x="1441770" y="375240"/>
                </a:moveTo>
                <a:lnTo>
                  <a:pt x="1541371" y="343496"/>
                </a:lnTo>
                <a:moveTo>
                  <a:pt x="266856" y="438643"/>
                </a:moveTo>
                <a:lnTo>
                  <a:pt x="353939" y="337043"/>
                </a:lnTo>
                <a:moveTo>
                  <a:pt x="1270186" y="580458"/>
                </a:moveTo>
                <a:lnTo>
                  <a:pt x="1197758" y="518790"/>
                </a:lnTo>
                <a:moveTo>
                  <a:pt x="2491241" y="553109"/>
                </a:moveTo>
                <a:lnTo>
                  <a:pt x="2503822" y="565440"/>
                </a:lnTo>
                <a:moveTo>
                  <a:pt x="1143913" y="472688"/>
                </a:moveTo>
                <a:lnTo>
                  <a:pt x="1177947" y="329636"/>
                </a:lnTo>
                <a:moveTo>
                  <a:pt x="925886" y="462868"/>
                </a:moveTo>
                <a:lnTo>
                  <a:pt x="896670" y="445603"/>
                </a:lnTo>
                <a:moveTo>
                  <a:pt x="1906879" y="587228"/>
                </a:moveTo>
                <a:lnTo>
                  <a:pt x="1869094" y="559100"/>
                </a:lnTo>
                <a:moveTo>
                  <a:pt x="2457892" y="584080"/>
                </a:moveTo>
                <a:lnTo>
                  <a:pt x="2503822" y="565440"/>
                </a:lnTo>
                <a:moveTo>
                  <a:pt x="417087" y="741486"/>
                </a:moveTo>
                <a:lnTo>
                  <a:pt x="411957" y="650494"/>
                </a:lnTo>
                <a:moveTo>
                  <a:pt x="1711479" y="773836"/>
                </a:moveTo>
                <a:lnTo>
                  <a:pt x="1697145" y="764003"/>
                </a:lnTo>
                <a:moveTo>
                  <a:pt x="2503822" y="565440"/>
                </a:moveTo>
                <a:lnTo>
                  <a:pt x="2499495" y="534400"/>
                </a:lnTo>
                <a:moveTo>
                  <a:pt x="1906879" y="587228"/>
                </a:moveTo>
                <a:lnTo>
                  <a:pt x="2008108" y="666234"/>
                </a:lnTo>
                <a:moveTo>
                  <a:pt x="2180562" y="640536"/>
                </a:moveTo>
                <a:lnTo>
                  <a:pt x="2187458" y="745428"/>
                </a:lnTo>
                <a:moveTo>
                  <a:pt x="1341366" y="287684"/>
                </a:moveTo>
                <a:lnTo>
                  <a:pt x="1355858" y="403439"/>
                </a:lnTo>
                <a:moveTo>
                  <a:pt x="1355858" y="403439"/>
                </a:moveTo>
                <a:lnTo>
                  <a:pt x="1342667" y="288796"/>
                </a:lnTo>
                <a:moveTo>
                  <a:pt x="411957" y="650494"/>
                </a:moveTo>
                <a:lnTo>
                  <a:pt x="294313" y="629392"/>
                </a:lnTo>
                <a:moveTo>
                  <a:pt x="498260" y="807307"/>
                </a:moveTo>
                <a:lnTo>
                  <a:pt x="534853" y="838780"/>
                </a:lnTo>
                <a:moveTo>
                  <a:pt x="2157095" y="649908"/>
                </a:moveTo>
                <a:lnTo>
                  <a:pt x="2187458" y="745428"/>
                </a:lnTo>
                <a:moveTo>
                  <a:pt x="534853" y="838780"/>
                </a:moveTo>
                <a:lnTo>
                  <a:pt x="676196" y="921679"/>
                </a:lnTo>
                <a:moveTo>
                  <a:pt x="1270186" y="580458"/>
                </a:moveTo>
                <a:lnTo>
                  <a:pt x="1341948" y="640604"/>
                </a:lnTo>
                <a:moveTo>
                  <a:pt x="1906879" y="587228"/>
                </a:moveTo>
                <a:lnTo>
                  <a:pt x="1960715" y="461889"/>
                </a:lnTo>
                <a:moveTo>
                  <a:pt x="461398" y="298095"/>
                </a:moveTo>
                <a:lnTo>
                  <a:pt x="505762" y="376896"/>
                </a:lnTo>
                <a:moveTo>
                  <a:pt x="417087" y="741486"/>
                </a:moveTo>
                <a:lnTo>
                  <a:pt x="522025" y="812419"/>
                </a:lnTo>
                <a:moveTo>
                  <a:pt x="1711479" y="773836"/>
                </a:moveTo>
                <a:lnTo>
                  <a:pt x="1789433" y="667410"/>
                </a:lnTo>
                <a:moveTo>
                  <a:pt x="676196" y="921679"/>
                </a:moveTo>
                <a:lnTo>
                  <a:pt x="753267" y="847238"/>
                </a:lnTo>
                <a:moveTo>
                  <a:pt x="2470355" y="536788"/>
                </a:moveTo>
                <a:lnTo>
                  <a:pt x="2503822" y="565440"/>
                </a:lnTo>
                <a:moveTo>
                  <a:pt x="1426425" y="711642"/>
                </a:moveTo>
                <a:lnTo>
                  <a:pt x="1473238" y="750448"/>
                </a:lnTo>
                <a:moveTo>
                  <a:pt x="1426425" y="711642"/>
                </a:moveTo>
                <a:lnTo>
                  <a:pt x="1341948" y="640604"/>
                </a:lnTo>
                <a:moveTo>
                  <a:pt x="1529381" y="450070"/>
                </a:moveTo>
                <a:lnTo>
                  <a:pt x="1541371" y="343496"/>
                </a:lnTo>
                <a:moveTo>
                  <a:pt x="636891" y="924734"/>
                </a:moveTo>
                <a:lnTo>
                  <a:pt x="676196" y="921679"/>
                </a:lnTo>
                <a:moveTo>
                  <a:pt x="921846" y="809451"/>
                </a:moveTo>
                <a:lnTo>
                  <a:pt x="956174" y="671063"/>
                </a:lnTo>
                <a:moveTo>
                  <a:pt x="1672756" y="773327"/>
                </a:moveTo>
                <a:lnTo>
                  <a:pt x="1697145" y="764003"/>
                </a:lnTo>
                <a:moveTo>
                  <a:pt x="793336" y="488440"/>
                </a:moveTo>
                <a:lnTo>
                  <a:pt x="832955" y="390253"/>
                </a:lnTo>
                <a:moveTo>
                  <a:pt x="784253" y="700589"/>
                </a:moveTo>
                <a:lnTo>
                  <a:pt x="798981" y="533351"/>
                </a:lnTo>
                <a:moveTo>
                  <a:pt x="1685579" y="405206"/>
                </a:moveTo>
                <a:lnTo>
                  <a:pt x="1772466" y="360901"/>
                </a:lnTo>
                <a:moveTo>
                  <a:pt x="1672756" y="773327"/>
                </a:moveTo>
                <a:lnTo>
                  <a:pt x="1666832" y="738950"/>
                </a:lnTo>
                <a:moveTo>
                  <a:pt x="1013045" y="540075"/>
                </a:moveTo>
                <a:lnTo>
                  <a:pt x="995383" y="540531"/>
                </a:lnTo>
                <a:moveTo>
                  <a:pt x="1292462" y="428219"/>
                </a:moveTo>
                <a:lnTo>
                  <a:pt x="1341366" y="287684"/>
                </a:lnTo>
                <a:moveTo>
                  <a:pt x="498260" y="807307"/>
                </a:moveTo>
                <a:lnTo>
                  <a:pt x="417087" y="741486"/>
                </a:lnTo>
                <a:moveTo>
                  <a:pt x="636891" y="924734"/>
                </a:moveTo>
                <a:lnTo>
                  <a:pt x="534853" y="838780"/>
                </a:lnTo>
                <a:moveTo>
                  <a:pt x="616511" y="406232"/>
                </a:moveTo>
                <a:lnTo>
                  <a:pt x="505762" y="376896"/>
                </a:lnTo>
                <a:moveTo>
                  <a:pt x="1197758" y="518790"/>
                </a:moveTo>
                <a:lnTo>
                  <a:pt x="1277869" y="496567"/>
                </a:lnTo>
                <a:moveTo>
                  <a:pt x="636891" y="924734"/>
                </a:moveTo>
                <a:lnTo>
                  <a:pt x="753267" y="847238"/>
                </a:lnTo>
                <a:moveTo>
                  <a:pt x="753267" y="847238"/>
                </a:moveTo>
                <a:lnTo>
                  <a:pt x="840983" y="746403"/>
                </a:lnTo>
                <a:moveTo>
                  <a:pt x="739133" y="663879"/>
                </a:moveTo>
                <a:lnTo>
                  <a:pt x="798981" y="533351"/>
                </a:lnTo>
                <a:moveTo>
                  <a:pt x="1143913" y="472688"/>
                </a:moveTo>
                <a:lnTo>
                  <a:pt x="1292462" y="428219"/>
                </a:lnTo>
                <a:moveTo>
                  <a:pt x="1666832" y="738950"/>
                </a:moveTo>
                <a:lnTo>
                  <a:pt x="1697145" y="764003"/>
                </a:lnTo>
                <a:moveTo>
                  <a:pt x="798981" y="533351"/>
                </a:moveTo>
                <a:lnTo>
                  <a:pt x="856123" y="587103"/>
                </a:lnTo>
                <a:moveTo>
                  <a:pt x="267077" y="530139"/>
                </a:moveTo>
                <a:lnTo>
                  <a:pt x="322755" y="491423"/>
                </a:lnTo>
                <a:moveTo>
                  <a:pt x="963595" y="325474"/>
                </a:moveTo>
                <a:lnTo>
                  <a:pt x="985062" y="259495"/>
                </a:lnTo>
                <a:moveTo>
                  <a:pt x="616511" y="406232"/>
                </a:moveTo>
                <a:lnTo>
                  <a:pt x="632065" y="519434"/>
                </a:lnTo>
                <a:moveTo>
                  <a:pt x="909063" y="280077"/>
                </a:moveTo>
                <a:lnTo>
                  <a:pt x="985062" y="259495"/>
                </a:lnTo>
                <a:moveTo>
                  <a:pt x="1270186" y="580458"/>
                </a:moveTo>
                <a:lnTo>
                  <a:pt x="1277869" y="496567"/>
                </a:lnTo>
                <a:moveTo>
                  <a:pt x="1750862" y="461375"/>
                </a:moveTo>
                <a:lnTo>
                  <a:pt x="1772466" y="360901"/>
                </a:lnTo>
                <a:moveTo>
                  <a:pt x="1697145" y="764003"/>
                </a:moveTo>
                <a:lnTo>
                  <a:pt x="1789433" y="667410"/>
                </a:lnTo>
                <a:moveTo>
                  <a:pt x="353939" y="337043"/>
                </a:moveTo>
                <a:lnTo>
                  <a:pt x="505762" y="376896"/>
                </a:lnTo>
                <a:moveTo>
                  <a:pt x="388609" y="810151"/>
                </a:moveTo>
                <a:lnTo>
                  <a:pt x="498260" y="807307"/>
                </a:lnTo>
                <a:moveTo>
                  <a:pt x="956174" y="671063"/>
                </a:moveTo>
                <a:lnTo>
                  <a:pt x="1110149" y="619725"/>
                </a:lnTo>
                <a:moveTo>
                  <a:pt x="1441770" y="375240"/>
                </a:moveTo>
                <a:lnTo>
                  <a:pt x="1529381" y="450070"/>
                </a:lnTo>
                <a:moveTo>
                  <a:pt x="793336" y="488440"/>
                </a:moveTo>
                <a:lnTo>
                  <a:pt x="896670" y="445603"/>
                </a:lnTo>
                <a:moveTo>
                  <a:pt x="2332950" y="571692"/>
                </a:moveTo>
                <a:lnTo>
                  <a:pt x="2361476" y="445338"/>
                </a:lnTo>
                <a:moveTo>
                  <a:pt x="1473238" y="750448"/>
                </a:moveTo>
                <a:lnTo>
                  <a:pt x="1587954" y="674667"/>
                </a:lnTo>
                <a:moveTo>
                  <a:pt x="1197758" y="518790"/>
                </a:moveTo>
                <a:lnTo>
                  <a:pt x="1292462" y="428219"/>
                </a:lnTo>
                <a:moveTo>
                  <a:pt x="1789433" y="667410"/>
                </a:moveTo>
                <a:lnTo>
                  <a:pt x="1869094" y="559100"/>
                </a:lnTo>
                <a:moveTo>
                  <a:pt x="392257" y="724478"/>
                </a:moveTo>
                <a:lnTo>
                  <a:pt x="411957" y="650494"/>
                </a:lnTo>
                <a:moveTo>
                  <a:pt x="1355858" y="403439"/>
                </a:moveTo>
                <a:lnTo>
                  <a:pt x="1441770" y="375240"/>
                </a:lnTo>
                <a:moveTo>
                  <a:pt x="832955" y="390253"/>
                </a:moveTo>
                <a:lnTo>
                  <a:pt x="909063" y="280077"/>
                </a:lnTo>
                <a:moveTo>
                  <a:pt x="762059" y="525788"/>
                </a:moveTo>
                <a:lnTo>
                  <a:pt x="632065" y="519434"/>
                </a:lnTo>
                <a:moveTo>
                  <a:pt x="1529381" y="450070"/>
                </a:moveTo>
                <a:lnTo>
                  <a:pt x="1685579" y="405206"/>
                </a:lnTo>
                <a:moveTo>
                  <a:pt x="739133" y="663879"/>
                </a:moveTo>
                <a:lnTo>
                  <a:pt x="762059" y="525788"/>
                </a:lnTo>
                <a:moveTo>
                  <a:pt x="2259300" y="711163"/>
                </a:moveTo>
                <a:lnTo>
                  <a:pt x="2341974" y="606118"/>
                </a:lnTo>
                <a:moveTo>
                  <a:pt x="1473238" y="750448"/>
                </a:moveTo>
                <a:lnTo>
                  <a:pt x="1448064" y="586693"/>
                </a:lnTo>
                <a:moveTo>
                  <a:pt x="1697145" y="764003"/>
                </a:moveTo>
                <a:lnTo>
                  <a:pt x="1730821" y="619304"/>
                </a:lnTo>
                <a:moveTo>
                  <a:pt x="856123" y="587103"/>
                </a:moveTo>
                <a:lnTo>
                  <a:pt x="793336" y="488440"/>
                </a:lnTo>
                <a:moveTo>
                  <a:pt x="1832268" y="528928"/>
                </a:moveTo>
                <a:lnTo>
                  <a:pt x="1869094" y="559100"/>
                </a:lnTo>
                <a:moveTo>
                  <a:pt x="1341948" y="640604"/>
                </a:moveTo>
                <a:lnTo>
                  <a:pt x="1448064" y="586693"/>
                </a:lnTo>
                <a:moveTo>
                  <a:pt x="498260" y="807307"/>
                </a:moveTo>
                <a:lnTo>
                  <a:pt x="545825" y="915775"/>
                </a:lnTo>
                <a:moveTo>
                  <a:pt x="2155817" y="489851"/>
                </a:moveTo>
                <a:lnTo>
                  <a:pt x="2187757" y="476514"/>
                </a:lnTo>
                <a:moveTo>
                  <a:pt x="1869094" y="559100"/>
                </a:moveTo>
                <a:lnTo>
                  <a:pt x="1960715" y="461889"/>
                </a:lnTo>
                <a:moveTo>
                  <a:pt x="1789433" y="667410"/>
                </a:moveTo>
                <a:lnTo>
                  <a:pt x="1832268" y="528928"/>
                </a:lnTo>
                <a:moveTo>
                  <a:pt x="1666832" y="738950"/>
                </a:moveTo>
                <a:lnTo>
                  <a:pt x="1730821" y="619304"/>
                </a:lnTo>
                <a:moveTo>
                  <a:pt x="1426425" y="711642"/>
                </a:moveTo>
                <a:lnTo>
                  <a:pt x="1448064" y="586693"/>
                </a:lnTo>
                <a:moveTo>
                  <a:pt x="2008108" y="666234"/>
                </a:moveTo>
                <a:lnTo>
                  <a:pt x="1960715" y="461889"/>
                </a:lnTo>
                <a:moveTo>
                  <a:pt x="909063" y="280077"/>
                </a:moveTo>
                <a:lnTo>
                  <a:pt x="963595" y="325474"/>
                </a:lnTo>
                <a:moveTo>
                  <a:pt x="1685579" y="405206"/>
                </a:moveTo>
                <a:lnTo>
                  <a:pt x="1750862" y="461375"/>
                </a:lnTo>
                <a:moveTo>
                  <a:pt x="784253" y="700589"/>
                </a:moveTo>
                <a:lnTo>
                  <a:pt x="840983" y="746403"/>
                </a:lnTo>
                <a:moveTo>
                  <a:pt x="995383" y="540531"/>
                </a:moveTo>
                <a:lnTo>
                  <a:pt x="896670" y="445603"/>
                </a:lnTo>
                <a:moveTo>
                  <a:pt x="1666832" y="738950"/>
                </a:moveTo>
                <a:lnTo>
                  <a:pt x="1587954" y="674667"/>
                </a:lnTo>
                <a:moveTo>
                  <a:pt x="1270186" y="580458"/>
                </a:moveTo>
                <a:lnTo>
                  <a:pt x="1452445" y="562329"/>
                </a:lnTo>
                <a:moveTo>
                  <a:pt x="1473238" y="750448"/>
                </a:moveTo>
                <a:lnTo>
                  <a:pt x="1469220" y="576476"/>
                </a:lnTo>
                <a:moveTo>
                  <a:pt x="1341948" y="640604"/>
                </a:moveTo>
                <a:lnTo>
                  <a:pt x="1452445" y="562329"/>
                </a:lnTo>
                <a:moveTo>
                  <a:pt x="1270186" y="580458"/>
                </a:moveTo>
                <a:lnTo>
                  <a:pt x="1336723" y="465513"/>
                </a:lnTo>
                <a:moveTo>
                  <a:pt x="2187458" y="745428"/>
                </a:moveTo>
                <a:lnTo>
                  <a:pt x="2259300" y="711163"/>
                </a:lnTo>
                <a:moveTo>
                  <a:pt x="1561571" y="477953"/>
                </a:moveTo>
                <a:lnTo>
                  <a:pt x="1685579" y="405206"/>
                </a:lnTo>
                <a:moveTo>
                  <a:pt x="1441770" y="375240"/>
                </a:moveTo>
                <a:lnTo>
                  <a:pt x="1490449" y="536080"/>
                </a:lnTo>
                <a:moveTo>
                  <a:pt x="1045787" y="742232"/>
                </a:moveTo>
                <a:lnTo>
                  <a:pt x="956174" y="671063"/>
                </a:lnTo>
                <a:moveTo>
                  <a:pt x="956174" y="671063"/>
                </a:moveTo>
                <a:lnTo>
                  <a:pt x="1013045" y="540075"/>
                </a:lnTo>
                <a:moveTo>
                  <a:pt x="1730821" y="619304"/>
                </a:moveTo>
                <a:lnTo>
                  <a:pt x="1789433" y="667410"/>
                </a:lnTo>
                <a:moveTo>
                  <a:pt x="1960715" y="461889"/>
                </a:moveTo>
                <a:lnTo>
                  <a:pt x="2155817" y="489851"/>
                </a:lnTo>
                <a:moveTo>
                  <a:pt x="545825" y="915775"/>
                </a:moveTo>
                <a:lnTo>
                  <a:pt x="534853" y="838780"/>
                </a:lnTo>
                <a:moveTo>
                  <a:pt x="832955" y="390253"/>
                </a:moveTo>
                <a:lnTo>
                  <a:pt x="896670" y="445603"/>
                </a:lnTo>
                <a:moveTo>
                  <a:pt x="2008108" y="666234"/>
                </a:moveTo>
                <a:lnTo>
                  <a:pt x="2071323" y="555179"/>
                </a:lnTo>
                <a:moveTo>
                  <a:pt x="353939" y="337043"/>
                </a:moveTo>
                <a:lnTo>
                  <a:pt x="422707" y="399879"/>
                </a:lnTo>
                <a:moveTo>
                  <a:pt x="2157095" y="649908"/>
                </a:moveTo>
                <a:lnTo>
                  <a:pt x="2124780" y="658690"/>
                </a:lnTo>
                <a:moveTo>
                  <a:pt x="388609" y="810151"/>
                </a:moveTo>
                <a:lnTo>
                  <a:pt x="417087" y="741486"/>
                </a:lnTo>
                <a:moveTo>
                  <a:pt x="856123" y="587103"/>
                </a:moveTo>
                <a:lnTo>
                  <a:pt x="995383" y="540531"/>
                </a:lnTo>
                <a:moveTo>
                  <a:pt x="1730821" y="619304"/>
                </a:moveTo>
                <a:lnTo>
                  <a:pt x="1832268" y="528928"/>
                </a:lnTo>
                <a:moveTo>
                  <a:pt x="266856" y="438643"/>
                </a:moveTo>
                <a:lnTo>
                  <a:pt x="322755" y="491423"/>
                </a:lnTo>
                <a:moveTo>
                  <a:pt x="1750862" y="461375"/>
                </a:moveTo>
                <a:lnTo>
                  <a:pt x="1832268" y="528928"/>
                </a:lnTo>
                <a:moveTo>
                  <a:pt x="1679143" y="577055"/>
                </a:moveTo>
                <a:lnTo>
                  <a:pt x="1685579" y="405206"/>
                </a:lnTo>
                <a:moveTo>
                  <a:pt x="956174" y="671063"/>
                </a:moveTo>
                <a:lnTo>
                  <a:pt x="995383" y="540531"/>
                </a:lnTo>
                <a:moveTo>
                  <a:pt x="545825" y="915775"/>
                </a:moveTo>
                <a:lnTo>
                  <a:pt x="636891" y="924734"/>
                </a:lnTo>
                <a:moveTo>
                  <a:pt x="322755" y="491423"/>
                </a:moveTo>
                <a:lnTo>
                  <a:pt x="353939" y="337043"/>
                </a:lnTo>
                <a:moveTo>
                  <a:pt x="896670" y="445603"/>
                </a:moveTo>
                <a:lnTo>
                  <a:pt x="963595" y="325474"/>
                </a:lnTo>
                <a:moveTo>
                  <a:pt x="2071323" y="555179"/>
                </a:moveTo>
                <a:lnTo>
                  <a:pt x="2155817" y="489851"/>
                </a:lnTo>
                <a:moveTo>
                  <a:pt x="840983" y="746403"/>
                </a:moveTo>
                <a:lnTo>
                  <a:pt x="856123" y="587103"/>
                </a:lnTo>
                <a:moveTo>
                  <a:pt x="1177947" y="329636"/>
                </a:moveTo>
                <a:lnTo>
                  <a:pt x="1292462" y="428219"/>
                </a:lnTo>
                <a:moveTo>
                  <a:pt x="1960715" y="461889"/>
                </a:moveTo>
                <a:lnTo>
                  <a:pt x="2071323" y="555179"/>
                </a:lnTo>
                <a:moveTo>
                  <a:pt x="1529381" y="450070"/>
                </a:moveTo>
                <a:lnTo>
                  <a:pt x="1561571" y="477953"/>
                </a:lnTo>
                <a:moveTo>
                  <a:pt x="840983" y="746403"/>
                </a:moveTo>
                <a:lnTo>
                  <a:pt x="956174" y="671063"/>
                </a:lnTo>
                <a:moveTo>
                  <a:pt x="2341974" y="606118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325232" y="593937"/>
                </a:lnTo>
                <a:moveTo>
                  <a:pt x="896670" y="445603"/>
                </a:moveTo>
                <a:lnTo>
                  <a:pt x="909063" y="280077"/>
                </a:lnTo>
                <a:moveTo>
                  <a:pt x="583516" y="883937"/>
                </a:moveTo>
                <a:lnTo>
                  <a:pt x="753267" y="847238"/>
                </a:lnTo>
                <a:moveTo>
                  <a:pt x="2187757" y="476514"/>
                </a:moveTo>
                <a:lnTo>
                  <a:pt x="2304830" y="577095"/>
                </a:lnTo>
                <a:moveTo>
                  <a:pt x="1587954" y="674667"/>
                </a:moveTo>
                <a:lnTo>
                  <a:pt x="1730821" y="619304"/>
                </a:lnTo>
                <a:moveTo>
                  <a:pt x="411957" y="650494"/>
                </a:moveTo>
                <a:lnTo>
                  <a:pt x="393881" y="642271"/>
                </a:lnTo>
                <a:moveTo>
                  <a:pt x="636891" y="924734"/>
                </a:moveTo>
                <a:lnTo>
                  <a:pt x="583516" y="883937"/>
                </a:lnTo>
                <a:moveTo>
                  <a:pt x="1490449" y="536080"/>
                </a:moveTo>
                <a:lnTo>
                  <a:pt x="1529381" y="450070"/>
                </a:lnTo>
                <a:moveTo>
                  <a:pt x="2341974" y="606118"/>
                </a:moveTo>
                <a:lnTo>
                  <a:pt x="2325232" y="593937"/>
                </a:lnTo>
                <a:moveTo>
                  <a:pt x="1679143" y="577055"/>
                </a:moveTo>
                <a:lnTo>
                  <a:pt x="1832268" y="528928"/>
                </a:lnTo>
                <a:moveTo>
                  <a:pt x="753267" y="847238"/>
                </a:moveTo>
                <a:lnTo>
                  <a:pt x="671559" y="783406"/>
                </a:lnTo>
                <a:moveTo>
                  <a:pt x="635747" y="579930"/>
                </a:moveTo>
                <a:lnTo>
                  <a:pt x="762059" y="525788"/>
                </a:lnTo>
                <a:moveTo>
                  <a:pt x="1355858" y="403439"/>
                </a:moveTo>
                <a:lnTo>
                  <a:pt x="1490449" y="536080"/>
                </a:lnTo>
                <a:moveTo>
                  <a:pt x="1277869" y="496567"/>
                </a:moveTo>
                <a:lnTo>
                  <a:pt x="1292462" y="428219"/>
                </a:lnTo>
                <a:moveTo>
                  <a:pt x="1679143" y="577055"/>
                </a:moveTo>
                <a:lnTo>
                  <a:pt x="1730821" y="619304"/>
                </a:lnTo>
                <a:moveTo>
                  <a:pt x="1679143" y="577055"/>
                </a:moveTo>
                <a:lnTo>
                  <a:pt x="1750862" y="461375"/>
                </a:lnTo>
                <a:moveTo>
                  <a:pt x="671559" y="783406"/>
                </a:moveTo>
                <a:lnTo>
                  <a:pt x="840983" y="746403"/>
                </a:lnTo>
                <a:moveTo>
                  <a:pt x="1277869" y="496567"/>
                </a:moveTo>
                <a:lnTo>
                  <a:pt x="1336723" y="465513"/>
                </a:lnTo>
                <a:moveTo>
                  <a:pt x="1292462" y="428219"/>
                </a:moveTo>
                <a:lnTo>
                  <a:pt x="1355858" y="403439"/>
                </a:lnTo>
                <a:moveTo>
                  <a:pt x="1587954" y="674667"/>
                </a:moveTo>
                <a:lnTo>
                  <a:pt x="1679143" y="577055"/>
                </a:lnTo>
                <a:moveTo>
                  <a:pt x="1452445" y="562329"/>
                </a:moveTo>
                <a:lnTo>
                  <a:pt x="1355858" y="403439"/>
                </a:lnTo>
                <a:moveTo>
                  <a:pt x="1490449" y="536080"/>
                </a:moveTo>
                <a:lnTo>
                  <a:pt x="1561571" y="477953"/>
                </a:lnTo>
                <a:moveTo>
                  <a:pt x="1561571" y="477953"/>
                </a:moveTo>
                <a:lnTo>
                  <a:pt x="1679143" y="577055"/>
                </a:lnTo>
                <a:moveTo>
                  <a:pt x="1336723" y="465513"/>
                </a:moveTo>
                <a:lnTo>
                  <a:pt x="1355858" y="403439"/>
                </a:lnTo>
                <a:moveTo>
                  <a:pt x="739133" y="663879"/>
                </a:moveTo>
                <a:lnTo>
                  <a:pt x="784253" y="700589"/>
                </a:lnTo>
                <a:moveTo>
                  <a:pt x="505762" y="376896"/>
                </a:moveTo>
                <a:lnTo>
                  <a:pt x="632065" y="519434"/>
                </a:lnTo>
                <a:moveTo>
                  <a:pt x="784253" y="700589"/>
                </a:moveTo>
                <a:lnTo>
                  <a:pt x="856123" y="587103"/>
                </a:lnTo>
                <a:moveTo>
                  <a:pt x="1587954" y="674667"/>
                </a:moveTo>
                <a:lnTo>
                  <a:pt x="1469220" y="576476"/>
                </a:lnTo>
                <a:moveTo>
                  <a:pt x="2325232" y="593937"/>
                </a:moveTo>
                <a:lnTo>
                  <a:pt x="2332950" y="571692"/>
                </a:lnTo>
                <a:moveTo>
                  <a:pt x="388609" y="810151"/>
                </a:moveTo>
                <a:lnTo>
                  <a:pt x="545825" y="915775"/>
                </a:lnTo>
                <a:moveTo>
                  <a:pt x="856123" y="587103"/>
                </a:moveTo>
                <a:lnTo>
                  <a:pt x="896670" y="445603"/>
                </a:lnTo>
                <a:moveTo>
                  <a:pt x="417087" y="741486"/>
                </a:moveTo>
                <a:lnTo>
                  <a:pt x="392257" y="724478"/>
                </a:lnTo>
                <a:moveTo>
                  <a:pt x="1469220" y="576476"/>
                </a:moveTo>
                <a:lnTo>
                  <a:pt x="1561571" y="477953"/>
                </a:lnTo>
                <a:moveTo>
                  <a:pt x="2304830" y="577095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266377" y="721553"/>
                </a:lnTo>
                <a:moveTo>
                  <a:pt x="1448064" y="586693"/>
                </a:moveTo>
                <a:lnTo>
                  <a:pt x="1452445" y="562329"/>
                </a:lnTo>
                <a:moveTo>
                  <a:pt x="715720" y="712899"/>
                </a:moveTo>
                <a:lnTo>
                  <a:pt x="784253" y="700589"/>
                </a:lnTo>
                <a:moveTo>
                  <a:pt x="294313" y="629392"/>
                </a:moveTo>
                <a:lnTo>
                  <a:pt x="322755" y="491423"/>
                </a:lnTo>
                <a:moveTo>
                  <a:pt x="1448064" y="586693"/>
                </a:moveTo>
                <a:lnTo>
                  <a:pt x="1469220" y="576476"/>
                </a:lnTo>
                <a:moveTo>
                  <a:pt x="1452445" y="562329"/>
                </a:moveTo>
                <a:lnTo>
                  <a:pt x="1490449" y="536080"/>
                </a:lnTo>
                <a:moveTo>
                  <a:pt x="1469220" y="576476"/>
                </a:moveTo>
                <a:lnTo>
                  <a:pt x="1490449" y="536080"/>
                </a:lnTo>
                <a:moveTo>
                  <a:pt x="422707" y="399879"/>
                </a:moveTo>
                <a:lnTo>
                  <a:pt x="505762" y="376896"/>
                </a:lnTo>
                <a:moveTo>
                  <a:pt x="2304830" y="577095"/>
                </a:moveTo>
                <a:lnTo>
                  <a:pt x="2325232" y="593937"/>
                </a:lnTo>
                <a:moveTo>
                  <a:pt x="1469220" y="576476"/>
                </a:moveTo>
                <a:lnTo>
                  <a:pt x="1679143" y="577055"/>
                </a:lnTo>
                <a:moveTo>
                  <a:pt x="856123" y="587103"/>
                </a:moveTo>
                <a:lnTo>
                  <a:pt x="956174" y="671063"/>
                </a:lnTo>
                <a:moveTo>
                  <a:pt x="1292462" y="428219"/>
                </a:moveTo>
                <a:lnTo>
                  <a:pt x="1336723" y="465513"/>
                </a:lnTo>
                <a:moveTo>
                  <a:pt x="671559" y="783406"/>
                </a:moveTo>
                <a:lnTo>
                  <a:pt x="784253" y="700589"/>
                </a:lnTo>
                <a:moveTo>
                  <a:pt x="1452445" y="562329"/>
                </a:moveTo>
                <a:lnTo>
                  <a:pt x="1336723" y="465513"/>
                </a:lnTo>
                <a:moveTo>
                  <a:pt x="1452445" y="562329"/>
                </a:moveTo>
                <a:lnTo>
                  <a:pt x="1469220" y="576476"/>
                </a:lnTo>
                <a:moveTo>
                  <a:pt x="388609" y="810151"/>
                </a:moveTo>
                <a:lnTo>
                  <a:pt x="392257" y="724478"/>
                </a:lnTo>
                <a:moveTo>
                  <a:pt x="715720" y="712899"/>
                </a:moveTo>
                <a:lnTo>
                  <a:pt x="739133" y="663879"/>
                </a:lnTo>
                <a:moveTo>
                  <a:pt x="2187458" y="745428"/>
                </a:moveTo>
                <a:lnTo>
                  <a:pt x="2266377" y="721553"/>
                </a:lnTo>
                <a:moveTo>
                  <a:pt x="545825" y="915775"/>
                </a:moveTo>
                <a:lnTo>
                  <a:pt x="583516" y="883937"/>
                </a:lnTo>
                <a:moveTo>
                  <a:pt x="2008108" y="666234"/>
                </a:moveTo>
                <a:lnTo>
                  <a:pt x="2124780" y="658690"/>
                </a:lnTo>
                <a:moveTo>
                  <a:pt x="2187757" y="476514"/>
                </a:moveTo>
                <a:lnTo>
                  <a:pt x="2178512" y="594527"/>
                </a:lnTo>
                <a:moveTo>
                  <a:pt x="2008108" y="666234"/>
                </a:moveTo>
                <a:lnTo>
                  <a:pt x="2144218" y="621240"/>
                </a:lnTo>
                <a:moveTo>
                  <a:pt x="506177" y="471683"/>
                </a:moveTo>
                <a:lnTo>
                  <a:pt x="505762" y="376896"/>
                </a:lnTo>
                <a:moveTo>
                  <a:pt x="2266377" y="721553"/>
                </a:moveTo>
                <a:lnTo>
                  <a:pt x="2325232" y="593937"/>
                </a:lnTo>
                <a:moveTo>
                  <a:pt x="2155817" y="489851"/>
                </a:moveTo>
                <a:lnTo>
                  <a:pt x="2178512" y="594527"/>
                </a:lnTo>
                <a:moveTo>
                  <a:pt x="671559" y="783406"/>
                </a:moveTo>
                <a:lnTo>
                  <a:pt x="715720" y="712899"/>
                </a:lnTo>
                <a:moveTo>
                  <a:pt x="583516" y="883937"/>
                </a:moveTo>
                <a:lnTo>
                  <a:pt x="671559" y="783406"/>
                </a:lnTo>
                <a:moveTo>
                  <a:pt x="294313" y="629392"/>
                </a:moveTo>
                <a:lnTo>
                  <a:pt x="393881" y="642271"/>
                </a:lnTo>
                <a:moveTo>
                  <a:pt x="2187458" y="745428"/>
                </a:moveTo>
                <a:lnTo>
                  <a:pt x="2124780" y="658690"/>
                </a:lnTo>
                <a:moveTo>
                  <a:pt x="322755" y="491423"/>
                </a:moveTo>
                <a:lnTo>
                  <a:pt x="422707" y="399879"/>
                </a:lnTo>
                <a:moveTo>
                  <a:pt x="557115" y="514006"/>
                </a:moveTo>
                <a:lnTo>
                  <a:pt x="632065" y="519434"/>
                </a:lnTo>
                <a:moveTo>
                  <a:pt x="635747" y="579930"/>
                </a:moveTo>
                <a:lnTo>
                  <a:pt x="632065" y="519434"/>
                </a:lnTo>
                <a:moveTo>
                  <a:pt x="739133" y="663879"/>
                </a:moveTo>
                <a:lnTo>
                  <a:pt x="635747" y="579930"/>
                </a:lnTo>
                <a:moveTo>
                  <a:pt x="2071323" y="555179"/>
                </a:moveTo>
                <a:lnTo>
                  <a:pt x="2178512" y="594527"/>
                </a:lnTo>
                <a:moveTo>
                  <a:pt x="506177" y="471683"/>
                </a:moveTo>
                <a:lnTo>
                  <a:pt x="632065" y="519434"/>
                </a:lnTo>
                <a:moveTo>
                  <a:pt x="2071323" y="555179"/>
                </a:moveTo>
                <a:lnTo>
                  <a:pt x="2144218" y="621240"/>
                </a:lnTo>
                <a:moveTo>
                  <a:pt x="294313" y="629392"/>
                </a:moveTo>
                <a:lnTo>
                  <a:pt x="422489" y="578456"/>
                </a:lnTo>
                <a:moveTo>
                  <a:pt x="715720" y="712899"/>
                </a:moveTo>
                <a:lnTo>
                  <a:pt x="635747" y="579930"/>
                </a:lnTo>
                <a:moveTo>
                  <a:pt x="388609" y="810151"/>
                </a:moveTo>
                <a:lnTo>
                  <a:pt x="449734" y="868936"/>
                </a:lnTo>
                <a:moveTo>
                  <a:pt x="2178512" y="594527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506177" y="471683"/>
                </a:lnTo>
                <a:moveTo>
                  <a:pt x="545825" y="915775"/>
                </a:moveTo>
                <a:lnTo>
                  <a:pt x="449734" y="868936"/>
                </a:lnTo>
                <a:moveTo>
                  <a:pt x="2168174" y="642414"/>
                </a:moveTo>
                <a:lnTo>
                  <a:pt x="2325232" y="593937"/>
                </a:lnTo>
                <a:moveTo>
                  <a:pt x="557115" y="514006"/>
                </a:moveTo>
                <a:lnTo>
                  <a:pt x="635747" y="579930"/>
                </a:lnTo>
                <a:moveTo>
                  <a:pt x="2168174" y="642414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473724" y="546929"/>
                </a:lnTo>
                <a:moveTo>
                  <a:pt x="506177" y="471683"/>
                </a:moveTo>
                <a:lnTo>
                  <a:pt x="557115" y="514006"/>
                </a:lnTo>
                <a:moveTo>
                  <a:pt x="2124780" y="658690"/>
                </a:moveTo>
                <a:lnTo>
                  <a:pt x="2266377" y="721553"/>
                </a:lnTo>
                <a:moveTo>
                  <a:pt x="392257" y="724478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583516" y="883937"/>
                </a:lnTo>
                <a:moveTo>
                  <a:pt x="388609" y="810151"/>
                </a:moveTo>
                <a:lnTo>
                  <a:pt x="464080" y="789702"/>
                </a:lnTo>
                <a:moveTo>
                  <a:pt x="422489" y="578456"/>
                </a:moveTo>
                <a:lnTo>
                  <a:pt x="422707" y="399879"/>
                </a:lnTo>
                <a:moveTo>
                  <a:pt x="715720" y="712899"/>
                </a:moveTo>
                <a:lnTo>
                  <a:pt x="627487" y="656677"/>
                </a:lnTo>
                <a:moveTo>
                  <a:pt x="583516" y="883937"/>
                </a:moveTo>
                <a:lnTo>
                  <a:pt x="503276" y="821466"/>
                </a:lnTo>
                <a:moveTo>
                  <a:pt x="322755" y="491423"/>
                </a:moveTo>
                <a:lnTo>
                  <a:pt x="422489" y="578456"/>
                </a:lnTo>
                <a:moveTo>
                  <a:pt x="473724" y="546929"/>
                </a:moveTo>
                <a:lnTo>
                  <a:pt x="557115" y="514006"/>
                </a:lnTo>
                <a:moveTo>
                  <a:pt x="2266377" y="721553"/>
                </a:moveTo>
                <a:lnTo>
                  <a:pt x="2168174" y="642414"/>
                </a:lnTo>
                <a:moveTo>
                  <a:pt x="473724" y="546929"/>
                </a:moveTo>
                <a:lnTo>
                  <a:pt x="506177" y="471683"/>
                </a:lnTo>
                <a:moveTo>
                  <a:pt x="2124780" y="658690"/>
                </a:moveTo>
                <a:lnTo>
                  <a:pt x="2144218" y="621240"/>
                </a:lnTo>
                <a:moveTo>
                  <a:pt x="2144218" y="621240"/>
                </a:moveTo>
                <a:lnTo>
                  <a:pt x="2178512" y="594527"/>
                </a:lnTo>
                <a:moveTo>
                  <a:pt x="557115" y="514006"/>
                </a:moveTo>
                <a:lnTo>
                  <a:pt x="627487" y="656677"/>
                </a:lnTo>
                <a:moveTo>
                  <a:pt x="603490" y="732229"/>
                </a:moveTo>
                <a:lnTo>
                  <a:pt x="715720" y="712899"/>
                </a:lnTo>
                <a:moveTo>
                  <a:pt x="627487" y="656677"/>
                </a:moveTo>
                <a:lnTo>
                  <a:pt x="635747" y="579930"/>
                </a:lnTo>
                <a:moveTo>
                  <a:pt x="583516" y="883937"/>
                </a:moveTo>
                <a:lnTo>
                  <a:pt x="603490" y="732229"/>
                </a:lnTo>
                <a:moveTo>
                  <a:pt x="392257" y="724478"/>
                </a:moveTo>
                <a:lnTo>
                  <a:pt x="464080" y="789702"/>
                </a:lnTo>
                <a:moveTo>
                  <a:pt x="671559" y="783406"/>
                </a:moveTo>
                <a:lnTo>
                  <a:pt x="603490" y="732229"/>
                </a:lnTo>
                <a:moveTo>
                  <a:pt x="2124780" y="658690"/>
                </a:moveTo>
                <a:lnTo>
                  <a:pt x="2168174" y="642414"/>
                </a:lnTo>
                <a:moveTo>
                  <a:pt x="2168174" y="642414"/>
                </a:moveTo>
                <a:lnTo>
                  <a:pt x="2178512" y="594527"/>
                </a:lnTo>
                <a:moveTo>
                  <a:pt x="393881" y="642271"/>
                </a:moveTo>
                <a:lnTo>
                  <a:pt x="422489" y="578456"/>
                </a:lnTo>
                <a:moveTo>
                  <a:pt x="2144218" y="621240"/>
                </a:moveTo>
                <a:lnTo>
                  <a:pt x="2168174" y="642414"/>
                </a:lnTo>
                <a:moveTo>
                  <a:pt x="422489" y="578456"/>
                </a:moveTo>
                <a:lnTo>
                  <a:pt x="473724" y="546929"/>
                </a:lnTo>
                <a:moveTo>
                  <a:pt x="473724" y="546929"/>
                </a:moveTo>
                <a:lnTo>
                  <a:pt x="627487" y="656677"/>
                </a:lnTo>
                <a:moveTo>
                  <a:pt x="449734" y="868936"/>
                </a:moveTo>
                <a:lnTo>
                  <a:pt x="503276" y="821466"/>
                </a:lnTo>
                <a:moveTo>
                  <a:pt x="464080" y="789702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464080" y="789702"/>
                </a:lnTo>
                <a:moveTo>
                  <a:pt x="464080" y="789702"/>
                </a:moveTo>
                <a:lnTo>
                  <a:pt x="503276" y="821466"/>
                </a:lnTo>
                <a:moveTo>
                  <a:pt x="603490" y="732229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603490" y="732229"/>
                </a:lnTo>
                <a:moveTo>
                  <a:pt x="473724" y="546929"/>
                </a:moveTo>
                <a:lnTo>
                  <a:pt x="505193" y="641127"/>
                </a:lnTo>
                <a:moveTo>
                  <a:pt x="422489" y="578456"/>
                </a:moveTo>
                <a:lnTo>
                  <a:pt x="505193" y="641127"/>
                </a:lnTo>
                <a:moveTo>
                  <a:pt x="627487" y="656677"/>
                </a:moveTo>
                <a:lnTo>
                  <a:pt x="505193" y="641127"/>
                </a:lnTo>
                <a:moveTo>
                  <a:pt x="503069" y="651031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503069" y="651031"/>
                </a:lnTo>
                <a:moveTo>
                  <a:pt x="603490" y="732229"/>
                </a:moveTo>
                <a:lnTo>
                  <a:pt x="503069" y="651031"/>
                </a:lnTo>
                <a:moveTo>
                  <a:pt x="503069" y="651031"/>
                </a:moveTo>
                <a:lnTo>
                  <a:pt x="505193" y="64112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" name="9llg_2_official_ReferenceLigand_0">
            <a:extLst>
              <a:ext uri="{FF2B5EF4-FFF2-40B4-BE49-F238E27FC236}">
                <a16:creationId xmlns:a16="http://schemas.microsoft.com/office/drawing/2014/main" id="{43EE52E7-B83E-40BA-9374-EF5E4D9CE86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298" y="811725"/>
                </a:moveTo>
                <a:lnTo>
                  <a:pt x="1253314" y="8814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" name="9llg_2_official_ReferenceLigand_1">
            <a:extLst>
              <a:ext uri="{FF2B5EF4-FFF2-40B4-BE49-F238E27FC236}">
                <a16:creationId xmlns:a16="http://schemas.microsoft.com/office/drawing/2014/main" id="{C82495B4-E1B1-4640-B728-23B7B7593CE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314" y="881430"/>
                </a:moveTo>
                <a:lnTo>
                  <a:pt x="1144643" y="719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" name="9llg_2_official_ReferenceLigand_2">
            <a:extLst>
              <a:ext uri="{FF2B5EF4-FFF2-40B4-BE49-F238E27FC236}">
                <a16:creationId xmlns:a16="http://schemas.microsoft.com/office/drawing/2014/main" id="{50E9E204-E00F-4DE4-93BC-B3B5477E974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445298" y="811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" name="9llg_2_official_ReferenceLigand_3">
            <a:extLst>
              <a:ext uri="{FF2B5EF4-FFF2-40B4-BE49-F238E27FC236}">
                <a16:creationId xmlns:a16="http://schemas.microsoft.com/office/drawing/2014/main" id="{208974F9-C5B1-44B7-8D4F-FA9B657A04C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628" y="884873"/>
                </a:moveTo>
                <a:lnTo>
                  <a:pt x="844998" y="8654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" name="9llg_2_official_ReferenceLigand_4">
            <a:extLst>
              <a:ext uri="{FF2B5EF4-FFF2-40B4-BE49-F238E27FC236}">
                <a16:creationId xmlns:a16="http://schemas.microsoft.com/office/drawing/2014/main" id="{89F38511-2F77-4853-B118-883826E3570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4998" y="865450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4" name="9llg_2_official_ReferenceLigand_5">
            <a:extLst>
              <a:ext uri="{FF2B5EF4-FFF2-40B4-BE49-F238E27FC236}">
                <a16:creationId xmlns:a16="http://schemas.microsoft.com/office/drawing/2014/main" id="{92D6FA89-AC35-4587-B234-F82EF1D7E2E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5" name="9llg_2_official_ReferenceLigand_6">
            <a:extLst>
              <a:ext uri="{FF2B5EF4-FFF2-40B4-BE49-F238E27FC236}">
                <a16:creationId xmlns:a16="http://schemas.microsoft.com/office/drawing/2014/main" id="{BCAF89ED-993E-43F3-8DFF-31798D23A15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6" name="9llg_2_official_ReferenceLigand_7">
            <a:extLst>
              <a:ext uri="{FF2B5EF4-FFF2-40B4-BE49-F238E27FC236}">
                <a16:creationId xmlns:a16="http://schemas.microsoft.com/office/drawing/2014/main" id="{1AD2E011-0384-482E-8073-831A0EB0D05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448567" y="6361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7" name="9llg_2_official_ReferenceLigand_8">
            <a:extLst>
              <a:ext uri="{FF2B5EF4-FFF2-40B4-BE49-F238E27FC236}">
                <a16:creationId xmlns:a16="http://schemas.microsoft.com/office/drawing/2014/main" id="{D34639F8-8DFE-45FA-BC7E-C6DFD3BD0EA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602918" y="62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8" name="9llg_2_official_ReferenceLigand_9">
            <a:extLst>
              <a:ext uri="{FF2B5EF4-FFF2-40B4-BE49-F238E27FC236}">
                <a16:creationId xmlns:a16="http://schemas.microsoft.com/office/drawing/2014/main" id="{93374356-E2D4-4CF3-A130-1BE627B6195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446" y="754005"/>
                </a:moveTo>
                <a:lnTo>
                  <a:pt x="879022" y="5754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" name="9llg_2_official_ReferenceLigand_10">
            <a:extLst>
              <a:ext uri="{FF2B5EF4-FFF2-40B4-BE49-F238E27FC236}">
                <a16:creationId xmlns:a16="http://schemas.microsoft.com/office/drawing/2014/main" id="{D5DE638A-C9A4-43BB-8B3F-9490C93AFEC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3065" y="764137"/>
                </a:moveTo>
                <a:lnTo>
                  <a:pt x="666628" y="8848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" name="9llg_2_official_ReferenceLigand_11">
            <a:extLst>
              <a:ext uri="{FF2B5EF4-FFF2-40B4-BE49-F238E27FC236}">
                <a16:creationId xmlns:a16="http://schemas.microsoft.com/office/drawing/2014/main" id="{0F073B1B-F831-48B0-A144-61F008AD09A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776525" y="6866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" name="9llg_2_official_ReferenceLigand_12">
            <a:extLst>
              <a:ext uri="{FF2B5EF4-FFF2-40B4-BE49-F238E27FC236}">
                <a16:creationId xmlns:a16="http://schemas.microsoft.com/office/drawing/2014/main" id="{296326C7-527C-454A-9746-1FE23A330B1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0193" y="434416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" name="9llg_2_official_ReferenceLigand_13">
            <a:extLst>
              <a:ext uri="{FF2B5EF4-FFF2-40B4-BE49-F238E27FC236}">
                <a16:creationId xmlns:a16="http://schemas.microsoft.com/office/drawing/2014/main" id="{28BC1EFC-A49E-48FA-9122-6BABEC4B957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525" y="686662"/>
                </a:moveTo>
                <a:lnTo>
                  <a:pt x="1926862" y="68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3" name="9llg_2_official_ReferenceLigand_14">
            <a:extLst>
              <a:ext uri="{FF2B5EF4-FFF2-40B4-BE49-F238E27FC236}">
                <a16:creationId xmlns:a16="http://schemas.microsoft.com/office/drawing/2014/main" id="{1DB0F473-1A56-4B1E-882B-06AAA5D03A0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862" y="689118"/>
                </a:moveTo>
                <a:lnTo>
                  <a:pt x="2109079" y="6777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4" name="9llg_2_official_ReferenceLigand_15">
            <a:extLst>
              <a:ext uri="{FF2B5EF4-FFF2-40B4-BE49-F238E27FC236}">
                <a16:creationId xmlns:a16="http://schemas.microsoft.com/office/drawing/2014/main" id="{9F6244F0-38D3-42D8-A521-3D6D0B4826A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1004796" y="4513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5" name="9llg_2_official_ReferenceLigand_16">
            <a:extLst>
              <a:ext uri="{FF2B5EF4-FFF2-40B4-BE49-F238E27FC236}">
                <a16:creationId xmlns:a16="http://schemas.microsoft.com/office/drawing/2014/main" id="{F0492634-616F-4E5D-A7BA-D43A16006E4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705834" y="600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6" name="9llg_2_official_ReferenceLigand_17">
            <a:extLst>
              <a:ext uri="{FF2B5EF4-FFF2-40B4-BE49-F238E27FC236}">
                <a16:creationId xmlns:a16="http://schemas.microsoft.com/office/drawing/2014/main" id="{C8FDDE87-9069-4CAF-AD2C-644CDBBC910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796" y="451392"/>
                </a:moveTo>
                <a:lnTo>
                  <a:pt x="1190193" y="434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7" name="9llg_2_official_ReferenceLigand_18">
            <a:extLst>
              <a:ext uri="{FF2B5EF4-FFF2-40B4-BE49-F238E27FC236}">
                <a16:creationId xmlns:a16="http://schemas.microsoft.com/office/drawing/2014/main" id="{126ADD7D-60A4-4ADA-9CCF-AC151205D2F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79" y="677712"/>
                </a:moveTo>
                <a:lnTo>
                  <a:pt x="2257742" y="7009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8" name="9llg_2_official_ReferenceLigand_19">
            <a:extLst>
              <a:ext uri="{FF2B5EF4-FFF2-40B4-BE49-F238E27FC236}">
                <a16:creationId xmlns:a16="http://schemas.microsoft.com/office/drawing/2014/main" id="{EE2B141B-10B4-47C5-995F-6011FC0A0700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" name="9llg_2_official_ReferenceLigand_20">
            <a:extLst>
              <a:ext uri="{FF2B5EF4-FFF2-40B4-BE49-F238E27FC236}">
                <a16:creationId xmlns:a16="http://schemas.microsoft.com/office/drawing/2014/main" id="{D8EA7986-EF81-4B1A-BE15-245E7AA707A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624810" y="4441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" name="9llg_2_official_ReferenceLigand_21">
            <a:extLst>
              <a:ext uri="{FF2B5EF4-FFF2-40B4-BE49-F238E27FC236}">
                <a16:creationId xmlns:a16="http://schemas.microsoft.com/office/drawing/2014/main" id="{B771DC92-AF26-4F7C-BC0A-51B845C79DC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268001" y="71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" name="9llg_2_official_ReferenceLigand_22">
            <a:extLst>
              <a:ext uri="{FF2B5EF4-FFF2-40B4-BE49-F238E27FC236}">
                <a16:creationId xmlns:a16="http://schemas.microsoft.com/office/drawing/2014/main" id="{4F374790-A8D0-43A7-9CC5-BE4B45B35ED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054" y="792279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" name="9llg_2_official_ReferenceLigand_23">
            <a:extLst>
              <a:ext uri="{FF2B5EF4-FFF2-40B4-BE49-F238E27FC236}">
                <a16:creationId xmlns:a16="http://schemas.microsoft.com/office/drawing/2014/main" id="{674AD5AC-E4C9-422B-BB6A-F5599E95E29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585970" y="4379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" name="9llg_2_official_ReferenceLigand_24">
            <a:extLst>
              <a:ext uri="{FF2B5EF4-FFF2-40B4-BE49-F238E27FC236}">
                <a16:creationId xmlns:a16="http://schemas.microsoft.com/office/drawing/2014/main" id="{21BB1DBD-C3C8-40AD-9800-2D18F7D9EAD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440008" y="657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4" name="9llg_2_official_ReferenceLigand_25">
            <a:extLst>
              <a:ext uri="{FF2B5EF4-FFF2-40B4-BE49-F238E27FC236}">
                <a16:creationId xmlns:a16="http://schemas.microsoft.com/office/drawing/2014/main" id="{F089E344-041C-49A2-98EC-33C0A9264C0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7968" y="626023"/>
                </a:moveTo>
                <a:lnTo>
                  <a:pt x="420054" y="7922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5" name="9llg_2_official_ReferenceLigand_26">
            <a:extLst>
              <a:ext uri="{FF2B5EF4-FFF2-40B4-BE49-F238E27FC236}">
                <a16:creationId xmlns:a16="http://schemas.microsoft.com/office/drawing/2014/main" id="{E6C1DB0C-F6A6-41DF-852A-F99709056A5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970" y="437996"/>
                </a:moveTo>
                <a:lnTo>
                  <a:pt x="404736" y="4629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6" name="9llg_2_official_ReferenceLigand_27">
            <a:extLst>
              <a:ext uri="{FF2B5EF4-FFF2-40B4-BE49-F238E27FC236}">
                <a16:creationId xmlns:a16="http://schemas.microsoft.com/office/drawing/2014/main" id="{8B5BAAD1-0185-4352-836D-5E901597F1E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736" y="462963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7" name="9llg_2_official_ReferenceLigand_28">
            <a:extLst>
              <a:ext uri="{FF2B5EF4-FFF2-40B4-BE49-F238E27FC236}">
                <a16:creationId xmlns:a16="http://schemas.microsoft.com/office/drawing/2014/main" id="{F55F8809-20B9-4E6D-80CB-00C710F333F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91" y="645631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8" name="9llg_2_official_ReferenceLigand_29">
            <a:extLst>
              <a:ext uri="{FF2B5EF4-FFF2-40B4-BE49-F238E27FC236}">
                <a16:creationId xmlns:a16="http://schemas.microsoft.com/office/drawing/2014/main" id="{F1C2FE43-3341-41A3-BA83-E8C60EB9FBC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254474" y="8891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9" name="9llg_2_official_ReferenceLigand_30">
            <a:extLst>
              <a:ext uri="{FF2B5EF4-FFF2-40B4-BE49-F238E27FC236}">
                <a16:creationId xmlns:a16="http://schemas.microsoft.com/office/drawing/2014/main" id="{0B872CC4-7F50-460D-AB45-7BCE0136451C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748749" y="619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0" name="9llg_2_official_PredictedLigand_0">
            <a:extLst>
              <a:ext uri="{FF2B5EF4-FFF2-40B4-BE49-F238E27FC236}">
                <a16:creationId xmlns:a16="http://schemas.microsoft.com/office/drawing/2014/main" id="{E828DBBB-8562-4883-BBCB-81B517CED72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24052" y="764945"/>
                </a:moveTo>
                <a:lnTo>
                  <a:pt x="930276" y="7573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1" name="9llg_2_official_PredictedLigand_1">
            <a:extLst>
              <a:ext uri="{FF2B5EF4-FFF2-40B4-BE49-F238E27FC236}">
                <a16:creationId xmlns:a16="http://schemas.microsoft.com/office/drawing/2014/main" id="{1BAB8305-B380-4496-AE70-673ED7A78F0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2" y="810348"/>
                </a:moveTo>
                <a:lnTo>
                  <a:pt x="1479813" y="8382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2" name="9llg_2_official_PredictedLigand_2">
            <a:extLst>
              <a:ext uri="{FF2B5EF4-FFF2-40B4-BE49-F238E27FC236}">
                <a16:creationId xmlns:a16="http://schemas.microsoft.com/office/drawing/2014/main" id="{9F870107-773D-46E3-B2A0-ABE35B7AF70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5438" y="834472"/>
                </a:moveTo>
                <a:lnTo>
                  <a:pt x="1124052" y="7649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3" name="9llg_2_official_PredictedLigand_3">
            <a:extLst>
              <a:ext uri="{FF2B5EF4-FFF2-40B4-BE49-F238E27FC236}">
                <a16:creationId xmlns:a16="http://schemas.microsoft.com/office/drawing/2014/main" id="{45730F86-98D4-4938-9C48-84610C36EFBA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1089" y="158335"/>
                </a:moveTo>
                <a:lnTo>
                  <a:pt x="1085296" y="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4" name="9llg_2_official_PredictedLigand_4">
            <a:extLst>
              <a:ext uri="{FF2B5EF4-FFF2-40B4-BE49-F238E27FC236}">
                <a16:creationId xmlns:a16="http://schemas.microsoft.com/office/drawing/2014/main" id="{7C8D1BE7-6AB0-4214-BE99-37E6C7A6D6B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30276" y="757323"/>
                </a:moveTo>
                <a:lnTo>
                  <a:pt x="846633" y="866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5" name="9llg_2_official_PredictedLigand_5">
            <a:extLst>
              <a:ext uri="{FF2B5EF4-FFF2-40B4-BE49-F238E27FC236}">
                <a16:creationId xmlns:a16="http://schemas.microsoft.com/office/drawing/2014/main" id="{A47AEF7B-2F0F-48BD-B6F5-2B0DFE99B54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633" y="866989"/>
                </a:moveTo>
                <a:lnTo>
                  <a:pt x="728689" y="99077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6" name="9llg_2_official_PredictedLigand_6">
            <a:extLst>
              <a:ext uri="{FF2B5EF4-FFF2-40B4-BE49-F238E27FC236}">
                <a16:creationId xmlns:a16="http://schemas.microsoft.com/office/drawing/2014/main" id="{609271E6-6A92-479B-81CF-76D8AD9F7F5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1089" y="158335"/>
                </a:moveTo>
                <a:lnTo>
                  <a:pt x="1286658" y="2079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7" name="9llg_2_official_PredictedLigand_7">
            <a:extLst>
              <a:ext uri="{FF2B5EF4-FFF2-40B4-BE49-F238E27FC236}">
                <a16:creationId xmlns:a16="http://schemas.microsoft.com/office/drawing/2014/main" id="{9AECD0D3-9EAD-486E-953D-31458BC86625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5438" y="834472"/>
                </a:moveTo>
                <a:lnTo>
                  <a:pt x="1437792" y="8103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8" name="9llg_2_official_PredictedLigand_8">
            <a:extLst>
              <a:ext uri="{FF2B5EF4-FFF2-40B4-BE49-F238E27FC236}">
                <a16:creationId xmlns:a16="http://schemas.microsoft.com/office/drawing/2014/main" id="{7A2D9D48-6B79-45CF-AA41-BB7B22ED3CB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2" y="810348"/>
                </a:moveTo>
                <a:lnTo>
                  <a:pt x="1501925" y="6265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49" name="9llg_2_official_PredictedLigand_9">
            <a:extLst>
              <a:ext uri="{FF2B5EF4-FFF2-40B4-BE49-F238E27FC236}">
                <a16:creationId xmlns:a16="http://schemas.microsoft.com/office/drawing/2014/main" id="{5C0AEB17-46F3-482A-AEFD-14F06BC18EA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5721" y="610548"/>
                </a:moveTo>
                <a:lnTo>
                  <a:pt x="1791613" y="7807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0" name="9llg_2_official_PredictedLigand_10">
            <a:extLst>
              <a:ext uri="{FF2B5EF4-FFF2-40B4-BE49-F238E27FC236}">
                <a16:creationId xmlns:a16="http://schemas.microsoft.com/office/drawing/2014/main" id="{4531A92D-7C0F-49FD-87F0-4A3F64B2D72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1925" y="626511"/>
                </a:moveTo>
                <a:lnTo>
                  <a:pt x="1695721" y="61054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1" name="9llg_2_official_PredictedLigand_11">
            <a:extLst>
              <a:ext uri="{FF2B5EF4-FFF2-40B4-BE49-F238E27FC236}">
                <a16:creationId xmlns:a16="http://schemas.microsoft.com/office/drawing/2014/main" id="{138E1868-A9FA-4266-BB2F-450C0CD12F6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9534" y="753473"/>
                </a:moveTo>
                <a:lnTo>
                  <a:pt x="1791613" y="7807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2" name="9llg_2_official_PredictedLigand_12">
            <a:extLst>
              <a:ext uri="{FF2B5EF4-FFF2-40B4-BE49-F238E27FC236}">
                <a16:creationId xmlns:a16="http://schemas.microsoft.com/office/drawing/2014/main" id="{873764C7-59A8-4FE2-820A-FBC20115B05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2509" y="214363"/>
                </a:moveTo>
                <a:lnTo>
                  <a:pt x="1101089" y="1583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3" name="9llg_2_official_PredictedLigand_13">
            <a:extLst>
              <a:ext uri="{FF2B5EF4-FFF2-40B4-BE49-F238E27FC236}">
                <a16:creationId xmlns:a16="http://schemas.microsoft.com/office/drawing/2014/main" id="{301761FF-27E5-4C06-A0A3-2F72D59EC40E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792" y="810348"/>
                </a:moveTo>
                <a:lnTo>
                  <a:pt x="1531638" y="9286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4" name="9llg_2_official_PredictedLigand_14">
            <a:extLst>
              <a:ext uri="{FF2B5EF4-FFF2-40B4-BE49-F238E27FC236}">
                <a16:creationId xmlns:a16="http://schemas.microsoft.com/office/drawing/2014/main" id="{5667B8C3-C716-43E2-A14B-BEF49F9CBB7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3748" y="961963"/>
                </a:moveTo>
                <a:lnTo>
                  <a:pt x="1245438" y="8344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5" name="9llg_2_official_PredictedLigand_15">
            <a:extLst>
              <a:ext uri="{FF2B5EF4-FFF2-40B4-BE49-F238E27FC236}">
                <a16:creationId xmlns:a16="http://schemas.microsoft.com/office/drawing/2014/main" id="{B599F899-0C9D-4867-B7F8-6A5D8EC17CC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1613" y="780729"/>
                </a:moveTo>
                <a:lnTo>
                  <a:pt x="1720493" y="9202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6" name="9llg_2_official_PredictedLigand_16">
            <a:extLst>
              <a:ext uri="{FF2B5EF4-FFF2-40B4-BE49-F238E27FC236}">
                <a16:creationId xmlns:a16="http://schemas.microsoft.com/office/drawing/2014/main" id="{0E6A2BF8-A6C9-4507-8238-FC60805BFE6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35" y="964328"/>
                </a:moveTo>
                <a:lnTo>
                  <a:pt x="846633" y="86698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7" name="9llg_2_official_PredictedLigand_17">
            <a:extLst>
              <a:ext uri="{FF2B5EF4-FFF2-40B4-BE49-F238E27FC236}">
                <a16:creationId xmlns:a16="http://schemas.microsoft.com/office/drawing/2014/main" id="{B94AAAFF-E78F-4AAF-9045-E61ECE43DE6D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6633" y="866989"/>
                </a:moveTo>
                <a:lnTo>
                  <a:pt x="733304" y="7622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8" name="9llg_2_official_PredictedLigand_18">
            <a:extLst>
              <a:ext uri="{FF2B5EF4-FFF2-40B4-BE49-F238E27FC236}">
                <a16:creationId xmlns:a16="http://schemas.microsoft.com/office/drawing/2014/main" id="{415451EF-5ADA-4BE4-83DA-A3F7DF90ADDF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3723" y="592987"/>
                </a:moveTo>
                <a:lnTo>
                  <a:pt x="462222" y="5963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59" name="9llg_2_official_PredictedLigand_19">
            <a:extLst>
              <a:ext uri="{FF2B5EF4-FFF2-40B4-BE49-F238E27FC236}">
                <a16:creationId xmlns:a16="http://schemas.microsoft.com/office/drawing/2014/main" id="{7F0ACF20-1B66-44BF-AE45-B3DCCA154299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4391" y="398835"/>
                </a:moveTo>
                <a:lnTo>
                  <a:pt x="982509" y="2143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0" name="9llg_2_official_PredictedLigand_20">
            <a:extLst>
              <a:ext uri="{FF2B5EF4-FFF2-40B4-BE49-F238E27FC236}">
                <a16:creationId xmlns:a16="http://schemas.microsoft.com/office/drawing/2014/main" id="{C26AC0D1-AC3C-423D-9042-87404105CB8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3304" y="762266"/>
                </a:moveTo>
                <a:lnTo>
                  <a:pt x="663723" y="59298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1" name="9llg_2_official_PredictedLigand_21">
            <a:extLst>
              <a:ext uri="{FF2B5EF4-FFF2-40B4-BE49-F238E27FC236}">
                <a16:creationId xmlns:a16="http://schemas.microsoft.com/office/drawing/2014/main" id="{BADC4616-5FD5-4BA3-9468-65EA1276E824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3723" y="592987"/>
                </a:moveTo>
                <a:lnTo>
                  <a:pt x="747306" y="43407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2" name="9llg_2_official_PredictedLigand_22">
            <a:extLst>
              <a:ext uri="{FF2B5EF4-FFF2-40B4-BE49-F238E27FC236}">
                <a16:creationId xmlns:a16="http://schemas.microsoft.com/office/drawing/2014/main" id="{909F719A-2C4E-4CC1-A167-740579EEA7F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4735" y="964328"/>
                </a:moveTo>
                <a:lnTo>
                  <a:pt x="1163748" y="9619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3" name="9llg_2_official_PredictedLigand_23">
            <a:extLst>
              <a:ext uri="{FF2B5EF4-FFF2-40B4-BE49-F238E27FC236}">
                <a16:creationId xmlns:a16="http://schemas.microsoft.com/office/drawing/2014/main" id="{1CF5D851-8047-4C97-A58C-1C9DD9D2B35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493" y="920214"/>
                </a:moveTo>
                <a:lnTo>
                  <a:pt x="1531638" y="92863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4" name="9llg_2_official_PredictedLigand_24">
            <a:extLst>
              <a:ext uri="{FF2B5EF4-FFF2-40B4-BE49-F238E27FC236}">
                <a16:creationId xmlns:a16="http://schemas.microsoft.com/office/drawing/2014/main" id="{00030E44-E8E9-4FA4-A545-09202B689F47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7306" y="434075"/>
                </a:moveTo>
                <a:lnTo>
                  <a:pt x="924391" y="3988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5" name="9llg_2_official_PredictedLigand_25">
            <a:extLst>
              <a:ext uri="{FF2B5EF4-FFF2-40B4-BE49-F238E27FC236}">
                <a16:creationId xmlns:a16="http://schemas.microsoft.com/office/drawing/2014/main" id="{37FDFB02-29F9-429A-9227-C746034B015B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1638" y="928636"/>
                </a:moveTo>
                <a:lnTo>
                  <a:pt x="1447836" y="10318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6" name="9llg_2_official_PredictedLigand_26">
            <a:extLst>
              <a:ext uri="{FF2B5EF4-FFF2-40B4-BE49-F238E27FC236}">
                <a16:creationId xmlns:a16="http://schemas.microsoft.com/office/drawing/2014/main" id="{A6688491-354D-45AA-AEE4-77AD7283CCE6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2515" y="1044619"/>
                </a:moveTo>
                <a:lnTo>
                  <a:pt x="1163748" y="96196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7" name="9llg_2_official_PredictedLigand_27">
            <a:extLst>
              <a:ext uri="{FF2B5EF4-FFF2-40B4-BE49-F238E27FC236}">
                <a16:creationId xmlns:a16="http://schemas.microsoft.com/office/drawing/2014/main" id="{CF7E474C-8C4D-446B-926D-0601BFA12331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03870" y="961356"/>
                </a:moveTo>
                <a:lnTo>
                  <a:pt x="974735" y="96432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8" name="9llg_2_official_PredictedLigand_28">
            <a:extLst>
              <a:ext uri="{FF2B5EF4-FFF2-40B4-BE49-F238E27FC236}">
                <a16:creationId xmlns:a16="http://schemas.microsoft.com/office/drawing/2014/main" id="{F48467E2-75AD-401B-83C7-ED031B987BF2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33304" y="762266"/>
                </a:moveTo>
                <a:lnTo>
                  <a:pt x="753090" y="82446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" name="9llg_2_official_PredictedLigand_29">
            <a:extLst>
              <a:ext uri="{FF2B5EF4-FFF2-40B4-BE49-F238E27FC236}">
                <a16:creationId xmlns:a16="http://schemas.microsoft.com/office/drawing/2014/main" id="{CAE656BC-E874-4C6F-8562-60EC34D99A08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7836" y="1031869"/>
                </a:moveTo>
                <a:lnTo>
                  <a:pt x="1262515" y="10446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" name="9llg_2_official_PredictedLigand_30">
            <a:extLst>
              <a:ext uri="{FF2B5EF4-FFF2-40B4-BE49-F238E27FC236}">
                <a16:creationId xmlns:a16="http://schemas.microsoft.com/office/drawing/2014/main" id="{DFB0EA7B-A37D-44C3-BF1F-ECB64B8F3533}"/>
              </a:ext>
            </a:extLst>
          </p:cNvPr>
          <p:cNvSpPr>
            <a:spLocks noGrp="1"/>
          </p:cNvSpPr>
          <p:nvPr/>
        </p:nvSpPr>
        <p:spPr>
          <a:xfrm>
            <a:off x="2286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3090" y="824461"/>
                </a:moveTo>
                <a:lnTo>
                  <a:pt x="903870" y="9613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" name="9llg_2_official_PredictedAtoms_0">
            <a:extLst>
              <a:ext uri="{FF2B5EF4-FFF2-40B4-BE49-F238E27FC236}">
                <a16:creationId xmlns:a16="http://schemas.microsoft.com/office/drawing/2014/main" id="{34DF0C21-FAFD-4727-AF51-886435A81E27}"/>
              </a:ext>
            </a:extLst>
          </p:cNvPr>
          <p:cNvSpPr>
            <a:spLocks noGrp="1"/>
          </p:cNvSpPr>
          <p:nvPr/>
        </p:nvSpPr>
        <p:spPr>
          <a:xfrm>
            <a:off x="2181942" y="15278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" name="9llg_2_official_PredictedAtoms_1">
            <a:extLst>
              <a:ext uri="{FF2B5EF4-FFF2-40B4-BE49-F238E27FC236}">
                <a16:creationId xmlns:a16="http://schemas.microsoft.com/office/drawing/2014/main" id="{3BA8FEBC-7B43-4008-A4E3-DBE460367B6E}"/>
              </a:ext>
            </a:extLst>
          </p:cNvPr>
          <p:cNvSpPr>
            <a:spLocks noGrp="1"/>
          </p:cNvSpPr>
          <p:nvPr/>
        </p:nvSpPr>
        <p:spPr>
          <a:xfrm>
            <a:off x="2004021" y="15551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" name="9llg_2_official_PredictedAtoms_2">
            <a:extLst>
              <a:ext uri="{FF2B5EF4-FFF2-40B4-BE49-F238E27FC236}">
                <a16:creationId xmlns:a16="http://schemas.microsoft.com/office/drawing/2014/main" id="{A3FBC83B-0576-4A57-9ECF-7A9180D4D0EA}"/>
              </a:ext>
            </a:extLst>
          </p:cNvPr>
          <p:cNvSpPr>
            <a:spLocks noGrp="1"/>
          </p:cNvSpPr>
          <p:nvPr/>
        </p:nvSpPr>
        <p:spPr>
          <a:xfrm>
            <a:off x="1932901" y="16945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" name="9llg_2_official_PredictedAtoms_3">
            <a:extLst>
              <a:ext uri="{FF2B5EF4-FFF2-40B4-BE49-F238E27FC236}">
                <a16:creationId xmlns:a16="http://schemas.microsoft.com/office/drawing/2014/main" id="{0C36E412-54D7-4C72-9FBC-DD52C5FDF949}"/>
              </a:ext>
            </a:extLst>
          </p:cNvPr>
          <p:cNvSpPr>
            <a:spLocks noGrp="1"/>
          </p:cNvSpPr>
          <p:nvPr/>
        </p:nvSpPr>
        <p:spPr>
          <a:xfrm>
            <a:off x="1744045" y="17030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" name="9llg_2_official_PredictedAtoms_4">
            <a:extLst>
              <a:ext uri="{FF2B5EF4-FFF2-40B4-BE49-F238E27FC236}">
                <a16:creationId xmlns:a16="http://schemas.microsoft.com/office/drawing/2014/main" id="{AB5B5E72-FF98-419B-9B25-123611D04642}"/>
              </a:ext>
            </a:extLst>
          </p:cNvPr>
          <p:cNvSpPr>
            <a:spLocks noGrp="1"/>
          </p:cNvSpPr>
          <p:nvPr/>
        </p:nvSpPr>
        <p:spPr>
          <a:xfrm>
            <a:off x="1660243" y="18062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6" name="9llg_2_official_PredictedAtoms_5">
            <a:extLst>
              <a:ext uri="{FF2B5EF4-FFF2-40B4-BE49-F238E27FC236}">
                <a16:creationId xmlns:a16="http://schemas.microsoft.com/office/drawing/2014/main" id="{BB4C6654-24B8-43F7-BA6C-39AF469CBD5C}"/>
              </a:ext>
            </a:extLst>
          </p:cNvPr>
          <p:cNvSpPr>
            <a:spLocks noGrp="1"/>
          </p:cNvSpPr>
          <p:nvPr/>
        </p:nvSpPr>
        <p:spPr>
          <a:xfrm>
            <a:off x="1474922" y="181900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7" name="9llg_2_official_PredictedAtoms_6">
            <a:extLst>
              <a:ext uri="{FF2B5EF4-FFF2-40B4-BE49-F238E27FC236}">
                <a16:creationId xmlns:a16="http://schemas.microsoft.com/office/drawing/2014/main" id="{E17FBB11-76AF-441D-8FC9-9276FACF5669}"/>
              </a:ext>
            </a:extLst>
          </p:cNvPr>
          <p:cNvSpPr>
            <a:spLocks noGrp="1"/>
          </p:cNvSpPr>
          <p:nvPr/>
        </p:nvSpPr>
        <p:spPr>
          <a:xfrm>
            <a:off x="1376156" y="173634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8" name="9llg_2_official_PredictedAtoms_7">
            <a:extLst>
              <a:ext uri="{FF2B5EF4-FFF2-40B4-BE49-F238E27FC236}">
                <a16:creationId xmlns:a16="http://schemas.microsoft.com/office/drawing/2014/main" id="{EC3CA181-4258-495A-8CBD-3BD241749854}"/>
              </a:ext>
            </a:extLst>
          </p:cNvPr>
          <p:cNvSpPr>
            <a:spLocks noGrp="1"/>
          </p:cNvSpPr>
          <p:nvPr/>
        </p:nvSpPr>
        <p:spPr>
          <a:xfrm>
            <a:off x="1457845" y="160885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9" name="9llg_2_official_PredictedAtoms_8">
            <a:extLst>
              <a:ext uri="{FF2B5EF4-FFF2-40B4-BE49-F238E27FC236}">
                <a16:creationId xmlns:a16="http://schemas.microsoft.com/office/drawing/2014/main" id="{11AB6371-17AD-4492-A6D5-2AC192D51404}"/>
              </a:ext>
            </a:extLst>
          </p:cNvPr>
          <p:cNvSpPr>
            <a:spLocks noGrp="1"/>
          </p:cNvSpPr>
          <p:nvPr/>
        </p:nvSpPr>
        <p:spPr>
          <a:xfrm>
            <a:off x="1336460" y="153932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0" name="9llg_2_official_PredictedAtoms_9">
            <a:extLst>
              <a:ext uri="{FF2B5EF4-FFF2-40B4-BE49-F238E27FC236}">
                <a16:creationId xmlns:a16="http://schemas.microsoft.com/office/drawing/2014/main" id="{2CD9003E-E158-43DC-B727-098854B3D1DC}"/>
              </a:ext>
            </a:extLst>
          </p:cNvPr>
          <p:cNvSpPr>
            <a:spLocks noGrp="1"/>
          </p:cNvSpPr>
          <p:nvPr/>
        </p:nvSpPr>
        <p:spPr>
          <a:xfrm>
            <a:off x="1142683" y="15317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1" name="9llg_2_official_PredictedAtoms_10">
            <a:extLst>
              <a:ext uri="{FF2B5EF4-FFF2-40B4-BE49-F238E27FC236}">
                <a16:creationId xmlns:a16="http://schemas.microsoft.com/office/drawing/2014/main" id="{F712B5B2-D1B2-498C-A23E-6FE92BB98FBF}"/>
              </a:ext>
            </a:extLst>
          </p:cNvPr>
          <p:cNvSpPr>
            <a:spLocks noGrp="1"/>
          </p:cNvSpPr>
          <p:nvPr/>
        </p:nvSpPr>
        <p:spPr>
          <a:xfrm>
            <a:off x="1059040" y="164137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2" name="9llg_2_official_PredictedAtoms_11">
            <a:extLst>
              <a:ext uri="{FF2B5EF4-FFF2-40B4-BE49-F238E27FC236}">
                <a16:creationId xmlns:a16="http://schemas.microsoft.com/office/drawing/2014/main" id="{EED7C2C3-2801-43C6-9A8D-F65E5C4A1767}"/>
              </a:ext>
            </a:extLst>
          </p:cNvPr>
          <p:cNvSpPr>
            <a:spLocks noGrp="1"/>
          </p:cNvSpPr>
          <p:nvPr/>
        </p:nvSpPr>
        <p:spPr>
          <a:xfrm>
            <a:off x="941096" y="176515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3" name="9llg_2_official_PredictedAtoms_12">
            <a:extLst>
              <a:ext uri="{FF2B5EF4-FFF2-40B4-BE49-F238E27FC236}">
                <a16:creationId xmlns:a16="http://schemas.microsoft.com/office/drawing/2014/main" id="{9B326A28-884A-4CED-AA1A-3C34900DAB0B}"/>
              </a:ext>
            </a:extLst>
          </p:cNvPr>
          <p:cNvSpPr>
            <a:spLocks noGrp="1"/>
          </p:cNvSpPr>
          <p:nvPr/>
        </p:nvSpPr>
        <p:spPr>
          <a:xfrm>
            <a:off x="945712" y="15366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4" name="9llg_2_official_PredictedAtoms_13">
            <a:extLst>
              <a:ext uri="{FF2B5EF4-FFF2-40B4-BE49-F238E27FC236}">
                <a16:creationId xmlns:a16="http://schemas.microsoft.com/office/drawing/2014/main" id="{AC4F6838-94DF-464A-8551-35F315967F5D}"/>
              </a:ext>
            </a:extLst>
          </p:cNvPr>
          <p:cNvSpPr>
            <a:spLocks noGrp="1"/>
          </p:cNvSpPr>
          <p:nvPr/>
        </p:nvSpPr>
        <p:spPr>
          <a:xfrm>
            <a:off x="876131" y="136736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5" name="9llg_2_official_PredictedAtoms_14">
            <a:extLst>
              <a:ext uri="{FF2B5EF4-FFF2-40B4-BE49-F238E27FC236}">
                <a16:creationId xmlns:a16="http://schemas.microsoft.com/office/drawing/2014/main" id="{4FC3301C-5A91-43F5-9E57-F11F945B8D8B}"/>
              </a:ext>
            </a:extLst>
          </p:cNvPr>
          <p:cNvSpPr>
            <a:spLocks noGrp="1"/>
          </p:cNvSpPr>
          <p:nvPr/>
        </p:nvSpPr>
        <p:spPr>
          <a:xfrm>
            <a:off x="674629" y="137073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6" name="9llg_2_official_PredictedAtoms_15">
            <a:extLst>
              <a:ext uri="{FF2B5EF4-FFF2-40B4-BE49-F238E27FC236}">
                <a16:creationId xmlns:a16="http://schemas.microsoft.com/office/drawing/2014/main" id="{0FB40F94-5EFD-40D7-AA76-D85A4FDCE0C7}"/>
              </a:ext>
            </a:extLst>
          </p:cNvPr>
          <p:cNvSpPr>
            <a:spLocks noGrp="1"/>
          </p:cNvSpPr>
          <p:nvPr/>
        </p:nvSpPr>
        <p:spPr>
          <a:xfrm>
            <a:off x="959713" y="12084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7" name="9llg_2_official_PredictedAtoms_16">
            <a:extLst>
              <a:ext uri="{FF2B5EF4-FFF2-40B4-BE49-F238E27FC236}">
                <a16:creationId xmlns:a16="http://schemas.microsoft.com/office/drawing/2014/main" id="{32094002-968B-44D5-A374-FDE9B3F0FA66}"/>
              </a:ext>
            </a:extLst>
          </p:cNvPr>
          <p:cNvSpPr>
            <a:spLocks noGrp="1"/>
          </p:cNvSpPr>
          <p:nvPr/>
        </p:nvSpPr>
        <p:spPr>
          <a:xfrm>
            <a:off x="1136799" y="11732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8" name="9llg_2_official_PredictedAtoms_17">
            <a:extLst>
              <a:ext uri="{FF2B5EF4-FFF2-40B4-BE49-F238E27FC236}">
                <a16:creationId xmlns:a16="http://schemas.microsoft.com/office/drawing/2014/main" id="{55EE9CD3-EA01-4477-9E93-ED01454D72E4}"/>
              </a:ext>
            </a:extLst>
          </p:cNvPr>
          <p:cNvSpPr>
            <a:spLocks noGrp="1"/>
          </p:cNvSpPr>
          <p:nvPr/>
        </p:nvSpPr>
        <p:spPr>
          <a:xfrm>
            <a:off x="1194917" y="9887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89" name="9llg_2_official_PredictedAtoms_18">
            <a:extLst>
              <a:ext uri="{FF2B5EF4-FFF2-40B4-BE49-F238E27FC236}">
                <a16:creationId xmlns:a16="http://schemas.microsoft.com/office/drawing/2014/main" id="{F3CC25F3-71A1-418C-B26A-5BE30D3883B6}"/>
              </a:ext>
            </a:extLst>
          </p:cNvPr>
          <p:cNvSpPr>
            <a:spLocks noGrp="1"/>
          </p:cNvSpPr>
          <p:nvPr/>
        </p:nvSpPr>
        <p:spPr>
          <a:xfrm>
            <a:off x="1313497" y="93271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0" name="9llg_2_official_PredictedAtoms_20">
            <a:extLst>
              <a:ext uri="{FF2B5EF4-FFF2-40B4-BE49-F238E27FC236}">
                <a16:creationId xmlns:a16="http://schemas.microsoft.com/office/drawing/2014/main" id="{FD50BA40-3751-4A55-BB10-92425BEBF1A6}"/>
              </a:ext>
            </a:extLst>
          </p:cNvPr>
          <p:cNvSpPr>
            <a:spLocks noGrp="1"/>
          </p:cNvSpPr>
          <p:nvPr/>
        </p:nvSpPr>
        <p:spPr>
          <a:xfrm>
            <a:off x="1499066" y="9823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1" name="9llg_2_official_PredictedAtoms_21">
            <a:extLst>
              <a:ext uri="{FF2B5EF4-FFF2-40B4-BE49-F238E27FC236}">
                <a16:creationId xmlns:a16="http://schemas.microsoft.com/office/drawing/2014/main" id="{E88763D2-4BA0-429F-86A0-9355F7A88672}"/>
              </a:ext>
            </a:extLst>
          </p:cNvPr>
          <p:cNvSpPr>
            <a:spLocks noGrp="1"/>
          </p:cNvSpPr>
          <p:nvPr/>
        </p:nvSpPr>
        <p:spPr>
          <a:xfrm>
            <a:off x="965498" y="15988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2" name="9llg_2_official_PredictedAtoms_22">
            <a:extLst>
              <a:ext uri="{FF2B5EF4-FFF2-40B4-BE49-F238E27FC236}">
                <a16:creationId xmlns:a16="http://schemas.microsoft.com/office/drawing/2014/main" id="{6AA16C43-9FFF-461D-BDA2-FEEF741350CB}"/>
              </a:ext>
            </a:extLst>
          </p:cNvPr>
          <p:cNvSpPr>
            <a:spLocks noGrp="1"/>
          </p:cNvSpPr>
          <p:nvPr/>
        </p:nvSpPr>
        <p:spPr>
          <a:xfrm>
            <a:off x="1116278" y="173573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3" name="9llg_2_official_PredictedAtoms_23">
            <a:extLst>
              <a:ext uri="{FF2B5EF4-FFF2-40B4-BE49-F238E27FC236}">
                <a16:creationId xmlns:a16="http://schemas.microsoft.com/office/drawing/2014/main" id="{1B7F0049-A70D-4268-9E32-8FD4ADD191AF}"/>
              </a:ext>
            </a:extLst>
          </p:cNvPr>
          <p:cNvSpPr>
            <a:spLocks noGrp="1"/>
          </p:cNvSpPr>
          <p:nvPr/>
        </p:nvSpPr>
        <p:spPr>
          <a:xfrm>
            <a:off x="1187142" y="173871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4" name="9llg_2_official_PredictedAtoms_24">
            <a:extLst>
              <a:ext uri="{FF2B5EF4-FFF2-40B4-BE49-F238E27FC236}">
                <a16:creationId xmlns:a16="http://schemas.microsoft.com/office/drawing/2014/main" id="{10F19B96-5B56-4918-BFF3-C810FF4DB145}"/>
              </a:ext>
            </a:extLst>
          </p:cNvPr>
          <p:cNvSpPr>
            <a:spLocks noGrp="1"/>
          </p:cNvSpPr>
          <p:nvPr/>
        </p:nvSpPr>
        <p:spPr>
          <a:xfrm>
            <a:off x="1650200" y="15847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5" name="9llg_2_official_PredictedAtoms_25">
            <a:extLst>
              <a:ext uri="{FF2B5EF4-FFF2-40B4-BE49-F238E27FC236}">
                <a16:creationId xmlns:a16="http://schemas.microsoft.com/office/drawing/2014/main" id="{9AA09A2C-8963-4EAE-A050-B897ABB8DAFE}"/>
              </a:ext>
            </a:extLst>
          </p:cNvPr>
          <p:cNvSpPr>
            <a:spLocks noGrp="1"/>
          </p:cNvSpPr>
          <p:nvPr/>
        </p:nvSpPr>
        <p:spPr>
          <a:xfrm>
            <a:off x="1692220" y="161264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6" name="9llg_2_official_PredictedAtoms_26">
            <a:extLst>
              <a:ext uri="{FF2B5EF4-FFF2-40B4-BE49-F238E27FC236}">
                <a16:creationId xmlns:a16="http://schemas.microsoft.com/office/drawing/2014/main" id="{13C0E83B-EADC-4B00-BFAF-83EB17AD2D96}"/>
              </a:ext>
            </a:extLst>
          </p:cNvPr>
          <p:cNvSpPr>
            <a:spLocks noGrp="1"/>
          </p:cNvSpPr>
          <p:nvPr/>
        </p:nvSpPr>
        <p:spPr>
          <a:xfrm>
            <a:off x="1714332" y="14008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7" name="9llg_2_official_PredictedAtoms_27">
            <a:extLst>
              <a:ext uri="{FF2B5EF4-FFF2-40B4-BE49-F238E27FC236}">
                <a16:creationId xmlns:a16="http://schemas.microsoft.com/office/drawing/2014/main" id="{1AB528EC-5F88-41AB-AA6E-E02B86C32078}"/>
              </a:ext>
            </a:extLst>
          </p:cNvPr>
          <p:cNvSpPr>
            <a:spLocks noGrp="1"/>
          </p:cNvSpPr>
          <p:nvPr/>
        </p:nvSpPr>
        <p:spPr>
          <a:xfrm>
            <a:off x="1908129" y="13849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98" name="stage3-cases-alternatives_7">
            <a:extLst>
              <a:ext uri="{FF2B5EF4-FFF2-40B4-BE49-F238E27FC236}">
                <a16:creationId xmlns:a16="http://schemas.microsoft.com/office/drawing/2014/main" id="{48684ACB-6D60-4A0C-A412-9B0A6A6BEA6A}"/>
              </a:ext>
            </a:extLst>
          </p:cNvPr>
          <p:cNvSpPr>
            <a:spLocks noGrp="1"/>
          </p:cNvSpPr>
          <p:nvPr/>
        </p:nvSpPr>
        <p:spPr>
          <a:xfrm>
            <a:off x="2286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7.48 Å   D 18%   Clash 0</a:t>
            </a:r>
          </a:p>
        </p:txBody>
      </p:sp>
      <p:sp>
        <p:nvSpPr>
          <p:cNvPr id="99" name="9llg_2_tuned_Receptor">
            <a:extLst>
              <a:ext uri="{FF2B5EF4-FFF2-40B4-BE49-F238E27FC236}">
                <a16:creationId xmlns:a16="http://schemas.microsoft.com/office/drawing/2014/main" id="{93E10049-947D-420C-B8C4-49121F60F0F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132" y="804357"/>
                </a:moveTo>
                <a:lnTo>
                  <a:pt x="2158268" y="745737"/>
                </a:lnTo>
                <a:moveTo>
                  <a:pt x="1943732" y="955040"/>
                </a:moveTo>
                <a:lnTo>
                  <a:pt x="1985132" y="804357"/>
                </a:lnTo>
                <a:moveTo>
                  <a:pt x="2288889" y="833356"/>
                </a:moveTo>
                <a:lnTo>
                  <a:pt x="2158268" y="745737"/>
                </a:lnTo>
                <a:moveTo>
                  <a:pt x="1784570" y="1042611"/>
                </a:moveTo>
                <a:lnTo>
                  <a:pt x="1943732" y="955040"/>
                </a:lnTo>
                <a:moveTo>
                  <a:pt x="2072290" y="1045936"/>
                </a:moveTo>
                <a:lnTo>
                  <a:pt x="1943732" y="955040"/>
                </a:lnTo>
                <a:moveTo>
                  <a:pt x="2248114" y="982958"/>
                </a:moveTo>
                <a:lnTo>
                  <a:pt x="2288889" y="833356"/>
                </a:lnTo>
                <a:moveTo>
                  <a:pt x="1809991" y="1184665"/>
                </a:moveTo>
                <a:lnTo>
                  <a:pt x="1784570" y="1042611"/>
                </a:lnTo>
                <a:moveTo>
                  <a:pt x="2072290" y="1045936"/>
                </a:moveTo>
                <a:lnTo>
                  <a:pt x="2248114" y="982958"/>
                </a:lnTo>
                <a:moveTo>
                  <a:pt x="1983446" y="1191845"/>
                </a:moveTo>
                <a:lnTo>
                  <a:pt x="2072290" y="1045936"/>
                </a:lnTo>
                <a:moveTo>
                  <a:pt x="1983446" y="1191845"/>
                </a:moveTo>
                <a:lnTo>
                  <a:pt x="1809991" y="1184665"/>
                </a:lnTo>
                <a:moveTo>
                  <a:pt x="2065449" y="1326417"/>
                </a:moveTo>
                <a:lnTo>
                  <a:pt x="1983446" y="1191845"/>
                </a:lnTo>
                <a:moveTo>
                  <a:pt x="478648" y="1230579"/>
                </a:moveTo>
                <a:lnTo>
                  <a:pt x="344167" y="12232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0" name="9llg_2_tuned_ExperimentalDensity">
            <a:extLst>
              <a:ext uri="{FF2B5EF4-FFF2-40B4-BE49-F238E27FC236}">
                <a16:creationId xmlns:a16="http://schemas.microsoft.com/office/drawing/2014/main" id="{64738AC6-A051-4E81-B399-03B4FB54CD9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547" y="785377"/>
                </a:moveTo>
                <a:lnTo>
                  <a:pt x="1861255" y="703019"/>
                </a:lnTo>
                <a:moveTo>
                  <a:pt x="1861255" y="703019"/>
                </a:moveTo>
                <a:lnTo>
                  <a:pt x="1930408" y="818632"/>
                </a:lnTo>
                <a:moveTo>
                  <a:pt x="973571" y="1009063"/>
                </a:moveTo>
                <a:lnTo>
                  <a:pt x="922975" y="968753"/>
                </a:lnTo>
                <a:moveTo>
                  <a:pt x="973571" y="1009063"/>
                </a:moveTo>
                <a:lnTo>
                  <a:pt x="939061" y="960760"/>
                </a:lnTo>
                <a:moveTo>
                  <a:pt x="826794" y="1061733"/>
                </a:moveTo>
                <a:lnTo>
                  <a:pt x="922975" y="968753"/>
                </a:lnTo>
                <a:moveTo>
                  <a:pt x="826794" y="1061733"/>
                </a:moveTo>
                <a:lnTo>
                  <a:pt x="818696" y="1104491"/>
                </a:lnTo>
                <a:moveTo>
                  <a:pt x="1821721" y="850875"/>
                </a:moveTo>
                <a:lnTo>
                  <a:pt x="1861255" y="703019"/>
                </a:lnTo>
                <a:moveTo>
                  <a:pt x="826794" y="1061733"/>
                </a:moveTo>
                <a:lnTo>
                  <a:pt x="816751" y="1056171"/>
                </a:lnTo>
                <a:moveTo>
                  <a:pt x="922975" y="968753"/>
                </a:moveTo>
                <a:lnTo>
                  <a:pt x="939061" y="960760"/>
                </a:lnTo>
                <a:moveTo>
                  <a:pt x="922975" y="968753"/>
                </a:moveTo>
                <a:lnTo>
                  <a:pt x="912897" y="961653"/>
                </a:lnTo>
                <a:moveTo>
                  <a:pt x="1749547" y="785377"/>
                </a:moveTo>
                <a:lnTo>
                  <a:pt x="1821721" y="850875"/>
                </a:lnTo>
                <a:moveTo>
                  <a:pt x="816751" y="1056171"/>
                </a:moveTo>
                <a:lnTo>
                  <a:pt x="922975" y="968753"/>
                </a:lnTo>
                <a:moveTo>
                  <a:pt x="818696" y="1104491"/>
                </a:moveTo>
                <a:lnTo>
                  <a:pt x="816751" y="1056171"/>
                </a:lnTo>
                <a:moveTo>
                  <a:pt x="912897" y="961653"/>
                </a:moveTo>
                <a:lnTo>
                  <a:pt x="939061" y="960760"/>
                </a:lnTo>
                <a:moveTo>
                  <a:pt x="939061" y="960760"/>
                </a:moveTo>
                <a:lnTo>
                  <a:pt x="1125984" y="1030910"/>
                </a:lnTo>
                <a:moveTo>
                  <a:pt x="816751" y="1056171"/>
                </a:moveTo>
                <a:lnTo>
                  <a:pt x="912897" y="961653"/>
                </a:lnTo>
                <a:moveTo>
                  <a:pt x="1326571" y="1133450"/>
                </a:moveTo>
                <a:lnTo>
                  <a:pt x="1289594" y="1102750"/>
                </a:lnTo>
                <a:moveTo>
                  <a:pt x="1125984" y="1030910"/>
                </a:moveTo>
                <a:lnTo>
                  <a:pt x="1289594" y="1102750"/>
                </a:lnTo>
                <a:moveTo>
                  <a:pt x="818696" y="1104491"/>
                </a:moveTo>
                <a:lnTo>
                  <a:pt x="882329" y="1113268"/>
                </a:lnTo>
                <a:moveTo>
                  <a:pt x="1821721" y="850875"/>
                </a:moveTo>
                <a:lnTo>
                  <a:pt x="1930408" y="818632"/>
                </a:lnTo>
                <a:moveTo>
                  <a:pt x="1326571" y="1133450"/>
                </a:moveTo>
                <a:lnTo>
                  <a:pt x="1319001" y="1093785"/>
                </a:lnTo>
                <a:moveTo>
                  <a:pt x="1289594" y="1102750"/>
                </a:moveTo>
                <a:lnTo>
                  <a:pt x="1319001" y="1093785"/>
                </a:lnTo>
                <a:moveTo>
                  <a:pt x="816751" y="1056171"/>
                </a:moveTo>
                <a:lnTo>
                  <a:pt x="882329" y="1113268"/>
                </a:lnTo>
                <a:moveTo>
                  <a:pt x="939061" y="960760"/>
                </a:moveTo>
                <a:lnTo>
                  <a:pt x="1049352" y="960835"/>
                </a:lnTo>
                <a:moveTo>
                  <a:pt x="1234491" y="534361"/>
                </a:moveTo>
                <a:lnTo>
                  <a:pt x="1289026" y="579506"/>
                </a:lnTo>
                <a:moveTo>
                  <a:pt x="1391685" y="666293"/>
                </a:moveTo>
                <a:lnTo>
                  <a:pt x="1289026" y="579506"/>
                </a:lnTo>
                <a:moveTo>
                  <a:pt x="1125984" y="1030910"/>
                </a:moveTo>
                <a:lnTo>
                  <a:pt x="1049352" y="960835"/>
                </a:lnTo>
                <a:moveTo>
                  <a:pt x="1289026" y="579506"/>
                </a:moveTo>
                <a:lnTo>
                  <a:pt x="1304812" y="419664"/>
                </a:lnTo>
                <a:moveTo>
                  <a:pt x="1234491" y="534361"/>
                </a:moveTo>
                <a:lnTo>
                  <a:pt x="1171907" y="482813"/>
                </a:lnTo>
                <a:moveTo>
                  <a:pt x="1289026" y="579506"/>
                </a:moveTo>
                <a:lnTo>
                  <a:pt x="1394546" y="495192"/>
                </a:lnTo>
                <a:moveTo>
                  <a:pt x="1125984" y="1030910"/>
                </a:moveTo>
                <a:lnTo>
                  <a:pt x="1215086" y="1045600"/>
                </a:lnTo>
                <a:moveTo>
                  <a:pt x="1234491" y="534361"/>
                </a:moveTo>
                <a:lnTo>
                  <a:pt x="1304812" y="419664"/>
                </a:lnTo>
                <a:moveTo>
                  <a:pt x="1289594" y="1102750"/>
                </a:moveTo>
                <a:lnTo>
                  <a:pt x="1215086" y="1045600"/>
                </a:lnTo>
                <a:moveTo>
                  <a:pt x="1000716" y="1040894"/>
                </a:moveTo>
                <a:lnTo>
                  <a:pt x="1125984" y="1030910"/>
                </a:lnTo>
                <a:moveTo>
                  <a:pt x="1289026" y="579506"/>
                </a:moveTo>
                <a:lnTo>
                  <a:pt x="1457336" y="547947"/>
                </a:lnTo>
                <a:moveTo>
                  <a:pt x="1233762" y="710455"/>
                </a:moveTo>
                <a:lnTo>
                  <a:pt x="1289026" y="579506"/>
                </a:lnTo>
                <a:moveTo>
                  <a:pt x="946941" y="997357"/>
                </a:moveTo>
                <a:lnTo>
                  <a:pt x="939061" y="960760"/>
                </a:lnTo>
                <a:moveTo>
                  <a:pt x="1289594" y="1102750"/>
                </a:moveTo>
                <a:lnTo>
                  <a:pt x="1227003" y="1042057"/>
                </a:lnTo>
                <a:moveTo>
                  <a:pt x="1391685" y="666293"/>
                </a:moveTo>
                <a:lnTo>
                  <a:pt x="1443343" y="710717"/>
                </a:lnTo>
                <a:moveTo>
                  <a:pt x="1125984" y="1030910"/>
                </a:moveTo>
                <a:lnTo>
                  <a:pt x="1216611" y="1047530"/>
                </a:lnTo>
                <a:moveTo>
                  <a:pt x="1171907" y="482813"/>
                </a:moveTo>
                <a:lnTo>
                  <a:pt x="1256046" y="378658"/>
                </a:lnTo>
                <a:moveTo>
                  <a:pt x="1108668" y="605690"/>
                </a:moveTo>
                <a:lnTo>
                  <a:pt x="1234491" y="534361"/>
                </a:lnTo>
                <a:moveTo>
                  <a:pt x="1233762" y="710455"/>
                </a:moveTo>
                <a:lnTo>
                  <a:pt x="1234491" y="534361"/>
                </a:lnTo>
                <a:moveTo>
                  <a:pt x="1101568" y="599773"/>
                </a:moveTo>
                <a:lnTo>
                  <a:pt x="1234491" y="534361"/>
                </a:lnTo>
                <a:moveTo>
                  <a:pt x="1391685" y="666293"/>
                </a:moveTo>
                <a:lnTo>
                  <a:pt x="1457336" y="547947"/>
                </a:lnTo>
                <a:moveTo>
                  <a:pt x="1171907" y="482813"/>
                </a:moveTo>
                <a:lnTo>
                  <a:pt x="1304812" y="419664"/>
                </a:lnTo>
                <a:moveTo>
                  <a:pt x="882329" y="1113268"/>
                </a:moveTo>
                <a:lnTo>
                  <a:pt x="938812" y="1092834"/>
                </a:lnTo>
                <a:moveTo>
                  <a:pt x="1304812" y="419664"/>
                </a:moveTo>
                <a:lnTo>
                  <a:pt x="1256046" y="378658"/>
                </a:lnTo>
                <a:moveTo>
                  <a:pt x="1233762" y="710455"/>
                </a:moveTo>
                <a:lnTo>
                  <a:pt x="1391685" y="666293"/>
                </a:lnTo>
                <a:moveTo>
                  <a:pt x="912897" y="961653"/>
                </a:moveTo>
                <a:lnTo>
                  <a:pt x="946941" y="997357"/>
                </a:lnTo>
                <a:moveTo>
                  <a:pt x="816751" y="1056171"/>
                </a:moveTo>
                <a:lnTo>
                  <a:pt x="946941" y="997357"/>
                </a:lnTo>
                <a:moveTo>
                  <a:pt x="1263703" y="735934"/>
                </a:moveTo>
                <a:lnTo>
                  <a:pt x="1391685" y="666293"/>
                </a:lnTo>
                <a:moveTo>
                  <a:pt x="1304812" y="419664"/>
                </a:moveTo>
                <a:lnTo>
                  <a:pt x="1394546" y="495192"/>
                </a:lnTo>
                <a:moveTo>
                  <a:pt x="1101568" y="599773"/>
                </a:moveTo>
                <a:lnTo>
                  <a:pt x="1171907" y="482813"/>
                </a:lnTo>
                <a:moveTo>
                  <a:pt x="1319001" y="1093785"/>
                </a:moveTo>
                <a:lnTo>
                  <a:pt x="1227003" y="1042057"/>
                </a:lnTo>
                <a:moveTo>
                  <a:pt x="1443343" y="710717"/>
                </a:moveTo>
                <a:lnTo>
                  <a:pt x="1528650" y="607646"/>
                </a:lnTo>
                <a:moveTo>
                  <a:pt x="1443343" y="710717"/>
                </a:moveTo>
                <a:lnTo>
                  <a:pt x="1457336" y="547947"/>
                </a:lnTo>
                <a:moveTo>
                  <a:pt x="1457336" y="547947"/>
                </a:moveTo>
                <a:lnTo>
                  <a:pt x="1394546" y="495192"/>
                </a:lnTo>
                <a:moveTo>
                  <a:pt x="1021186" y="706978"/>
                </a:moveTo>
                <a:lnTo>
                  <a:pt x="1015244" y="701900"/>
                </a:lnTo>
                <a:moveTo>
                  <a:pt x="1457336" y="547947"/>
                </a:moveTo>
                <a:lnTo>
                  <a:pt x="1528650" y="607646"/>
                </a:lnTo>
                <a:moveTo>
                  <a:pt x="995202" y="732138"/>
                </a:moveTo>
                <a:lnTo>
                  <a:pt x="1015244" y="701900"/>
                </a:lnTo>
                <a:moveTo>
                  <a:pt x="995202" y="732138"/>
                </a:moveTo>
                <a:lnTo>
                  <a:pt x="1021186" y="706978"/>
                </a:lnTo>
                <a:moveTo>
                  <a:pt x="1015244" y="701900"/>
                </a:moveTo>
                <a:lnTo>
                  <a:pt x="1108668" y="605690"/>
                </a:lnTo>
                <a:moveTo>
                  <a:pt x="1015244" y="701900"/>
                </a:moveTo>
                <a:lnTo>
                  <a:pt x="1101568" y="599773"/>
                </a:lnTo>
                <a:moveTo>
                  <a:pt x="1021186" y="706978"/>
                </a:moveTo>
                <a:lnTo>
                  <a:pt x="1108668" y="605690"/>
                </a:lnTo>
                <a:moveTo>
                  <a:pt x="1089832" y="590972"/>
                </a:moveTo>
                <a:lnTo>
                  <a:pt x="1171907" y="482813"/>
                </a:lnTo>
                <a:moveTo>
                  <a:pt x="1108668" y="605690"/>
                </a:moveTo>
                <a:lnTo>
                  <a:pt x="1233762" y="710455"/>
                </a:lnTo>
                <a:moveTo>
                  <a:pt x="1256046" y="378658"/>
                </a:moveTo>
                <a:lnTo>
                  <a:pt x="1302822" y="364801"/>
                </a:lnTo>
                <a:moveTo>
                  <a:pt x="1108668" y="605690"/>
                </a:moveTo>
                <a:lnTo>
                  <a:pt x="1101568" y="599773"/>
                </a:lnTo>
                <a:moveTo>
                  <a:pt x="1304812" y="419664"/>
                </a:moveTo>
                <a:lnTo>
                  <a:pt x="1302822" y="364801"/>
                </a:lnTo>
                <a:moveTo>
                  <a:pt x="1263703" y="735934"/>
                </a:moveTo>
                <a:lnTo>
                  <a:pt x="1233762" y="710455"/>
                </a:lnTo>
                <a:moveTo>
                  <a:pt x="1443343" y="710717"/>
                </a:moveTo>
                <a:lnTo>
                  <a:pt x="1597496" y="666567"/>
                </a:lnTo>
                <a:moveTo>
                  <a:pt x="1597496" y="666567"/>
                </a:moveTo>
                <a:lnTo>
                  <a:pt x="1528650" y="607646"/>
                </a:lnTo>
                <a:moveTo>
                  <a:pt x="1391685" y="666293"/>
                </a:moveTo>
                <a:lnTo>
                  <a:pt x="1430227" y="799383"/>
                </a:lnTo>
                <a:moveTo>
                  <a:pt x="882329" y="1113268"/>
                </a:moveTo>
                <a:lnTo>
                  <a:pt x="946941" y="997357"/>
                </a:lnTo>
                <a:moveTo>
                  <a:pt x="1101568" y="599773"/>
                </a:moveTo>
                <a:lnTo>
                  <a:pt x="1089832" y="590972"/>
                </a:lnTo>
                <a:moveTo>
                  <a:pt x="1496588" y="757364"/>
                </a:moveTo>
                <a:lnTo>
                  <a:pt x="1443343" y="710717"/>
                </a:lnTo>
                <a:moveTo>
                  <a:pt x="1108668" y="605690"/>
                </a:moveTo>
                <a:lnTo>
                  <a:pt x="1214300" y="763867"/>
                </a:lnTo>
                <a:moveTo>
                  <a:pt x="1214300" y="763867"/>
                </a:moveTo>
                <a:lnTo>
                  <a:pt x="1233762" y="710455"/>
                </a:lnTo>
                <a:moveTo>
                  <a:pt x="938812" y="1092834"/>
                </a:moveTo>
                <a:lnTo>
                  <a:pt x="1000716" y="1040894"/>
                </a:lnTo>
                <a:moveTo>
                  <a:pt x="1214300" y="763867"/>
                </a:moveTo>
                <a:lnTo>
                  <a:pt x="1263703" y="735934"/>
                </a:lnTo>
                <a:moveTo>
                  <a:pt x="1394546" y="495192"/>
                </a:moveTo>
                <a:lnTo>
                  <a:pt x="1465061" y="464427"/>
                </a:lnTo>
                <a:moveTo>
                  <a:pt x="1528650" y="607646"/>
                </a:moveTo>
                <a:lnTo>
                  <a:pt x="1465061" y="464427"/>
                </a:lnTo>
                <a:moveTo>
                  <a:pt x="1457336" y="547947"/>
                </a:moveTo>
                <a:lnTo>
                  <a:pt x="1465061" y="464427"/>
                </a:lnTo>
                <a:moveTo>
                  <a:pt x="1000716" y="1040894"/>
                </a:moveTo>
                <a:lnTo>
                  <a:pt x="1049352" y="960835"/>
                </a:lnTo>
                <a:moveTo>
                  <a:pt x="1430227" y="799383"/>
                </a:moveTo>
                <a:lnTo>
                  <a:pt x="1443343" y="710717"/>
                </a:lnTo>
                <a:moveTo>
                  <a:pt x="1171907" y="482813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42801" y="531342"/>
                </a:lnTo>
                <a:moveTo>
                  <a:pt x="1256046" y="378658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57026" y="543438"/>
                </a:lnTo>
                <a:moveTo>
                  <a:pt x="1496588" y="757364"/>
                </a:moveTo>
                <a:lnTo>
                  <a:pt x="1597496" y="666567"/>
                </a:lnTo>
                <a:moveTo>
                  <a:pt x="968833" y="841065"/>
                </a:moveTo>
                <a:lnTo>
                  <a:pt x="1021186" y="706978"/>
                </a:lnTo>
                <a:moveTo>
                  <a:pt x="968833" y="841065"/>
                </a:moveTo>
                <a:lnTo>
                  <a:pt x="995202" y="732138"/>
                </a:lnTo>
                <a:moveTo>
                  <a:pt x="1021186" y="706978"/>
                </a:moveTo>
                <a:lnTo>
                  <a:pt x="1124452" y="796770"/>
                </a:lnTo>
                <a:moveTo>
                  <a:pt x="1030906" y="893320"/>
                </a:moveTo>
                <a:lnTo>
                  <a:pt x="1021186" y="706978"/>
                </a:lnTo>
                <a:moveTo>
                  <a:pt x="1215086" y="1045600"/>
                </a:moveTo>
                <a:lnTo>
                  <a:pt x="1227003" y="1042057"/>
                </a:lnTo>
                <a:moveTo>
                  <a:pt x="938812" y="1092834"/>
                </a:moveTo>
                <a:lnTo>
                  <a:pt x="946941" y="997357"/>
                </a:lnTo>
                <a:moveTo>
                  <a:pt x="1124452" y="796770"/>
                </a:moveTo>
                <a:lnTo>
                  <a:pt x="1108668" y="605690"/>
                </a:lnTo>
                <a:moveTo>
                  <a:pt x="1215086" y="1045600"/>
                </a:moveTo>
                <a:lnTo>
                  <a:pt x="1216611" y="1047530"/>
                </a:lnTo>
                <a:moveTo>
                  <a:pt x="1000716" y="1040894"/>
                </a:moveTo>
                <a:lnTo>
                  <a:pt x="1216611" y="1047530"/>
                </a:lnTo>
                <a:moveTo>
                  <a:pt x="1015244" y="701900"/>
                </a:moveTo>
                <a:lnTo>
                  <a:pt x="927029" y="632029"/>
                </a:lnTo>
                <a:moveTo>
                  <a:pt x="946941" y="997357"/>
                </a:moveTo>
                <a:lnTo>
                  <a:pt x="1049352" y="960835"/>
                </a:lnTo>
                <a:moveTo>
                  <a:pt x="1171907" y="482813"/>
                </a:moveTo>
                <a:lnTo>
                  <a:pt x="1119298" y="444351"/>
                </a:lnTo>
                <a:moveTo>
                  <a:pt x="1216611" y="1047530"/>
                </a:moveTo>
                <a:lnTo>
                  <a:pt x="1227003" y="1042057"/>
                </a:lnTo>
                <a:moveTo>
                  <a:pt x="927029" y="632029"/>
                </a:moveTo>
                <a:lnTo>
                  <a:pt x="1101568" y="599773"/>
                </a:lnTo>
                <a:moveTo>
                  <a:pt x="1223998" y="1053869"/>
                </a:moveTo>
                <a:lnTo>
                  <a:pt x="1227003" y="1042057"/>
                </a:lnTo>
                <a:moveTo>
                  <a:pt x="1335706" y="801298"/>
                </a:moveTo>
                <a:lnTo>
                  <a:pt x="1391685" y="666293"/>
                </a:lnTo>
                <a:moveTo>
                  <a:pt x="1597496" y="666567"/>
                </a:moveTo>
                <a:lnTo>
                  <a:pt x="1657026" y="543438"/>
                </a:lnTo>
                <a:moveTo>
                  <a:pt x="850091" y="742865"/>
                </a:moveTo>
                <a:lnTo>
                  <a:pt x="1015244" y="701900"/>
                </a:lnTo>
                <a:moveTo>
                  <a:pt x="854238" y="746173"/>
                </a:moveTo>
                <a:lnTo>
                  <a:pt x="995202" y="732138"/>
                </a:lnTo>
                <a:moveTo>
                  <a:pt x="1528650" y="607646"/>
                </a:moveTo>
                <a:lnTo>
                  <a:pt x="1527846" y="436657"/>
                </a:lnTo>
                <a:moveTo>
                  <a:pt x="1216611" y="1047530"/>
                </a:moveTo>
                <a:lnTo>
                  <a:pt x="1223998" y="1053869"/>
                </a:lnTo>
                <a:moveTo>
                  <a:pt x="1430227" y="799383"/>
                </a:moveTo>
                <a:lnTo>
                  <a:pt x="1496588" y="757364"/>
                </a:lnTo>
                <a:moveTo>
                  <a:pt x="850091" y="742865"/>
                </a:moveTo>
                <a:lnTo>
                  <a:pt x="995202" y="732138"/>
                </a:lnTo>
                <a:moveTo>
                  <a:pt x="946941" y="997357"/>
                </a:moveTo>
                <a:lnTo>
                  <a:pt x="1000716" y="1040894"/>
                </a:lnTo>
                <a:moveTo>
                  <a:pt x="1124452" y="796770"/>
                </a:moveTo>
                <a:lnTo>
                  <a:pt x="1214300" y="763867"/>
                </a:lnTo>
                <a:moveTo>
                  <a:pt x="1256046" y="378658"/>
                </a:moveTo>
                <a:lnTo>
                  <a:pt x="1225616" y="295411"/>
                </a:lnTo>
                <a:moveTo>
                  <a:pt x="1101568" y="599773"/>
                </a:moveTo>
                <a:lnTo>
                  <a:pt x="972008" y="598251"/>
                </a:lnTo>
                <a:moveTo>
                  <a:pt x="1657026" y="543438"/>
                </a:moveTo>
                <a:lnTo>
                  <a:pt x="1642801" y="531342"/>
                </a:lnTo>
                <a:moveTo>
                  <a:pt x="713933" y="627438"/>
                </a:moveTo>
                <a:lnTo>
                  <a:pt x="702017" y="617448"/>
                </a:lnTo>
                <a:moveTo>
                  <a:pt x="1089832" y="590972"/>
                </a:moveTo>
                <a:lnTo>
                  <a:pt x="1119298" y="444351"/>
                </a:lnTo>
                <a:moveTo>
                  <a:pt x="1304812" y="419664"/>
                </a:moveTo>
                <a:lnTo>
                  <a:pt x="1430231" y="357122"/>
                </a:lnTo>
                <a:moveTo>
                  <a:pt x="972008" y="598251"/>
                </a:moveTo>
                <a:lnTo>
                  <a:pt x="1089832" y="590972"/>
                </a:lnTo>
                <a:moveTo>
                  <a:pt x="1304812" y="419664"/>
                </a:moveTo>
                <a:lnTo>
                  <a:pt x="1421225" y="349706"/>
                </a:lnTo>
                <a:moveTo>
                  <a:pt x="1263703" y="735934"/>
                </a:moveTo>
                <a:lnTo>
                  <a:pt x="1335706" y="801298"/>
                </a:lnTo>
                <a:moveTo>
                  <a:pt x="1642801" y="531342"/>
                </a:moveTo>
                <a:lnTo>
                  <a:pt x="1660209" y="524756"/>
                </a:lnTo>
                <a:moveTo>
                  <a:pt x="689274" y="642510"/>
                </a:moveTo>
                <a:lnTo>
                  <a:pt x="702017" y="617448"/>
                </a:lnTo>
                <a:moveTo>
                  <a:pt x="689274" y="642510"/>
                </a:moveTo>
                <a:lnTo>
                  <a:pt x="713933" y="627438"/>
                </a:lnTo>
                <a:moveTo>
                  <a:pt x="702017" y="617448"/>
                </a:moveTo>
                <a:lnTo>
                  <a:pt x="718401" y="607728"/>
                </a:lnTo>
                <a:moveTo>
                  <a:pt x="713933" y="627438"/>
                </a:moveTo>
                <a:lnTo>
                  <a:pt x="718401" y="607728"/>
                </a:lnTo>
                <a:moveTo>
                  <a:pt x="1394546" y="495192"/>
                </a:moveTo>
                <a:lnTo>
                  <a:pt x="1430231" y="357122"/>
                </a:lnTo>
                <a:moveTo>
                  <a:pt x="1657026" y="543438"/>
                </a:moveTo>
                <a:lnTo>
                  <a:pt x="1660209" y="524756"/>
                </a:lnTo>
                <a:moveTo>
                  <a:pt x="1030906" y="893320"/>
                </a:moveTo>
                <a:lnTo>
                  <a:pt x="968833" y="841065"/>
                </a:lnTo>
                <a:moveTo>
                  <a:pt x="1465061" y="464427"/>
                </a:moveTo>
                <a:lnTo>
                  <a:pt x="1527846" y="436657"/>
                </a:lnTo>
                <a:moveTo>
                  <a:pt x="1030906" y="893320"/>
                </a:moveTo>
                <a:lnTo>
                  <a:pt x="1124452" y="796770"/>
                </a:lnTo>
                <a:moveTo>
                  <a:pt x="1302822" y="364801"/>
                </a:moveTo>
                <a:lnTo>
                  <a:pt x="1225616" y="295411"/>
                </a:lnTo>
                <a:moveTo>
                  <a:pt x="1642801" y="531342"/>
                </a:moveTo>
                <a:lnTo>
                  <a:pt x="1527846" y="436657"/>
                </a:lnTo>
                <a:moveTo>
                  <a:pt x="1597496" y="666567"/>
                </a:moveTo>
                <a:lnTo>
                  <a:pt x="1674748" y="736033"/>
                </a:lnTo>
                <a:moveTo>
                  <a:pt x="854238" y="746173"/>
                </a:moveTo>
                <a:lnTo>
                  <a:pt x="968833" y="841065"/>
                </a:lnTo>
                <a:moveTo>
                  <a:pt x="713933" y="627438"/>
                </a:moveTo>
                <a:lnTo>
                  <a:pt x="850091" y="742865"/>
                </a:lnTo>
                <a:moveTo>
                  <a:pt x="713933" y="627438"/>
                </a:moveTo>
                <a:lnTo>
                  <a:pt x="849589" y="744433"/>
                </a:lnTo>
                <a:moveTo>
                  <a:pt x="1263703" y="735934"/>
                </a:moveTo>
                <a:lnTo>
                  <a:pt x="1288200" y="807398"/>
                </a:lnTo>
                <a:moveTo>
                  <a:pt x="702017" y="617448"/>
                </a:moveTo>
                <a:lnTo>
                  <a:pt x="588361" y="523968"/>
                </a:lnTo>
                <a:moveTo>
                  <a:pt x="1089832" y="590972"/>
                </a:moveTo>
                <a:lnTo>
                  <a:pt x="1121037" y="447597"/>
                </a:lnTo>
                <a:moveTo>
                  <a:pt x="689274" y="642510"/>
                </a:moveTo>
                <a:lnTo>
                  <a:pt x="849589" y="744433"/>
                </a:lnTo>
                <a:moveTo>
                  <a:pt x="850091" y="742865"/>
                </a:moveTo>
                <a:lnTo>
                  <a:pt x="718401" y="607728"/>
                </a:lnTo>
                <a:moveTo>
                  <a:pt x="1302822" y="364801"/>
                </a:moveTo>
                <a:lnTo>
                  <a:pt x="1421225" y="349706"/>
                </a:lnTo>
                <a:moveTo>
                  <a:pt x="1119298" y="444351"/>
                </a:moveTo>
                <a:lnTo>
                  <a:pt x="1170712" y="311461"/>
                </a:lnTo>
                <a:moveTo>
                  <a:pt x="850091" y="742865"/>
                </a:moveTo>
                <a:lnTo>
                  <a:pt x="927029" y="632029"/>
                </a:lnTo>
                <a:moveTo>
                  <a:pt x="1335706" y="801298"/>
                </a:moveTo>
                <a:lnTo>
                  <a:pt x="1430227" y="799383"/>
                </a:lnTo>
                <a:moveTo>
                  <a:pt x="1214300" y="763867"/>
                </a:moveTo>
                <a:lnTo>
                  <a:pt x="1288200" y="807398"/>
                </a:lnTo>
                <a:moveTo>
                  <a:pt x="969265" y="894885"/>
                </a:moveTo>
                <a:lnTo>
                  <a:pt x="968833" y="841065"/>
                </a:lnTo>
                <a:moveTo>
                  <a:pt x="854238" y="746173"/>
                </a:moveTo>
                <a:lnTo>
                  <a:pt x="850091" y="742865"/>
                </a:lnTo>
                <a:moveTo>
                  <a:pt x="849589" y="744433"/>
                </a:moveTo>
                <a:lnTo>
                  <a:pt x="854238" y="746173"/>
                </a:lnTo>
                <a:moveTo>
                  <a:pt x="927029" y="632029"/>
                </a:moveTo>
                <a:lnTo>
                  <a:pt x="972008" y="598251"/>
                </a:lnTo>
                <a:moveTo>
                  <a:pt x="969265" y="894885"/>
                </a:moveTo>
                <a:lnTo>
                  <a:pt x="1030906" y="893320"/>
                </a:lnTo>
                <a:moveTo>
                  <a:pt x="849589" y="744433"/>
                </a:moveTo>
                <a:lnTo>
                  <a:pt x="850091" y="742865"/>
                </a:lnTo>
                <a:moveTo>
                  <a:pt x="1465061" y="464427"/>
                </a:moveTo>
                <a:lnTo>
                  <a:pt x="1430231" y="357122"/>
                </a:lnTo>
                <a:moveTo>
                  <a:pt x="1170712" y="311461"/>
                </a:moveTo>
                <a:lnTo>
                  <a:pt x="1120658" y="420744"/>
                </a:lnTo>
                <a:moveTo>
                  <a:pt x="1089832" y="590972"/>
                </a:moveTo>
                <a:lnTo>
                  <a:pt x="1051438" y="565244"/>
                </a:lnTo>
                <a:moveTo>
                  <a:pt x="1553272" y="810759"/>
                </a:moveTo>
                <a:lnTo>
                  <a:pt x="1597496" y="666567"/>
                </a:lnTo>
                <a:moveTo>
                  <a:pt x="1674748" y="736033"/>
                </a:moveTo>
                <a:lnTo>
                  <a:pt x="1657026" y="543438"/>
                </a:lnTo>
                <a:moveTo>
                  <a:pt x="1170712" y="311461"/>
                </a:moveTo>
                <a:lnTo>
                  <a:pt x="1225616" y="295411"/>
                </a:lnTo>
                <a:moveTo>
                  <a:pt x="1657026" y="543438"/>
                </a:moveTo>
                <a:lnTo>
                  <a:pt x="1759590" y="632682"/>
                </a:lnTo>
                <a:moveTo>
                  <a:pt x="1496588" y="757364"/>
                </a:moveTo>
                <a:lnTo>
                  <a:pt x="1553272" y="810759"/>
                </a:lnTo>
                <a:moveTo>
                  <a:pt x="1030906" y="893320"/>
                </a:moveTo>
                <a:lnTo>
                  <a:pt x="1002194" y="872022"/>
                </a:lnTo>
                <a:moveTo>
                  <a:pt x="854238" y="746173"/>
                </a:moveTo>
                <a:lnTo>
                  <a:pt x="969265" y="894885"/>
                </a:lnTo>
                <a:moveTo>
                  <a:pt x="656858" y="757775"/>
                </a:moveTo>
                <a:lnTo>
                  <a:pt x="689274" y="642510"/>
                </a:lnTo>
                <a:moveTo>
                  <a:pt x="849589" y="744433"/>
                </a:moveTo>
                <a:lnTo>
                  <a:pt x="969265" y="894885"/>
                </a:lnTo>
                <a:moveTo>
                  <a:pt x="1119298" y="444351"/>
                </a:moveTo>
                <a:lnTo>
                  <a:pt x="1120658" y="420744"/>
                </a:lnTo>
                <a:moveTo>
                  <a:pt x="1496588" y="757364"/>
                </a:moveTo>
                <a:lnTo>
                  <a:pt x="1515559" y="829262"/>
                </a:lnTo>
                <a:moveTo>
                  <a:pt x="1124452" y="796770"/>
                </a:moveTo>
                <a:lnTo>
                  <a:pt x="1288200" y="807398"/>
                </a:lnTo>
                <a:moveTo>
                  <a:pt x="538210" y="659663"/>
                </a:moveTo>
                <a:lnTo>
                  <a:pt x="702017" y="617448"/>
                </a:lnTo>
                <a:moveTo>
                  <a:pt x="707182" y="800911"/>
                </a:moveTo>
                <a:lnTo>
                  <a:pt x="689274" y="642510"/>
                </a:lnTo>
                <a:moveTo>
                  <a:pt x="1657026" y="543438"/>
                </a:moveTo>
                <a:lnTo>
                  <a:pt x="1826651" y="515437"/>
                </a:lnTo>
                <a:moveTo>
                  <a:pt x="541445" y="662305"/>
                </a:moveTo>
                <a:lnTo>
                  <a:pt x="689274" y="642510"/>
                </a:lnTo>
                <a:moveTo>
                  <a:pt x="1660209" y="524756"/>
                </a:moveTo>
                <a:lnTo>
                  <a:pt x="1776281" y="472973"/>
                </a:lnTo>
                <a:moveTo>
                  <a:pt x="538210" y="659663"/>
                </a:moveTo>
                <a:lnTo>
                  <a:pt x="689274" y="642510"/>
                </a:lnTo>
                <a:moveTo>
                  <a:pt x="1430227" y="799383"/>
                </a:moveTo>
                <a:lnTo>
                  <a:pt x="1515559" y="829262"/>
                </a:lnTo>
                <a:moveTo>
                  <a:pt x="1430231" y="357122"/>
                </a:moveTo>
                <a:lnTo>
                  <a:pt x="1527846" y="436657"/>
                </a:lnTo>
                <a:moveTo>
                  <a:pt x="702017" y="617448"/>
                </a:moveTo>
                <a:lnTo>
                  <a:pt x="713304" y="457303"/>
                </a:lnTo>
                <a:moveTo>
                  <a:pt x="1642801" y="531342"/>
                </a:moveTo>
                <a:lnTo>
                  <a:pt x="1653323" y="371396"/>
                </a:lnTo>
                <a:moveTo>
                  <a:pt x="702017" y="617448"/>
                </a:moveTo>
                <a:lnTo>
                  <a:pt x="709516" y="454164"/>
                </a:lnTo>
                <a:moveTo>
                  <a:pt x="1660209" y="524756"/>
                </a:moveTo>
                <a:lnTo>
                  <a:pt x="1826651" y="515437"/>
                </a:lnTo>
                <a:moveTo>
                  <a:pt x="1119298" y="444351"/>
                </a:moveTo>
                <a:lnTo>
                  <a:pt x="1121037" y="447597"/>
                </a:lnTo>
                <a:moveTo>
                  <a:pt x="486496" y="440621"/>
                </a:moveTo>
                <a:lnTo>
                  <a:pt x="588361" y="523968"/>
                </a:lnTo>
                <a:moveTo>
                  <a:pt x="1527846" y="436657"/>
                </a:moveTo>
                <a:lnTo>
                  <a:pt x="1426625" y="348741"/>
                </a:lnTo>
                <a:moveTo>
                  <a:pt x="718401" y="607728"/>
                </a:moveTo>
                <a:lnTo>
                  <a:pt x="840617" y="563831"/>
                </a:lnTo>
                <a:moveTo>
                  <a:pt x="969265" y="894885"/>
                </a:moveTo>
                <a:lnTo>
                  <a:pt x="1002194" y="872022"/>
                </a:lnTo>
                <a:moveTo>
                  <a:pt x="718401" y="607728"/>
                </a:moveTo>
                <a:lnTo>
                  <a:pt x="713304" y="457303"/>
                </a:lnTo>
                <a:moveTo>
                  <a:pt x="707182" y="800911"/>
                </a:moveTo>
                <a:lnTo>
                  <a:pt x="849589" y="744433"/>
                </a:lnTo>
                <a:moveTo>
                  <a:pt x="1660209" y="524756"/>
                </a:moveTo>
                <a:lnTo>
                  <a:pt x="1653323" y="371396"/>
                </a:lnTo>
                <a:moveTo>
                  <a:pt x="1121037" y="447597"/>
                </a:moveTo>
                <a:lnTo>
                  <a:pt x="1120658" y="420744"/>
                </a:lnTo>
                <a:moveTo>
                  <a:pt x="927029" y="632029"/>
                </a:moveTo>
                <a:lnTo>
                  <a:pt x="840617" y="563831"/>
                </a:lnTo>
                <a:moveTo>
                  <a:pt x="538210" y="659663"/>
                </a:moveTo>
                <a:lnTo>
                  <a:pt x="588361" y="523968"/>
                </a:lnTo>
                <a:moveTo>
                  <a:pt x="1170712" y="311461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116658" y="796008"/>
                </a:lnTo>
                <a:moveTo>
                  <a:pt x="1674748" y="736033"/>
                </a:moveTo>
                <a:lnTo>
                  <a:pt x="1759590" y="632682"/>
                </a:lnTo>
                <a:moveTo>
                  <a:pt x="850091" y="742865"/>
                </a:moveTo>
                <a:lnTo>
                  <a:pt x="840617" y="563831"/>
                </a:lnTo>
                <a:moveTo>
                  <a:pt x="1030906" y="893320"/>
                </a:moveTo>
                <a:lnTo>
                  <a:pt x="1116658" y="796008"/>
                </a:lnTo>
                <a:moveTo>
                  <a:pt x="1225616" y="295411"/>
                </a:moveTo>
                <a:lnTo>
                  <a:pt x="1421225" y="349706"/>
                </a:lnTo>
                <a:moveTo>
                  <a:pt x="972008" y="598251"/>
                </a:moveTo>
                <a:lnTo>
                  <a:pt x="1051438" y="565244"/>
                </a:lnTo>
                <a:moveTo>
                  <a:pt x="1288200" y="807398"/>
                </a:moveTo>
                <a:lnTo>
                  <a:pt x="1335706" y="801298"/>
                </a:lnTo>
                <a:moveTo>
                  <a:pt x="1527846" y="436657"/>
                </a:moveTo>
                <a:lnTo>
                  <a:pt x="1653323" y="371396"/>
                </a:lnTo>
                <a:moveTo>
                  <a:pt x="718401" y="607728"/>
                </a:moveTo>
                <a:lnTo>
                  <a:pt x="722622" y="466325"/>
                </a:lnTo>
                <a:moveTo>
                  <a:pt x="588361" y="523968"/>
                </a:moveTo>
                <a:lnTo>
                  <a:pt x="709516" y="454164"/>
                </a:lnTo>
                <a:moveTo>
                  <a:pt x="1430231" y="357122"/>
                </a:moveTo>
                <a:lnTo>
                  <a:pt x="1421225" y="349706"/>
                </a:lnTo>
                <a:moveTo>
                  <a:pt x="927029" y="632029"/>
                </a:moveTo>
                <a:lnTo>
                  <a:pt x="919391" y="499498"/>
                </a:lnTo>
                <a:moveTo>
                  <a:pt x="486496" y="440621"/>
                </a:moveTo>
                <a:lnTo>
                  <a:pt x="479438" y="434881"/>
                </a:lnTo>
                <a:moveTo>
                  <a:pt x="473425" y="445317"/>
                </a:moveTo>
                <a:lnTo>
                  <a:pt x="486496" y="440621"/>
                </a:lnTo>
                <a:moveTo>
                  <a:pt x="486496" y="440621"/>
                </a:moveTo>
                <a:lnTo>
                  <a:pt x="486574" y="429615"/>
                </a:lnTo>
                <a:moveTo>
                  <a:pt x="1430231" y="357122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347667" y="324592"/>
                </a:lnTo>
                <a:moveTo>
                  <a:pt x="421159" y="563032"/>
                </a:moveTo>
                <a:lnTo>
                  <a:pt x="588361" y="523968"/>
                </a:lnTo>
                <a:moveTo>
                  <a:pt x="1553272" y="810759"/>
                </a:moveTo>
                <a:lnTo>
                  <a:pt x="1674748" y="736033"/>
                </a:lnTo>
                <a:moveTo>
                  <a:pt x="707182" y="800911"/>
                </a:moveTo>
                <a:lnTo>
                  <a:pt x="656858" y="757775"/>
                </a:lnTo>
                <a:moveTo>
                  <a:pt x="473425" y="445317"/>
                </a:moveTo>
                <a:lnTo>
                  <a:pt x="479438" y="434881"/>
                </a:lnTo>
                <a:moveTo>
                  <a:pt x="1421225" y="349706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486574" y="429615"/>
                </a:lnTo>
                <a:moveTo>
                  <a:pt x="541445" y="662305"/>
                </a:moveTo>
                <a:lnTo>
                  <a:pt x="656858" y="757775"/>
                </a:lnTo>
                <a:moveTo>
                  <a:pt x="1759590" y="632682"/>
                </a:moveTo>
                <a:lnTo>
                  <a:pt x="1826651" y="515437"/>
                </a:lnTo>
                <a:moveTo>
                  <a:pt x="1051438" y="565244"/>
                </a:moveTo>
                <a:lnTo>
                  <a:pt x="1121037" y="447597"/>
                </a:lnTo>
                <a:moveTo>
                  <a:pt x="1120658" y="420744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219600" y="709303"/>
                </a:lnTo>
                <a:moveTo>
                  <a:pt x="849589" y="744433"/>
                </a:moveTo>
                <a:lnTo>
                  <a:pt x="884157" y="834932"/>
                </a:lnTo>
                <a:moveTo>
                  <a:pt x="972008" y="598251"/>
                </a:moveTo>
                <a:lnTo>
                  <a:pt x="919391" y="499498"/>
                </a:lnTo>
                <a:moveTo>
                  <a:pt x="1137675" y="289066"/>
                </a:moveTo>
                <a:lnTo>
                  <a:pt x="1225616" y="295411"/>
                </a:lnTo>
                <a:moveTo>
                  <a:pt x="486496" y="440621"/>
                </a:moveTo>
                <a:lnTo>
                  <a:pt x="709516" y="454164"/>
                </a:lnTo>
                <a:moveTo>
                  <a:pt x="1335706" y="801298"/>
                </a:moveTo>
                <a:lnTo>
                  <a:pt x="1333140" y="802674"/>
                </a:lnTo>
                <a:moveTo>
                  <a:pt x="657461" y="812275"/>
                </a:moveTo>
                <a:lnTo>
                  <a:pt x="656858" y="757775"/>
                </a:lnTo>
                <a:moveTo>
                  <a:pt x="541445" y="662305"/>
                </a:moveTo>
                <a:lnTo>
                  <a:pt x="538210" y="659663"/>
                </a:lnTo>
                <a:moveTo>
                  <a:pt x="1826651" y="515437"/>
                </a:moveTo>
                <a:lnTo>
                  <a:pt x="1776281" y="472973"/>
                </a:lnTo>
                <a:moveTo>
                  <a:pt x="538184" y="661347"/>
                </a:moveTo>
                <a:lnTo>
                  <a:pt x="541445" y="662305"/>
                </a:lnTo>
                <a:moveTo>
                  <a:pt x="1002194" y="872022"/>
                </a:moveTo>
                <a:lnTo>
                  <a:pt x="1116658" y="796008"/>
                </a:lnTo>
                <a:moveTo>
                  <a:pt x="538184" y="661347"/>
                </a:moveTo>
                <a:lnTo>
                  <a:pt x="538210" y="659663"/>
                </a:lnTo>
                <a:moveTo>
                  <a:pt x="1426625" y="348741"/>
                </a:moveTo>
                <a:lnTo>
                  <a:pt x="1653323" y="371396"/>
                </a:lnTo>
                <a:moveTo>
                  <a:pt x="969265" y="894885"/>
                </a:moveTo>
                <a:lnTo>
                  <a:pt x="884157" y="834932"/>
                </a:lnTo>
                <a:moveTo>
                  <a:pt x="1430227" y="799383"/>
                </a:moveTo>
                <a:lnTo>
                  <a:pt x="1415449" y="787223"/>
                </a:lnTo>
                <a:moveTo>
                  <a:pt x="286531" y="450093"/>
                </a:moveTo>
                <a:lnTo>
                  <a:pt x="479438" y="434881"/>
                </a:lnTo>
                <a:moveTo>
                  <a:pt x="421159" y="563032"/>
                </a:moveTo>
                <a:lnTo>
                  <a:pt x="486496" y="440621"/>
                </a:lnTo>
                <a:moveTo>
                  <a:pt x="286531" y="450093"/>
                </a:moveTo>
                <a:lnTo>
                  <a:pt x="347667" y="324592"/>
                </a:lnTo>
                <a:moveTo>
                  <a:pt x="286531" y="450093"/>
                </a:moveTo>
                <a:lnTo>
                  <a:pt x="473425" y="445317"/>
                </a:lnTo>
                <a:moveTo>
                  <a:pt x="1653323" y="371396"/>
                </a:moveTo>
                <a:lnTo>
                  <a:pt x="1776281" y="472973"/>
                </a:lnTo>
                <a:moveTo>
                  <a:pt x="355798" y="508141"/>
                </a:moveTo>
                <a:lnTo>
                  <a:pt x="473425" y="445317"/>
                </a:lnTo>
                <a:moveTo>
                  <a:pt x="1776281" y="472973"/>
                </a:moveTo>
                <a:lnTo>
                  <a:pt x="1653892" y="371391"/>
                </a:lnTo>
                <a:moveTo>
                  <a:pt x="718401" y="607728"/>
                </a:moveTo>
                <a:lnTo>
                  <a:pt x="798981" y="533351"/>
                </a:lnTo>
                <a:moveTo>
                  <a:pt x="421159" y="563032"/>
                </a:moveTo>
                <a:lnTo>
                  <a:pt x="473425" y="445317"/>
                </a:lnTo>
                <a:moveTo>
                  <a:pt x="657461" y="812275"/>
                </a:moveTo>
                <a:lnTo>
                  <a:pt x="707182" y="800911"/>
                </a:lnTo>
                <a:moveTo>
                  <a:pt x="1515559" y="829262"/>
                </a:moveTo>
                <a:lnTo>
                  <a:pt x="1553272" y="810759"/>
                </a:lnTo>
                <a:moveTo>
                  <a:pt x="884157" y="834932"/>
                </a:moveTo>
                <a:lnTo>
                  <a:pt x="1002194" y="872022"/>
                </a:lnTo>
                <a:moveTo>
                  <a:pt x="541445" y="662305"/>
                </a:moveTo>
                <a:lnTo>
                  <a:pt x="657461" y="812275"/>
                </a:lnTo>
                <a:moveTo>
                  <a:pt x="1288200" y="807398"/>
                </a:moveTo>
                <a:lnTo>
                  <a:pt x="1333140" y="802674"/>
                </a:lnTo>
                <a:moveTo>
                  <a:pt x="538184" y="661347"/>
                </a:moveTo>
                <a:lnTo>
                  <a:pt x="657461" y="812275"/>
                </a:lnTo>
                <a:moveTo>
                  <a:pt x="713304" y="457303"/>
                </a:moveTo>
                <a:lnTo>
                  <a:pt x="709516" y="454164"/>
                </a:lnTo>
                <a:moveTo>
                  <a:pt x="713304" y="457303"/>
                </a:moveTo>
                <a:lnTo>
                  <a:pt x="735659" y="425537"/>
                </a:lnTo>
                <a:moveTo>
                  <a:pt x="709516" y="454164"/>
                </a:moveTo>
                <a:lnTo>
                  <a:pt x="735659" y="425537"/>
                </a:lnTo>
                <a:moveTo>
                  <a:pt x="538210" y="659663"/>
                </a:moveTo>
                <a:lnTo>
                  <a:pt x="421159" y="563032"/>
                </a:lnTo>
                <a:moveTo>
                  <a:pt x="1653323" y="371396"/>
                </a:moveTo>
                <a:lnTo>
                  <a:pt x="1653892" y="371391"/>
                </a:lnTo>
                <a:moveTo>
                  <a:pt x="538184" y="661347"/>
                </a:moveTo>
                <a:lnTo>
                  <a:pt x="421159" y="563032"/>
                </a:lnTo>
                <a:moveTo>
                  <a:pt x="892046" y="257679"/>
                </a:moveTo>
                <a:lnTo>
                  <a:pt x="878299" y="246323"/>
                </a:lnTo>
                <a:moveTo>
                  <a:pt x="709516" y="454164"/>
                </a:moveTo>
                <a:lnTo>
                  <a:pt x="702888" y="449164"/>
                </a:lnTo>
                <a:moveTo>
                  <a:pt x="828012" y="315255"/>
                </a:moveTo>
                <a:lnTo>
                  <a:pt x="892046" y="257679"/>
                </a:lnTo>
                <a:moveTo>
                  <a:pt x="1002194" y="872022"/>
                </a:moveTo>
                <a:lnTo>
                  <a:pt x="921846" y="809451"/>
                </a:lnTo>
                <a:moveTo>
                  <a:pt x="702888" y="449164"/>
                </a:moveTo>
                <a:lnTo>
                  <a:pt x="735659" y="425537"/>
                </a:lnTo>
                <a:moveTo>
                  <a:pt x="1288200" y="807398"/>
                </a:moveTo>
                <a:lnTo>
                  <a:pt x="1256687" y="739554"/>
                </a:lnTo>
                <a:moveTo>
                  <a:pt x="828012" y="315255"/>
                </a:moveTo>
                <a:lnTo>
                  <a:pt x="878299" y="246323"/>
                </a:lnTo>
                <a:moveTo>
                  <a:pt x="1225616" y="295411"/>
                </a:moveTo>
                <a:lnTo>
                  <a:pt x="1341661" y="287862"/>
                </a:lnTo>
                <a:moveTo>
                  <a:pt x="718401" y="607728"/>
                </a:moveTo>
                <a:lnTo>
                  <a:pt x="762059" y="525788"/>
                </a:lnTo>
                <a:moveTo>
                  <a:pt x="892046" y="257679"/>
                </a:moveTo>
                <a:lnTo>
                  <a:pt x="902030" y="226869"/>
                </a:lnTo>
                <a:moveTo>
                  <a:pt x="707182" y="800911"/>
                </a:moveTo>
                <a:lnTo>
                  <a:pt x="884157" y="834932"/>
                </a:lnTo>
                <a:moveTo>
                  <a:pt x="840617" y="563831"/>
                </a:moveTo>
                <a:lnTo>
                  <a:pt x="783573" y="450517"/>
                </a:lnTo>
                <a:moveTo>
                  <a:pt x="713304" y="457303"/>
                </a:moveTo>
                <a:lnTo>
                  <a:pt x="783573" y="450517"/>
                </a:lnTo>
                <a:moveTo>
                  <a:pt x="878299" y="246323"/>
                </a:moveTo>
                <a:lnTo>
                  <a:pt x="902030" y="226869"/>
                </a:lnTo>
                <a:moveTo>
                  <a:pt x="713304" y="457303"/>
                </a:moveTo>
                <a:lnTo>
                  <a:pt x="722622" y="466325"/>
                </a:lnTo>
                <a:moveTo>
                  <a:pt x="840617" y="563831"/>
                </a:moveTo>
                <a:lnTo>
                  <a:pt x="919391" y="499498"/>
                </a:lnTo>
                <a:moveTo>
                  <a:pt x="735659" y="425537"/>
                </a:moveTo>
                <a:lnTo>
                  <a:pt x="783573" y="450517"/>
                </a:lnTo>
                <a:moveTo>
                  <a:pt x="355798" y="508141"/>
                </a:moveTo>
                <a:lnTo>
                  <a:pt x="286531" y="450093"/>
                </a:lnTo>
                <a:moveTo>
                  <a:pt x="806152" y="361606"/>
                </a:moveTo>
                <a:lnTo>
                  <a:pt x="892046" y="257679"/>
                </a:lnTo>
                <a:moveTo>
                  <a:pt x="735659" y="425537"/>
                </a:moveTo>
                <a:lnTo>
                  <a:pt x="806152" y="361606"/>
                </a:lnTo>
                <a:moveTo>
                  <a:pt x="1143913" y="472688"/>
                </a:moveTo>
                <a:lnTo>
                  <a:pt x="1120658" y="420744"/>
                </a:lnTo>
                <a:moveTo>
                  <a:pt x="355798" y="508141"/>
                </a:moveTo>
                <a:lnTo>
                  <a:pt x="421159" y="563032"/>
                </a:lnTo>
                <a:moveTo>
                  <a:pt x="1553272" y="810759"/>
                </a:moveTo>
                <a:lnTo>
                  <a:pt x="1559053" y="818091"/>
                </a:lnTo>
                <a:moveTo>
                  <a:pt x="878299" y="246323"/>
                </a:moveTo>
                <a:lnTo>
                  <a:pt x="872855" y="242683"/>
                </a:lnTo>
                <a:moveTo>
                  <a:pt x="1288200" y="807398"/>
                </a:moveTo>
                <a:lnTo>
                  <a:pt x="1219600" y="709303"/>
                </a:lnTo>
                <a:moveTo>
                  <a:pt x="702888" y="449164"/>
                </a:moveTo>
                <a:lnTo>
                  <a:pt x="722622" y="466325"/>
                </a:lnTo>
                <a:moveTo>
                  <a:pt x="1759590" y="632682"/>
                </a:moveTo>
                <a:lnTo>
                  <a:pt x="1825923" y="693615"/>
                </a:lnTo>
                <a:moveTo>
                  <a:pt x="828012" y="315255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28012" y="315255"/>
                </a:lnTo>
                <a:moveTo>
                  <a:pt x="1421225" y="349706"/>
                </a:moveTo>
                <a:lnTo>
                  <a:pt x="1341661" y="287862"/>
                </a:lnTo>
                <a:moveTo>
                  <a:pt x="1421225" y="349706"/>
                </a:moveTo>
                <a:lnTo>
                  <a:pt x="1342317" y="287832"/>
                </a:lnTo>
                <a:moveTo>
                  <a:pt x="872855" y="242683"/>
                </a:moveTo>
                <a:lnTo>
                  <a:pt x="902030" y="226869"/>
                </a:lnTo>
                <a:moveTo>
                  <a:pt x="479438" y="434881"/>
                </a:moveTo>
                <a:lnTo>
                  <a:pt x="461398" y="298095"/>
                </a:lnTo>
                <a:moveTo>
                  <a:pt x="1515559" y="829262"/>
                </a:moveTo>
                <a:lnTo>
                  <a:pt x="1559053" y="818091"/>
                </a:lnTo>
                <a:moveTo>
                  <a:pt x="1426625" y="348741"/>
                </a:moveTo>
                <a:lnTo>
                  <a:pt x="1342317" y="287832"/>
                </a:lnTo>
                <a:moveTo>
                  <a:pt x="1335706" y="801298"/>
                </a:moveTo>
                <a:lnTo>
                  <a:pt x="1415449" y="787223"/>
                </a:lnTo>
                <a:moveTo>
                  <a:pt x="347667" y="324592"/>
                </a:moveTo>
                <a:lnTo>
                  <a:pt x="461398" y="298095"/>
                </a:lnTo>
                <a:moveTo>
                  <a:pt x="722622" y="466325"/>
                </a:moveTo>
                <a:lnTo>
                  <a:pt x="783573" y="450517"/>
                </a:lnTo>
                <a:moveTo>
                  <a:pt x="486574" y="429615"/>
                </a:moveTo>
                <a:lnTo>
                  <a:pt x="461398" y="298095"/>
                </a:lnTo>
                <a:moveTo>
                  <a:pt x="783573" y="450517"/>
                </a:moveTo>
                <a:lnTo>
                  <a:pt x="806152" y="361606"/>
                </a:lnTo>
                <a:moveTo>
                  <a:pt x="925886" y="462868"/>
                </a:moveTo>
                <a:lnTo>
                  <a:pt x="892046" y="257679"/>
                </a:lnTo>
                <a:moveTo>
                  <a:pt x="919391" y="499498"/>
                </a:moveTo>
                <a:lnTo>
                  <a:pt x="783573" y="450517"/>
                </a:lnTo>
                <a:moveTo>
                  <a:pt x="1121037" y="447597"/>
                </a:moveTo>
                <a:lnTo>
                  <a:pt x="1143913" y="472688"/>
                </a:lnTo>
                <a:moveTo>
                  <a:pt x="2305315" y="568372"/>
                </a:moveTo>
                <a:lnTo>
                  <a:pt x="2389842" y="464775"/>
                </a:lnTo>
                <a:moveTo>
                  <a:pt x="1674748" y="736033"/>
                </a:moveTo>
                <a:lnTo>
                  <a:pt x="1711479" y="773836"/>
                </a:lnTo>
                <a:moveTo>
                  <a:pt x="2305315" y="568372"/>
                </a:moveTo>
                <a:lnTo>
                  <a:pt x="2233095" y="508437"/>
                </a:lnTo>
                <a:moveTo>
                  <a:pt x="1256687" y="739554"/>
                </a:moveTo>
                <a:lnTo>
                  <a:pt x="1333140" y="802674"/>
                </a:lnTo>
                <a:moveTo>
                  <a:pt x="1711479" y="773836"/>
                </a:moveTo>
                <a:lnTo>
                  <a:pt x="1759590" y="632682"/>
                </a:lnTo>
                <a:moveTo>
                  <a:pt x="486496" y="440621"/>
                </a:moveTo>
                <a:lnTo>
                  <a:pt x="616511" y="406232"/>
                </a:lnTo>
                <a:moveTo>
                  <a:pt x="1825923" y="693615"/>
                </a:moveTo>
                <a:lnTo>
                  <a:pt x="1826651" y="515437"/>
                </a:lnTo>
                <a:moveTo>
                  <a:pt x="2233095" y="508437"/>
                </a:moveTo>
                <a:lnTo>
                  <a:pt x="2389842" y="464775"/>
                </a:lnTo>
                <a:moveTo>
                  <a:pt x="783573" y="450517"/>
                </a:moveTo>
                <a:lnTo>
                  <a:pt x="925886" y="462868"/>
                </a:lnTo>
                <a:moveTo>
                  <a:pt x="538184" y="661347"/>
                </a:moveTo>
                <a:lnTo>
                  <a:pt x="411957" y="650494"/>
                </a:lnTo>
                <a:moveTo>
                  <a:pt x="1426625" y="348741"/>
                </a:moveTo>
                <a:lnTo>
                  <a:pt x="1541371" y="343496"/>
                </a:lnTo>
                <a:moveTo>
                  <a:pt x="486574" y="429615"/>
                </a:moveTo>
                <a:lnTo>
                  <a:pt x="616511" y="406232"/>
                </a:lnTo>
                <a:moveTo>
                  <a:pt x="707182" y="800911"/>
                </a:moveTo>
                <a:lnTo>
                  <a:pt x="778785" y="865962"/>
                </a:lnTo>
                <a:moveTo>
                  <a:pt x="267077" y="530139"/>
                </a:moveTo>
                <a:lnTo>
                  <a:pt x="286531" y="450093"/>
                </a:lnTo>
                <a:moveTo>
                  <a:pt x="925886" y="462868"/>
                </a:moveTo>
                <a:lnTo>
                  <a:pt x="806152" y="361606"/>
                </a:lnTo>
                <a:moveTo>
                  <a:pt x="267077" y="530139"/>
                </a:moveTo>
                <a:lnTo>
                  <a:pt x="355798" y="508141"/>
                </a:lnTo>
                <a:moveTo>
                  <a:pt x="1116658" y="796008"/>
                </a:moveTo>
                <a:lnTo>
                  <a:pt x="1219600" y="709303"/>
                </a:lnTo>
                <a:moveTo>
                  <a:pt x="919391" y="499498"/>
                </a:moveTo>
                <a:lnTo>
                  <a:pt x="925886" y="462868"/>
                </a:lnTo>
                <a:moveTo>
                  <a:pt x="892046" y="257679"/>
                </a:moveTo>
                <a:lnTo>
                  <a:pt x="995745" y="347809"/>
                </a:lnTo>
                <a:moveTo>
                  <a:pt x="1826651" y="515437"/>
                </a:moveTo>
                <a:lnTo>
                  <a:pt x="1906879" y="587228"/>
                </a:lnTo>
                <a:moveTo>
                  <a:pt x="972008" y="598251"/>
                </a:moveTo>
                <a:lnTo>
                  <a:pt x="995383" y="540531"/>
                </a:lnTo>
                <a:moveTo>
                  <a:pt x="1137675" y="289066"/>
                </a:moveTo>
                <a:lnTo>
                  <a:pt x="1341661" y="287862"/>
                </a:lnTo>
                <a:moveTo>
                  <a:pt x="1137675" y="289066"/>
                </a:moveTo>
                <a:lnTo>
                  <a:pt x="1341366" y="287684"/>
                </a:lnTo>
                <a:moveTo>
                  <a:pt x="2163913" y="626471"/>
                </a:moveTo>
                <a:lnTo>
                  <a:pt x="2305315" y="568372"/>
                </a:lnTo>
                <a:moveTo>
                  <a:pt x="2033875" y="516816"/>
                </a:moveTo>
                <a:lnTo>
                  <a:pt x="2021266" y="506090"/>
                </a:lnTo>
                <a:moveTo>
                  <a:pt x="840617" y="563831"/>
                </a:moveTo>
                <a:lnTo>
                  <a:pt x="798981" y="533351"/>
                </a:lnTo>
                <a:moveTo>
                  <a:pt x="2180562" y="640536"/>
                </a:moveTo>
                <a:lnTo>
                  <a:pt x="2305315" y="568372"/>
                </a:lnTo>
                <a:moveTo>
                  <a:pt x="995745" y="347809"/>
                </a:moveTo>
                <a:lnTo>
                  <a:pt x="902030" y="226869"/>
                </a:lnTo>
                <a:moveTo>
                  <a:pt x="266856" y="438643"/>
                </a:moveTo>
                <a:lnTo>
                  <a:pt x="347667" y="324592"/>
                </a:lnTo>
                <a:moveTo>
                  <a:pt x="538184" y="661347"/>
                </a:moveTo>
                <a:lnTo>
                  <a:pt x="522025" y="812419"/>
                </a:lnTo>
                <a:moveTo>
                  <a:pt x="1990574" y="555395"/>
                </a:moveTo>
                <a:lnTo>
                  <a:pt x="2021266" y="506090"/>
                </a:lnTo>
                <a:moveTo>
                  <a:pt x="1553272" y="810759"/>
                </a:moveTo>
                <a:lnTo>
                  <a:pt x="1711479" y="773836"/>
                </a:lnTo>
                <a:moveTo>
                  <a:pt x="1002194" y="872022"/>
                </a:moveTo>
                <a:lnTo>
                  <a:pt x="1045787" y="742232"/>
                </a:lnTo>
                <a:moveTo>
                  <a:pt x="884157" y="834932"/>
                </a:moveTo>
                <a:lnTo>
                  <a:pt x="921846" y="809451"/>
                </a:lnTo>
                <a:moveTo>
                  <a:pt x="1990574" y="555395"/>
                </a:moveTo>
                <a:lnTo>
                  <a:pt x="2033875" y="516816"/>
                </a:lnTo>
                <a:moveTo>
                  <a:pt x="347667" y="324592"/>
                </a:moveTo>
                <a:lnTo>
                  <a:pt x="353939" y="337043"/>
                </a:lnTo>
                <a:moveTo>
                  <a:pt x="2163913" y="626471"/>
                </a:moveTo>
                <a:lnTo>
                  <a:pt x="2233095" y="508437"/>
                </a:lnTo>
                <a:moveTo>
                  <a:pt x="355798" y="508141"/>
                </a:moveTo>
                <a:lnTo>
                  <a:pt x="411957" y="650494"/>
                </a:lnTo>
                <a:moveTo>
                  <a:pt x="709516" y="454164"/>
                </a:moveTo>
                <a:lnTo>
                  <a:pt x="616511" y="406232"/>
                </a:lnTo>
                <a:moveTo>
                  <a:pt x="1219600" y="709303"/>
                </a:moveTo>
                <a:lnTo>
                  <a:pt x="1256687" y="739554"/>
                </a:lnTo>
                <a:moveTo>
                  <a:pt x="421159" y="563032"/>
                </a:moveTo>
                <a:lnTo>
                  <a:pt x="411957" y="650494"/>
                </a:lnTo>
                <a:moveTo>
                  <a:pt x="1653323" y="371396"/>
                </a:moveTo>
                <a:lnTo>
                  <a:pt x="1541371" y="343496"/>
                </a:lnTo>
                <a:moveTo>
                  <a:pt x="1013045" y="540075"/>
                </a:moveTo>
                <a:lnTo>
                  <a:pt x="1121037" y="447597"/>
                </a:lnTo>
                <a:moveTo>
                  <a:pt x="1143913" y="472688"/>
                </a:moveTo>
                <a:lnTo>
                  <a:pt x="1137675" y="289066"/>
                </a:lnTo>
                <a:moveTo>
                  <a:pt x="1515559" y="829262"/>
                </a:moveTo>
                <a:lnTo>
                  <a:pt x="1415449" y="787223"/>
                </a:lnTo>
                <a:moveTo>
                  <a:pt x="2033875" y="516816"/>
                </a:moveTo>
                <a:lnTo>
                  <a:pt x="2163913" y="626471"/>
                </a:lnTo>
                <a:moveTo>
                  <a:pt x="707182" y="800911"/>
                </a:moveTo>
                <a:lnTo>
                  <a:pt x="676196" y="921679"/>
                </a:lnTo>
                <a:moveTo>
                  <a:pt x="616511" y="406232"/>
                </a:moveTo>
                <a:lnTo>
                  <a:pt x="702888" y="449164"/>
                </a:lnTo>
                <a:moveTo>
                  <a:pt x="1776281" y="472973"/>
                </a:moveTo>
                <a:lnTo>
                  <a:pt x="1772466" y="360901"/>
                </a:lnTo>
                <a:moveTo>
                  <a:pt x="657461" y="812275"/>
                </a:moveTo>
                <a:lnTo>
                  <a:pt x="522025" y="812419"/>
                </a:lnTo>
                <a:moveTo>
                  <a:pt x="798981" y="533351"/>
                </a:moveTo>
                <a:lnTo>
                  <a:pt x="783573" y="450517"/>
                </a:lnTo>
                <a:moveTo>
                  <a:pt x="1256687" y="739554"/>
                </a:moveTo>
                <a:lnTo>
                  <a:pt x="1245374" y="696954"/>
                </a:lnTo>
                <a:moveTo>
                  <a:pt x="2033875" y="516816"/>
                </a:moveTo>
                <a:lnTo>
                  <a:pt x="2157095" y="649908"/>
                </a:lnTo>
                <a:moveTo>
                  <a:pt x="1553272" y="810759"/>
                </a:moveTo>
                <a:lnTo>
                  <a:pt x="1672756" y="773327"/>
                </a:lnTo>
                <a:moveTo>
                  <a:pt x="1116658" y="796008"/>
                </a:moveTo>
                <a:lnTo>
                  <a:pt x="1110149" y="619725"/>
                </a:lnTo>
                <a:moveTo>
                  <a:pt x="925886" y="462868"/>
                </a:moveTo>
                <a:lnTo>
                  <a:pt x="995745" y="347809"/>
                </a:lnTo>
                <a:moveTo>
                  <a:pt x="1333140" y="802674"/>
                </a:moveTo>
                <a:lnTo>
                  <a:pt x="1415449" y="787223"/>
                </a:lnTo>
                <a:moveTo>
                  <a:pt x="1990574" y="555395"/>
                </a:moveTo>
                <a:lnTo>
                  <a:pt x="2157095" y="649908"/>
                </a:lnTo>
                <a:moveTo>
                  <a:pt x="2180562" y="640536"/>
                </a:moveTo>
                <a:lnTo>
                  <a:pt x="2163913" y="626471"/>
                </a:lnTo>
                <a:moveTo>
                  <a:pt x="1051438" y="565244"/>
                </a:moveTo>
                <a:lnTo>
                  <a:pt x="1013045" y="540075"/>
                </a:lnTo>
                <a:moveTo>
                  <a:pt x="778785" y="865962"/>
                </a:moveTo>
                <a:lnTo>
                  <a:pt x="884157" y="834932"/>
                </a:lnTo>
                <a:moveTo>
                  <a:pt x="1906879" y="587228"/>
                </a:moveTo>
                <a:lnTo>
                  <a:pt x="2021266" y="506090"/>
                </a:lnTo>
                <a:moveTo>
                  <a:pt x="1653892" y="371391"/>
                </a:moveTo>
                <a:lnTo>
                  <a:pt x="1772466" y="360901"/>
                </a:lnTo>
                <a:moveTo>
                  <a:pt x="702888" y="449164"/>
                </a:moveTo>
                <a:lnTo>
                  <a:pt x="762059" y="525788"/>
                </a:lnTo>
                <a:moveTo>
                  <a:pt x="286531" y="450093"/>
                </a:moveTo>
                <a:lnTo>
                  <a:pt x="266856" y="438643"/>
                </a:lnTo>
                <a:moveTo>
                  <a:pt x="1219600" y="709303"/>
                </a:moveTo>
                <a:lnTo>
                  <a:pt x="1245374" y="696954"/>
                </a:lnTo>
                <a:moveTo>
                  <a:pt x="657461" y="812275"/>
                </a:moveTo>
                <a:lnTo>
                  <a:pt x="676196" y="921679"/>
                </a:lnTo>
                <a:moveTo>
                  <a:pt x="2157095" y="649908"/>
                </a:moveTo>
                <a:lnTo>
                  <a:pt x="2163913" y="626471"/>
                </a:lnTo>
                <a:moveTo>
                  <a:pt x="2157095" y="649908"/>
                </a:moveTo>
                <a:lnTo>
                  <a:pt x="2180562" y="640536"/>
                </a:lnTo>
                <a:moveTo>
                  <a:pt x="1906879" y="587228"/>
                </a:moveTo>
                <a:lnTo>
                  <a:pt x="1990574" y="555395"/>
                </a:lnTo>
                <a:moveTo>
                  <a:pt x="1051438" y="565244"/>
                </a:moveTo>
                <a:lnTo>
                  <a:pt x="995383" y="540531"/>
                </a:lnTo>
                <a:moveTo>
                  <a:pt x="1415449" y="787223"/>
                </a:moveTo>
                <a:lnTo>
                  <a:pt x="1559053" y="818091"/>
                </a:lnTo>
                <a:moveTo>
                  <a:pt x="1341661" y="287862"/>
                </a:moveTo>
                <a:lnTo>
                  <a:pt x="1342317" y="287832"/>
                </a:lnTo>
                <a:moveTo>
                  <a:pt x="1341661" y="287862"/>
                </a:moveTo>
                <a:lnTo>
                  <a:pt x="1341366" y="287684"/>
                </a:lnTo>
                <a:moveTo>
                  <a:pt x="1341366" y="287684"/>
                </a:moveTo>
                <a:lnTo>
                  <a:pt x="1342317" y="287832"/>
                </a:lnTo>
                <a:moveTo>
                  <a:pt x="267077" y="530139"/>
                </a:moveTo>
                <a:lnTo>
                  <a:pt x="411957" y="650494"/>
                </a:lnTo>
                <a:moveTo>
                  <a:pt x="1342667" y="288796"/>
                </a:moveTo>
                <a:lnTo>
                  <a:pt x="1342317" y="287832"/>
                </a:lnTo>
                <a:moveTo>
                  <a:pt x="1341366" y="287684"/>
                </a:moveTo>
                <a:lnTo>
                  <a:pt x="1342667" y="288796"/>
                </a:lnTo>
                <a:moveTo>
                  <a:pt x="762059" y="525788"/>
                </a:moveTo>
                <a:lnTo>
                  <a:pt x="722622" y="466325"/>
                </a:lnTo>
                <a:moveTo>
                  <a:pt x="783573" y="450517"/>
                </a:moveTo>
                <a:lnTo>
                  <a:pt x="793336" y="488440"/>
                </a:lnTo>
                <a:moveTo>
                  <a:pt x="778785" y="865962"/>
                </a:moveTo>
                <a:lnTo>
                  <a:pt x="921846" y="809451"/>
                </a:lnTo>
                <a:moveTo>
                  <a:pt x="722622" y="466325"/>
                </a:moveTo>
                <a:lnTo>
                  <a:pt x="793336" y="488440"/>
                </a:lnTo>
                <a:moveTo>
                  <a:pt x="902030" y="226869"/>
                </a:moveTo>
                <a:lnTo>
                  <a:pt x="985062" y="259495"/>
                </a:lnTo>
                <a:moveTo>
                  <a:pt x="1116658" y="796008"/>
                </a:moveTo>
                <a:lnTo>
                  <a:pt x="1045787" y="742232"/>
                </a:lnTo>
                <a:moveTo>
                  <a:pt x="2389842" y="464775"/>
                </a:moveTo>
                <a:lnTo>
                  <a:pt x="2361476" y="445338"/>
                </a:lnTo>
                <a:moveTo>
                  <a:pt x="1219600" y="709303"/>
                </a:moveTo>
                <a:lnTo>
                  <a:pt x="1110149" y="619725"/>
                </a:lnTo>
                <a:moveTo>
                  <a:pt x="1653323" y="371396"/>
                </a:moveTo>
                <a:lnTo>
                  <a:pt x="1685579" y="405206"/>
                </a:lnTo>
                <a:moveTo>
                  <a:pt x="1653892" y="371391"/>
                </a:moveTo>
                <a:lnTo>
                  <a:pt x="1685579" y="405206"/>
                </a:lnTo>
                <a:moveTo>
                  <a:pt x="1333140" y="802674"/>
                </a:moveTo>
                <a:lnTo>
                  <a:pt x="1426425" y="711642"/>
                </a:lnTo>
                <a:moveTo>
                  <a:pt x="2491241" y="553109"/>
                </a:moveTo>
                <a:lnTo>
                  <a:pt x="2459333" y="524156"/>
                </a:lnTo>
                <a:moveTo>
                  <a:pt x="735659" y="425537"/>
                </a:moveTo>
                <a:lnTo>
                  <a:pt x="832955" y="390253"/>
                </a:lnTo>
                <a:moveTo>
                  <a:pt x="1825923" y="693615"/>
                </a:moveTo>
                <a:lnTo>
                  <a:pt x="1906879" y="587228"/>
                </a:lnTo>
                <a:moveTo>
                  <a:pt x="872855" y="242683"/>
                </a:moveTo>
                <a:lnTo>
                  <a:pt x="985062" y="259495"/>
                </a:lnTo>
                <a:moveTo>
                  <a:pt x="2457892" y="584080"/>
                </a:moveTo>
                <a:lnTo>
                  <a:pt x="2459333" y="524156"/>
                </a:lnTo>
                <a:moveTo>
                  <a:pt x="486574" y="429615"/>
                </a:moveTo>
                <a:lnTo>
                  <a:pt x="505762" y="376896"/>
                </a:lnTo>
                <a:moveTo>
                  <a:pt x="2459333" y="524156"/>
                </a:moveTo>
                <a:lnTo>
                  <a:pt x="2499495" y="534400"/>
                </a:lnTo>
                <a:moveTo>
                  <a:pt x="832955" y="390253"/>
                </a:moveTo>
                <a:lnTo>
                  <a:pt x="828012" y="315255"/>
                </a:lnTo>
                <a:moveTo>
                  <a:pt x="1219600" y="709303"/>
                </a:moveTo>
                <a:lnTo>
                  <a:pt x="1197758" y="518790"/>
                </a:lnTo>
                <a:moveTo>
                  <a:pt x="1342317" y="287832"/>
                </a:moveTo>
                <a:lnTo>
                  <a:pt x="1541371" y="343496"/>
                </a:lnTo>
                <a:moveTo>
                  <a:pt x="702888" y="449164"/>
                </a:moveTo>
                <a:lnTo>
                  <a:pt x="832955" y="390253"/>
                </a:lnTo>
                <a:moveTo>
                  <a:pt x="1342667" y="288796"/>
                </a:moveTo>
                <a:lnTo>
                  <a:pt x="1541371" y="343496"/>
                </a:lnTo>
                <a:moveTo>
                  <a:pt x="1137675" y="289066"/>
                </a:moveTo>
                <a:lnTo>
                  <a:pt x="1177947" y="329636"/>
                </a:lnTo>
                <a:moveTo>
                  <a:pt x="1559053" y="818091"/>
                </a:moveTo>
                <a:lnTo>
                  <a:pt x="1672756" y="773327"/>
                </a:lnTo>
                <a:moveTo>
                  <a:pt x="1559053" y="818091"/>
                </a:moveTo>
                <a:lnTo>
                  <a:pt x="1473238" y="750448"/>
                </a:lnTo>
                <a:moveTo>
                  <a:pt x="1256687" y="739554"/>
                </a:moveTo>
                <a:lnTo>
                  <a:pt x="1341948" y="640604"/>
                </a:lnTo>
                <a:moveTo>
                  <a:pt x="919391" y="499498"/>
                </a:moveTo>
                <a:lnTo>
                  <a:pt x="995383" y="540531"/>
                </a:lnTo>
                <a:moveTo>
                  <a:pt x="1711479" y="773836"/>
                </a:moveTo>
                <a:lnTo>
                  <a:pt x="1825923" y="693615"/>
                </a:lnTo>
                <a:moveTo>
                  <a:pt x="1529381" y="450070"/>
                </a:moveTo>
                <a:lnTo>
                  <a:pt x="1653323" y="371396"/>
                </a:lnTo>
                <a:moveTo>
                  <a:pt x="267077" y="530139"/>
                </a:moveTo>
                <a:lnTo>
                  <a:pt x="266856" y="438643"/>
                </a:lnTo>
                <a:moveTo>
                  <a:pt x="1256687" y="739554"/>
                </a:moveTo>
                <a:lnTo>
                  <a:pt x="1426425" y="711642"/>
                </a:lnTo>
                <a:moveTo>
                  <a:pt x="722622" y="466325"/>
                </a:moveTo>
                <a:lnTo>
                  <a:pt x="832955" y="390253"/>
                </a:lnTo>
                <a:moveTo>
                  <a:pt x="832955" y="390253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32955" y="390253"/>
                </a:lnTo>
                <a:moveTo>
                  <a:pt x="411957" y="650494"/>
                </a:moveTo>
                <a:lnTo>
                  <a:pt x="522025" y="812419"/>
                </a:lnTo>
                <a:moveTo>
                  <a:pt x="2459333" y="524156"/>
                </a:moveTo>
                <a:lnTo>
                  <a:pt x="2470355" y="536788"/>
                </a:lnTo>
                <a:moveTo>
                  <a:pt x="2259300" y="711163"/>
                </a:moveTo>
                <a:lnTo>
                  <a:pt x="2305315" y="568372"/>
                </a:lnTo>
                <a:moveTo>
                  <a:pt x="1219600" y="709303"/>
                </a:moveTo>
                <a:lnTo>
                  <a:pt x="1270186" y="580458"/>
                </a:lnTo>
                <a:moveTo>
                  <a:pt x="1110149" y="619725"/>
                </a:moveTo>
                <a:lnTo>
                  <a:pt x="1143913" y="472688"/>
                </a:lnTo>
                <a:moveTo>
                  <a:pt x="921846" y="809451"/>
                </a:moveTo>
                <a:lnTo>
                  <a:pt x="1045787" y="742232"/>
                </a:lnTo>
                <a:moveTo>
                  <a:pt x="925886" y="462868"/>
                </a:moveTo>
                <a:lnTo>
                  <a:pt x="995383" y="540531"/>
                </a:lnTo>
                <a:moveTo>
                  <a:pt x="2305315" y="568372"/>
                </a:moveTo>
                <a:lnTo>
                  <a:pt x="2341974" y="606118"/>
                </a:lnTo>
                <a:moveTo>
                  <a:pt x="1559053" y="818091"/>
                </a:moveTo>
                <a:lnTo>
                  <a:pt x="1666832" y="738950"/>
                </a:lnTo>
                <a:moveTo>
                  <a:pt x="2233095" y="508437"/>
                </a:moveTo>
                <a:lnTo>
                  <a:pt x="2187757" y="476514"/>
                </a:lnTo>
                <a:moveTo>
                  <a:pt x="353939" y="337043"/>
                </a:moveTo>
                <a:lnTo>
                  <a:pt x="461398" y="298095"/>
                </a:lnTo>
                <a:moveTo>
                  <a:pt x="1143913" y="472688"/>
                </a:moveTo>
                <a:lnTo>
                  <a:pt x="1197758" y="518790"/>
                </a:lnTo>
                <a:moveTo>
                  <a:pt x="872855" y="242683"/>
                </a:moveTo>
                <a:lnTo>
                  <a:pt x="909063" y="280077"/>
                </a:lnTo>
                <a:moveTo>
                  <a:pt x="753267" y="847238"/>
                </a:moveTo>
                <a:lnTo>
                  <a:pt x="921846" y="809451"/>
                </a:lnTo>
                <a:moveTo>
                  <a:pt x="2341974" y="606118"/>
                </a:moveTo>
                <a:lnTo>
                  <a:pt x="2389842" y="464775"/>
                </a:lnTo>
                <a:moveTo>
                  <a:pt x="1245374" y="696954"/>
                </a:moveTo>
                <a:lnTo>
                  <a:pt x="1270186" y="580458"/>
                </a:lnTo>
                <a:moveTo>
                  <a:pt x="1245374" y="696954"/>
                </a:moveTo>
                <a:lnTo>
                  <a:pt x="1341948" y="640604"/>
                </a:lnTo>
                <a:moveTo>
                  <a:pt x="995745" y="347809"/>
                </a:moveTo>
                <a:lnTo>
                  <a:pt x="985062" y="259495"/>
                </a:lnTo>
                <a:moveTo>
                  <a:pt x="798981" y="533351"/>
                </a:moveTo>
                <a:lnTo>
                  <a:pt x="762059" y="525788"/>
                </a:lnTo>
                <a:moveTo>
                  <a:pt x="2457892" y="584080"/>
                </a:moveTo>
                <a:lnTo>
                  <a:pt x="2491241" y="553109"/>
                </a:lnTo>
                <a:moveTo>
                  <a:pt x="798981" y="533351"/>
                </a:moveTo>
                <a:lnTo>
                  <a:pt x="793336" y="488440"/>
                </a:lnTo>
                <a:moveTo>
                  <a:pt x="1110149" y="619725"/>
                </a:moveTo>
                <a:lnTo>
                  <a:pt x="1197758" y="518790"/>
                </a:lnTo>
                <a:moveTo>
                  <a:pt x="921846" y="809451"/>
                </a:moveTo>
                <a:lnTo>
                  <a:pt x="840983" y="746403"/>
                </a:lnTo>
                <a:moveTo>
                  <a:pt x="2491241" y="553109"/>
                </a:moveTo>
                <a:lnTo>
                  <a:pt x="2499495" y="534400"/>
                </a:lnTo>
                <a:moveTo>
                  <a:pt x="676196" y="921679"/>
                </a:moveTo>
                <a:lnTo>
                  <a:pt x="778785" y="865962"/>
                </a:lnTo>
                <a:moveTo>
                  <a:pt x="1990574" y="555395"/>
                </a:moveTo>
                <a:lnTo>
                  <a:pt x="2008108" y="666234"/>
                </a:lnTo>
                <a:moveTo>
                  <a:pt x="925886" y="462868"/>
                </a:moveTo>
                <a:lnTo>
                  <a:pt x="963595" y="325474"/>
                </a:lnTo>
                <a:moveTo>
                  <a:pt x="616511" y="406232"/>
                </a:moveTo>
                <a:lnTo>
                  <a:pt x="762059" y="525788"/>
                </a:lnTo>
                <a:moveTo>
                  <a:pt x="1342667" y="288796"/>
                </a:moveTo>
                <a:lnTo>
                  <a:pt x="1441770" y="375240"/>
                </a:lnTo>
                <a:moveTo>
                  <a:pt x="2033875" y="516816"/>
                </a:moveTo>
                <a:lnTo>
                  <a:pt x="2155817" y="489851"/>
                </a:lnTo>
                <a:moveTo>
                  <a:pt x="498260" y="807307"/>
                </a:moveTo>
                <a:lnTo>
                  <a:pt x="522025" y="812419"/>
                </a:lnTo>
                <a:moveTo>
                  <a:pt x="2163913" y="626471"/>
                </a:moveTo>
                <a:lnTo>
                  <a:pt x="2187757" y="476514"/>
                </a:lnTo>
                <a:moveTo>
                  <a:pt x="2180562" y="640536"/>
                </a:moveTo>
                <a:lnTo>
                  <a:pt x="2259300" y="711163"/>
                </a:lnTo>
                <a:moveTo>
                  <a:pt x="1013045" y="540075"/>
                </a:moveTo>
                <a:lnTo>
                  <a:pt x="1143913" y="472688"/>
                </a:lnTo>
                <a:moveTo>
                  <a:pt x="522025" y="812419"/>
                </a:moveTo>
                <a:lnTo>
                  <a:pt x="676196" y="921679"/>
                </a:lnTo>
                <a:moveTo>
                  <a:pt x="1177947" y="329636"/>
                </a:moveTo>
                <a:lnTo>
                  <a:pt x="1341366" y="287684"/>
                </a:lnTo>
                <a:moveTo>
                  <a:pt x="1415449" y="787223"/>
                </a:moveTo>
                <a:lnTo>
                  <a:pt x="1473238" y="750448"/>
                </a:lnTo>
                <a:moveTo>
                  <a:pt x="1672756" y="773327"/>
                </a:moveTo>
                <a:lnTo>
                  <a:pt x="1711479" y="773836"/>
                </a:lnTo>
                <a:moveTo>
                  <a:pt x="2389842" y="464775"/>
                </a:moveTo>
                <a:lnTo>
                  <a:pt x="2332950" y="571692"/>
                </a:lnTo>
                <a:moveTo>
                  <a:pt x="1559053" y="818091"/>
                </a:moveTo>
                <a:lnTo>
                  <a:pt x="1587954" y="674667"/>
                </a:lnTo>
                <a:moveTo>
                  <a:pt x="778785" y="865962"/>
                </a:moveTo>
                <a:lnTo>
                  <a:pt x="753267" y="847238"/>
                </a:lnTo>
                <a:moveTo>
                  <a:pt x="2457892" y="584080"/>
                </a:moveTo>
                <a:lnTo>
                  <a:pt x="2470355" y="536788"/>
                </a:lnTo>
                <a:moveTo>
                  <a:pt x="1825923" y="693615"/>
                </a:moveTo>
                <a:lnTo>
                  <a:pt x="1869094" y="559100"/>
                </a:lnTo>
                <a:moveTo>
                  <a:pt x="2163913" y="626471"/>
                </a:moveTo>
                <a:lnTo>
                  <a:pt x="2155817" y="489851"/>
                </a:lnTo>
                <a:moveTo>
                  <a:pt x="1045787" y="742232"/>
                </a:moveTo>
                <a:lnTo>
                  <a:pt x="1110149" y="619725"/>
                </a:lnTo>
                <a:moveTo>
                  <a:pt x="267077" y="530139"/>
                </a:moveTo>
                <a:lnTo>
                  <a:pt x="294313" y="629392"/>
                </a:lnTo>
                <a:moveTo>
                  <a:pt x="1013045" y="540075"/>
                </a:moveTo>
                <a:lnTo>
                  <a:pt x="1110149" y="619725"/>
                </a:lnTo>
                <a:moveTo>
                  <a:pt x="1415449" y="787223"/>
                </a:moveTo>
                <a:lnTo>
                  <a:pt x="1426425" y="711642"/>
                </a:lnTo>
                <a:moveTo>
                  <a:pt x="2470355" y="536788"/>
                </a:moveTo>
                <a:lnTo>
                  <a:pt x="2499495" y="534400"/>
                </a:lnTo>
                <a:moveTo>
                  <a:pt x="2157095" y="649908"/>
                </a:moveTo>
                <a:lnTo>
                  <a:pt x="2008108" y="666234"/>
                </a:lnTo>
                <a:moveTo>
                  <a:pt x="534853" y="838780"/>
                </a:moveTo>
                <a:lnTo>
                  <a:pt x="522025" y="812419"/>
                </a:lnTo>
                <a:moveTo>
                  <a:pt x="1825923" y="693615"/>
                </a:moveTo>
                <a:lnTo>
                  <a:pt x="1789433" y="667410"/>
                </a:lnTo>
                <a:moveTo>
                  <a:pt x="995745" y="347809"/>
                </a:moveTo>
                <a:lnTo>
                  <a:pt x="963595" y="325474"/>
                </a:lnTo>
                <a:moveTo>
                  <a:pt x="1441770" y="375240"/>
                </a:moveTo>
                <a:lnTo>
                  <a:pt x="1541371" y="343496"/>
                </a:lnTo>
                <a:moveTo>
                  <a:pt x="266856" y="438643"/>
                </a:moveTo>
                <a:lnTo>
                  <a:pt x="353939" y="337043"/>
                </a:lnTo>
                <a:moveTo>
                  <a:pt x="1270186" y="580458"/>
                </a:moveTo>
                <a:lnTo>
                  <a:pt x="1197758" y="518790"/>
                </a:lnTo>
                <a:moveTo>
                  <a:pt x="2491241" y="553109"/>
                </a:moveTo>
                <a:lnTo>
                  <a:pt x="2503822" y="565440"/>
                </a:lnTo>
                <a:moveTo>
                  <a:pt x="1143913" y="472688"/>
                </a:moveTo>
                <a:lnTo>
                  <a:pt x="1177947" y="329636"/>
                </a:lnTo>
                <a:moveTo>
                  <a:pt x="925886" y="462868"/>
                </a:moveTo>
                <a:lnTo>
                  <a:pt x="896670" y="445603"/>
                </a:lnTo>
                <a:moveTo>
                  <a:pt x="1906879" y="587228"/>
                </a:moveTo>
                <a:lnTo>
                  <a:pt x="1869094" y="559100"/>
                </a:lnTo>
                <a:moveTo>
                  <a:pt x="2457892" y="584080"/>
                </a:moveTo>
                <a:lnTo>
                  <a:pt x="2503822" y="565440"/>
                </a:lnTo>
                <a:moveTo>
                  <a:pt x="417087" y="741486"/>
                </a:moveTo>
                <a:lnTo>
                  <a:pt x="411957" y="650494"/>
                </a:lnTo>
                <a:moveTo>
                  <a:pt x="1711479" y="773836"/>
                </a:moveTo>
                <a:lnTo>
                  <a:pt x="1697145" y="764003"/>
                </a:lnTo>
                <a:moveTo>
                  <a:pt x="2503822" y="565440"/>
                </a:moveTo>
                <a:lnTo>
                  <a:pt x="2499495" y="534400"/>
                </a:lnTo>
                <a:moveTo>
                  <a:pt x="1906879" y="587228"/>
                </a:moveTo>
                <a:lnTo>
                  <a:pt x="2008108" y="666234"/>
                </a:lnTo>
                <a:moveTo>
                  <a:pt x="2180562" y="640536"/>
                </a:moveTo>
                <a:lnTo>
                  <a:pt x="2187458" y="745428"/>
                </a:lnTo>
                <a:moveTo>
                  <a:pt x="1341366" y="287684"/>
                </a:moveTo>
                <a:lnTo>
                  <a:pt x="1355858" y="403439"/>
                </a:lnTo>
                <a:moveTo>
                  <a:pt x="1355858" y="403439"/>
                </a:moveTo>
                <a:lnTo>
                  <a:pt x="1342667" y="288796"/>
                </a:lnTo>
                <a:moveTo>
                  <a:pt x="411957" y="650494"/>
                </a:moveTo>
                <a:lnTo>
                  <a:pt x="294313" y="629392"/>
                </a:lnTo>
                <a:moveTo>
                  <a:pt x="498260" y="807307"/>
                </a:moveTo>
                <a:lnTo>
                  <a:pt x="534853" y="838780"/>
                </a:lnTo>
                <a:moveTo>
                  <a:pt x="2157095" y="649908"/>
                </a:moveTo>
                <a:lnTo>
                  <a:pt x="2187458" y="745428"/>
                </a:lnTo>
                <a:moveTo>
                  <a:pt x="534853" y="838780"/>
                </a:moveTo>
                <a:lnTo>
                  <a:pt x="676196" y="921679"/>
                </a:lnTo>
                <a:moveTo>
                  <a:pt x="1270186" y="580458"/>
                </a:moveTo>
                <a:lnTo>
                  <a:pt x="1341948" y="640604"/>
                </a:lnTo>
                <a:moveTo>
                  <a:pt x="1906879" y="587228"/>
                </a:moveTo>
                <a:lnTo>
                  <a:pt x="1960715" y="461889"/>
                </a:lnTo>
                <a:moveTo>
                  <a:pt x="461398" y="298095"/>
                </a:moveTo>
                <a:lnTo>
                  <a:pt x="505762" y="376896"/>
                </a:lnTo>
                <a:moveTo>
                  <a:pt x="417087" y="741486"/>
                </a:moveTo>
                <a:lnTo>
                  <a:pt x="522025" y="812419"/>
                </a:lnTo>
                <a:moveTo>
                  <a:pt x="1711479" y="773836"/>
                </a:moveTo>
                <a:lnTo>
                  <a:pt x="1789433" y="667410"/>
                </a:lnTo>
                <a:moveTo>
                  <a:pt x="676196" y="921679"/>
                </a:moveTo>
                <a:lnTo>
                  <a:pt x="753267" y="847238"/>
                </a:lnTo>
                <a:moveTo>
                  <a:pt x="2470355" y="536788"/>
                </a:moveTo>
                <a:lnTo>
                  <a:pt x="2503822" y="565440"/>
                </a:lnTo>
                <a:moveTo>
                  <a:pt x="1426425" y="711642"/>
                </a:moveTo>
                <a:lnTo>
                  <a:pt x="1473238" y="750448"/>
                </a:lnTo>
                <a:moveTo>
                  <a:pt x="1426425" y="711642"/>
                </a:moveTo>
                <a:lnTo>
                  <a:pt x="1341948" y="640604"/>
                </a:lnTo>
                <a:moveTo>
                  <a:pt x="1529381" y="450070"/>
                </a:moveTo>
                <a:lnTo>
                  <a:pt x="1541371" y="343496"/>
                </a:lnTo>
                <a:moveTo>
                  <a:pt x="636891" y="924734"/>
                </a:moveTo>
                <a:lnTo>
                  <a:pt x="676196" y="921679"/>
                </a:lnTo>
                <a:moveTo>
                  <a:pt x="921846" y="809451"/>
                </a:moveTo>
                <a:lnTo>
                  <a:pt x="956174" y="671063"/>
                </a:lnTo>
                <a:moveTo>
                  <a:pt x="1672756" y="773327"/>
                </a:moveTo>
                <a:lnTo>
                  <a:pt x="1697145" y="764003"/>
                </a:lnTo>
                <a:moveTo>
                  <a:pt x="793336" y="488440"/>
                </a:moveTo>
                <a:lnTo>
                  <a:pt x="832955" y="390253"/>
                </a:lnTo>
                <a:moveTo>
                  <a:pt x="784253" y="700589"/>
                </a:moveTo>
                <a:lnTo>
                  <a:pt x="798981" y="533351"/>
                </a:lnTo>
                <a:moveTo>
                  <a:pt x="1685579" y="405206"/>
                </a:moveTo>
                <a:lnTo>
                  <a:pt x="1772466" y="360901"/>
                </a:lnTo>
                <a:moveTo>
                  <a:pt x="1672756" y="773327"/>
                </a:moveTo>
                <a:lnTo>
                  <a:pt x="1666832" y="738950"/>
                </a:lnTo>
                <a:moveTo>
                  <a:pt x="1013045" y="540075"/>
                </a:moveTo>
                <a:lnTo>
                  <a:pt x="995383" y="540531"/>
                </a:lnTo>
                <a:moveTo>
                  <a:pt x="1292462" y="428219"/>
                </a:moveTo>
                <a:lnTo>
                  <a:pt x="1341366" y="287684"/>
                </a:lnTo>
                <a:moveTo>
                  <a:pt x="498260" y="807307"/>
                </a:moveTo>
                <a:lnTo>
                  <a:pt x="417087" y="741486"/>
                </a:lnTo>
                <a:moveTo>
                  <a:pt x="636891" y="924734"/>
                </a:moveTo>
                <a:lnTo>
                  <a:pt x="534853" y="838780"/>
                </a:lnTo>
                <a:moveTo>
                  <a:pt x="616511" y="406232"/>
                </a:moveTo>
                <a:lnTo>
                  <a:pt x="505762" y="376896"/>
                </a:lnTo>
                <a:moveTo>
                  <a:pt x="1197758" y="518790"/>
                </a:moveTo>
                <a:lnTo>
                  <a:pt x="1277869" y="496567"/>
                </a:lnTo>
                <a:moveTo>
                  <a:pt x="636891" y="924734"/>
                </a:moveTo>
                <a:lnTo>
                  <a:pt x="753267" y="847238"/>
                </a:lnTo>
                <a:moveTo>
                  <a:pt x="753267" y="847238"/>
                </a:moveTo>
                <a:lnTo>
                  <a:pt x="840983" y="746403"/>
                </a:lnTo>
                <a:moveTo>
                  <a:pt x="739133" y="663879"/>
                </a:moveTo>
                <a:lnTo>
                  <a:pt x="798981" y="533351"/>
                </a:lnTo>
                <a:moveTo>
                  <a:pt x="1143913" y="472688"/>
                </a:moveTo>
                <a:lnTo>
                  <a:pt x="1292462" y="428219"/>
                </a:lnTo>
                <a:moveTo>
                  <a:pt x="1666832" y="738950"/>
                </a:moveTo>
                <a:lnTo>
                  <a:pt x="1697145" y="764003"/>
                </a:lnTo>
                <a:moveTo>
                  <a:pt x="798981" y="533351"/>
                </a:moveTo>
                <a:lnTo>
                  <a:pt x="856123" y="587103"/>
                </a:lnTo>
                <a:moveTo>
                  <a:pt x="267077" y="530139"/>
                </a:moveTo>
                <a:lnTo>
                  <a:pt x="322755" y="491423"/>
                </a:lnTo>
                <a:moveTo>
                  <a:pt x="963595" y="325474"/>
                </a:moveTo>
                <a:lnTo>
                  <a:pt x="985062" y="259495"/>
                </a:lnTo>
                <a:moveTo>
                  <a:pt x="616511" y="406232"/>
                </a:moveTo>
                <a:lnTo>
                  <a:pt x="632065" y="519434"/>
                </a:lnTo>
                <a:moveTo>
                  <a:pt x="909063" y="280077"/>
                </a:moveTo>
                <a:lnTo>
                  <a:pt x="985062" y="259495"/>
                </a:lnTo>
                <a:moveTo>
                  <a:pt x="1270186" y="580458"/>
                </a:moveTo>
                <a:lnTo>
                  <a:pt x="1277869" y="496567"/>
                </a:lnTo>
                <a:moveTo>
                  <a:pt x="1750862" y="461375"/>
                </a:moveTo>
                <a:lnTo>
                  <a:pt x="1772466" y="360901"/>
                </a:lnTo>
                <a:moveTo>
                  <a:pt x="1697145" y="764003"/>
                </a:moveTo>
                <a:lnTo>
                  <a:pt x="1789433" y="667410"/>
                </a:lnTo>
                <a:moveTo>
                  <a:pt x="353939" y="337043"/>
                </a:moveTo>
                <a:lnTo>
                  <a:pt x="505762" y="376896"/>
                </a:lnTo>
                <a:moveTo>
                  <a:pt x="388609" y="810151"/>
                </a:moveTo>
                <a:lnTo>
                  <a:pt x="498260" y="807307"/>
                </a:lnTo>
                <a:moveTo>
                  <a:pt x="956174" y="671063"/>
                </a:moveTo>
                <a:lnTo>
                  <a:pt x="1110149" y="619725"/>
                </a:lnTo>
                <a:moveTo>
                  <a:pt x="1441770" y="375240"/>
                </a:moveTo>
                <a:lnTo>
                  <a:pt x="1529381" y="450070"/>
                </a:lnTo>
                <a:moveTo>
                  <a:pt x="793336" y="488440"/>
                </a:moveTo>
                <a:lnTo>
                  <a:pt x="896670" y="445603"/>
                </a:lnTo>
                <a:moveTo>
                  <a:pt x="2332950" y="571692"/>
                </a:moveTo>
                <a:lnTo>
                  <a:pt x="2361476" y="445338"/>
                </a:lnTo>
                <a:moveTo>
                  <a:pt x="1473238" y="750448"/>
                </a:moveTo>
                <a:lnTo>
                  <a:pt x="1587954" y="674667"/>
                </a:lnTo>
                <a:moveTo>
                  <a:pt x="1197758" y="518790"/>
                </a:moveTo>
                <a:lnTo>
                  <a:pt x="1292462" y="428219"/>
                </a:lnTo>
                <a:moveTo>
                  <a:pt x="1789433" y="667410"/>
                </a:moveTo>
                <a:lnTo>
                  <a:pt x="1869094" y="559100"/>
                </a:lnTo>
                <a:moveTo>
                  <a:pt x="392257" y="724478"/>
                </a:moveTo>
                <a:lnTo>
                  <a:pt x="411957" y="650494"/>
                </a:lnTo>
                <a:moveTo>
                  <a:pt x="1355858" y="403439"/>
                </a:moveTo>
                <a:lnTo>
                  <a:pt x="1441770" y="375240"/>
                </a:lnTo>
                <a:moveTo>
                  <a:pt x="832955" y="390253"/>
                </a:moveTo>
                <a:lnTo>
                  <a:pt x="909063" y="280077"/>
                </a:lnTo>
                <a:moveTo>
                  <a:pt x="762059" y="525788"/>
                </a:moveTo>
                <a:lnTo>
                  <a:pt x="632065" y="519434"/>
                </a:lnTo>
                <a:moveTo>
                  <a:pt x="1529381" y="450070"/>
                </a:moveTo>
                <a:lnTo>
                  <a:pt x="1685579" y="405206"/>
                </a:lnTo>
                <a:moveTo>
                  <a:pt x="739133" y="663879"/>
                </a:moveTo>
                <a:lnTo>
                  <a:pt x="762059" y="525788"/>
                </a:lnTo>
                <a:moveTo>
                  <a:pt x="2259300" y="711163"/>
                </a:moveTo>
                <a:lnTo>
                  <a:pt x="2341974" y="606118"/>
                </a:lnTo>
                <a:moveTo>
                  <a:pt x="1473238" y="750448"/>
                </a:moveTo>
                <a:lnTo>
                  <a:pt x="1448064" y="586693"/>
                </a:lnTo>
                <a:moveTo>
                  <a:pt x="1697145" y="764003"/>
                </a:moveTo>
                <a:lnTo>
                  <a:pt x="1730821" y="619304"/>
                </a:lnTo>
                <a:moveTo>
                  <a:pt x="856123" y="587103"/>
                </a:moveTo>
                <a:lnTo>
                  <a:pt x="793336" y="488440"/>
                </a:lnTo>
                <a:moveTo>
                  <a:pt x="1832268" y="528928"/>
                </a:moveTo>
                <a:lnTo>
                  <a:pt x="1869094" y="559100"/>
                </a:lnTo>
                <a:moveTo>
                  <a:pt x="1341948" y="640604"/>
                </a:moveTo>
                <a:lnTo>
                  <a:pt x="1448064" y="586693"/>
                </a:lnTo>
                <a:moveTo>
                  <a:pt x="498260" y="807307"/>
                </a:moveTo>
                <a:lnTo>
                  <a:pt x="545825" y="915775"/>
                </a:lnTo>
                <a:moveTo>
                  <a:pt x="2155817" y="489851"/>
                </a:moveTo>
                <a:lnTo>
                  <a:pt x="2187757" y="476514"/>
                </a:lnTo>
                <a:moveTo>
                  <a:pt x="1869094" y="559100"/>
                </a:moveTo>
                <a:lnTo>
                  <a:pt x="1960715" y="461889"/>
                </a:lnTo>
                <a:moveTo>
                  <a:pt x="1789433" y="667410"/>
                </a:moveTo>
                <a:lnTo>
                  <a:pt x="1832268" y="528928"/>
                </a:lnTo>
                <a:moveTo>
                  <a:pt x="1666832" y="738950"/>
                </a:moveTo>
                <a:lnTo>
                  <a:pt x="1730821" y="619304"/>
                </a:lnTo>
                <a:moveTo>
                  <a:pt x="1426425" y="711642"/>
                </a:moveTo>
                <a:lnTo>
                  <a:pt x="1448064" y="586693"/>
                </a:lnTo>
                <a:moveTo>
                  <a:pt x="2008108" y="666234"/>
                </a:moveTo>
                <a:lnTo>
                  <a:pt x="1960715" y="461889"/>
                </a:lnTo>
                <a:moveTo>
                  <a:pt x="909063" y="280077"/>
                </a:moveTo>
                <a:lnTo>
                  <a:pt x="963595" y="325474"/>
                </a:lnTo>
                <a:moveTo>
                  <a:pt x="1685579" y="405206"/>
                </a:moveTo>
                <a:lnTo>
                  <a:pt x="1750862" y="461375"/>
                </a:lnTo>
                <a:moveTo>
                  <a:pt x="784253" y="700589"/>
                </a:moveTo>
                <a:lnTo>
                  <a:pt x="840983" y="746403"/>
                </a:lnTo>
                <a:moveTo>
                  <a:pt x="995383" y="540531"/>
                </a:moveTo>
                <a:lnTo>
                  <a:pt x="896670" y="445603"/>
                </a:lnTo>
                <a:moveTo>
                  <a:pt x="1666832" y="738950"/>
                </a:moveTo>
                <a:lnTo>
                  <a:pt x="1587954" y="674667"/>
                </a:lnTo>
                <a:moveTo>
                  <a:pt x="1270186" y="580458"/>
                </a:moveTo>
                <a:lnTo>
                  <a:pt x="1452445" y="562329"/>
                </a:lnTo>
                <a:moveTo>
                  <a:pt x="1473238" y="750448"/>
                </a:moveTo>
                <a:lnTo>
                  <a:pt x="1469220" y="576476"/>
                </a:lnTo>
                <a:moveTo>
                  <a:pt x="1341948" y="640604"/>
                </a:moveTo>
                <a:lnTo>
                  <a:pt x="1452445" y="562329"/>
                </a:lnTo>
                <a:moveTo>
                  <a:pt x="1270186" y="580458"/>
                </a:moveTo>
                <a:lnTo>
                  <a:pt x="1336723" y="465513"/>
                </a:lnTo>
                <a:moveTo>
                  <a:pt x="2187458" y="745428"/>
                </a:moveTo>
                <a:lnTo>
                  <a:pt x="2259300" y="711163"/>
                </a:lnTo>
                <a:moveTo>
                  <a:pt x="1561571" y="477953"/>
                </a:moveTo>
                <a:lnTo>
                  <a:pt x="1685579" y="405206"/>
                </a:lnTo>
                <a:moveTo>
                  <a:pt x="1441770" y="375240"/>
                </a:moveTo>
                <a:lnTo>
                  <a:pt x="1490449" y="536080"/>
                </a:lnTo>
                <a:moveTo>
                  <a:pt x="1045787" y="742232"/>
                </a:moveTo>
                <a:lnTo>
                  <a:pt x="956174" y="671063"/>
                </a:lnTo>
                <a:moveTo>
                  <a:pt x="956174" y="671063"/>
                </a:moveTo>
                <a:lnTo>
                  <a:pt x="1013045" y="540075"/>
                </a:lnTo>
                <a:moveTo>
                  <a:pt x="1730821" y="619304"/>
                </a:moveTo>
                <a:lnTo>
                  <a:pt x="1789433" y="667410"/>
                </a:lnTo>
                <a:moveTo>
                  <a:pt x="1960715" y="461889"/>
                </a:moveTo>
                <a:lnTo>
                  <a:pt x="2155817" y="489851"/>
                </a:lnTo>
                <a:moveTo>
                  <a:pt x="545825" y="915775"/>
                </a:moveTo>
                <a:lnTo>
                  <a:pt x="534853" y="838780"/>
                </a:lnTo>
                <a:moveTo>
                  <a:pt x="832955" y="390253"/>
                </a:moveTo>
                <a:lnTo>
                  <a:pt x="896670" y="445603"/>
                </a:lnTo>
                <a:moveTo>
                  <a:pt x="2008108" y="666234"/>
                </a:moveTo>
                <a:lnTo>
                  <a:pt x="2071323" y="555179"/>
                </a:lnTo>
                <a:moveTo>
                  <a:pt x="353939" y="337043"/>
                </a:moveTo>
                <a:lnTo>
                  <a:pt x="422707" y="399879"/>
                </a:lnTo>
                <a:moveTo>
                  <a:pt x="2157095" y="649908"/>
                </a:moveTo>
                <a:lnTo>
                  <a:pt x="2124780" y="658690"/>
                </a:lnTo>
                <a:moveTo>
                  <a:pt x="388609" y="810151"/>
                </a:moveTo>
                <a:lnTo>
                  <a:pt x="417087" y="741486"/>
                </a:lnTo>
                <a:moveTo>
                  <a:pt x="856123" y="587103"/>
                </a:moveTo>
                <a:lnTo>
                  <a:pt x="995383" y="540531"/>
                </a:lnTo>
                <a:moveTo>
                  <a:pt x="1730821" y="619304"/>
                </a:moveTo>
                <a:lnTo>
                  <a:pt x="1832268" y="528928"/>
                </a:lnTo>
                <a:moveTo>
                  <a:pt x="266856" y="438643"/>
                </a:moveTo>
                <a:lnTo>
                  <a:pt x="322755" y="491423"/>
                </a:lnTo>
                <a:moveTo>
                  <a:pt x="1750862" y="461375"/>
                </a:moveTo>
                <a:lnTo>
                  <a:pt x="1832268" y="528928"/>
                </a:lnTo>
                <a:moveTo>
                  <a:pt x="1679143" y="577055"/>
                </a:moveTo>
                <a:lnTo>
                  <a:pt x="1685579" y="405206"/>
                </a:lnTo>
                <a:moveTo>
                  <a:pt x="956174" y="671063"/>
                </a:moveTo>
                <a:lnTo>
                  <a:pt x="995383" y="540531"/>
                </a:lnTo>
                <a:moveTo>
                  <a:pt x="545825" y="915775"/>
                </a:moveTo>
                <a:lnTo>
                  <a:pt x="636891" y="924734"/>
                </a:lnTo>
                <a:moveTo>
                  <a:pt x="322755" y="491423"/>
                </a:moveTo>
                <a:lnTo>
                  <a:pt x="353939" y="337043"/>
                </a:lnTo>
                <a:moveTo>
                  <a:pt x="896670" y="445603"/>
                </a:moveTo>
                <a:lnTo>
                  <a:pt x="963595" y="325474"/>
                </a:lnTo>
                <a:moveTo>
                  <a:pt x="2071323" y="555179"/>
                </a:moveTo>
                <a:lnTo>
                  <a:pt x="2155817" y="489851"/>
                </a:lnTo>
                <a:moveTo>
                  <a:pt x="840983" y="746403"/>
                </a:moveTo>
                <a:lnTo>
                  <a:pt x="856123" y="587103"/>
                </a:lnTo>
                <a:moveTo>
                  <a:pt x="1177947" y="329636"/>
                </a:moveTo>
                <a:lnTo>
                  <a:pt x="1292462" y="428219"/>
                </a:lnTo>
                <a:moveTo>
                  <a:pt x="1960715" y="461889"/>
                </a:moveTo>
                <a:lnTo>
                  <a:pt x="2071323" y="555179"/>
                </a:lnTo>
                <a:moveTo>
                  <a:pt x="1529381" y="450070"/>
                </a:moveTo>
                <a:lnTo>
                  <a:pt x="1561571" y="477953"/>
                </a:lnTo>
                <a:moveTo>
                  <a:pt x="840983" y="746403"/>
                </a:moveTo>
                <a:lnTo>
                  <a:pt x="956174" y="671063"/>
                </a:lnTo>
                <a:moveTo>
                  <a:pt x="2341974" y="606118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325232" y="593937"/>
                </a:lnTo>
                <a:moveTo>
                  <a:pt x="896670" y="445603"/>
                </a:moveTo>
                <a:lnTo>
                  <a:pt x="909063" y="280077"/>
                </a:lnTo>
                <a:moveTo>
                  <a:pt x="583516" y="883937"/>
                </a:moveTo>
                <a:lnTo>
                  <a:pt x="753267" y="847238"/>
                </a:lnTo>
                <a:moveTo>
                  <a:pt x="2187757" y="476514"/>
                </a:moveTo>
                <a:lnTo>
                  <a:pt x="2304830" y="577095"/>
                </a:lnTo>
                <a:moveTo>
                  <a:pt x="1587954" y="674667"/>
                </a:moveTo>
                <a:lnTo>
                  <a:pt x="1730821" y="619304"/>
                </a:lnTo>
                <a:moveTo>
                  <a:pt x="411957" y="650494"/>
                </a:moveTo>
                <a:lnTo>
                  <a:pt x="393881" y="642271"/>
                </a:lnTo>
                <a:moveTo>
                  <a:pt x="636891" y="924734"/>
                </a:moveTo>
                <a:lnTo>
                  <a:pt x="583516" y="883937"/>
                </a:lnTo>
                <a:moveTo>
                  <a:pt x="1490449" y="536080"/>
                </a:moveTo>
                <a:lnTo>
                  <a:pt x="1529381" y="450070"/>
                </a:lnTo>
                <a:moveTo>
                  <a:pt x="2341974" y="606118"/>
                </a:moveTo>
                <a:lnTo>
                  <a:pt x="2325232" y="593937"/>
                </a:lnTo>
                <a:moveTo>
                  <a:pt x="1679143" y="577055"/>
                </a:moveTo>
                <a:lnTo>
                  <a:pt x="1832268" y="528928"/>
                </a:lnTo>
                <a:moveTo>
                  <a:pt x="753267" y="847238"/>
                </a:moveTo>
                <a:lnTo>
                  <a:pt x="671559" y="783406"/>
                </a:lnTo>
                <a:moveTo>
                  <a:pt x="635747" y="579930"/>
                </a:moveTo>
                <a:lnTo>
                  <a:pt x="762059" y="525788"/>
                </a:lnTo>
                <a:moveTo>
                  <a:pt x="1355858" y="403439"/>
                </a:moveTo>
                <a:lnTo>
                  <a:pt x="1490449" y="536080"/>
                </a:lnTo>
                <a:moveTo>
                  <a:pt x="1277869" y="496567"/>
                </a:moveTo>
                <a:lnTo>
                  <a:pt x="1292462" y="428219"/>
                </a:lnTo>
                <a:moveTo>
                  <a:pt x="1679143" y="577055"/>
                </a:moveTo>
                <a:lnTo>
                  <a:pt x="1730821" y="619304"/>
                </a:lnTo>
                <a:moveTo>
                  <a:pt x="1679143" y="577055"/>
                </a:moveTo>
                <a:lnTo>
                  <a:pt x="1750862" y="461375"/>
                </a:lnTo>
                <a:moveTo>
                  <a:pt x="671559" y="783406"/>
                </a:moveTo>
                <a:lnTo>
                  <a:pt x="840983" y="746403"/>
                </a:lnTo>
                <a:moveTo>
                  <a:pt x="1277869" y="496567"/>
                </a:moveTo>
                <a:lnTo>
                  <a:pt x="1336723" y="465513"/>
                </a:lnTo>
                <a:moveTo>
                  <a:pt x="1292462" y="428219"/>
                </a:moveTo>
                <a:lnTo>
                  <a:pt x="1355858" y="403439"/>
                </a:lnTo>
                <a:moveTo>
                  <a:pt x="1587954" y="674667"/>
                </a:moveTo>
                <a:lnTo>
                  <a:pt x="1679143" y="577055"/>
                </a:lnTo>
                <a:moveTo>
                  <a:pt x="1452445" y="562329"/>
                </a:moveTo>
                <a:lnTo>
                  <a:pt x="1355858" y="403439"/>
                </a:lnTo>
                <a:moveTo>
                  <a:pt x="1490449" y="536080"/>
                </a:moveTo>
                <a:lnTo>
                  <a:pt x="1561571" y="477953"/>
                </a:lnTo>
                <a:moveTo>
                  <a:pt x="1561571" y="477953"/>
                </a:moveTo>
                <a:lnTo>
                  <a:pt x="1679143" y="577055"/>
                </a:lnTo>
                <a:moveTo>
                  <a:pt x="1336723" y="465513"/>
                </a:moveTo>
                <a:lnTo>
                  <a:pt x="1355858" y="403439"/>
                </a:lnTo>
                <a:moveTo>
                  <a:pt x="739133" y="663879"/>
                </a:moveTo>
                <a:lnTo>
                  <a:pt x="784253" y="700589"/>
                </a:lnTo>
                <a:moveTo>
                  <a:pt x="505762" y="376896"/>
                </a:moveTo>
                <a:lnTo>
                  <a:pt x="632065" y="519434"/>
                </a:lnTo>
                <a:moveTo>
                  <a:pt x="784253" y="700589"/>
                </a:moveTo>
                <a:lnTo>
                  <a:pt x="856123" y="587103"/>
                </a:lnTo>
                <a:moveTo>
                  <a:pt x="1587954" y="674667"/>
                </a:moveTo>
                <a:lnTo>
                  <a:pt x="1469220" y="576476"/>
                </a:lnTo>
                <a:moveTo>
                  <a:pt x="2325232" y="593937"/>
                </a:moveTo>
                <a:lnTo>
                  <a:pt x="2332950" y="571692"/>
                </a:lnTo>
                <a:moveTo>
                  <a:pt x="388609" y="810151"/>
                </a:moveTo>
                <a:lnTo>
                  <a:pt x="545825" y="915775"/>
                </a:lnTo>
                <a:moveTo>
                  <a:pt x="856123" y="587103"/>
                </a:moveTo>
                <a:lnTo>
                  <a:pt x="896670" y="445603"/>
                </a:lnTo>
                <a:moveTo>
                  <a:pt x="417087" y="741486"/>
                </a:moveTo>
                <a:lnTo>
                  <a:pt x="392257" y="724478"/>
                </a:lnTo>
                <a:moveTo>
                  <a:pt x="1469220" y="576476"/>
                </a:moveTo>
                <a:lnTo>
                  <a:pt x="1561571" y="477953"/>
                </a:lnTo>
                <a:moveTo>
                  <a:pt x="2304830" y="577095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266377" y="721553"/>
                </a:lnTo>
                <a:moveTo>
                  <a:pt x="1448064" y="586693"/>
                </a:moveTo>
                <a:lnTo>
                  <a:pt x="1452445" y="562329"/>
                </a:lnTo>
                <a:moveTo>
                  <a:pt x="715720" y="712899"/>
                </a:moveTo>
                <a:lnTo>
                  <a:pt x="784253" y="700589"/>
                </a:lnTo>
                <a:moveTo>
                  <a:pt x="294313" y="629392"/>
                </a:moveTo>
                <a:lnTo>
                  <a:pt x="322755" y="491423"/>
                </a:lnTo>
                <a:moveTo>
                  <a:pt x="1448064" y="586693"/>
                </a:moveTo>
                <a:lnTo>
                  <a:pt x="1469220" y="576476"/>
                </a:lnTo>
                <a:moveTo>
                  <a:pt x="1452445" y="562329"/>
                </a:moveTo>
                <a:lnTo>
                  <a:pt x="1490449" y="536080"/>
                </a:lnTo>
                <a:moveTo>
                  <a:pt x="1469220" y="576476"/>
                </a:moveTo>
                <a:lnTo>
                  <a:pt x="1490449" y="536080"/>
                </a:lnTo>
                <a:moveTo>
                  <a:pt x="422707" y="399879"/>
                </a:moveTo>
                <a:lnTo>
                  <a:pt x="505762" y="376896"/>
                </a:lnTo>
                <a:moveTo>
                  <a:pt x="2304830" y="577095"/>
                </a:moveTo>
                <a:lnTo>
                  <a:pt x="2325232" y="593937"/>
                </a:lnTo>
                <a:moveTo>
                  <a:pt x="1469220" y="576476"/>
                </a:moveTo>
                <a:lnTo>
                  <a:pt x="1679143" y="577055"/>
                </a:lnTo>
                <a:moveTo>
                  <a:pt x="856123" y="587103"/>
                </a:moveTo>
                <a:lnTo>
                  <a:pt x="956174" y="671063"/>
                </a:lnTo>
                <a:moveTo>
                  <a:pt x="1292462" y="428219"/>
                </a:moveTo>
                <a:lnTo>
                  <a:pt x="1336723" y="465513"/>
                </a:lnTo>
                <a:moveTo>
                  <a:pt x="671559" y="783406"/>
                </a:moveTo>
                <a:lnTo>
                  <a:pt x="784253" y="700589"/>
                </a:lnTo>
                <a:moveTo>
                  <a:pt x="1452445" y="562329"/>
                </a:moveTo>
                <a:lnTo>
                  <a:pt x="1336723" y="465513"/>
                </a:lnTo>
                <a:moveTo>
                  <a:pt x="1452445" y="562329"/>
                </a:moveTo>
                <a:lnTo>
                  <a:pt x="1469220" y="576476"/>
                </a:lnTo>
                <a:moveTo>
                  <a:pt x="388609" y="810151"/>
                </a:moveTo>
                <a:lnTo>
                  <a:pt x="392257" y="724478"/>
                </a:lnTo>
                <a:moveTo>
                  <a:pt x="715720" y="712899"/>
                </a:moveTo>
                <a:lnTo>
                  <a:pt x="739133" y="663879"/>
                </a:lnTo>
                <a:moveTo>
                  <a:pt x="2187458" y="745428"/>
                </a:moveTo>
                <a:lnTo>
                  <a:pt x="2266377" y="721553"/>
                </a:lnTo>
                <a:moveTo>
                  <a:pt x="545825" y="915775"/>
                </a:moveTo>
                <a:lnTo>
                  <a:pt x="583516" y="883937"/>
                </a:lnTo>
                <a:moveTo>
                  <a:pt x="2008108" y="666234"/>
                </a:moveTo>
                <a:lnTo>
                  <a:pt x="2124780" y="658690"/>
                </a:lnTo>
                <a:moveTo>
                  <a:pt x="2187757" y="476514"/>
                </a:moveTo>
                <a:lnTo>
                  <a:pt x="2178512" y="594527"/>
                </a:lnTo>
                <a:moveTo>
                  <a:pt x="2008108" y="666234"/>
                </a:moveTo>
                <a:lnTo>
                  <a:pt x="2144218" y="621240"/>
                </a:lnTo>
                <a:moveTo>
                  <a:pt x="506177" y="471683"/>
                </a:moveTo>
                <a:lnTo>
                  <a:pt x="505762" y="376896"/>
                </a:lnTo>
                <a:moveTo>
                  <a:pt x="2266377" y="721553"/>
                </a:moveTo>
                <a:lnTo>
                  <a:pt x="2325232" y="593937"/>
                </a:lnTo>
                <a:moveTo>
                  <a:pt x="2155817" y="489851"/>
                </a:moveTo>
                <a:lnTo>
                  <a:pt x="2178512" y="594527"/>
                </a:lnTo>
                <a:moveTo>
                  <a:pt x="671559" y="783406"/>
                </a:moveTo>
                <a:lnTo>
                  <a:pt x="715720" y="712899"/>
                </a:lnTo>
                <a:moveTo>
                  <a:pt x="583516" y="883937"/>
                </a:moveTo>
                <a:lnTo>
                  <a:pt x="671559" y="783406"/>
                </a:lnTo>
                <a:moveTo>
                  <a:pt x="294313" y="629392"/>
                </a:moveTo>
                <a:lnTo>
                  <a:pt x="393881" y="642271"/>
                </a:lnTo>
                <a:moveTo>
                  <a:pt x="2187458" y="745428"/>
                </a:moveTo>
                <a:lnTo>
                  <a:pt x="2124780" y="658690"/>
                </a:lnTo>
                <a:moveTo>
                  <a:pt x="322755" y="491423"/>
                </a:moveTo>
                <a:lnTo>
                  <a:pt x="422707" y="399879"/>
                </a:lnTo>
                <a:moveTo>
                  <a:pt x="557115" y="514006"/>
                </a:moveTo>
                <a:lnTo>
                  <a:pt x="632065" y="519434"/>
                </a:lnTo>
                <a:moveTo>
                  <a:pt x="635747" y="579930"/>
                </a:moveTo>
                <a:lnTo>
                  <a:pt x="632065" y="519434"/>
                </a:lnTo>
                <a:moveTo>
                  <a:pt x="739133" y="663879"/>
                </a:moveTo>
                <a:lnTo>
                  <a:pt x="635747" y="579930"/>
                </a:lnTo>
                <a:moveTo>
                  <a:pt x="2071323" y="555179"/>
                </a:moveTo>
                <a:lnTo>
                  <a:pt x="2178512" y="594527"/>
                </a:lnTo>
                <a:moveTo>
                  <a:pt x="506177" y="471683"/>
                </a:moveTo>
                <a:lnTo>
                  <a:pt x="632065" y="519434"/>
                </a:lnTo>
                <a:moveTo>
                  <a:pt x="2071323" y="555179"/>
                </a:moveTo>
                <a:lnTo>
                  <a:pt x="2144218" y="621240"/>
                </a:lnTo>
                <a:moveTo>
                  <a:pt x="294313" y="629392"/>
                </a:moveTo>
                <a:lnTo>
                  <a:pt x="422489" y="578456"/>
                </a:lnTo>
                <a:moveTo>
                  <a:pt x="715720" y="712899"/>
                </a:moveTo>
                <a:lnTo>
                  <a:pt x="635747" y="579930"/>
                </a:lnTo>
                <a:moveTo>
                  <a:pt x="388609" y="810151"/>
                </a:moveTo>
                <a:lnTo>
                  <a:pt x="449734" y="868936"/>
                </a:lnTo>
                <a:moveTo>
                  <a:pt x="2178512" y="594527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506177" y="471683"/>
                </a:lnTo>
                <a:moveTo>
                  <a:pt x="545825" y="915775"/>
                </a:moveTo>
                <a:lnTo>
                  <a:pt x="449734" y="868936"/>
                </a:lnTo>
                <a:moveTo>
                  <a:pt x="2168174" y="642414"/>
                </a:moveTo>
                <a:lnTo>
                  <a:pt x="2325232" y="593937"/>
                </a:lnTo>
                <a:moveTo>
                  <a:pt x="557115" y="514006"/>
                </a:moveTo>
                <a:lnTo>
                  <a:pt x="635747" y="579930"/>
                </a:lnTo>
                <a:moveTo>
                  <a:pt x="2168174" y="642414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473724" y="546929"/>
                </a:lnTo>
                <a:moveTo>
                  <a:pt x="506177" y="471683"/>
                </a:moveTo>
                <a:lnTo>
                  <a:pt x="557115" y="514006"/>
                </a:lnTo>
                <a:moveTo>
                  <a:pt x="2124780" y="658690"/>
                </a:moveTo>
                <a:lnTo>
                  <a:pt x="2266377" y="721553"/>
                </a:lnTo>
                <a:moveTo>
                  <a:pt x="392257" y="724478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583516" y="883937"/>
                </a:lnTo>
                <a:moveTo>
                  <a:pt x="388609" y="810151"/>
                </a:moveTo>
                <a:lnTo>
                  <a:pt x="464080" y="789702"/>
                </a:lnTo>
                <a:moveTo>
                  <a:pt x="422489" y="578456"/>
                </a:moveTo>
                <a:lnTo>
                  <a:pt x="422707" y="399879"/>
                </a:lnTo>
                <a:moveTo>
                  <a:pt x="715720" y="712899"/>
                </a:moveTo>
                <a:lnTo>
                  <a:pt x="627487" y="656677"/>
                </a:lnTo>
                <a:moveTo>
                  <a:pt x="583516" y="883937"/>
                </a:moveTo>
                <a:lnTo>
                  <a:pt x="503276" y="821466"/>
                </a:lnTo>
                <a:moveTo>
                  <a:pt x="322755" y="491423"/>
                </a:moveTo>
                <a:lnTo>
                  <a:pt x="422489" y="578456"/>
                </a:lnTo>
                <a:moveTo>
                  <a:pt x="473724" y="546929"/>
                </a:moveTo>
                <a:lnTo>
                  <a:pt x="557115" y="514006"/>
                </a:lnTo>
                <a:moveTo>
                  <a:pt x="2266377" y="721553"/>
                </a:moveTo>
                <a:lnTo>
                  <a:pt x="2168174" y="642414"/>
                </a:lnTo>
                <a:moveTo>
                  <a:pt x="473724" y="546929"/>
                </a:moveTo>
                <a:lnTo>
                  <a:pt x="506177" y="471683"/>
                </a:lnTo>
                <a:moveTo>
                  <a:pt x="2124780" y="658690"/>
                </a:moveTo>
                <a:lnTo>
                  <a:pt x="2144218" y="621240"/>
                </a:lnTo>
                <a:moveTo>
                  <a:pt x="2144218" y="621240"/>
                </a:moveTo>
                <a:lnTo>
                  <a:pt x="2178512" y="594527"/>
                </a:lnTo>
                <a:moveTo>
                  <a:pt x="557115" y="514006"/>
                </a:moveTo>
                <a:lnTo>
                  <a:pt x="627487" y="656677"/>
                </a:lnTo>
                <a:moveTo>
                  <a:pt x="603490" y="732229"/>
                </a:moveTo>
                <a:lnTo>
                  <a:pt x="715720" y="712899"/>
                </a:lnTo>
                <a:moveTo>
                  <a:pt x="627487" y="656677"/>
                </a:moveTo>
                <a:lnTo>
                  <a:pt x="635747" y="579930"/>
                </a:lnTo>
                <a:moveTo>
                  <a:pt x="583516" y="883937"/>
                </a:moveTo>
                <a:lnTo>
                  <a:pt x="603490" y="732229"/>
                </a:lnTo>
                <a:moveTo>
                  <a:pt x="392257" y="724478"/>
                </a:moveTo>
                <a:lnTo>
                  <a:pt x="464080" y="789702"/>
                </a:lnTo>
                <a:moveTo>
                  <a:pt x="671559" y="783406"/>
                </a:moveTo>
                <a:lnTo>
                  <a:pt x="603490" y="732229"/>
                </a:lnTo>
                <a:moveTo>
                  <a:pt x="2124780" y="658690"/>
                </a:moveTo>
                <a:lnTo>
                  <a:pt x="2168174" y="642414"/>
                </a:lnTo>
                <a:moveTo>
                  <a:pt x="2168174" y="642414"/>
                </a:moveTo>
                <a:lnTo>
                  <a:pt x="2178512" y="594527"/>
                </a:lnTo>
                <a:moveTo>
                  <a:pt x="393881" y="642271"/>
                </a:moveTo>
                <a:lnTo>
                  <a:pt x="422489" y="578456"/>
                </a:lnTo>
                <a:moveTo>
                  <a:pt x="2144218" y="621240"/>
                </a:moveTo>
                <a:lnTo>
                  <a:pt x="2168174" y="642414"/>
                </a:lnTo>
                <a:moveTo>
                  <a:pt x="422489" y="578456"/>
                </a:moveTo>
                <a:lnTo>
                  <a:pt x="473724" y="546929"/>
                </a:lnTo>
                <a:moveTo>
                  <a:pt x="473724" y="546929"/>
                </a:moveTo>
                <a:lnTo>
                  <a:pt x="627487" y="656677"/>
                </a:lnTo>
                <a:moveTo>
                  <a:pt x="449734" y="868936"/>
                </a:moveTo>
                <a:lnTo>
                  <a:pt x="503276" y="821466"/>
                </a:lnTo>
                <a:moveTo>
                  <a:pt x="464080" y="789702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464080" y="789702"/>
                </a:lnTo>
                <a:moveTo>
                  <a:pt x="464080" y="789702"/>
                </a:moveTo>
                <a:lnTo>
                  <a:pt x="503276" y="821466"/>
                </a:lnTo>
                <a:moveTo>
                  <a:pt x="603490" y="732229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603490" y="732229"/>
                </a:lnTo>
                <a:moveTo>
                  <a:pt x="473724" y="546929"/>
                </a:moveTo>
                <a:lnTo>
                  <a:pt x="505193" y="641127"/>
                </a:lnTo>
                <a:moveTo>
                  <a:pt x="422489" y="578456"/>
                </a:moveTo>
                <a:lnTo>
                  <a:pt x="505193" y="641127"/>
                </a:lnTo>
                <a:moveTo>
                  <a:pt x="627487" y="656677"/>
                </a:moveTo>
                <a:lnTo>
                  <a:pt x="505193" y="641127"/>
                </a:lnTo>
                <a:moveTo>
                  <a:pt x="503069" y="651031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503069" y="651031"/>
                </a:lnTo>
                <a:moveTo>
                  <a:pt x="603490" y="732229"/>
                </a:moveTo>
                <a:lnTo>
                  <a:pt x="503069" y="651031"/>
                </a:lnTo>
                <a:moveTo>
                  <a:pt x="503069" y="651031"/>
                </a:moveTo>
                <a:lnTo>
                  <a:pt x="505193" y="64112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1" name="9llg_2_tuned_ReferenceLigand_0">
            <a:extLst>
              <a:ext uri="{FF2B5EF4-FFF2-40B4-BE49-F238E27FC236}">
                <a16:creationId xmlns:a16="http://schemas.microsoft.com/office/drawing/2014/main" id="{6E2AB1DF-C13E-4C4D-9637-20BC84199A7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298" y="811725"/>
                </a:moveTo>
                <a:lnTo>
                  <a:pt x="1253314" y="8814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2" name="9llg_2_tuned_ReferenceLigand_1">
            <a:extLst>
              <a:ext uri="{FF2B5EF4-FFF2-40B4-BE49-F238E27FC236}">
                <a16:creationId xmlns:a16="http://schemas.microsoft.com/office/drawing/2014/main" id="{79189F14-D5CA-47F2-88AF-9FF4FA3EA6A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314" y="881430"/>
                </a:moveTo>
                <a:lnTo>
                  <a:pt x="1144643" y="719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3" name="9llg_2_tuned_ReferenceLigand_2">
            <a:extLst>
              <a:ext uri="{FF2B5EF4-FFF2-40B4-BE49-F238E27FC236}">
                <a16:creationId xmlns:a16="http://schemas.microsoft.com/office/drawing/2014/main" id="{A911E908-D710-4D88-A47C-9447C7F51855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445298" y="811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4" name="9llg_2_tuned_ReferenceLigand_3">
            <a:extLst>
              <a:ext uri="{FF2B5EF4-FFF2-40B4-BE49-F238E27FC236}">
                <a16:creationId xmlns:a16="http://schemas.microsoft.com/office/drawing/2014/main" id="{2604AB39-FB86-4202-BAD3-0D2F9F5CD0F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628" y="884873"/>
                </a:moveTo>
                <a:lnTo>
                  <a:pt x="844998" y="8654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" name="9llg_2_tuned_ReferenceLigand_4">
            <a:extLst>
              <a:ext uri="{FF2B5EF4-FFF2-40B4-BE49-F238E27FC236}">
                <a16:creationId xmlns:a16="http://schemas.microsoft.com/office/drawing/2014/main" id="{93F98AD7-44E5-4EE1-B61B-360A4F31C34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4998" y="865450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" name="9llg_2_tuned_ReferenceLigand_5">
            <a:extLst>
              <a:ext uri="{FF2B5EF4-FFF2-40B4-BE49-F238E27FC236}">
                <a16:creationId xmlns:a16="http://schemas.microsoft.com/office/drawing/2014/main" id="{17355849-FDC4-4DCB-AA0A-D11E19E8E60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" name="9llg_2_tuned_ReferenceLigand_6">
            <a:extLst>
              <a:ext uri="{FF2B5EF4-FFF2-40B4-BE49-F238E27FC236}">
                <a16:creationId xmlns:a16="http://schemas.microsoft.com/office/drawing/2014/main" id="{A0AB6B6A-8C7B-458C-A86E-E2373A7A141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" name="9llg_2_tuned_ReferenceLigand_7">
            <a:extLst>
              <a:ext uri="{FF2B5EF4-FFF2-40B4-BE49-F238E27FC236}">
                <a16:creationId xmlns:a16="http://schemas.microsoft.com/office/drawing/2014/main" id="{EE474C59-5606-4E12-8FF7-53A4D3E714A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448567" y="6361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9" name="9llg_2_tuned_ReferenceLigand_8">
            <a:extLst>
              <a:ext uri="{FF2B5EF4-FFF2-40B4-BE49-F238E27FC236}">
                <a16:creationId xmlns:a16="http://schemas.microsoft.com/office/drawing/2014/main" id="{5CE41434-77F3-4208-8FFF-99A0CC4CD2F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602918" y="62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0" name="9llg_2_tuned_ReferenceLigand_9">
            <a:extLst>
              <a:ext uri="{FF2B5EF4-FFF2-40B4-BE49-F238E27FC236}">
                <a16:creationId xmlns:a16="http://schemas.microsoft.com/office/drawing/2014/main" id="{493F1DA3-5725-4A13-970C-63F491FFB3F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446" y="754005"/>
                </a:moveTo>
                <a:lnTo>
                  <a:pt x="879022" y="5754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1" name="9llg_2_tuned_ReferenceLigand_10">
            <a:extLst>
              <a:ext uri="{FF2B5EF4-FFF2-40B4-BE49-F238E27FC236}">
                <a16:creationId xmlns:a16="http://schemas.microsoft.com/office/drawing/2014/main" id="{1323B7B7-6D16-49AE-B95C-35B78F91739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3065" y="764137"/>
                </a:moveTo>
                <a:lnTo>
                  <a:pt x="666628" y="8848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2" name="9llg_2_tuned_ReferenceLigand_11">
            <a:extLst>
              <a:ext uri="{FF2B5EF4-FFF2-40B4-BE49-F238E27FC236}">
                <a16:creationId xmlns:a16="http://schemas.microsoft.com/office/drawing/2014/main" id="{A41276A9-07B1-4F54-B433-C393EB66393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776525" y="6866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3" name="9llg_2_tuned_ReferenceLigand_12">
            <a:extLst>
              <a:ext uri="{FF2B5EF4-FFF2-40B4-BE49-F238E27FC236}">
                <a16:creationId xmlns:a16="http://schemas.microsoft.com/office/drawing/2014/main" id="{E4DED57C-8B2F-4238-BF99-FA342ECBC50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0193" y="434416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" name="9llg_2_tuned_ReferenceLigand_13">
            <a:extLst>
              <a:ext uri="{FF2B5EF4-FFF2-40B4-BE49-F238E27FC236}">
                <a16:creationId xmlns:a16="http://schemas.microsoft.com/office/drawing/2014/main" id="{FE254425-5A7E-4CBD-9329-3CBAF5903C7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525" y="686662"/>
                </a:moveTo>
                <a:lnTo>
                  <a:pt x="1926862" y="68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" name="9llg_2_tuned_ReferenceLigand_14">
            <a:extLst>
              <a:ext uri="{FF2B5EF4-FFF2-40B4-BE49-F238E27FC236}">
                <a16:creationId xmlns:a16="http://schemas.microsoft.com/office/drawing/2014/main" id="{33329ACE-A75F-4DBD-A4B4-23F4375FDD1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862" y="689118"/>
                </a:moveTo>
                <a:lnTo>
                  <a:pt x="2109079" y="6777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" name="9llg_2_tuned_ReferenceLigand_15">
            <a:extLst>
              <a:ext uri="{FF2B5EF4-FFF2-40B4-BE49-F238E27FC236}">
                <a16:creationId xmlns:a16="http://schemas.microsoft.com/office/drawing/2014/main" id="{B4EE800B-296C-4DE1-B089-756D8530635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1004796" y="4513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" name="9llg_2_tuned_ReferenceLigand_16">
            <a:extLst>
              <a:ext uri="{FF2B5EF4-FFF2-40B4-BE49-F238E27FC236}">
                <a16:creationId xmlns:a16="http://schemas.microsoft.com/office/drawing/2014/main" id="{984D713A-B811-44A0-9FA9-67694CF2829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705834" y="600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" name="9llg_2_tuned_ReferenceLigand_17">
            <a:extLst>
              <a:ext uri="{FF2B5EF4-FFF2-40B4-BE49-F238E27FC236}">
                <a16:creationId xmlns:a16="http://schemas.microsoft.com/office/drawing/2014/main" id="{1073D235-3744-4DDF-8B9C-B0A6588004F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796" y="451392"/>
                </a:moveTo>
                <a:lnTo>
                  <a:pt x="1190193" y="434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9" name="9llg_2_tuned_ReferenceLigand_18">
            <a:extLst>
              <a:ext uri="{FF2B5EF4-FFF2-40B4-BE49-F238E27FC236}">
                <a16:creationId xmlns:a16="http://schemas.microsoft.com/office/drawing/2014/main" id="{F2FDF238-5737-41DF-8F75-62214395108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79" y="677712"/>
                </a:moveTo>
                <a:lnTo>
                  <a:pt x="2257742" y="7009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0" name="9llg_2_tuned_ReferenceLigand_19">
            <a:extLst>
              <a:ext uri="{FF2B5EF4-FFF2-40B4-BE49-F238E27FC236}">
                <a16:creationId xmlns:a16="http://schemas.microsoft.com/office/drawing/2014/main" id="{2DFF88DC-3CFE-4088-BEB0-7508DF027C5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1" name="9llg_2_tuned_ReferenceLigand_20">
            <a:extLst>
              <a:ext uri="{FF2B5EF4-FFF2-40B4-BE49-F238E27FC236}">
                <a16:creationId xmlns:a16="http://schemas.microsoft.com/office/drawing/2014/main" id="{91EBCBED-B049-4558-BCA5-7BAE46AA47D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624810" y="4441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2" name="9llg_2_tuned_ReferenceLigand_21">
            <a:extLst>
              <a:ext uri="{FF2B5EF4-FFF2-40B4-BE49-F238E27FC236}">
                <a16:creationId xmlns:a16="http://schemas.microsoft.com/office/drawing/2014/main" id="{FC822161-632C-4422-A84D-F9E719510C4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268001" y="71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3" name="9llg_2_tuned_ReferenceLigand_22">
            <a:extLst>
              <a:ext uri="{FF2B5EF4-FFF2-40B4-BE49-F238E27FC236}">
                <a16:creationId xmlns:a16="http://schemas.microsoft.com/office/drawing/2014/main" id="{E9E565E1-2861-4C94-A1C5-756113612FB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054" y="792279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4" name="9llg_2_tuned_ReferenceLigand_23">
            <a:extLst>
              <a:ext uri="{FF2B5EF4-FFF2-40B4-BE49-F238E27FC236}">
                <a16:creationId xmlns:a16="http://schemas.microsoft.com/office/drawing/2014/main" id="{8E7200A4-11C0-4C39-966F-BE0054986C3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585970" y="4379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5" name="9llg_2_tuned_ReferenceLigand_24">
            <a:extLst>
              <a:ext uri="{FF2B5EF4-FFF2-40B4-BE49-F238E27FC236}">
                <a16:creationId xmlns:a16="http://schemas.microsoft.com/office/drawing/2014/main" id="{42718E0C-703E-4D81-AD86-9471CA96EF8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440008" y="657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6" name="9llg_2_tuned_ReferenceLigand_25">
            <a:extLst>
              <a:ext uri="{FF2B5EF4-FFF2-40B4-BE49-F238E27FC236}">
                <a16:creationId xmlns:a16="http://schemas.microsoft.com/office/drawing/2014/main" id="{AB6DF397-E174-41F1-8612-CBB224AD29E8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7968" y="626023"/>
                </a:moveTo>
                <a:lnTo>
                  <a:pt x="420054" y="7922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7" name="9llg_2_tuned_ReferenceLigand_26">
            <a:extLst>
              <a:ext uri="{FF2B5EF4-FFF2-40B4-BE49-F238E27FC236}">
                <a16:creationId xmlns:a16="http://schemas.microsoft.com/office/drawing/2014/main" id="{CF7B9FB6-E61E-482F-AB29-C4FADBBFDB9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970" y="437996"/>
                </a:moveTo>
                <a:lnTo>
                  <a:pt x="404736" y="4629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8" name="9llg_2_tuned_ReferenceLigand_27">
            <a:extLst>
              <a:ext uri="{FF2B5EF4-FFF2-40B4-BE49-F238E27FC236}">
                <a16:creationId xmlns:a16="http://schemas.microsoft.com/office/drawing/2014/main" id="{91003278-61B5-44E0-8070-CF4ED66BDC4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736" y="462963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29" name="9llg_2_tuned_ReferenceLigand_28">
            <a:extLst>
              <a:ext uri="{FF2B5EF4-FFF2-40B4-BE49-F238E27FC236}">
                <a16:creationId xmlns:a16="http://schemas.microsoft.com/office/drawing/2014/main" id="{870977D7-2E9D-4F13-9037-60C830F5EB7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91" y="645631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0" name="9llg_2_tuned_ReferenceLigand_29">
            <a:extLst>
              <a:ext uri="{FF2B5EF4-FFF2-40B4-BE49-F238E27FC236}">
                <a16:creationId xmlns:a16="http://schemas.microsoft.com/office/drawing/2014/main" id="{467B8528-A51D-43D4-BDC8-D3FEA4ED6E8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254474" y="8891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1" name="9llg_2_tuned_ReferenceLigand_30">
            <a:extLst>
              <a:ext uri="{FF2B5EF4-FFF2-40B4-BE49-F238E27FC236}">
                <a16:creationId xmlns:a16="http://schemas.microsoft.com/office/drawing/2014/main" id="{F1B21A96-58C8-423C-8CBD-A5C30578C55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748749" y="619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32" name="9llg_2_tuned_PredictedLigand_0">
            <a:extLst>
              <a:ext uri="{FF2B5EF4-FFF2-40B4-BE49-F238E27FC236}">
                <a16:creationId xmlns:a16="http://schemas.microsoft.com/office/drawing/2014/main" id="{70FD55D9-01CF-473B-8F11-0CBEC7ABEEC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0519" y="759993"/>
                </a:moveTo>
                <a:lnTo>
                  <a:pt x="1366611" y="8241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3" name="9llg_2_tuned_PredictedLigand_1">
            <a:extLst>
              <a:ext uri="{FF2B5EF4-FFF2-40B4-BE49-F238E27FC236}">
                <a16:creationId xmlns:a16="http://schemas.microsoft.com/office/drawing/2014/main" id="{A009722F-EA13-47CC-8C6B-D7EF63D0551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6611" y="824112"/>
                </a:moveTo>
                <a:lnTo>
                  <a:pt x="1238153" y="67399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4" name="9llg_2_tuned_PredictedLigand_2">
            <a:extLst>
              <a:ext uri="{FF2B5EF4-FFF2-40B4-BE49-F238E27FC236}">
                <a16:creationId xmlns:a16="http://schemas.microsoft.com/office/drawing/2014/main" id="{A30598E5-037C-47A3-8C56-4E9C493889E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7232" y="871927"/>
                </a:moveTo>
                <a:lnTo>
                  <a:pt x="965538" y="86925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5" name="9llg_2_tuned_PredictedLigand_3">
            <a:extLst>
              <a:ext uri="{FF2B5EF4-FFF2-40B4-BE49-F238E27FC236}">
                <a16:creationId xmlns:a16="http://schemas.microsoft.com/office/drawing/2014/main" id="{824511D6-8FA7-4A02-8B1D-01D789E201A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090" y="571532"/>
                </a:moveTo>
                <a:lnTo>
                  <a:pt x="1550519" y="75999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6" name="9llg_2_tuned_PredictedLigand_4">
            <a:extLst>
              <a:ext uri="{FF2B5EF4-FFF2-40B4-BE49-F238E27FC236}">
                <a16:creationId xmlns:a16="http://schemas.microsoft.com/office/drawing/2014/main" id="{C6495C84-60B1-4EF1-9AE8-4E92EADEC2D2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5538" y="869258"/>
                </a:moveTo>
                <a:lnTo>
                  <a:pt x="1060431" y="7229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7" name="9llg_2_tuned_PredictedLigand_5">
            <a:extLst>
              <a:ext uri="{FF2B5EF4-FFF2-40B4-BE49-F238E27FC236}">
                <a16:creationId xmlns:a16="http://schemas.microsoft.com/office/drawing/2014/main" id="{B4F57C78-75DB-4CAC-9AB6-71BACF74354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153" y="673990"/>
                </a:moveTo>
                <a:lnTo>
                  <a:pt x="1060431" y="7229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8" name="9llg_2_tuned_PredictedLigand_6">
            <a:extLst>
              <a:ext uri="{FF2B5EF4-FFF2-40B4-BE49-F238E27FC236}">
                <a16:creationId xmlns:a16="http://schemas.microsoft.com/office/drawing/2014/main" id="{C8DD7890-617D-479E-B29D-FCB226AD4B5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4533" y="739971"/>
                </a:moveTo>
                <a:lnTo>
                  <a:pt x="777232" y="8719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39" name="9llg_2_tuned_PredictedLigand_7">
            <a:extLst>
              <a:ext uri="{FF2B5EF4-FFF2-40B4-BE49-F238E27FC236}">
                <a16:creationId xmlns:a16="http://schemas.microsoft.com/office/drawing/2014/main" id="{29B75C25-D3E3-4F47-BA78-5C1DEB02839B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8153" y="673990"/>
                </a:moveTo>
                <a:lnTo>
                  <a:pt x="1340056" y="5339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0" name="9llg_2_tuned_PredictedLigand_8">
            <a:extLst>
              <a:ext uri="{FF2B5EF4-FFF2-40B4-BE49-F238E27FC236}">
                <a16:creationId xmlns:a16="http://schemas.microsoft.com/office/drawing/2014/main" id="{413DA94C-DD65-4981-9ED2-641C385A828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5893" y="724529"/>
                </a:moveTo>
                <a:lnTo>
                  <a:pt x="684533" y="7399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1" name="9llg_2_tuned_PredictedLigand_9">
            <a:extLst>
              <a:ext uri="{FF2B5EF4-FFF2-40B4-BE49-F238E27FC236}">
                <a16:creationId xmlns:a16="http://schemas.microsoft.com/office/drawing/2014/main" id="{A3BC330D-D1E5-4F98-828E-83C194A99756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0056" y="533918"/>
                </a:moveTo>
                <a:lnTo>
                  <a:pt x="1535090" y="5715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2" name="9llg_2_tuned_PredictedLigand_10">
            <a:extLst>
              <a:ext uri="{FF2B5EF4-FFF2-40B4-BE49-F238E27FC236}">
                <a16:creationId xmlns:a16="http://schemas.microsoft.com/office/drawing/2014/main" id="{74AE532E-0B8F-475A-9CB0-E697D5FFF07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34615" y="359112"/>
                </a:moveTo>
                <a:lnTo>
                  <a:pt x="1340056" y="53391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3" name="9llg_2_tuned_PredictedLigand_11">
            <a:extLst>
              <a:ext uri="{FF2B5EF4-FFF2-40B4-BE49-F238E27FC236}">
                <a16:creationId xmlns:a16="http://schemas.microsoft.com/office/drawing/2014/main" id="{E3425F14-02B0-4B31-8EC4-4D1AA449C8A0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60431" y="722929"/>
                </a:moveTo>
                <a:lnTo>
                  <a:pt x="944156" y="55867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4" name="9llg_2_tuned_PredictedLigand_12">
            <a:extLst>
              <a:ext uri="{FF2B5EF4-FFF2-40B4-BE49-F238E27FC236}">
                <a16:creationId xmlns:a16="http://schemas.microsoft.com/office/drawing/2014/main" id="{D16BEDAB-6971-4158-8E7D-886A9025571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3697" y="382813"/>
                </a:moveTo>
                <a:lnTo>
                  <a:pt x="1234615" y="3591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5" name="9llg_2_tuned_PredictedLigand_13">
            <a:extLst>
              <a:ext uri="{FF2B5EF4-FFF2-40B4-BE49-F238E27FC236}">
                <a16:creationId xmlns:a16="http://schemas.microsoft.com/office/drawing/2014/main" id="{C0B7A252-D501-40FB-A09E-2C44FF75F88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78944" y="595523"/>
                </a:moveTo>
                <a:lnTo>
                  <a:pt x="495893" y="72452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6" name="9llg_2_tuned_PredictedLigand_14">
            <a:extLst>
              <a:ext uri="{FF2B5EF4-FFF2-40B4-BE49-F238E27FC236}">
                <a16:creationId xmlns:a16="http://schemas.microsoft.com/office/drawing/2014/main" id="{2B7B9D06-E95D-4DB5-8D54-AC320996F3C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5090" y="571532"/>
                </a:moveTo>
                <a:lnTo>
                  <a:pt x="1680176" y="5181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7" name="9llg_2_tuned_PredictedLigand_15">
            <a:extLst>
              <a:ext uri="{FF2B5EF4-FFF2-40B4-BE49-F238E27FC236}">
                <a16:creationId xmlns:a16="http://schemas.microsoft.com/office/drawing/2014/main" id="{86C1B7CD-21E0-4F4C-BFA1-63FEDB14F88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4156" y="558672"/>
                </a:moveTo>
                <a:lnTo>
                  <a:pt x="1043697" y="3828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8" name="9llg_2_tuned_PredictedLigand_16">
            <a:extLst>
              <a:ext uri="{FF2B5EF4-FFF2-40B4-BE49-F238E27FC236}">
                <a16:creationId xmlns:a16="http://schemas.microsoft.com/office/drawing/2014/main" id="{2764C789-2DCE-4CB9-A453-9342D85FDB9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0176" y="518100"/>
                </a:moveTo>
                <a:lnTo>
                  <a:pt x="1855390" y="59490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49" name="9llg_2_tuned_PredictedLigand_17">
            <a:extLst>
              <a:ext uri="{FF2B5EF4-FFF2-40B4-BE49-F238E27FC236}">
                <a16:creationId xmlns:a16="http://schemas.microsoft.com/office/drawing/2014/main" id="{81E60F7F-302A-4B0C-8791-3606D7131DAF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982" y="594609"/>
                </a:moveTo>
                <a:lnTo>
                  <a:pt x="684533" y="7399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0" name="9llg_2_tuned_PredictedLigand_18">
            <a:extLst>
              <a:ext uri="{FF2B5EF4-FFF2-40B4-BE49-F238E27FC236}">
                <a16:creationId xmlns:a16="http://schemas.microsoft.com/office/drawing/2014/main" id="{3AD37AE1-F1A7-4119-A040-510BB8608AA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4156" y="558672"/>
                </a:moveTo>
                <a:lnTo>
                  <a:pt x="770982" y="5946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1" name="9llg_2_tuned_PredictedLigand_19">
            <a:extLst>
              <a:ext uri="{FF2B5EF4-FFF2-40B4-BE49-F238E27FC236}">
                <a16:creationId xmlns:a16="http://schemas.microsoft.com/office/drawing/2014/main" id="{2F949B0B-76A8-4533-B3C9-EA46BF97ECD4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5390" y="594904"/>
                </a:moveTo>
                <a:lnTo>
                  <a:pt x="1996057" y="64117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2" name="9llg_2_tuned_PredictedLigand_20">
            <a:extLst>
              <a:ext uri="{FF2B5EF4-FFF2-40B4-BE49-F238E27FC236}">
                <a16:creationId xmlns:a16="http://schemas.microsoft.com/office/drawing/2014/main" id="{A6D1B836-BE83-4330-9330-D34F30AB395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365" y="654937"/>
                </a:moveTo>
                <a:lnTo>
                  <a:pt x="378944" y="5955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3" name="9llg_2_tuned_PredictedLigand_21">
            <a:extLst>
              <a:ext uri="{FF2B5EF4-FFF2-40B4-BE49-F238E27FC236}">
                <a16:creationId xmlns:a16="http://schemas.microsoft.com/office/drawing/2014/main" id="{5535C67D-CD55-4F2A-A329-5723AB2E03D7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6057" y="641170"/>
                </a:moveTo>
                <a:lnTo>
                  <a:pt x="2173314" y="66444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4" name="9llg_2_tuned_PredictedLigand_22">
            <a:extLst>
              <a:ext uri="{FF2B5EF4-FFF2-40B4-BE49-F238E27FC236}">
                <a16:creationId xmlns:a16="http://schemas.microsoft.com/office/drawing/2014/main" id="{1B8C1245-3244-46D9-86AE-A91EE353AF1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0176" y="518100"/>
                </a:moveTo>
                <a:lnTo>
                  <a:pt x="1673810" y="32290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5" name="9llg_2_tuned_PredictedLigand_23">
            <a:extLst>
              <a:ext uri="{FF2B5EF4-FFF2-40B4-BE49-F238E27FC236}">
                <a16:creationId xmlns:a16="http://schemas.microsoft.com/office/drawing/2014/main" id="{BAB1AF52-9403-458C-95B9-8C23B3940D0D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982" y="594609"/>
                </a:moveTo>
                <a:lnTo>
                  <a:pt x="645834" y="4339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6" name="9llg_2_tuned_PredictedLigand_24">
            <a:extLst>
              <a:ext uri="{FF2B5EF4-FFF2-40B4-BE49-F238E27FC236}">
                <a16:creationId xmlns:a16="http://schemas.microsoft.com/office/drawing/2014/main" id="{F82F24A3-6E6D-45F9-B9FF-FFC05059C5CA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73314" y="664443"/>
                </a:moveTo>
                <a:lnTo>
                  <a:pt x="2328630" y="6618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7" name="9llg_2_tuned_PredictedLigand_25">
            <a:extLst>
              <a:ext uri="{FF2B5EF4-FFF2-40B4-BE49-F238E27FC236}">
                <a16:creationId xmlns:a16="http://schemas.microsoft.com/office/drawing/2014/main" id="{FDF57BB1-F56D-4C92-A704-81EAF48328C3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40056" y="533918"/>
                </a:moveTo>
                <a:lnTo>
                  <a:pt x="1340250" y="56397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8" name="9llg_2_tuned_PredictedLigand_26">
            <a:extLst>
              <a:ext uri="{FF2B5EF4-FFF2-40B4-BE49-F238E27FC236}">
                <a16:creationId xmlns:a16="http://schemas.microsoft.com/office/drawing/2014/main" id="{6597CA64-6838-4C6D-9C3A-B29D88E9054E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76712" y="487336"/>
                </a:moveTo>
                <a:lnTo>
                  <a:pt x="378944" y="5955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59" name="9llg_2_tuned_PredictedLigand_27">
            <a:extLst>
              <a:ext uri="{FF2B5EF4-FFF2-40B4-BE49-F238E27FC236}">
                <a16:creationId xmlns:a16="http://schemas.microsoft.com/office/drawing/2014/main" id="{C8C9D494-2A62-4AF5-93DE-00A2E130E54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8630" y="661820"/>
                </a:moveTo>
                <a:lnTo>
                  <a:pt x="2500091" y="7419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0" name="9llg_2_tuned_PredictedLigand_28">
            <a:extLst>
              <a:ext uri="{FF2B5EF4-FFF2-40B4-BE49-F238E27FC236}">
                <a16:creationId xmlns:a16="http://schemas.microsoft.com/office/drawing/2014/main" id="{DD72B740-9D53-4FE8-B1FB-D35CBF960CD1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5834" y="433963"/>
                </a:moveTo>
                <a:lnTo>
                  <a:pt x="476712" y="4873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1" name="9llg_2_tuned_PredictedLigand_29">
            <a:extLst>
              <a:ext uri="{FF2B5EF4-FFF2-40B4-BE49-F238E27FC236}">
                <a16:creationId xmlns:a16="http://schemas.microsoft.com/office/drawing/2014/main" id="{963F7527-9529-49B0-9706-84CD240E7C89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70982" y="594609"/>
                </a:moveTo>
                <a:lnTo>
                  <a:pt x="810014" y="65298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2" name="9llg_2_tuned_PredictedLigand_30">
            <a:extLst>
              <a:ext uri="{FF2B5EF4-FFF2-40B4-BE49-F238E27FC236}">
                <a16:creationId xmlns:a16="http://schemas.microsoft.com/office/drawing/2014/main" id="{471F9218-7BF8-49EE-B765-65DA181FC01C}"/>
              </a:ext>
            </a:extLst>
          </p:cNvPr>
          <p:cNvSpPr>
            <a:spLocks noGrp="1"/>
          </p:cNvSpPr>
          <p:nvPr/>
        </p:nvSpPr>
        <p:spPr>
          <a:xfrm>
            <a:off x="32004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8630" y="661820"/>
                </a:moveTo>
                <a:lnTo>
                  <a:pt x="2264790" y="7160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63" name="9llg_2_tuned_PredictedAtoms_0">
            <a:extLst>
              <a:ext uri="{FF2B5EF4-FFF2-40B4-BE49-F238E27FC236}">
                <a16:creationId xmlns:a16="http://schemas.microsoft.com/office/drawing/2014/main" id="{49556AA3-5762-4945-99A2-F03FAD16E99C}"/>
              </a:ext>
            </a:extLst>
          </p:cNvPr>
          <p:cNvSpPr>
            <a:spLocks noGrp="1"/>
          </p:cNvSpPr>
          <p:nvPr/>
        </p:nvSpPr>
        <p:spPr>
          <a:xfrm>
            <a:off x="3392573" y="1429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4" name="9llg_2_tuned_PredictedAtoms_1">
            <a:extLst>
              <a:ext uri="{FF2B5EF4-FFF2-40B4-BE49-F238E27FC236}">
                <a16:creationId xmlns:a16="http://schemas.microsoft.com/office/drawing/2014/main" id="{16C89ED6-F203-4D8D-AB95-2B6656DD7B71}"/>
              </a:ext>
            </a:extLst>
          </p:cNvPr>
          <p:cNvSpPr>
            <a:spLocks noGrp="1"/>
          </p:cNvSpPr>
          <p:nvPr/>
        </p:nvSpPr>
        <p:spPr>
          <a:xfrm>
            <a:off x="3563152" y="13699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5" name="9llg_2_tuned_PredictedAtoms_2">
            <a:extLst>
              <a:ext uri="{FF2B5EF4-FFF2-40B4-BE49-F238E27FC236}">
                <a16:creationId xmlns:a16="http://schemas.microsoft.com/office/drawing/2014/main" id="{4FF48B3F-8E9C-47AF-AF74-B5F6FD57F320}"/>
              </a:ext>
            </a:extLst>
          </p:cNvPr>
          <p:cNvSpPr>
            <a:spLocks noGrp="1"/>
          </p:cNvSpPr>
          <p:nvPr/>
        </p:nvSpPr>
        <p:spPr>
          <a:xfrm>
            <a:off x="3680100" y="149891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6" name="9llg_2_tuned_PredictedAtoms_3">
            <a:extLst>
              <a:ext uri="{FF2B5EF4-FFF2-40B4-BE49-F238E27FC236}">
                <a16:creationId xmlns:a16="http://schemas.microsoft.com/office/drawing/2014/main" id="{8B67E84E-D61B-4F23-A9FE-5F3D683732FD}"/>
              </a:ext>
            </a:extLst>
          </p:cNvPr>
          <p:cNvSpPr>
            <a:spLocks noGrp="1"/>
          </p:cNvSpPr>
          <p:nvPr/>
        </p:nvSpPr>
        <p:spPr>
          <a:xfrm>
            <a:off x="3868740" y="15143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7" name="9llg_2_tuned_PredictedAtoms_4">
            <a:extLst>
              <a:ext uri="{FF2B5EF4-FFF2-40B4-BE49-F238E27FC236}">
                <a16:creationId xmlns:a16="http://schemas.microsoft.com/office/drawing/2014/main" id="{A6053EC4-66D4-46A8-A33A-C2C70C58ECE1}"/>
              </a:ext>
            </a:extLst>
          </p:cNvPr>
          <p:cNvSpPr>
            <a:spLocks noGrp="1"/>
          </p:cNvSpPr>
          <p:nvPr/>
        </p:nvSpPr>
        <p:spPr>
          <a:xfrm>
            <a:off x="3961439" y="16463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8" name="9llg_2_tuned_PredictedAtoms_5">
            <a:extLst>
              <a:ext uri="{FF2B5EF4-FFF2-40B4-BE49-F238E27FC236}">
                <a16:creationId xmlns:a16="http://schemas.microsoft.com/office/drawing/2014/main" id="{99404251-7D22-4C68-B561-DF09506784A9}"/>
              </a:ext>
            </a:extLst>
          </p:cNvPr>
          <p:cNvSpPr>
            <a:spLocks noGrp="1"/>
          </p:cNvSpPr>
          <p:nvPr/>
        </p:nvSpPr>
        <p:spPr>
          <a:xfrm>
            <a:off x="4149745" y="16436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69" name="9llg_2_tuned_PredictedAtoms_6">
            <a:extLst>
              <a:ext uri="{FF2B5EF4-FFF2-40B4-BE49-F238E27FC236}">
                <a16:creationId xmlns:a16="http://schemas.microsoft.com/office/drawing/2014/main" id="{2A1F7336-4B09-4836-A9E3-AE18BC55817B}"/>
              </a:ext>
            </a:extLst>
          </p:cNvPr>
          <p:cNvSpPr>
            <a:spLocks noGrp="1"/>
          </p:cNvSpPr>
          <p:nvPr/>
        </p:nvSpPr>
        <p:spPr>
          <a:xfrm>
            <a:off x="4244639" y="149731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0" name="9llg_2_tuned_PredictedAtoms_7">
            <a:extLst>
              <a:ext uri="{FF2B5EF4-FFF2-40B4-BE49-F238E27FC236}">
                <a16:creationId xmlns:a16="http://schemas.microsoft.com/office/drawing/2014/main" id="{A1176F79-5828-4AB9-AABB-37AC5FF64360}"/>
              </a:ext>
            </a:extLst>
          </p:cNvPr>
          <p:cNvSpPr>
            <a:spLocks noGrp="1"/>
          </p:cNvSpPr>
          <p:nvPr/>
        </p:nvSpPr>
        <p:spPr>
          <a:xfrm>
            <a:off x="4128363" y="133305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1" name="9llg_2_tuned_PredictedAtoms_8">
            <a:extLst>
              <a:ext uri="{FF2B5EF4-FFF2-40B4-BE49-F238E27FC236}">
                <a16:creationId xmlns:a16="http://schemas.microsoft.com/office/drawing/2014/main" id="{394CB168-53B8-4223-BBBA-F5D0C5F55A75}"/>
              </a:ext>
            </a:extLst>
          </p:cNvPr>
          <p:cNvSpPr>
            <a:spLocks noGrp="1"/>
          </p:cNvSpPr>
          <p:nvPr/>
        </p:nvSpPr>
        <p:spPr>
          <a:xfrm>
            <a:off x="4227904" y="11571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2" name="9llg_2_tuned_PredictedAtoms_9">
            <a:extLst>
              <a:ext uri="{FF2B5EF4-FFF2-40B4-BE49-F238E27FC236}">
                <a16:creationId xmlns:a16="http://schemas.microsoft.com/office/drawing/2014/main" id="{A0665677-F6D8-4CEE-ABE9-E294C11C67AD}"/>
              </a:ext>
            </a:extLst>
          </p:cNvPr>
          <p:cNvSpPr>
            <a:spLocks noGrp="1"/>
          </p:cNvSpPr>
          <p:nvPr/>
        </p:nvSpPr>
        <p:spPr>
          <a:xfrm>
            <a:off x="4418822" y="11334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3" name="9llg_2_tuned_PredictedAtoms_10">
            <a:extLst>
              <a:ext uri="{FF2B5EF4-FFF2-40B4-BE49-F238E27FC236}">
                <a16:creationId xmlns:a16="http://schemas.microsoft.com/office/drawing/2014/main" id="{5A3E6C5E-06C3-4008-B251-38692773D2DB}"/>
              </a:ext>
            </a:extLst>
          </p:cNvPr>
          <p:cNvSpPr>
            <a:spLocks noGrp="1"/>
          </p:cNvSpPr>
          <p:nvPr/>
        </p:nvSpPr>
        <p:spPr>
          <a:xfrm>
            <a:off x="4524264" y="13083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4" name="9llg_2_tuned_PredictedAtoms_11">
            <a:extLst>
              <a:ext uri="{FF2B5EF4-FFF2-40B4-BE49-F238E27FC236}">
                <a16:creationId xmlns:a16="http://schemas.microsoft.com/office/drawing/2014/main" id="{C261DFA6-970A-432D-A892-3E7E52F99E66}"/>
              </a:ext>
            </a:extLst>
          </p:cNvPr>
          <p:cNvSpPr>
            <a:spLocks noGrp="1"/>
          </p:cNvSpPr>
          <p:nvPr/>
        </p:nvSpPr>
        <p:spPr>
          <a:xfrm>
            <a:off x="4524458" y="13383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5" name="9llg_2_tuned_PredictedAtoms_12">
            <a:extLst>
              <a:ext uri="{FF2B5EF4-FFF2-40B4-BE49-F238E27FC236}">
                <a16:creationId xmlns:a16="http://schemas.microsoft.com/office/drawing/2014/main" id="{558E11BB-6A80-45F6-B560-D9C53D196086}"/>
              </a:ext>
            </a:extLst>
          </p:cNvPr>
          <p:cNvSpPr>
            <a:spLocks noGrp="1"/>
          </p:cNvSpPr>
          <p:nvPr/>
        </p:nvSpPr>
        <p:spPr>
          <a:xfrm>
            <a:off x="4719298" y="134591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6" name="9llg_2_tuned_PredictedAtoms_13">
            <a:extLst>
              <a:ext uri="{FF2B5EF4-FFF2-40B4-BE49-F238E27FC236}">
                <a16:creationId xmlns:a16="http://schemas.microsoft.com/office/drawing/2014/main" id="{3CF12CFF-400D-4D7E-8DF6-1E83D6B61CF0}"/>
              </a:ext>
            </a:extLst>
          </p:cNvPr>
          <p:cNvSpPr>
            <a:spLocks noGrp="1"/>
          </p:cNvSpPr>
          <p:nvPr/>
        </p:nvSpPr>
        <p:spPr>
          <a:xfrm>
            <a:off x="4864383" y="129248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7" name="9llg_2_tuned_PredictedAtoms_14">
            <a:extLst>
              <a:ext uri="{FF2B5EF4-FFF2-40B4-BE49-F238E27FC236}">
                <a16:creationId xmlns:a16="http://schemas.microsoft.com/office/drawing/2014/main" id="{994A2537-047B-4107-A512-338084986F68}"/>
              </a:ext>
            </a:extLst>
          </p:cNvPr>
          <p:cNvSpPr>
            <a:spLocks noGrp="1"/>
          </p:cNvSpPr>
          <p:nvPr/>
        </p:nvSpPr>
        <p:spPr>
          <a:xfrm>
            <a:off x="4858017" y="109728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8" name="9llg_2_tuned_PredictedAtoms_15">
            <a:extLst>
              <a:ext uri="{FF2B5EF4-FFF2-40B4-BE49-F238E27FC236}">
                <a16:creationId xmlns:a16="http://schemas.microsoft.com/office/drawing/2014/main" id="{2271510F-0573-4BD2-804F-306090AF9F61}"/>
              </a:ext>
            </a:extLst>
          </p:cNvPr>
          <p:cNvSpPr>
            <a:spLocks noGrp="1"/>
          </p:cNvSpPr>
          <p:nvPr/>
        </p:nvSpPr>
        <p:spPr>
          <a:xfrm>
            <a:off x="5039598" y="136928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79" name="9llg_2_tuned_PredictedAtoms_16">
            <a:extLst>
              <a:ext uri="{FF2B5EF4-FFF2-40B4-BE49-F238E27FC236}">
                <a16:creationId xmlns:a16="http://schemas.microsoft.com/office/drawing/2014/main" id="{84E46EC5-51CC-4CB3-B9FF-15E7DD001593}"/>
              </a:ext>
            </a:extLst>
          </p:cNvPr>
          <p:cNvSpPr>
            <a:spLocks noGrp="1"/>
          </p:cNvSpPr>
          <p:nvPr/>
        </p:nvSpPr>
        <p:spPr>
          <a:xfrm>
            <a:off x="5180265" y="14155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0" name="9llg_2_tuned_PredictedAtoms_17">
            <a:extLst>
              <a:ext uri="{FF2B5EF4-FFF2-40B4-BE49-F238E27FC236}">
                <a16:creationId xmlns:a16="http://schemas.microsoft.com/office/drawing/2014/main" id="{89B3BF26-2F0D-4E46-8344-F7F0D3D6D723}"/>
              </a:ext>
            </a:extLst>
          </p:cNvPr>
          <p:cNvSpPr>
            <a:spLocks noGrp="1"/>
          </p:cNvSpPr>
          <p:nvPr/>
        </p:nvSpPr>
        <p:spPr>
          <a:xfrm>
            <a:off x="5357521" y="143882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1" name="9llg_2_tuned_PredictedAtoms_18">
            <a:extLst>
              <a:ext uri="{FF2B5EF4-FFF2-40B4-BE49-F238E27FC236}">
                <a16:creationId xmlns:a16="http://schemas.microsoft.com/office/drawing/2014/main" id="{D85A242A-843B-4B15-8EEB-86C61864CC56}"/>
              </a:ext>
            </a:extLst>
          </p:cNvPr>
          <p:cNvSpPr>
            <a:spLocks noGrp="1"/>
          </p:cNvSpPr>
          <p:nvPr/>
        </p:nvSpPr>
        <p:spPr>
          <a:xfrm>
            <a:off x="5512838" y="14362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2" name="9llg_2_tuned_PredictedAtoms_19">
            <a:extLst>
              <a:ext uri="{FF2B5EF4-FFF2-40B4-BE49-F238E27FC236}">
                <a16:creationId xmlns:a16="http://schemas.microsoft.com/office/drawing/2014/main" id="{1EDDBED4-4160-4E5A-9BD2-B8EEDDA3C0D7}"/>
              </a:ext>
            </a:extLst>
          </p:cNvPr>
          <p:cNvSpPr>
            <a:spLocks noGrp="1"/>
          </p:cNvSpPr>
          <p:nvPr/>
        </p:nvSpPr>
        <p:spPr>
          <a:xfrm>
            <a:off x="5684299" y="15163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3" name="9llg_2_tuned_PredictedAtoms_20">
            <a:extLst>
              <a:ext uri="{FF2B5EF4-FFF2-40B4-BE49-F238E27FC236}">
                <a16:creationId xmlns:a16="http://schemas.microsoft.com/office/drawing/2014/main" id="{93ED655D-ED32-4C23-B196-CECD80F24D6C}"/>
              </a:ext>
            </a:extLst>
          </p:cNvPr>
          <p:cNvSpPr>
            <a:spLocks noGrp="1"/>
          </p:cNvSpPr>
          <p:nvPr/>
        </p:nvSpPr>
        <p:spPr>
          <a:xfrm>
            <a:off x="5448998" y="149043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4" name="9llg_2_tuned_PredictedAtoms_21">
            <a:extLst>
              <a:ext uri="{FF2B5EF4-FFF2-40B4-BE49-F238E27FC236}">
                <a16:creationId xmlns:a16="http://schemas.microsoft.com/office/drawing/2014/main" id="{284E1B82-C34D-4061-8A67-9D1C09039E8C}"/>
              </a:ext>
            </a:extLst>
          </p:cNvPr>
          <p:cNvSpPr>
            <a:spLocks noGrp="1"/>
          </p:cNvSpPr>
          <p:nvPr/>
        </p:nvSpPr>
        <p:spPr>
          <a:xfrm>
            <a:off x="4734727" y="153437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5" name="9llg_2_tuned_PredictedAtoms_22">
            <a:extLst>
              <a:ext uri="{FF2B5EF4-FFF2-40B4-BE49-F238E27FC236}">
                <a16:creationId xmlns:a16="http://schemas.microsoft.com/office/drawing/2014/main" id="{AF61DE79-19DB-4DA4-B357-5DEA7EAC5C0C}"/>
              </a:ext>
            </a:extLst>
          </p:cNvPr>
          <p:cNvSpPr>
            <a:spLocks noGrp="1"/>
          </p:cNvSpPr>
          <p:nvPr/>
        </p:nvSpPr>
        <p:spPr>
          <a:xfrm>
            <a:off x="4550819" y="159849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6" name="9llg_2_tuned_PredictedAtoms_23">
            <a:extLst>
              <a:ext uri="{FF2B5EF4-FFF2-40B4-BE49-F238E27FC236}">
                <a16:creationId xmlns:a16="http://schemas.microsoft.com/office/drawing/2014/main" id="{8D28687E-BF96-454B-90BD-11176C50C5C8}"/>
              </a:ext>
            </a:extLst>
          </p:cNvPr>
          <p:cNvSpPr>
            <a:spLocks noGrp="1"/>
          </p:cNvSpPr>
          <p:nvPr/>
        </p:nvSpPr>
        <p:spPr>
          <a:xfrm>
            <a:off x="4422360" y="14483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7" name="9llg_2_tuned_PredictedAtoms_24">
            <a:extLst>
              <a:ext uri="{FF2B5EF4-FFF2-40B4-BE49-F238E27FC236}">
                <a16:creationId xmlns:a16="http://schemas.microsoft.com/office/drawing/2014/main" id="{B5CB9469-3081-4DED-ADE6-9AB47F586980}"/>
              </a:ext>
            </a:extLst>
          </p:cNvPr>
          <p:cNvSpPr>
            <a:spLocks noGrp="1"/>
          </p:cNvSpPr>
          <p:nvPr/>
        </p:nvSpPr>
        <p:spPr>
          <a:xfrm>
            <a:off x="3955189" y="13689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8" name="9llg_2_tuned_PredictedAtoms_25">
            <a:extLst>
              <a:ext uri="{FF2B5EF4-FFF2-40B4-BE49-F238E27FC236}">
                <a16:creationId xmlns:a16="http://schemas.microsoft.com/office/drawing/2014/main" id="{CA4B82C6-B67D-4BEF-B91D-54E631FEFC46}"/>
              </a:ext>
            </a:extLst>
          </p:cNvPr>
          <p:cNvSpPr>
            <a:spLocks noGrp="1"/>
          </p:cNvSpPr>
          <p:nvPr/>
        </p:nvSpPr>
        <p:spPr>
          <a:xfrm>
            <a:off x="3994221" y="142736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89" name="9llg_2_tuned_PredictedAtoms_26">
            <a:extLst>
              <a:ext uri="{FF2B5EF4-FFF2-40B4-BE49-F238E27FC236}">
                <a16:creationId xmlns:a16="http://schemas.microsoft.com/office/drawing/2014/main" id="{65C97946-E82E-4FF5-87DF-53ED5015F46E}"/>
              </a:ext>
            </a:extLst>
          </p:cNvPr>
          <p:cNvSpPr>
            <a:spLocks noGrp="1"/>
          </p:cNvSpPr>
          <p:nvPr/>
        </p:nvSpPr>
        <p:spPr>
          <a:xfrm>
            <a:off x="3830042" y="12083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0" name="9llg_2_tuned_PredictedAtoms_27">
            <a:extLst>
              <a:ext uri="{FF2B5EF4-FFF2-40B4-BE49-F238E27FC236}">
                <a16:creationId xmlns:a16="http://schemas.microsoft.com/office/drawing/2014/main" id="{27650D5B-5E37-4062-86D2-C0DF157AE0AD}"/>
              </a:ext>
            </a:extLst>
          </p:cNvPr>
          <p:cNvSpPr>
            <a:spLocks noGrp="1"/>
          </p:cNvSpPr>
          <p:nvPr/>
        </p:nvSpPr>
        <p:spPr>
          <a:xfrm>
            <a:off x="3660920" y="126171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91" name="stage3-cases-alternatives_9">
            <a:extLst>
              <a:ext uri="{FF2B5EF4-FFF2-40B4-BE49-F238E27FC236}">
                <a16:creationId xmlns:a16="http://schemas.microsoft.com/office/drawing/2014/main" id="{097622C8-309D-4B27-A523-5D280CDD9D20}"/>
              </a:ext>
            </a:extLst>
          </p:cNvPr>
          <p:cNvSpPr>
            <a:spLocks noGrp="1"/>
          </p:cNvSpPr>
          <p:nvPr/>
        </p:nvSpPr>
        <p:spPr>
          <a:xfrm>
            <a:off x="32004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0.92 Å   D 32%   Clash 0</a:t>
            </a:r>
          </a:p>
        </p:txBody>
      </p:sp>
      <p:sp>
        <p:nvSpPr>
          <p:cNvPr id="192" name="9llg_2_build_Receptor">
            <a:extLst>
              <a:ext uri="{FF2B5EF4-FFF2-40B4-BE49-F238E27FC236}">
                <a16:creationId xmlns:a16="http://schemas.microsoft.com/office/drawing/2014/main" id="{D74AD39E-D091-4876-B642-FEF67F3949C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132" y="804357"/>
                </a:moveTo>
                <a:lnTo>
                  <a:pt x="2158268" y="745737"/>
                </a:lnTo>
                <a:moveTo>
                  <a:pt x="1943732" y="955040"/>
                </a:moveTo>
                <a:lnTo>
                  <a:pt x="1985132" y="804357"/>
                </a:lnTo>
                <a:moveTo>
                  <a:pt x="2288889" y="833356"/>
                </a:moveTo>
                <a:lnTo>
                  <a:pt x="2158268" y="745737"/>
                </a:lnTo>
                <a:moveTo>
                  <a:pt x="1784570" y="1042611"/>
                </a:moveTo>
                <a:lnTo>
                  <a:pt x="1943732" y="955040"/>
                </a:lnTo>
                <a:moveTo>
                  <a:pt x="2072290" y="1045936"/>
                </a:moveTo>
                <a:lnTo>
                  <a:pt x="1943732" y="955040"/>
                </a:lnTo>
                <a:moveTo>
                  <a:pt x="2248114" y="982958"/>
                </a:moveTo>
                <a:lnTo>
                  <a:pt x="2288889" y="833356"/>
                </a:lnTo>
                <a:moveTo>
                  <a:pt x="1809991" y="1184665"/>
                </a:moveTo>
                <a:lnTo>
                  <a:pt x="1784570" y="1042611"/>
                </a:lnTo>
                <a:moveTo>
                  <a:pt x="2072290" y="1045936"/>
                </a:moveTo>
                <a:lnTo>
                  <a:pt x="2248114" y="982958"/>
                </a:lnTo>
                <a:moveTo>
                  <a:pt x="1983446" y="1191845"/>
                </a:moveTo>
                <a:lnTo>
                  <a:pt x="2072290" y="1045936"/>
                </a:lnTo>
                <a:moveTo>
                  <a:pt x="1983446" y="1191845"/>
                </a:moveTo>
                <a:lnTo>
                  <a:pt x="1809991" y="1184665"/>
                </a:lnTo>
                <a:moveTo>
                  <a:pt x="2065449" y="1326417"/>
                </a:moveTo>
                <a:lnTo>
                  <a:pt x="1983446" y="1191845"/>
                </a:lnTo>
                <a:moveTo>
                  <a:pt x="478648" y="1230579"/>
                </a:moveTo>
                <a:lnTo>
                  <a:pt x="344167" y="12232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93" name="9llg_2_build_ExperimentalDensity">
            <a:extLst>
              <a:ext uri="{FF2B5EF4-FFF2-40B4-BE49-F238E27FC236}">
                <a16:creationId xmlns:a16="http://schemas.microsoft.com/office/drawing/2014/main" id="{A9A5A9C6-4465-4B11-979C-7BD099BD7CB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9547" y="785377"/>
                </a:moveTo>
                <a:lnTo>
                  <a:pt x="1861255" y="703019"/>
                </a:lnTo>
                <a:moveTo>
                  <a:pt x="1861255" y="703019"/>
                </a:moveTo>
                <a:lnTo>
                  <a:pt x="1930408" y="818632"/>
                </a:lnTo>
                <a:moveTo>
                  <a:pt x="973571" y="1009063"/>
                </a:moveTo>
                <a:lnTo>
                  <a:pt x="922975" y="968753"/>
                </a:lnTo>
                <a:moveTo>
                  <a:pt x="973571" y="1009063"/>
                </a:moveTo>
                <a:lnTo>
                  <a:pt x="939061" y="960760"/>
                </a:lnTo>
                <a:moveTo>
                  <a:pt x="826794" y="1061733"/>
                </a:moveTo>
                <a:lnTo>
                  <a:pt x="922975" y="968753"/>
                </a:lnTo>
                <a:moveTo>
                  <a:pt x="826794" y="1061733"/>
                </a:moveTo>
                <a:lnTo>
                  <a:pt x="818696" y="1104491"/>
                </a:lnTo>
                <a:moveTo>
                  <a:pt x="1821721" y="850875"/>
                </a:moveTo>
                <a:lnTo>
                  <a:pt x="1861255" y="703019"/>
                </a:lnTo>
                <a:moveTo>
                  <a:pt x="826794" y="1061733"/>
                </a:moveTo>
                <a:lnTo>
                  <a:pt x="816751" y="1056171"/>
                </a:lnTo>
                <a:moveTo>
                  <a:pt x="922975" y="968753"/>
                </a:moveTo>
                <a:lnTo>
                  <a:pt x="939061" y="960760"/>
                </a:lnTo>
                <a:moveTo>
                  <a:pt x="922975" y="968753"/>
                </a:moveTo>
                <a:lnTo>
                  <a:pt x="912897" y="961653"/>
                </a:lnTo>
                <a:moveTo>
                  <a:pt x="1749547" y="785377"/>
                </a:moveTo>
                <a:lnTo>
                  <a:pt x="1821721" y="850875"/>
                </a:lnTo>
                <a:moveTo>
                  <a:pt x="816751" y="1056171"/>
                </a:moveTo>
                <a:lnTo>
                  <a:pt x="922975" y="968753"/>
                </a:lnTo>
                <a:moveTo>
                  <a:pt x="818696" y="1104491"/>
                </a:moveTo>
                <a:lnTo>
                  <a:pt x="816751" y="1056171"/>
                </a:lnTo>
                <a:moveTo>
                  <a:pt x="912897" y="961653"/>
                </a:moveTo>
                <a:lnTo>
                  <a:pt x="939061" y="960760"/>
                </a:lnTo>
                <a:moveTo>
                  <a:pt x="939061" y="960760"/>
                </a:moveTo>
                <a:lnTo>
                  <a:pt x="1125984" y="1030910"/>
                </a:lnTo>
                <a:moveTo>
                  <a:pt x="816751" y="1056171"/>
                </a:moveTo>
                <a:lnTo>
                  <a:pt x="912897" y="961653"/>
                </a:lnTo>
                <a:moveTo>
                  <a:pt x="1326571" y="1133450"/>
                </a:moveTo>
                <a:lnTo>
                  <a:pt x="1289594" y="1102750"/>
                </a:lnTo>
                <a:moveTo>
                  <a:pt x="1125984" y="1030910"/>
                </a:moveTo>
                <a:lnTo>
                  <a:pt x="1289594" y="1102750"/>
                </a:lnTo>
                <a:moveTo>
                  <a:pt x="818696" y="1104491"/>
                </a:moveTo>
                <a:lnTo>
                  <a:pt x="882329" y="1113268"/>
                </a:lnTo>
                <a:moveTo>
                  <a:pt x="1821721" y="850875"/>
                </a:moveTo>
                <a:lnTo>
                  <a:pt x="1930408" y="818632"/>
                </a:lnTo>
                <a:moveTo>
                  <a:pt x="1326571" y="1133450"/>
                </a:moveTo>
                <a:lnTo>
                  <a:pt x="1319001" y="1093785"/>
                </a:lnTo>
                <a:moveTo>
                  <a:pt x="1289594" y="1102750"/>
                </a:moveTo>
                <a:lnTo>
                  <a:pt x="1319001" y="1093785"/>
                </a:lnTo>
                <a:moveTo>
                  <a:pt x="816751" y="1056171"/>
                </a:moveTo>
                <a:lnTo>
                  <a:pt x="882329" y="1113268"/>
                </a:lnTo>
                <a:moveTo>
                  <a:pt x="939061" y="960760"/>
                </a:moveTo>
                <a:lnTo>
                  <a:pt x="1049352" y="960835"/>
                </a:lnTo>
                <a:moveTo>
                  <a:pt x="1234491" y="534361"/>
                </a:moveTo>
                <a:lnTo>
                  <a:pt x="1289026" y="579506"/>
                </a:lnTo>
                <a:moveTo>
                  <a:pt x="1391685" y="666293"/>
                </a:moveTo>
                <a:lnTo>
                  <a:pt x="1289026" y="579506"/>
                </a:lnTo>
                <a:moveTo>
                  <a:pt x="1125984" y="1030910"/>
                </a:moveTo>
                <a:lnTo>
                  <a:pt x="1049352" y="960835"/>
                </a:lnTo>
                <a:moveTo>
                  <a:pt x="1289026" y="579506"/>
                </a:moveTo>
                <a:lnTo>
                  <a:pt x="1304812" y="419664"/>
                </a:lnTo>
                <a:moveTo>
                  <a:pt x="1234491" y="534361"/>
                </a:moveTo>
                <a:lnTo>
                  <a:pt x="1171907" y="482813"/>
                </a:lnTo>
                <a:moveTo>
                  <a:pt x="1289026" y="579506"/>
                </a:moveTo>
                <a:lnTo>
                  <a:pt x="1394546" y="495192"/>
                </a:lnTo>
                <a:moveTo>
                  <a:pt x="1125984" y="1030910"/>
                </a:moveTo>
                <a:lnTo>
                  <a:pt x="1215086" y="1045600"/>
                </a:lnTo>
                <a:moveTo>
                  <a:pt x="1234491" y="534361"/>
                </a:moveTo>
                <a:lnTo>
                  <a:pt x="1304812" y="419664"/>
                </a:lnTo>
                <a:moveTo>
                  <a:pt x="1289594" y="1102750"/>
                </a:moveTo>
                <a:lnTo>
                  <a:pt x="1215086" y="1045600"/>
                </a:lnTo>
                <a:moveTo>
                  <a:pt x="1000716" y="1040894"/>
                </a:moveTo>
                <a:lnTo>
                  <a:pt x="1125984" y="1030910"/>
                </a:lnTo>
                <a:moveTo>
                  <a:pt x="1289026" y="579506"/>
                </a:moveTo>
                <a:lnTo>
                  <a:pt x="1457336" y="547947"/>
                </a:lnTo>
                <a:moveTo>
                  <a:pt x="1233762" y="710455"/>
                </a:moveTo>
                <a:lnTo>
                  <a:pt x="1289026" y="579506"/>
                </a:lnTo>
                <a:moveTo>
                  <a:pt x="946941" y="997357"/>
                </a:moveTo>
                <a:lnTo>
                  <a:pt x="939061" y="960760"/>
                </a:lnTo>
                <a:moveTo>
                  <a:pt x="1289594" y="1102750"/>
                </a:moveTo>
                <a:lnTo>
                  <a:pt x="1227003" y="1042057"/>
                </a:lnTo>
                <a:moveTo>
                  <a:pt x="1391685" y="666293"/>
                </a:moveTo>
                <a:lnTo>
                  <a:pt x="1443343" y="710717"/>
                </a:lnTo>
                <a:moveTo>
                  <a:pt x="1125984" y="1030910"/>
                </a:moveTo>
                <a:lnTo>
                  <a:pt x="1216611" y="1047530"/>
                </a:lnTo>
                <a:moveTo>
                  <a:pt x="1171907" y="482813"/>
                </a:moveTo>
                <a:lnTo>
                  <a:pt x="1256046" y="378658"/>
                </a:lnTo>
                <a:moveTo>
                  <a:pt x="1108668" y="605690"/>
                </a:moveTo>
                <a:lnTo>
                  <a:pt x="1234491" y="534361"/>
                </a:lnTo>
                <a:moveTo>
                  <a:pt x="1233762" y="710455"/>
                </a:moveTo>
                <a:lnTo>
                  <a:pt x="1234491" y="534361"/>
                </a:lnTo>
                <a:moveTo>
                  <a:pt x="1101568" y="599773"/>
                </a:moveTo>
                <a:lnTo>
                  <a:pt x="1234491" y="534361"/>
                </a:lnTo>
                <a:moveTo>
                  <a:pt x="1391685" y="666293"/>
                </a:moveTo>
                <a:lnTo>
                  <a:pt x="1457336" y="547947"/>
                </a:lnTo>
                <a:moveTo>
                  <a:pt x="1171907" y="482813"/>
                </a:moveTo>
                <a:lnTo>
                  <a:pt x="1304812" y="419664"/>
                </a:lnTo>
                <a:moveTo>
                  <a:pt x="882329" y="1113268"/>
                </a:moveTo>
                <a:lnTo>
                  <a:pt x="938812" y="1092834"/>
                </a:lnTo>
                <a:moveTo>
                  <a:pt x="1304812" y="419664"/>
                </a:moveTo>
                <a:lnTo>
                  <a:pt x="1256046" y="378658"/>
                </a:lnTo>
                <a:moveTo>
                  <a:pt x="1233762" y="710455"/>
                </a:moveTo>
                <a:lnTo>
                  <a:pt x="1391685" y="666293"/>
                </a:lnTo>
                <a:moveTo>
                  <a:pt x="912897" y="961653"/>
                </a:moveTo>
                <a:lnTo>
                  <a:pt x="946941" y="997357"/>
                </a:lnTo>
                <a:moveTo>
                  <a:pt x="816751" y="1056171"/>
                </a:moveTo>
                <a:lnTo>
                  <a:pt x="946941" y="997357"/>
                </a:lnTo>
                <a:moveTo>
                  <a:pt x="1263703" y="735934"/>
                </a:moveTo>
                <a:lnTo>
                  <a:pt x="1391685" y="666293"/>
                </a:lnTo>
                <a:moveTo>
                  <a:pt x="1304812" y="419664"/>
                </a:moveTo>
                <a:lnTo>
                  <a:pt x="1394546" y="495192"/>
                </a:lnTo>
                <a:moveTo>
                  <a:pt x="1101568" y="599773"/>
                </a:moveTo>
                <a:lnTo>
                  <a:pt x="1171907" y="482813"/>
                </a:lnTo>
                <a:moveTo>
                  <a:pt x="1319001" y="1093785"/>
                </a:moveTo>
                <a:lnTo>
                  <a:pt x="1227003" y="1042057"/>
                </a:lnTo>
                <a:moveTo>
                  <a:pt x="1443343" y="710717"/>
                </a:moveTo>
                <a:lnTo>
                  <a:pt x="1528650" y="607646"/>
                </a:lnTo>
                <a:moveTo>
                  <a:pt x="1443343" y="710717"/>
                </a:moveTo>
                <a:lnTo>
                  <a:pt x="1457336" y="547947"/>
                </a:lnTo>
                <a:moveTo>
                  <a:pt x="1457336" y="547947"/>
                </a:moveTo>
                <a:lnTo>
                  <a:pt x="1394546" y="495192"/>
                </a:lnTo>
                <a:moveTo>
                  <a:pt x="1021186" y="706978"/>
                </a:moveTo>
                <a:lnTo>
                  <a:pt x="1015244" y="701900"/>
                </a:lnTo>
                <a:moveTo>
                  <a:pt x="1457336" y="547947"/>
                </a:moveTo>
                <a:lnTo>
                  <a:pt x="1528650" y="607646"/>
                </a:lnTo>
                <a:moveTo>
                  <a:pt x="995202" y="732138"/>
                </a:moveTo>
                <a:lnTo>
                  <a:pt x="1015244" y="701900"/>
                </a:lnTo>
                <a:moveTo>
                  <a:pt x="995202" y="732138"/>
                </a:moveTo>
                <a:lnTo>
                  <a:pt x="1021186" y="706978"/>
                </a:lnTo>
                <a:moveTo>
                  <a:pt x="1015244" y="701900"/>
                </a:moveTo>
                <a:lnTo>
                  <a:pt x="1108668" y="605690"/>
                </a:lnTo>
                <a:moveTo>
                  <a:pt x="1015244" y="701900"/>
                </a:moveTo>
                <a:lnTo>
                  <a:pt x="1101568" y="599773"/>
                </a:lnTo>
                <a:moveTo>
                  <a:pt x="1021186" y="706978"/>
                </a:moveTo>
                <a:lnTo>
                  <a:pt x="1108668" y="605690"/>
                </a:lnTo>
                <a:moveTo>
                  <a:pt x="1089832" y="590972"/>
                </a:moveTo>
                <a:lnTo>
                  <a:pt x="1171907" y="482813"/>
                </a:lnTo>
                <a:moveTo>
                  <a:pt x="1108668" y="605690"/>
                </a:moveTo>
                <a:lnTo>
                  <a:pt x="1233762" y="710455"/>
                </a:lnTo>
                <a:moveTo>
                  <a:pt x="1256046" y="378658"/>
                </a:moveTo>
                <a:lnTo>
                  <a:pt x="1302822" y="364801"/>
                </a:lnTo>
                <a:moveTo>
                  <a:pt x="1108668" y="605690"/>
                </a:moveTo>
                <a:lnTo>
                  <a:pt x="1101568" y="599773"/>
                </a:lnTo>
                <a:moveTo>
                  <a:pt x="1304812" y="419664"/>
                </a:moveTo>
                <a:lnTo>
                  <a:pt x="1302822" y="364801"/>
                </a:lnTo>
                <a:moveTo>
                  <a:pt x="1263703" y="735934"/>
                </a:moveTo>
                <a:lnTo>
                  <a:pt x="1233762" y="710455"/>
                </a:lnTo>
                <a:moveTo>
                  <a:pt x="1443343" y="710717"/>
                </a:moveTo>
                <a:lnTo>
                  <a:pt x="1597496" y="666567"/>
                </a:lnTo>
                <a:moveTo>
                  <a:pt x="1597496" y="666567"/>
                </a:moveTo>
                <a:lnTo>
                  <a:pt x="1528650" y="607646"/>
                </a:lnTo>
                <a:moveTo>
                  <a:pt x="1391685" y="666293"/>
                </a:moveTo>
                <a:lnTo>
                  <a:pt x="1430227" y="799383"/>
                </a:lnTo>
                <a:moveTo>
                  <a:pt x="882329" y="1113268"/>
                </a:moveTo>
                <a:lnTo>
                  <a:pt x="946941" y="997357"/>
                </a:lnTo>
                <a:moveTo>
                  <a:pt x="1101568" y="599773"/>
                </a:moveTo>
                <a:lnTo>
                  <a:pt x="1089832" y="590972"/>
                </a:lnTo>
                <a:moveTo>
                  <a:pt x="1496588" y="757364"/>
                </a:moveTo>
                <a:lnTo>
                  <a:pt x="1443343" y="710717"/>
                </a:lnTo>
                <a:moveTo>
                  <a:pt x="1108668" y="605690"/>
                </a:moveTo>
                <a:lnTo>
                  <a:pt x="1214300" y="763867"/>
                </a:lnTo>
                <a:moveTo>
                  <a:pt x="1214300" y="763867"/>
                </a:moveTo>
                <a:lnTo>
                  <a:pt x="1233762" y="710455"/>
                </a:lnTo>
                <a:moveTo>
                  <a:pt x="938812" y="1092834"/>
                </a:moveTo>
                <a:lnTo>
                  <a:pt x="1000716" y="1040894"/>
                </a:lnTo>
                <a:moveTo>
                  <a:pt x="1214300" y="763867"/>
                </a:moveTo>
                <a:lnTo>
                  <a:pt x="1263703" y="735934"/>
                </a:lnTo>
                <a:moveTo>
                  <a:pt x="1394546" y="495192"/>
                </a:moveTo>
                <a:lnTo>
                  <a:pt x="1465061" y="464427"/>
                </a:lnTo>
                <a:moveTo>
                  <a:pt x="1528650" y="607646"/>
                </a:moveTo>
                <a:lnTo>
                  <a:pt x="1465061" y="464427"/>
                </a:lnTo>
                <a:moveTo>
                  <a:pt x="1457336" y="547947"/>
                </a:moveTo>
                <a:lnTo>
                  <a:pt x="1465061" y="464427"/>
                </a:lnTo>
                <a:moveTo>
                  <a:pt x="1000716" y="1040894"/>
                </a:moveTo>
                <a:lnTo>
                  <a:pt x="1049352" y="960835"/>
                </a:lnTo>
                <a:moveTo>
                  <a:pt x="1430227" y="799383"/>
                </a:moveTo>
                <a:lnTo>
                  <a:pt x="1443343" y="710717"/>
                </a:lnTo>
                <a:moveTo>
                  <a:pt x="1171907" y="482813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42801" y="531342"/>
                </a:lnTo>
                <a:moveTo>
                  <a:pt x="1256046" y="378658"/>
                </a:moveTo>
                <a:lnTo>
                  <a:pt x="1170712" y="311461"/>
                </a:lnTo>
                <a:moveTo>
                  <a:pt x="1528650" y="607646"/>
                </a:moveTo>
                <a:lnTo>
                  <a:pt x="1657026" y="543438"/>
                </a:lnTo>
                <a:moveTo>
                  <a:pt x="1496588" y="757364"/>
                </a:moveTo>
                <a:lnTo>
                  <a:pt x="1597496" y="666567"/>
                </a:lnTo>
                <a:moveTo>
                  <a:pt x="968833" y="841065"/>
                </a:moveTo>
                <a:lnTo>
                  <a:pt x="1021186" y="706978"/>
                </a:lnTo>
                <a:moveTo>
                  <a:pt x="968833" y="841065"/>
                </a:moveTo>
                <a:lnTo>
                  <a:pt x="995202" y="732138"/>
                </a:lnTo>
                <a:moveTo>
                  <a:pt x="1021186" y="706978"/>
                </a:moveTo>
                <a:lnTo>
                  <a:pt x="1124452" y="796770"/>
                </a:lnTo>
                <a:moveTo>
                  <a:pt x="1030906" y="893320"/>
                </a:moveTo>
                <a:lnTo>
                  <a:pt x="1021186" y="706978"/>
                </a:lnTo>
                <a:moveTo>
                  <a:pt x="1215086" y="1045600"/>
                </a:moveTo>
                <a:lnTo>
                  <a:pt x="1227003" y="1042057"/>
                </a:lnTo>
                <a:moveTo>
                  <a:pt x="938812" y="1092834"/>
                </a:moveTo>
                <a:lnTo>
                  <a:pt x="946941" y="997357"/>
                </a:lnTo>
                <a:moveTo>
                  <a:pt x="1124452" y="796770"/>
                </a:moveTo>
                <a:lnTo>
                  <a:pt x="1108668" y="605690"/>
                </a:lnTo>
                <a:moveTo>
                  <a:pt x="1215086" y="1045600"/>
                </a:moveTo>
                <a:lnTo>
                  <a:pt x="1216611" y="1047530"/>
                </a:lnTo>
                <a:moveTo>
                  <a:pt x="1000716" y="1040894"/>
                </a:moveTo>
                <a:lnTo>
                  <a:pt x="1216611" y="1047530"/>
                </a:lnTo>
                <a:moveTo>
                  <a:pt x="1015244" y="701900"/>
                </a:moveTo>
                <a:lnTo>
                  <a:pt x="927029" y="632029"/>
                </a:lnTo>
                <a:moveTo>
                  <a:pt x="946941" y="997357"/>
                </a:moveTo>
                <a:lnTo>
                  <a:pt x="1049352" y="960835"/>
                </a:lnTo>
                <a:moveTo>
                  <a:pt x="1171907" y="482813"/>
                </a:moveTo>
                <a:lnTo>
                  <a:pt x="1119298" y="444351"/>
                </a:lnTo>
                <a:moveTo>
                  <a:pt x="1216611" y="1047530"/>
                </a:moveTo>
                <a:lnTo>
                  <a:pt x="1227003" y="1042057"/>
                </a:lnTo>
                <a:moveTo>
                  <a:pt x="927029" y="632029"/>
                </a:moveTo>
                <a:lnTo>
                  <a:pt x="1101568" y="599773"/>
                </a:lnTo>
                <a:moveTo>
                  <a:pt x="1223998" y="1053869"/>
                </a:moveTo>
                <a:lnTo>
                  <a:pt x="1227003" y="1042057"/>
                </a:lnTo>
                <a:moveTo>
                  <a:pt x="1335706" y="801298"/>
                </a:moveTo>
                <a:lnTo>
                  <a:pt x="1391685" y="666293"/>
                </a:lnTo>
                <a:moveTo>
                  <a:pt x="1597496" y="666567"/>
                </a:moveTo>
                <a:lnTo>
                  <a:pt x="1657026" y="543438"/>
                </a:lnTo>
                <a:moveTo>
                  <a:pt x="850091" y="742865"/>
                </a:moveTo>
                <a:lnTo>
                  <a:pt x="1015244" y="701900"/>
                </a:lnTo>
                <a:moveTo>
                  <a:pt x="854238" y="746173"/>
                </a:moveTo>
                <a:lnTo>
                  <a:pt x="995202" y="732138"/>
                </a:lnTo>
                <a:moveTo>
                  <a:pt x="1528650" y="607646"/>
                </a:moveTo>
                <a:lnTo>
                  <a:pt x="1527846" y="436657"/>
                </a:lnTo>
                <a:moveTo>
                  <a:pt x="1216611" y="1047530"/>
                </a:moveTo>
                <a:lnTo>
                  <a:pt x="1223998" y="1053869"/>
                </a:lnTo>
                <a:moveTo>
                  <a:pt x="1430227" y="799383"/>
                </a:moveTo>
                <a:lnTo>
                  <a:pt x="1496588" y="757364"/>
                </a:lnTo>
                <a:moveTo>
                  <a:pt x="850091" y="742865"/>
                </a:moveTo>
                <a:lnTo>
                  <a:pt x="995202" y="732138"/>
                </a:lnTo>
                <a:moveTo>
                  <a:pt x="946941" y="997357"/>
                </a:moveTo>
                <a:lnTo>
                  <a:pt x="1000716" y="1040894"/>
                </a:lnTo>
                <a:moveTo>
                  <a:pt x="1124452" y="796770"/>
                </a:moveTo>
                <a:lnTo>
                  <a:pt x="1214300" y="763867"/>
                </a:lnTo>
                <a:moveTo>
                  <a:pt x="1256046" y="378658"/>
                </a:moveTo>
                <a:lnTo>
                  <a:pt x="1225616" y="295411"/>
                </a:lnTo>
                <a:moveTo>
                  <a:pt x="1101568" y="599773"/>
                </a:moveTo>
                <a:lnTo>
                  <a:pt x="972008" y="598251"/>
                </a:lnTo>
                <a:moveTo>
                  <a:pt x="1657026" y="543438"/>
                </a:moveTo>
                <a:lnTo>
                  <a:pt x="1642801" y="531342"/>
                </a:lnTo>
                <a:moveTo>
                  <a:pt x="713933" y="627438"/>
                </a:moveTo>
                <a:lnTo>
                  <a:pt x="702017" y="617448"/>
                </a:lnTo>
                <a:moveTo>
                  <a:pt x="1089832" y="590972"/>
                </a:moveTo>
                <a:lnTo>
                  <a:pt x="1119298" y="444351"/>
                </a:lnTo>
                <a:moveTo>
                  <a:pt x="1304812" y="419664"/>
                </a:moveTo>
                <a:lnTo>
                  <a:pt x="1430231" y="357122"/>
                </a:lnTo>
                <a:moveTo>
                  <a:pt x="972008" y="598251"/>
                </a:moveTo>
                <a:lnTo>
                  <a:pt x="1089832" y="590972"/>
                </a:lnTo>
                <a:moveTo>
                  <a:pt x="1304812" y="419664"/>
                </a:moveTo>
                <a:lnTo>
                  <a:pt x="1421225" y="349706"/>
                </a:lnTo>
                <a:moveTo>
                  <a:pt x="1263703" y="735934"/>
                </a:moveTo>
                <a:lnTo>
                  <a:pt x="1335706" y="801298"/>
                </a:lnTo>
                <a:moveTo>
                  <a:pt x="1642801" y="531342"/>
                </a:moveTo>
                <a:lnTo>
                  <a:pt x="1660209" y="524756"/>
                </a:lnTo>
                <a:moveTo>
                  <a:pt x="689274" y="642510"/>
                </a:moveTo>
                <a:lnTo>
                  <a:pt x="702017" y="617448"/>
                </a:lnTo>
                <a:moveTo>
                  <a:pt x="689274" y="642510"/>
                </a:moveTo>
                <a:lnTo>
                  <a:pt x="713933" y="627438"/>
                </a:lnTo>
                <a:moveTo>
                  <a:pt x="702017" y="617448"/>
                </a:moveTo>
                <a:lnTo>
                  <a:pt x="718401" y="607728"/>
                </a:lnTo>
                <a:moveTo>
                  <a:pt x="713933" y="627438"/>
                </a:moveTo>
                <a:lnTo>
                  <a:pt x="718401" y="607728"/>
                </a:lnTo>
                <a:moveTo>
                  <a:pt x="1394546" y="495192"/>
                </a:moveTo>
                <a:lnTo>
                  <a:pt x="1430231" y="357122"/>
                </a:lnTo>
                <a:moveTo>
                  <a:pt x="1657026" y="543438"/>
                </a:moveTo>
                <a:lnTo>
                  <a:pt x="1660209" y="524756"/>
                </a:lnTo>
                <a:moveTo>
                  <a:pt x="1030906" y="893320"/>
                </a:moveTo>
                <a:lnTo>
                  <a:pt x="968833" y="841065"/>
                </a:lnTo>
                <a:moveTo>
                  <a:pt x="1465061" y="464427"/>
                </a:moveTo>
                <a:lnTo>
                  <a:pt x="1527846" y="436657"/>
                </a:lnTo>
                <a:moveTo>
                  <a:pt x="1030906" y="893320"/>
                </a:moveTo>
                <a:lnTo>
                  <a:pt x="1124452" y="796770"/>
                </a:lnTo>
                <a:moveTo>
                  <a:pt x="1302822" y="364801"/>
                </a:moveTo>
                <a:lnTo>
                  <a:pt x="1225616" y="295411"/>
                </a:lnTo>
                <a:moveTo>
                  <a:pt x="1642801" y="531342"/>
                </a:moveTo>
                <a:lnTo>
                  <a:pt x="1527846" y="436657"/>
                </a:lnTo>
                <a:moveTo>
                  <a:pt x="1597496" y="666567"/>
                </a:moveTo>
                <a:lnTo>
                  <a:pt x="1674748" y="736033"/>
                </a:lnTo>
                <a:moveTo>
                  <a:pt x="854238" y="746173"/>
                </a:moveTo>
                <a:lnTo>
                  <a:pt x="968833" y="841065"/>
                </a:lnTo>
                <a:moveTo>
                  <a:pt x="713933" y="627438"/>
                </a:moveTo>
                <a:lnTo>
                  <a:pt x="850091" y="742865"/>
                </a:lnTo>
                <a:moveTo>
                  <a:pt x="713933" y="627438"/>
                </a:moveTo>
                <a:lnTo>
                  <a:pt x="849589" y="744433"/>
                </a:lnTo>
                <a:moveTo>
                  <a:pt x="1263703" y="735934"/>
                </a:moveTo>
                <a:lnTo>
                  <a:pt x="1288200" y="807398"/>
                </a:lnTo>
                <a:moveTo>
                  <a:pt x="702017" y="617448"/>
                </a:moveTo>
                <a:lnTo>
                  <a:pt x="588361" y="523968"/>
                </a:lnTo>
                <a:moveTo>
                  <a:pt x="1089832" y="590972"/>
                </a:moveTo>
                <a:lnTo>
                  <a:pt x="1121037" y="447597"/>
                </a:lnTo>
                <a:moveTo>
                  <a:pt x="689274" y="642510"/>
                </a:moveTo>
                <a:lnTo>
                  <a:pt x="849589" y="744433"/>
                </a:lnTo>
                <a:moveTo>
                  <a:pt x="850091" y="742865"/>
                </a:moveTo>
                <a:lnTo>
                  <a:pt x="718401" y="607728"/>
                </a:lnTo>
                <a:moveTo>
                  <a:pt x="1302822" y="364801"/>
                </a:moveTo>
                <a:lnTo>
                  <a:pt x="1421225" y="349706"/>
                </a:lnTo>
                <a:moveTo>
                  <a:pt x="1119298" y="444351"/>
                </a:moveTo>
                <a:lnTo>
                  <a:pt x="1170712" y="311461"/>
                </a:lnTo>
                <a:moveTo>
                  <a:pt x="850091" y="742865"/>
                </a:moveTo>
                <a:lnTo>
                  <a:pt x="927029" y="632029"/>
                </a:lnTo>
                <a:moveTo>
                  <a:pt x="1335706" y="801298"/>
                </a:moveTo>
                <a:lnTo>
                  <a:pt x="1430227" y="799383"/>
                </a:lnTo>
                <a:moveTo>
                  <a:pt x="1214300" y="763867"/>
                </a:moveTo>
                <a:lnTo>
                  <a:pt x="1288200" y="807398"/>
                </a:lnTo>
                <a:moveTo>
                  <a:pt x="969265" y="894885"/>
                </a:moveTo>
                <a:lnTo>
                  <a:pt x="968833" y="841065"/>
                </a:lnTo>
                <a:moveTo>
                  <a:pt x="854238" y="746173"/>
                </a:moveTo>
                <a:lnTo>
                  <a:pt x="850091" y="742865"/>
                </a:lnTo>
                <a:moveTo>
                  <a:pt x="849589" y="744433"/>
                </a:moveTo>
                <a:lnTo>
                  <a:pt x="854238" y="746173"/>
                </a:lnTo>
                <a:moveTo>
                  <a:pt x="927029" y="632029"/>
                </a:moveTo>
                <a:lnTo>
                  <a:pt x="972008" y="598251"/>
                </a:lnTo>
                <a:moveTo>
                  <a:pt x="969265" y="894885"/>
                </a:moveTo>
                <a:lnTo>
                  <a:pt x="1030906" y="893320"/>
                </a:lnTo>
                <a:moveTo>
                  <a:pt x="849589" y="744433"/>
                </a:moveTo>
                <a:lnTo>
                  <a:pt x="850091" y="742865"/>
                </a:lnTo>
                <a:moveTo>
                  <a:pt x="1465061" y="464427"/>
                </a:moveTo>
                <a:lnTo>
                  <a:pt x="1430231" y="357122"/>
                </a:lnTo>
                <a:moveTo>
                  <a:pt x="1170712" y="311461"/>
                </a:moveTo>
                <a:lnTo>
                  <a:pt x="1120658" y="420744"/>
                </a:lnTo>
                <a:moveTo>
                  <a:pt x="1089832" y="590972"/>
                </a:moveTo>
                <a:lnTo>
                  <a:pt x="1051438" y="565244"/>
                </a:lnTo>
                <a:moveTo>
                  <a:pt x="1553272" y="810759"/>
                </a:moveTo>
                <a:lnTo>
                  <a:pt x="1597496" y="666567"/>
                </a:lnTo>
                <a:moveTo>
                  <a:pt x="1674748" y="736033"/>
                </a:moveTo>
                <a:lnTo>
                  <a:pt x="1657026" y="543438"/>
                </a:lnTo>
                <a:moveTo>
                  <a:pt x="1170712" y="311461"/>
                </a:moveTo>
                <a:lnTo>
                  <a:pt x="1225616" y="295411"/>
                </a:lnTo>
                <a:moveTo>
                  <a:pt x="1657026" y="543438"/>
                </a:moveTo>
                <a:lnTo>
                  <a:pt x="1759590" y="632682"/>
                </a:lnTo>
                <a:moveTo>
                  <a:pt x="1496588" y="757364"/>
                </a:moveTo>
                <a:lnTo>
                  <a:pt x="1553272" y="810759"/>
                </a:lnTo>
                <a:moveTo>
                  <a:pt x="1030906" y="893320"/>
                </a:moveTo>
                <a:lnTo>
                  <a:pt x="1002194" y="872022"/>
                </a:lnTo>
                <a:moveTo>
                  <a:pt x="854238" y="746173"/>
                </a:moveTo>
                <a:lnTo>
                  <a:pt x="969265" y="894885"/>
                </a:lnTo>
                <a:moveTo>
                  <a:pt x="656858" y="757775"/>
                </a:moveTo>
                <a:lnTo>
                  <a:pt x="689274" y="642510"/>
                </a:lnTo>
                <a:moveTo>
                  <a:pt x="849589" y="744433"/>
                </a:moveTo>
                <a:lnTo>
                  <a:pt x="969265" y="894885"/>
                </a:lnTo>
                <a:moveTo>
                  <a:pt x="1119298" y="444351"/>
                </a:moveTo>
                <a:lnTo>
                  <a:pt x="1120658" y="420744"/>
                </a:lnTo>
                <a:moveTo>
                  <a:pt x="1496588" y="757364"/>
                </a:moveTo>
                <a:lnTo>
                  <a:pt x="1515559" y="829262"/>
                </a:lnTo>
                <a:moveTo>
                  <a:pt x="1124452" y="796770"/>
                </a:moveTo>
                <a:lnTo>
                  <a:pt x="1288200" y="807398"/>
                </a:lnTo>
                <a:moveTo>
                  <a:pt x="538210" y="659663"/>
                </a:moveTo>
                <a:lnTo>
                  <a:pt x="702017" y="617448"/>
                </a:lnTo>
                <a:moveTo>
                  <a:pt x="707182" y="800911"/>
                </a:moveTo>
                <a:lnTo>
                  <a:pt x="689274" y="642510"/>
                </a:lnTo>
                <a:moveTo>
                  <a:pt x="1657026" y="543438"/>
                </a:moveTo>
                <a:lnTo>
                  <a:pt x="1826651" y="515437"/>
                </a:lnTo>
                <a:moveTo>
                  <a:pt x="541445" y="662305"/>
                </a:moveTo>
                <a:lnTo>
                  <a:pt x="689274" y="642510"/>
                </a:lnTo>
                <a:moveTo>
                  <a:pt x="1660209" y="524756"/>
                </a:moveTo>
                <a:lnTo>
                  <a:pt x="1776281" y="472973"/>
                </a:lnTo>
                <a:moveTo>
                  <a:pt x="538210" y="659663"/>
                </a:moveTo>
                <a:lnTo>
                  <a:pt x="689274" y="642510"/>
                </a:lnTo>
                <a:moveTo>
                  <a:pt x="1430227" y="799383"/>
                </a:moveTo>
                <a:lnTo>
                  <a:pt x="1515559" y="829262"/>
                </a:lnTo>
                <a:moveTo>
                  <a:pt x="1430231" y="357122"/>
                </a:moveTo>
                <a:lnTo>
                  <a:pt x="1527846" y="436657"/>
                </a:lnTo>
                <a:moveTo>
                  <a:pt x="702017" y="617448"/>
                </a:moveTo>
                <a:lnTo>
                  <a:pt x="713304" y="457303"/>
                </a:lnTo>
                <a:moveTo>
                  <a:pt x="1642801" y="531342"/>
                </a:moveTo>
                <a:lnTo>
                  <a:pt x="1653323" y="371396"/>
                </a:lnTo>
                <a:moveTo>
                  <a:pt x="702017" y="617448"/>
                </a:moveTo>
                <a:lnTo>
                  <a:pt x="709516" y="454164"/>
                </a:lnTo>
                <a:moveTo>
                  <a:pt x="1660209" y="524756"/>
                </a:moveTo>
                <a:lnTo>
                  <a:pt x="1826651" y="515437"/>
                </a:lnTo>
                <a:moveTo>
                  <a:pt x="1119298" y="444351"/>
                </a:moveTo>
                <a:lnTo>
                  <a:pt x="1121037" y="447597"/>
                </a:lnTo>
                <a:moveTo>
                  <a:pt x="486496" y="440621"/>
                </a:moveTo>
                <a:lnTo>
                  <a:pt x="588361" y="523968"/>
                </a:lnTo>
                <a:moveTo>
                  <a:pt x="1527846" y="436657"/>
                </a:moveTo>
                <a:lnTo>
                  <a:pt x="1426625" y="348741"/>
                </a:lnTo>
                <a:moveTo>
                  <a:pt x="718401" y="607728"/>
                </a:moveTo>
                <a:lnTo>
                  <a:pt x="840617" y="563831"/>
                </a:lnTo>
                <a:moveTo>
                  <a:pt x="969265" y="894885"/>
                </a:moveTo>
                <a:lnTo>
                  <a:pt x="1002194" y="872022"/>
                </a:lnTo>
                <a:moveTo>
                  <a:pt x="718401" y="607728"/>
                </a:moveTo>
                <a:lnTo>
                  <a:pt x="713304" y="457303"/>
                </a:lnTo>
                <a:moveTo>
                  <a:pt x="707182" y="800911"/>
                </a:moveTo>
                <a:lnTo>
                  <a:pt x="849589" y="744433"/>
                </a:lnTo>
                <a:moveTo>
                  <a:pt x="1660209" y="524756"/>
                </a:moveTo>
                <a:lnTo>
                  <a:pt x="1653323" y="371396"/>
                </a:lnTo>
                <a:moveTo>
                  <a:pt x="1121037" y="447597"/>
                </a:moveTo>
                <a:lnTo>
                  <a:pt x="1120658" y="420744"/>
                </a:lnTo>
                <a:moveTo>
                  <a:pt x="927029" y="632029"/>
                </a:moveTo>
                <a:lnTo>
                  <a:pt x="840617" y="563831"/>
                </a:lnTo>
                <a:moveTo>
                  <a:pt x="538210" y="659663"/>
                </a:moveTo>
                <a:lnTo>
                  <a:pt x="588361" y="523968"/>
                </a:lnTo>
                <a:moveTo>
                  <a:pt x="1170712" y="311461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116658" y="796008"/>
                </a:lnTo>
                <a:moveTo>
                  <a:pt x="1674748" y="736033"/>
                </a:moveTo>
                <a:lnTo>
                  <a:pt x="1759590" y="632682"/>
                </a:lnTo>
                <a:moveTo>
                  <a:pt x="850091" y="742865"/>
                </a:moveTo>
                <a:lnTo>
                  <a:pt x="840617" y="563831"/>
                </a:lnTo>
                <a:moveTo>
                  <a:pt x="1030906" y="893320"/>
                </a:moveTo>
                <a:lnTo>
                  <a:pt x="1116658" y="796008"/>
                </a:lnTo>
                <a:moveTo>
                  <a:pt x="1225616" y="295411"/>
                </a:moveTo>
                <a:lnTo>
                  <a:pt x="1421225" y="349706"/>
                </a:lnTo>
                <a:moveTo>
                  <a:pt x="972008" y="598251"/>
                </a:moveTo>
                <a:lnTo>
                  <a:pt x="1051438" y="565244"/>
                </a:lnTo>
                <a:moveTo>
                  <a:pt x="1288200" y="807398"/>
                </a:moveTo>
                <a:lnTo>
                  <a:pt x="1335706" y="801298"/>
                </a:lnTo>
                <a:moveTo>
                  <a:pt x="1527846" y="436657"/>
                </a:moveTo>
                <a:lnTo>
                  <a:pt x="1653323" y="371396"/>
                </a:lnTo>
                <a:moveTo>
                  <a:pt x="718401" y="607728"/>
                </a:moveTo>
                <a:lnTo>
                  <a:pt x="722622" y="466325"/>
                </a:lnTo>
                <a:moveTo>
                  <a:pt x="588361" y="523968"/>
                </a:moveTo>
                <a:lnTo>
                  <a:pt x="709516" y="454164"/>
                </a:lnTo>
                <a:moveTo>
                  <a:pt x="1430231" y="357122"/>
                </a:moveTo>
                <a:lnTo>
                  <a:pt x="1421225" y="349706"/>
                </a:lnTo>
                <a:moveTo>
                  <a:pt x="927029" y="632029"/>
                </a:moveTo>
                <a:lnTo>
                  <a:pt x="919391" y="499498"/>
                </a:lnTo>
                <a:moveTo>
                  <a:pt x="486496" y="440621"/>
                </a:moveTo>
                <a:lnTo>
                  <a:pt x="479438" y="434881"/>
                </a:lnTo>
                <a:moveTo>
                  <a:pt x="473425" y="445317"/>
                </a:moveTo>
                <a:lnTo>
                  <a:pt x="486496" y="440621"/>
                </a:lnTo>
                <a:moveTo>
                  <a:pt x="486496" y="440621"/>
                </a:moveTo>
                <a:lnTo>
                  <a:pt x="486574" y="429615"/>
                </a:lnTo>
                <a:moveTo>
                  <a:pt x="1430231" y="357122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347667" y="324592"/>
                </a:lnTo>
                <a:moveTo>
                  <a:pt x="421159" y="563032"/>
                </a:moveTo>
                <a:lnTo>
                  <a:pt x="588361" y="523968"/>
                </a:lnTo>
                <a:moveTo>
                  <a:pt x="1553272" y="810759"/>
                </a:moveTo>
                <a:lnTo>
                  <a:pt x="1674748" y="736033"/>
                </a:lnTo>
                <a:moveTo>
                  <a:pt x="707182" y="800911"/>
                </a:moveTo>
                <a:lnTo>
                  <a:pt x="656858" y="757775"/>
                </a:lnTo>
                <a:moveTo>
                  <a:pt x="473425" y="445317"/>
                </a:moveTo>
                <a:lnTo>
                  <a:pt x="479438" y="434881"/>
                </a:lnTo>
                <a:moveTo>
                  <a:pt x="1421225" y="349706"/>
                </a:moveTo>
                <a:lnTo>
                  <a:pt x="1426625" y="348741"/>
                </a:lnTo>
                <a:moveTo>
                  <a:pt x="479438" y="434881"/>
                </a:moveTo>
                <a:lnTo>
                  <a:pt x="486574" y="429615"/>
                </a:lnTo>
                <a:moveTo>
                  <a:pt x="541445" y="662305"/>
                </a:moveTo>
                <a:lnTo>
                  <a:pt x="656858" y="757775"/>
                </a:lnTo>
                <a:moveTo>
                  <a:pt x="1759590" y="632682"/>
                </a:moveTo>
                <a:lnTo>
                  <a:pt x="1826651" y="515437"/>
                </a:lnTo>
                <a:moveTo>
                  <a:pt x="1051438" y="565244"/>
                </a:moveTo>
                <a:lnTo>
                  <a:pt x="1121037" y="447597"/>
                </a:lnTo>
                <a:moveTo>
                  <a:pt x="1120658" y="420744"/>
                </a:moveTo>
                <a:lnTo>
                  <a:pt x="1137675" y="289066"/>
                </a:lnTo>
                <a:moveTo>
                  <a:pt x="1124452" y="796770"/>
                </a:moveTo>
                <a:lnTo>
                  <a:pt x="1219600" y="709303"/>
                </a:lnTo>
                <a:moveTo>
                  <a:pt x="849589" y="744433"/>
                </a:moveTo>
                <a:lnTo>
                  <a:pt x="884157" y="834932"/>
                </a:lnTo>
                <a:moveTo>
                  <a:pt x="972008" y="598251"/>
                </a:moveTo>
                <a:lnTo>
                  <a:pt x="919391" y="499498"/>
                </a:lnTo>
                <a:moveTo>
                  <a:pt x="1137675" y="289066"/>
                </a:moveTo>
                <a:lnTo>
                  <a:pt x="1225616" y="295411"/>
                </a:lnTo>
                <a:moveTo>
                  <a:pt x="486496" y="440621"/>
                </a:moveTo>
                <a:lnTo>
                  <a:pt x="709516" y="454164"/>
                </a:lnTo>
                <a:moveTo>
                  <a:pt x="1335706" y="801298"/>
                </a:moveTo>
                <a:lnTo>
                  <a:pt x="1333140" y="802674"/>
                </a:lnTo>
                <a:moveTo>
                  <a:pt x="657461" y="812275"/>
                </a:moveTo>
                <a:lnTo>
                  <a:pt x="656858" y="757775"/>
                </a:lnTo>
                <a:moveTo>
                  <a:pt x="541445" y="662305"/>
                </a:moveTo>
                <a:lnTo>
                  <a:pt x="538210" y="659663"/>
                </a:lnTo>
                <a:moveTo>
                  <a:pt x="1826651" y="515437"/>
                </a:moveTo>
                <a:lnTo>
                  <a:pt x="1776281" y="472973"/>
                </a:lnTo>
                <a:moveTo>
                  <a:pt x="538184" y="661347"/>
                </a:moveTo>
                <a:lnTo>
                  <a:pt x="541445" y="662305"/>
                </a:lnTo>
                <a:moveTo>
                  <a:pt x="1002194" y="872022"/>
                </a:moveTo>
                <a:lnTo>
                  <a:pt x="1116658" y="796008"/>
                </a:lnTo>
                <a:moveTo>
                  <a:pt x="538184" y="661347"/>
                </a:moveTo>
                <a:lnTo>
                  <a:pt x="538210" y="659663"/>
                </a:lnTo>
                <a:moveTo>
                  <a:pt x="1426625" y="348741"/>
                </a:moveTo>
                <a:lnTo>
                  <a:pt x="1653323" y="371396"/>
                </a:lnTo>
                <a:moveTo>
                  <a:pt x="969265" y="894885"/>
                </a:moveTo>
                <a:lnTo>
                  <a:pt x="884157" y="834932"/>
                </a:lnTo>
                <a:moveTo>
                  <a:pt x="1430227" y="799383"/>
                </a:moveTo>
                <a:lnTo>
                  <a:pt x="1415449" y="787223"/>
                </a:lnTo>
                <a:moveTo>
                  <a:pt x="286531" y="450093"/>
                </a:moveTo>
                <a:lnTo>
                  <a:pt x="479438" y="434881"/>
                </a:lnTo>
                <a:moveTo>
                  <a:pt x="421159" y="563032"/>
                </a:moveTo>
                <a:lnTo>
                  <a:pt x="486496" y="440621"/>
                </a:lnTo>
                <a:moveTo>
                  <a:pt x="286531" y="450093"/>
                </a:moveTo>
                <a:lnTo>
                  <a:pt x="347667" y="324592"/>
                </a:lnTo>
                <a:moveTo>
                  <a:pt x="286531" y="450093"/>
                </a:moveTo>
                <a:lnTo>
                  <a:pt x="473425" y="445317"/>
                </a:lnTo>
                <a:moveTo>
                  <a:pt x="1653323" y="371396"/>
                </a:moveTo>
                <a:lnTo>
                  <a:pt x="1776281" y="472973"/>
                </a:lnTo>
                <a:moveTo>
                  <a:pt x="355798" y="508141"/>
                </a:moveTo>
                <a:lnTo>
                  <a:pt x="473425" y="445317"/>
                </a:lnTo>
                <a:moveTo>
                  <a:pt x="1776281" y="472973"/>
                </a:moveTo>
                <a:lnTo>
                  <a:pt x="1653892" y="371391"/>
                </a:lnTo>
                <a:moveTo>
                  <a:pt x="718401" y="607728"/>
                </a:moveTo>
                <a:lnTo>
                  <a:pt x="798981" y="533351"/>
                </a:lnTo>
                <a:moveTo>
                  <a:pt x="421159" y="563032"/>
                </a:moveTo>
                <a:lnTo>
                  <a:pt x="473425" y="445317"/>
                </a:lnTo>
                <a:moveTo>
                  <a:pt x="657461" y="812275"/>
                </a:moveTo>
                <a:lnTo>
                  <a:pt x="707182" y="800911"/>
                </a:lnTo>
                <a:moveTo>
                  <a:pt x="1515559" y="829262"/>
                </a:moveTo>
                <a:lnTo>
                  <a:pt x="1553272" y="810759"/>
                </a:lnTo>
                <a:moveTo>
                  <a:pt x="884157" y="834932"/>
                </a:moveTo>
                <a:lnTo>
                  <a:pt x="1002194" y="872022"/>
                </a:lnTo>
                <a:moveTo>
                  <a:pt x="541445" y="662305"/>
                </a:moveTo>
                <a:lnTo>
                  <a:pt x="657461" y="812275"/>
                </a:lnTo>
                <a:moveTo>
                  <a:pt x="1288200" y="807398"/>
                </a:moveTo>
                <a:lnTo>
                  <a:pt x="1333140" y="802674"/>
                </a:lnTo>
                <a:moveTo>
                  <a:pt x="538184" y="661347"/>
                </a:moveTo>
                <a:lnTo>
                  <a:pt x="657461" y="812275"/>
                </a:lnTo>
                <a:moveTo>
                  <a:pt x="713304" y="457303"/>
                </a:moveTo>
                <a:lnTo>
                  <a:pt x="709516" y="454164"/>
                </a:lnTo>
                <a:moveTo>
                  <a:pt x="713304" y="457303"/>
                </a:moveTo>
                <a:lnTo>
                  <a:pt x="735659" y="425537"/>
                </a:lnTo>
                <a:moveTo>
                  <a:pt x="709516" y="454164"/>
                </a:moveTo>
                <a:lnTo>
                  <a:pt x="735659" y="425537"/>
                </a:lnTo>
                <a:moveTo>
                  <a:pt x="538210" y="659663"/>
                </a:moveTo>
                <a:lnTo>
                  <a:pt x="421159" y="563032"/>
                </a:lnTo>
                <a:moveTo>
                  <a:pt x="1653323" y="371396"/>
                </a:moveTo>
                <a:lnTo>
                  <a:pt x="1653892" y="371391"/>
                </a:lnTo>
                <a:moveTo>
                  <a:pt x="538184" y="661347"/>
                </a:moveTo>
                <a:lnTo>
                  <a:pt x="421159" y="563032"/>
                </a:lnTo>
                <a:moveTo>
                  <a:pt x="892046" y="257679"/>
                </a:moveTo>
                <a:lnTo>
                  <a:pt x="878299" y="246323"/>
                </a:lnTo>
                <a:moveTo>
                  <a:pt x="709516" y="454164"/>
                </a:moveTo>
                <a:lnTo>
                  <a:pt x="702888" y="449164"/>
                </a:lnTo>
                <a:moveTo>
                  <a:pt x="828012" y="315255"/>
                </a:moveTo>
                <a:lnTo>
                  <a:pt x="892046" y="257679"/>
                </a:lnTo>
                <a:moveTo>
                  <a:pt x="1002194" y="872022"/>
                </a:moveTo>
                <a:lnTo>
                  <a:pt x="921846" y="809451"/>
                </a:lnTo>
                <a:moveTo>
                  <a:pt x="702888" y="449164"/>
                </a:moveTo>
                <a:lnTo>
                  <a:pt x="735659" y="425537"/>
                </a:lnTo>
                <a:moveTo>
                  <a:pt x="1288200" y="807398"/>
                </a:moveTo>
                <a:lnTo>
                  <a:pt x="1256687" y="739554"/>
                </a:lnTo>
                <a:moveTo>
                  <a:pt x="828012" y="315255"/>
                </a:moveTo>
                <a:lnTo>
                  <a:pt x="878299" y="246323"/>
                </a:lnTo>
                <a:moveTo>
                  <a:pt x="1225616" y="295411"/>
                </a:moveTo>
                <a:lnTo>
                  <a:pt x="1341661" y="287862"/>
                </a:lnTo>
                <a:moveTo>
                  <a:pt x="718401" y="607728"/>
                </a:moveTo>
                <a:lnTo>
                  <a:pt x="762059" y="525788"/>
                </a:lnTo>
                <a:moveTo>
                  <a:pt x="892046" y="257679"/>
                </a:moveTo>
                <a:lnTo>
                  <a:pt x="902030" y="226869"/>
                </a:lnTo>
                <a:moveTo>
                  <a:pt x="707182" y="800911"/>
                </a:moveTo>
                <a:lnTo>
                  <a:pt x="884157" y="834932"/>
                </a:lnTo>
                <a:moveTo>
                  <a:pt x="840617" y="563831"/>
                </a:moveTo>
                <a:lnTo>
                  <a:pt x="783573" y="450517"/>
                </a:lnTo>
                <a:moveTo>
                  <a:pt x="713304" y="457303"/>
                </a:moveTo>
                <a:lnTo>
                  <a:pt x="783573" y="450517"/>
                </a:lnTo>
                <a:moveTo>
                  <a:pt x="878299" y="246323"/>
                </a:moveTo>
                <a:lnTo>
                  <a:pt x="902030" y="226869"/>
                </a:lnTo>
                <a:moveTo>
                  <a:pt x="713304" y="457303"/>
                </a:moveTo>
                <a:lnTo>
                  <a:pt x="722622" y="466325"/>
                </a:lnTo>
                <a:moveTo>
                  <a:pt x="840617" y="563831"/>
                </a:moveTo>
                <a:lnTo>
                  <a:pt x="919391" y="499498"/>
                </a:lnTo>
                <a:moveTo>
                  <a:pt x="735659" y="425537"/>
                </a:moveTo>
                <a:lnTo>
                  <a:pt x="783573" y="450517"/>
                </a:lnTo>
                <a:moveTo>
                  <a:pt x="355798" y="508141"/>
                </a:moveTo>
                <a:lnTo>
                  <a:pt x="286531" y="450093"/>
                </a:lnTo>
                <a:moveTo>
                  <a:pt x="806152" y="361606"/>
                </a:moveTo>
                <a:lnTo>
                  <a:pt x="892046" y="257679"/>
                </a:lnTo>
                <a:moveTo>
                  <a:pt x="735659" y="425537"/>
                </a:moveTo>
                <a:lnTo>
                  <a:pt x="806152" y="361606"/>
                </a:lnTo>
                <a:moveTo>
                  <a:pt x="1143913" y="472688"/>
                </a:moveTo>
                <a:lnTo>
                  <a:pt x="1120658" y="420744"/>
                </a:lnTo>
                <a:moveTo>
                  <a:pt x="355798" y="508141"/>
                </a:moveTo>
                <a:lnTo>
                  <a:pt x="421159" y="563032"/>
                </a:lnTo>
                <a:moveTo>
                  <a:pt x="1553272" y="810759"/>
                </a:moveTo>
                <a:lnTo>
                  <a:pt x="1559053" y="818091"/>
                </a:lnTo>
                <a:moveTo>
                  <a:pt x="878299" y="246323"/>
                </a:moveTo>
                <a:lnTo>
                  <a:pt x="872855" y="242683"/>
                </a:lnTo>
                <a:moveTo>
                  <a:pt x="1288200" y="807398"/>
                </a:moveTo>
                <a:lnTo>
                  <a:pt x="1219600" y="709303"/>
                </a:lnTo>
                <a:moveTo>
                  <a:pt x="702888" y="449164"/>
                </a:moveTo>
                <a:lnTo>
                  <a:pt x="722622" y="466325"/>
                </a:lnTo>
                <a:moveTo>
                  <a:pt x="1759590" y="632682"/>
                </a:moveTo>
                <a:lnTo>
                  <a:pt x="1825923" y="693615"/>
                </a:lnTo>
                <a:moveTo>
                  <a:pt x="828012" y="315255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28012" y="315255"/>
                </a:lnTo>
                <a:moveTo>
                  <a:pt x="1421225" y="349706"/>
                </a:moveTo>
                <a:lnTo>
                  <a:pt x="1341661" y="287862"/>
                </a:lnTo>
                <a:moveTo>
                  <a:pt x="1421225" y="349706"/>
                </a:moveTo>
                <a:lnTo>
                  <a:pt x="1342317" y="287832"/>
                </a:lnTo>
                <a:moveTo>
                  <a:pt x="872855" y="242683"/>
                </a:moveTo>
                <a:lnTo>
                  <a:pt x="902030" y="226869"/>
                </a:lnTo>
                <a:moveTo>
                  <a:pt x="479438" y="434881"/>
                </a:moveTo>
                <a:lnTo>
                  <a:pt x="461398" y="298095"/>
                </a:lnTo>
                <a:moveTo>
                  <a:pt x="1515559" y="829262"/>
                </a:moveTo>
                <a:lnTo>
                  <a:pt x="1559053" y="818091"/>
                </a:lnTo>
                <a:moveTo>
                  <a:pt x="1426625" y="348741"/>
                </a:moveTo>
                <a:lnTo>
                  <a:pt x="1342317" y="287832"/>
                </a:lnTo>
                <a:moveTo>
                  <a:pt x="1335706" y="801298"/>
                </a:moveTo>
                <a:lnTo>
                  <a:pt x="1415449" y="787223"/>
                </a:lnTo>
                <a:moveTo>
                  <a:pt x="347667" y="324592"/>
                </a:moveTo>
                <a:lnTo>
                  <a:pt x="461398" y="298095"/>
                </a:lnTo>
                <a:moveTo>
                  <a:pt x="722622" y="466325"/>
                </a:moveTo>
                <a:lnTo>
                  <a:pt x="783573" y="450517"/>
                </a:lnTo>
                <a:moveTo>
                  <a:pt x="486574" y="429615"/>
                </a:moveTo>
                <a:lnTo>
                  <a:pt x="461398" y="298095"/>
                </a:lnTo>
                <a:moveTo>
                  <a:pt x="783573" y="450517"/>
                </a:moveTo>
                <a:lnTo>
                  <a:pt x="806152" y="361606"/>
                </a:lnTo>
                <a:moveTo>
                  <a:pt x="925886" y="462868"/>
                </a:moveTo>
                <a:lnTo>
                  <a:pt x="892046" y="257679"/>
                </a:lnTo>
                <a:moveTo>
                  <a:pt x="919391" y="499498"/>
                </a:moveTo>
                <a:lnTo>
                  <a:pt x="783573" y="450517"/>
                </a:lnTo>
                <a:moveTo>
                  <a:pt x="1121037" y="447597"/>
                </a:moveTo>
                <a:lnTo>
                  <a:pt x="1143913" y="472688"/>
                </a:lnTo>
                <a:moveTo>
                  <a:pt x="2305315" y="568372"/>
                </a:moveTo>
                <a:lnTo>
                  <a:pt x="2389842" y="464775"/>
                </a:lnTo>
                <a:moveTo>
                  <a:pt x="1674748" y="736033"/>
                </a:moveTo>
                <a:lnTo>
                  <a:pt x="1711479" y="773836"/>
                </a:lnTo>
                <a:moveTo>
                  <a:pt x="2305315" y="568372"/>
                </a:moveTo>
                <a:lnTo>
                  <a:pt x="2233095" y="508437"/>
                </a:lnTo>
                <a:moveTo>
                  <a:pt x="1256687" y="739554"/>
                </a:moveTo>
                <a:lnTo>
                  <a:pt x="1333140" y="802674"/>
                </a:lnTo>
                <a:moveTo>
                  <a:pt x="1711479" y="773836"/>
                </a:moveTo>
                <a:lnTo>
                  <a:pt x="1759590" y="632682"/>
                </a:lnTo>
                <a:moveTo>
                  <a:pt x="486496" y="440621"/>
                </a:moveTo>
                <a:lnTo>
                  <a:pt x="616511" y="406232"/>
                </a:lnTo>
                <a:moveTo>
                  <a:pt x="1825923" y="693615"/>
                </a:moveTo>
                <a:lnTo>
                  <a:pt x="1826651" y="515437"/>
                </a:lnTo>
                <a:moveTo>
                  <a:pt x="2233095" y="508437"/>
                </a:moveTo>
                <a:lnTo>
                  <a:pt x="2389842" y="464775"/>
                </a:lnTo>
                <a:moveTo>
                  <a:pt x="783573" y="450517"/>
                </a:moveTo>
                <a:lnTo>
                  <a:pt x="925886" y="462868"/>
                </a:lnTo>
                <a:moveTo>
                  <a:pt x="538184" y="661347"/>
                </a:moveTo>
                <a:lnTo>
                  <a:pt x="411957" y="650494"/>
                </a:lnTo>
                <a:moveTo>
                  <a:pt x="1426625" y="348741"/>
                </a:moveTo>
                <a:lnTo>
                  <a:pt x="1541371" y="343496"/>
                </a:lnTo>
                <a:moveTo>
                  <a:pt x="486574" y="429615"/>
                </a:moveTo>
                <a:lnTo>
                  <a:pt x="616511" y="406232"/>
                </a:lnTo>
                <a:moveTo>
                  <a:pt x="707182" y="800911"/>
                </a:moveTo>
                <a:lnTo>
                  <a:pt x="778785" y="865962"/>
                </a:lnTo>
                <a:moveTo>
                  <a:pt x="267077" y="530139"/>
                </a:moveTo>
                <a:lnTo>
                  <a:pt x="286531" y="450093"/>
                </a:lnTo>
                <a:moveTo>
                  <a:pt x="925886" y="462868"/>
                </a:moveTo>
                <a:lnTo>
                  <a:pt x="806152" y="361606"/>
                </a:lnTo>
                <a:moveTo>
                  <a:pt x="267077" y="530139"/>
                </a:moveTo>
                <a:lnTo>
                  <a:pt x="355798" y="508141"/>
                </a:lnTo>
                <a:moveTo>
                  <a:pt x="1116658" y="796008"/>
                </a:moveTo>
                <a:lnTo>
                  <a:pt x="1219600" y="709303"/>
                </a:lnTo>
                <a:moveTo>
                  <a:pt x="919391" y="499498"/>
                </a:moveTo>
                <a:lnTo>
                  <a:pt x="925886" y="462868"/>
                </a:lnTo>
                <a:moveTo>
                  <a:pt x="892046" y="257679"/>
                </a:moveTo>
                <a:lnTo>
                  <a:pt x="995745" y="347809"/>
                </a:lnTo>
                <a:moveTo>
                  <a:pt x="1826651" y="515437"/>
                </a:moveTo>
                <a:lnTo>
                  <a:pt x="1906879" y="587228"/>
                </a:lnTo>
                <a:moveTo>
                  <a:pt x="972008" y="598251"/>
                </a:moveTo>
                <a:lnTo>
                  <a:pt x="995383" y="540531"/>
                </a:lnTo>
                <a:moveTo>
                  <a:pt x="1137675" y="289066"/>
                </a:moveTo>
                <a:lnTo>
                  <a:pt x="1341661" y="287862"/>
                </a:lnTo>
                <a:moveTo>
                  <a:pt x="1137675" y="289066"/>
                </a:moveTo>
                <a:lnTo>
                  <a:pt x="1341366" y="287684"/>
                </a:lnTo>
                <a:moveTo>
                  <a:pt x="2163913" y="626471"/>
                </a:moveTo>
                <a:lnTo>
                  <a:pt x="2305315" y="568372"/>
                </a:lnTo>
                <a:moveTo>
                  <a:pt x="2033875" y="516816"/>
                </a:moveTo>
                <a:lnTo>
                  <a:pt x="2021266" y="506090"/>
                </a:lnTo>
                <a:moveTo>
                  <a:pt x="840617" y="563831"/>
                </a:moveTo>
                <a:lnTo>
                  <a:pt x="798981" y="533351"/>
                </a:lnTo>
                <a:moveTo>
                  <a:pt x="2180562" y="640536"/>
                </a:moveTo>
                <a:lnTo>
                  <a:pt x="2305315" y="568372"/>
                </a:lnTo>
                <a:moveTo>
                  <a:pt x="995745" y="347809"/>
                </a:moveTo>
                <a:lnTo>
                  <a:pt x="902030" y="226869"/>
                </a:lnTo>
                <a:moveTo>
                  <a:pt x="266856" y="438643"/>
                </a:moveTo>
                <a:lnTo>
                  <a:pt x="347667" y="324592"/>
                </a:lnTo>
                <a:moveTo>
                  <a:pt x="538184" y="661347"/>
                </a:moveTo>
                <a:lnTo>
                  <a:pt x="522025" y="812419"/>
                </a:lnTo>
                <a:moveTo>
                  <a:pt x="1990574" y="555395"/>
                </a:moveTo>
                <a:lnTo>
                  <a:pt x="2021266" y="506090"/>
                </a:lnTo>
                <a:moveTo>
                  <a:pt x="1553272" y="810759"/>
                </a:moveTo>
                <a:lnTo>
                  <a:pt x="1711479" y="773836"/>
                </a:lnTo>
                <a:moveTo>
                  <a:pt x="1002194" y="872022"/>
                </a:moveTo>
                <a:lnTo>
                  <a:pt x="1045787" y="742232"/>
                </a:lnTo>
                <a:moveTo>
                  <a:pt x="884157" y="834932"/>
                </a:moveTo>
                <a:lnTo>
                  <a:pt x="921846" y="809451"/>
                </a:lnTo>
                <a:moveTo>
                  <a:pt x="1990574" y="555395"/>
                </a:moveTo>
                <a:lnTo>
                  <a:pt x="2033875" y="516816"/>
                </a:lnTo>
                <a:moveTo>
                  <a:pt x="347667" y="324592"/>
                </a:moveTo>
                <a:lnTo>
                  <a:pt x="353939" y="337043"/>
                </a:lnTo>
                <a:moveTo>
                  <a:pt x="2163913" y="626471"/>
                </a:moveTo>
                <a:lnTo>
                  <a:pt x="2233095" y="508437"/>
                </a:lnTo>
                <a:moveTo>
                  <a:pt x="355798" y="508141"/>
                </a:moveTo>
                <a:lnTo>
                  <a:pt x="411957" y="650494"/>
                </a:lnTo>
                <a:moveTo>
                  <a:pt x="709516" y="454164"/>
                </a:moveTo>
                <a:lnTo>
                  <a:pt x="616511" y="406232"/>
                </a:lnTo>
                <a:moveTo>
                  <a:pt x="1219600" y="709303"/>
                </a:moveTo>
                <a:lnTo>
                  <a:pt x="1256687" y="739554"/>
                </a:lnTo>
                <a:moveTo>
                  <a:pt x="421159" y="563032"/>
                </a:moveTo>
                <a:lnTo>
                  <a:pt x="411957" y="650494"/>
                </a:lnTo>
                <a:moveTo>
                  <a:pt x="1653323" y="371396"/>
                </a:moveTo>
                <a:lnTo>
                  <a:pt x="1541371" y="343496"/>
                </a:lnTo>
                <a:moveTo>
                  <a:pt x="1013045" y="540075"/>
                </a:moveTo>
                <a:lnTo>
                  <a:pt x="1121037" y="447597"/>
                </a:lnTo>
                <a:moveTo>
                  <a:pt x="1143913" y="472688"/>
                </a:moveTo>
                <a:lnTo>
                  <a:pt x="1137675" y="289066"/>
                </a:lnTo>
                <a:moveTo>
                  <a:pt x="1515559" y="829262"/>
                </a:moveTo>
                <a:lnTo>
                  <a:pt x="1415449" y="787223"/>
                </a:lnTo>
                <a:moveTo>
                  <a:pt x="2033875" y="516816"/>
                </a:moveTo>
                <a:lnTo>
                  <a:pt x="2163913" y="626471"/>
                </a:lnTo>
                <a:moveTo>
                  <a:pt x="707182" y="800911"/>
                </a:moveTo>
                <a:lnTo>
                  <a:pt x="676196" y="921679"/>
                </a:lnTo>
                <a:moveTo>
                  <a:pt x="616511" y="406232"/>
                </a:moveTo>
                <a:lnTo>
                  <a:pt x="702888" y="449164"/>
                </a:lnTo>
                <a:moveTo>
                  <a:pt x="1776281" y="472973"/>
                </a:moveTo>
                <a:lnTo>
                  <a:pt x="1772466" y="360901"/>
                </a:lnTo>
                <a:moveTo>
                  <a:pt x="657461" y="812275"/>
                </a:moveTo>
                <a:lnTo>
                  <a:pt x="522025" y="812419"/>
                </a:lnTo>
                <a:moveTo>
                  <a:pt x="798981" y="533351"/>
                </a:moveTo>
                <a:lnTo>
                  <a:pt x="783573" y="450517"/>
                </a:lnTo>
                <a:moveTo>
                  <a:pt x="1256687" y="739554"/>
                </a:moveTo>
                <a:lnTo>
                  <a:pt x="1245374" y="696954"/>
                </a:lnTo>
                <a:moveTo>
                  <a:pt x="2033875" y="516816"/>
                </a:moveTo>
                <a:lnTo>
                  <a:pt x="2157095" y="649908"/>
                </a:lnTo>
                <a:moveTo>
                  <a:pt x="1553272" y="810759"/>
                </a:moveTo>
                <a:lnTo>
                  <a:pt x="1672756" y="773327"/>
                </a:lnTo>
                <a:moveTo>
                  <a:pt x="1116658" y="796008"/>
                </a:moveTo>
                <a:lnTo>
                  <a:pt x="1110149" y="619725"/>
                </a:lnTo>
                <a:moveTo>
                  <a:pt x="925886" y="462868"/>
                </a:moveTo>
                <a:lnTo>
                  <a:pt x="995745" y="347809"/>
                </a:lnTo>
                <a:moveTo>
                  <a:pt x="1333140" y="802674"/>
                </a:moveTo>
                <a:lnTo>
                  <a:pt x="1415449" y="787223"/>
                </a:lnTo>
                <a:moveTo>
                  <a:pt x="1990574" y="555395"/>
                </a:moveTo>
                <a:lnTo>
                  <a:pt x="2157095" y="649908"/>
                </a:lnTo>
                <a:moveTo>
                  <a:pt x="2180562" y="640536"/>
                </a:moveTo>
                <a:lnTo>
                  <a:pt x="2163913" y="626471"/>
                </a:lnTo>
                <a:moveTo>
                  <a:pt x="1051438" y="565244"/>
                </a:moveTo>
                <a:lnTo>
                  <a:pt x="1013045" y="540075"/>
                </a:lnTo>
                <a:moveTo>
                  <a:pt x="778785" y="865962"/>
                </a:moveTo>
                <a:lnTo>
                  <a:pt x="884157" y="834932"/>
                </a:lnTo>
                <a:moveTo>
                  <a:pt x="1906879" y="587228"/>
                </a:moveTo>
                <a:lnTo>
                  <a:pt x="2021266" y="506090"/>
                </a:lnTo>
                <a:moveTo>
                  <a:pt x="1653892" y="371391"/>
                </a:moveTo>
                <a:lnTo>
                  <a:pt x="1772466" y="360901"/>
                </a:lnTo>
                <a:moveTo>
                  <a:pt x="702888" y="449164"/>
                </a:moveTo>
                <a:lnTo>
                  <a:pt x="762059" y="525788"/>
                </a:lnTo>
                <a:moveTo>
                  <a:pt x="286531" y="450093"/>
                </a:moveTo>
                <a:lnTo>
                  <a:pt x="266856" y="438643"/>
                </a:lnTo>
                <a:moveTo>
                  <a:pt x="1219600" y="709303"/>
                </a:moveTo>
                <a:lnTo>
                  <a:pt x="1245374" y="696954"/>
                </a:lnTo>
                <a:moveTo>
                  <a:pt x="657461" y="812275"/>
                </a:moveTo>
                <a:lnTo>
                  <a:pt x="676196" y="921679"/>
                </a:lnTo>
                <a:moveTo>
                  <a:pt x="2157095" y="649908"/>
                </a:moveTo>
                <a:lnTo>
                  <a:pt x="2163913" y="626471"/>
                </a:lnTo>
                <a:moveTo>
                  <a:pt x="2157095" y="649908"/>
                </a:moveTo>
                <a:lnTo>
                  <a:pt x="2180562" y="640536"/>
                </a:lnTo>
                <a:moveTo>
                  <a:pt x="1906879" y="587228"/>
                </a:moveTo>
                <a:lnTo>
                  <a:pt x="1990574" y="555395"/>
                </a:lnTo>
                <a:moveTo>
                  <a:pt x="1051438" y="565244"/>
                </a:moveTo>
                <a:lnTo>
                  <a:pt x="995383" y="540531"/>
                </a:lnTo>
                <a:moveTo>
                  <a:pt x="1415449" y="787223"/>
                </a:moveTo>
                <a:lnTo>
                  <a:pt x="1559053" y="818091"/>
                </a:lnTo>
                <a:moveTo>
                  <a:pt x="1341661" y="287862"/>
                </a:moveTo>
                <a:lnTo>
                  <a:pt x="1342317" y="287832"/>
                </a:lnTo>
                <a:moveTo>
                  <a:pt x="1341661" y="287862"/>
                </a:moveTo>
                <a:lnTo>
                  <a:pt x="1341366" y="287684"/>
                </a:lnTo>
                <a:moveTo>
                  <a:pt x="1341366" y="287684"/>
                </a:moveTo>
                <a:lnTo>
                  <a:pt x="1342317" y="287832"/>
                </a:lnTo>
                <a:moveTo>
                  <a:pt x="267077" y="530139"/>
                </a:moveTo>
                <a:lnTo>
                  <a:pt x="411957" y="650494"/>
                </a:lnTo>
                <a:moveTo>
                  <a:pt x="1342667" y="288796"/>
                </a:moveTo>
                <a:lnTo>
                  <a:pt x="1342317" y="287832"/>
                </a:lnTo>
                <a:moveTo>
                  <a:pt x="1341366" y="287684"/>
                </a:moveTo>
                <a:lnTo>
                  <a:pt x="1342667" y="288796"/>
                </a:lnTo>
                <a:moveTo>
                  <a:pt x="762059" y="525788"/>
                </a:moveTo>
                <a:lnTo>
                  <a:pt x="722622" y="466325"/>
                </a:lnTo>
                <a:moveTo>
                  <a:pt x="783573" y="450517"/>
                </a:moveTo>
                <a:lnTo>
                  <a:pt x="793336" y="488440"/>
                </a:lnTo>
                <a:moveTo>
                  <a:pt x="778785" y="865962"/>
                </a:moveTo>
                <a:lnTo>
                  <a:pt x="921846" y="809451"/>
                </a:lnTo>
                <a:moveTo>
                  <a:pt x="722622" y="466325"/>
                </a:moveTo>
                <a:lnTo>
                  <a:pt x="793336" y="488440"/>
                </a:lnTo>
                <a:moveTo>
                  <a:pt x="902030" y="226869"/>
                </a:moveTo>
                <a:lnTo>
                  <a:pt x="985062" y="259495"/>
                </a:lnTo>
                <a:moveTo>
                  <a:pt x="1116658" y="796008"/>
                </a:moveTo>
                <a:lnTo>
                  <a:pt x="1045787" y="742232"/>
                </a:lnTo>
                <a:moveTo>
                  <a:pt x="2389842" y="464775"/>
                </a:moveTo>
                <a:lnTo>
                  <a:pt x="2361476" y="445338"/>
                </a:lnTo>
                <a:moveTo>
                  <a:pt x="1219600" y="709303"/>
                </a:moveTo>
                <a:lnTo>
                  <a:pt x="1110149" y="619725"/>
                </a:lnTo>
                <a:moveTo>
                  <a:pt x="1653323" y="371396"/>
                </a:moveTo>
                <a:lnTo>
                  <a:pt x="1685579" y="405206"/>
                </a:lnTo>
                <a:moveTo>
                  <a:pt x="1653892" y="371391"/>
                </a:moveTo>
                <a:lnTo>
                  <a:pt x="1685579" y="405206"/>
                </a:lnTo>
                <a:moveTo>
                  <a:pt x="1333140" y="802674"/>
                </a:moveTo>
                <a:lnTo>
                  <a:pt x="1426425" y="711642"/>
                </a:lnTo>
                <a:moveTo>
                  <a:pt x="2491241" y="553109"/>
                </a:moveTo>
                <a:lnTo>
                  <a:pt x="2459333" y="524156"/>
                </a:lnTo>
                <a:moveTo>
                  <a:pt x="735659" y="425537"/>
                </a:moveTo>
                <a:lnTo>
                  <a:pt x="832955" y="390253"/>
                </a:lnTo>
                <a:moveTo>
                  <a:pt x="1825923" y="693615"/>
                </a:moveTo>
                <a:lnTo>
                  <a:pt x="1906879" y="587228"/>
                </a:lnTo>
                <a:moveTo>
                  <a:pt x="872855" y="242683"/>
                </a:moveTo>
                <a:lnTo>
                  <a:pt x="985062" y="259495"/>
                </a:lnTo>
                <a:moveTo>
                  <a:pt x="2457892" y="584080"/>
                </a:moveTo>
                <a:lnTo>
                  <a:pt x="2459333" y="524156"/>
                </a:lnTo>
                <a:moveTo>
                  <a:pt x="486574" y="429615"/>
                </a:moveTo>
                <a:lnTo>
                  <a:pt x="505762" y="376896"/>
                </a:lnTo>
                <a:moveTo>
                  <a:pt x="2459333" y="524156"/>
                </a:moveTo>
                <a:lnTo>
                  <a:pt x="2499495" y="534400"/>
                </a:lnTo>
                <a:moveTo>
                  <a:pt x="832955" y="390253"/>
                </a:moveTo>
                <a:lnTo>
                  <a:pt x="828012" y="315255"/>
                </a:lnTo>
                <a:moveTo>
                  <a:pt x="1219600" y="709303"/>
                </a:moveTo>
                <a:lnTo>
                  <a:pt x="1197758" y="518790"/>
                </a:lnTo>
                <a:moveTo>
                  <a:pt x="1342317" y="287832"/>
                </a:moveTo>
                <a:lnTo>
                  <a:pt x="1541371" y="343496"/>
                </a:lnTo>
                <a:moveTo>
                  <a:pt x="702888" y="449164"/>
                </a:moveTo>
                <a:lnTo>
                  <a:pt x="832955" y="390253"/>
                </a:lnTo>
                <a:moveTo>
                  <a:pt x="1342667" y="288796"/>
                </a:moveTo>
                <a:lnTo>
                  <a:pt x="1541371" y="343496"/>
                </a:lnTo>
                <a:moveTo>
                  <a:pt x="1137675" y="289066"/>
                </a:moveTo>
                <a:lnTo>
                  <a:pt x="1177947" y="329636"/>
                </a:lnTo>
                <a:moveTo>
                  <a:pt x="1559053" y="818091"/>
                </a:moveTo>
                <a:lnTo>
                  <a:pt x="1672756" y="773327"/>
                </a:lnTo>
                <a:moveTo>
                  <a:pt x="1559053" y="818091"/>
                </a:moveTo>
                <a:lnTo>
                  <a:pt x="1473238" y="750448"/>
                </a:lnTo>
                <a:moveTo>
                  <a:pt x="1256687" y="739554"/>
                </a:moveTo>
                <a:lnTo>
                  <a:pt x="1341948" y="640604"/>
                </a:lnTo>
                <a:moveTo>
                  <a:pt x="919391" y="499498"/>
                </a:moveTo>
                <a:lnTo>
                  <a:pt x="995383" y="540531"/>
                </a:lnTo>
                <a:moveTo>
                  <a:pt x="1711479" y="773836"/>
                </a:moveTo>
                <a:lnTo>
                  <a:pt x="1825923" y="693615"/>
                </a:lnTo>
                <a:moveTo>
                  <a:pt x="1529381" y="450070"/>
                </a:moveTo>
                <a:lnTo>
                  <a:pt x="1653323" y="371396"/>
                </a:lnTo>
                <a:moveTo>
                  <a:pt x="267077" y="530139"/>
                </a:moveTo>
                <a:lnTo>
                  <a:pt x="266856" y="438643"/>
                </a:lnTo>
                <a:moveTo>
                  <a:pt x="1256687" y="739554"/>
                </a:moveTo>
                <a:lnTo>
                  <a:pt x="1426425" y="711642"/>
                </a:lnTo>
                <a:moveTo>
                  <a:pt x="722622" y="466325"/>
                </a:moveTo>
                <a:lnTo>
                  <a:pt x="832955" y="390253"/>
                </a:lnTo>
                <a:moveTo>
                  <a:pt x="832955" y="390253"/>
                </a:moveTo>
                <a:lnTo>
                  <a:pt x="872855" y="242683"/>
                </a:lnTo>
                <a:moveTo>
                  <a:pt x="806152" y="361606"/>
                </a:moveTo>
                <a:lnTo>
                  <a:pt x="832955" y="390253"/>
                </a:lnTo>
                <a:moveTo>
                  <a:pt x="411957" y="650494"/>
                </a:moveTo>
                <a:lnTo>
                  <a:pt x="522025" y="812419"/>
                </a:lnTo>
                <a:moveTo>
                  <a:pt x="2459333" y="524156"/>
                </a:moveTo>
                <a:lnTo>
                  <a:pt x="2470355" y="536788"/>
                </a:lnTo>
                <a:moveTo>
                  <a:pt x="2259300" y="711163"/>
                </a:moveTo>
                <a:lnTo>
                  <a:pt x="2305315" y="568372"/>
                </a:lnTo>
                <a:moveTo>
                  <a:pt x="1219600" y="709303"/>
                </a:moveTo>
                <a:lnTo>
                  <a:pt x="1270186" y="580458"/>
                </a:lnTo>
                <a:moveTo>
                  <a:pt x="1110149" y="619725"/>
                </a:moveTo>
                <a:lnTo>
                  <a:pt x="1143913" y="472688"/>
                </a:lnTo>
                <a:moveTo>
                  <a:pt x="921846" y="809451"/>
                </a:moveTo>
                <a:lnTo>
                  <a:pt x="1045787" y="742232"/>
                </a:lnTo>
                <a:moveTo>
                  <a:pt x="925886" y="462868"/>
                </a:moveTo>
                <a:lnTo>
                  <a:pt x="995383" y="540531"/>
                </a:lnTo>
                <a:moveTo>
                  <a:pt x="2305315" y="568372"/>
                </a:moveTo>
                <a:lnTo>
                  <a:pt x="2341974" y="606118"/>
                </a:lnTo>
                <a:moveTo>
                  <a:pt x="1559053" y="818091"/>
                </a:moveTo>
                <a:lnTo>
                  <a:pt x="1666832" y="738950"/>
                </a:lnTo>
                <a:moveTo>
                  <a:pt x="2233095" y="508437"/>
                </a:moveTo>
                <a:lnTo>
                  <a:pt x="2187757" y="476514"/>
                </a:lnTo>
                <a:moveTo>
                  <a:pt x="353939" y="337043"/>
                </a:moveTo>
                <a:lnTo>
                  <a:pt x="461398" y="298095"/>
                </a:lnTo>
                <a:moveTo>
                  <a:pt x="1143913" y="472688"/>
                </a:moveTo>
                <a:lnTo>
                  <a:pt x="1197758" y="518790"/>
                </a:lnTo>
                <a:moveTo>
                  <a:pt x="872855" y="242683"/>
                </a:moveTo>
                <a:lnTo>
                  <a:pt x="909063" y="280077"/>
                </a:lnTo>
                <a:moveTo>
                  <a:pt x="753267" y="847238"/>
                </a:moveTo>
                <a:lnTo>
                  <a:pt x="921846" y="809451"/>
                </a:lnTo>
                <a:moveTo>
                  <a:pt x="2341974" y="606118"/>
                </a:moveTo>
                <a:lnTo>
                  <a:pt x="2389842" y="464775"/>
                </a:lnTo>
                <a:moveTo>
                  <a:pt x="1245374" y="696954"/>
                </a:moveTo>
                <a:lnTo>
                  <a:pt x="1270186" y="580458"/>
                </a:lnTo>
                <a:moveTo>
                  <a:pt x="1245374" y="696954"/>
                </a:moveTo>
                <a:lnTo>
                  <a:pt x="1341948" y="640604"/>
                </a:lnTo>
                <a:moveTo>
                  <a:pt x="995745" y="347809"/>
                </a:moveTo>
                <a:lnTo>
                  <a:pt x="985062" y="259495"/>
                </a:lnTo>
                <a:moveTo>
                  <a:pt x="798981" y="533351"/>
                </a:moveTo>
                <a:lnTo>
                  <a:pt x="762059" y="525788"/>
                </a:lnTo>
                <a:moveTo>
                  <a:pt x="2457892" y="584080"/>
                </a:moveTo>
                <a:lnTo>
                  <a:pt x="2491241" y="553109"/>
                </a:lnTo>
                <a:moveTo>
                  <a:pt x="798981" y="533351"/>
                </a:moveTo>
                <a:lnTo>
                  <a:pt x="793336" y="488440"/>
                </a:lnTo>
                <a:moveTo>
                  <a:pt x="1110149" y="619725"/>
                </a:moveTo>
                <a:lnTo>
                  <a:pt x="1197758" y="518790"/>
                </a:lnTo>
                <a:moveTo>
                  <a:pt x="921846" y="809451"/>
                </a:moveTo>
                <a:lnTo>
                  <a:pt x="840983" y="746403"/>
                </a:lnTo>
                <a:moveTo>
                  <a:pt x="2491241" y="553109"/>
                </a:moveTo>
                <a:lnTo>
                  <a:pt x="2499495" y="534400"/>
                </a:lnTo>
                <a:moveTo>
                  <a:pt x="676196" y="921679"/>
                </a:moveTo>
                <a:lnTo>
                  <a:pt x="778785" y="865962"/>
                </a:lnTo>
                <a:moveTo>
                  <a:pt x="1990574" y="555395"/>
                </a:moveTo>
                <a:lnTo>
                  <a:pt x="2008108" y="666234"/>
                </a:lnTo>
                <a:moveTo>
                  <a:pt x="925886" y="462868"/>
                </a:moveTo>
                <a:lnTo>
                  <a:pt x="963595" y="325474"/>
                </a:lnTo>
                <a:moveTo>
                  <a:pt x="616511" y="406232"/>
                </a:moveTo>
                <a:lnTo>
                  <a:pt x="762059" y="525788"/>
                </a:lnTo>
                <a:moveTo>
                  <a:pt x="1342667" y="288796"/>
                </a:moveTo>
                <a:lnTo>
                  <a:pt x="1441770" y="375240"/>
                </a:lnTo>
                <a:moveTo>
                  <a:pt x="2033875" y="516816"/>
                </a:moveTo>
                <a:lnTo>
                  <a:pt x="2155817" y="489851"/>
                </a:lnTo>
                <a:moveTo>
                  <a:pt x="498260" y="807307"/>
                </a:moveTo>
                <a:lnTo>
                  <a:pt x="522025" y="812419"/>
                </a:lnTo>
                <a:moveTo>
                  <a:pt x="2163913" y="626471"/>
                </a:moveTo>
                <a:lnTo>
                  <a:pt x="2187757" y="476514"/>
                </a:lnTo>
                <a:moveTo>
                  <a:pt x="2180562" y="640536"/>
                </a:moveTo>
                <a:lnTo>
                  <a:pt x="2259300" y="711163"/>
                </a:lnTo>
                <a:moveTo>
                  <a:pt x="1013045" y="540075"/>
                </a:moveTo>
                <a:lnTo>
                  <a:pt x="1143913" y="472688"/>
                </a:lnTo>
                <a:moveTo>
                  <a:pt x="522025" y="812419"/>
                </a:moveTo>
                <a:lnTo>
                  <a:pt x="676196" y="921679"/>
                </a:lnTo>
                <a:moveTo>
                  <a:pt x="1177947" y="329636"/>
                </a:moveTo>
                <a:lnTo>
                  <a:pt x="1341366" y="287684"/>
                </a:lnTo>
                <a:moveTo>
                  <a:pt x="1415449" y="787223"/>
                </a:moveTo>
                <a:lnTo>
                  <a:pt x="1473238" y="750448"/>
                </a:lnTo>
                <a:moveTo>
                  <a:pt x="1672756" y="773327"/>
                </a:moveTo>
                <a:lnTo>
                  <a:pt x="1711479" y="773836"/>
                </a:lnTo>
                <a:moveTo>
                  <a:pt x="2389842" y="464775"/>
                </a:moveTo>
                <a:lnTo>
                  <a:pt x="2332950" y="571692"/>
                </a:lnTo>
                <a:moveTo>
                  <a:pt x="1559053" y="818091"/>
                </a:moveTo>
                <a:lnTo>
                  <a:pt x="1587954" y="674667"/>
                </a:lnTo>
                <a:moveTo>
                  <a:pt x="778785" y="865962"/>
                </a:moveTo>
                <a:lnTo>
                  <a:pt x="753267" y="847238"/>
                </a:lnTo>
                <a:moveTo>
                  <a:pt x="2457892" y="584080"/>
                </a:moveTo>
                <a:lnTo>
                  <a:pt x="2470355" y="536788"/>
                </a:lnTo>
                <a:moveTo>
                  <a:pt x="1825923" y="693615"/>
                </a:moveTo>
                <a:lnTo>
                  <a:pt x="1869094" y="559100"/>
                </a:lnTo>
                <a:moveTo>
                  <a:pt x="2163913" y="626471"/>
                </a:moveTo>
                <a:lnTo>
                  <a:pt x="2155817" y="489851"/>
                </a:lnTo>
                <a:moveTo>
                  <a:pt x="1045787" y="742232"/>
                </a:moveTo>
                <a:lnTo>
                  <a:pt x="1110149" y="619725"/>
                </a:lnTo>
                <a:moveTo>
                  <a:pt x="267077" y="530139"/>
                </a:moveTo>
                <a:lnTo>
                  <a:pt x="294313" y="629392"/>
                </a:lnTo>
                <a:moveTo>
                  <a:pt x="1013045" y="540075"/>
                </a:moveTo>
                <a:lnTo>
                  <a:pt x="1110149" y="619725"/>
                </a:lnTo>
                <a:moveTo>
                  <a:pt x="1415449" y="787223"/>
                </a:moveTo>
                <a:lnTo>
                  <a:pt x="1426425" y="711642"/>
                </a:lnTo>
                <a:moveTo>
                  <a:pt x="2470355" y="536788"/>
                </a:moveTo>
                <a:lnTo>
                  <a:pt x="2499495" y="534400"/>
                </a:lnTo>
                <a:moveTo>
                  <a:pt x="2157095" y="649908"/>
                </a:moveTo>
                <a:lnTo>
                  <a:pt x="2008108" y="666234"/>
                </a:lnTo>
                <a:moveTo>
                  <a:pt x="534853" y="838780"/>
                </a:moveTo>
                <a:lnTo>
                  <a:pt x="522025" y="812419"/>
                </a:lnTo>
                <a:moveTo>
                  <a:pt x="1825923" y="693615"/>
                </a:moveTo>
                <a:lnTo>
                  <a:pt x="1789433" y="667410"/>
                </a:lnTo>
                <a:moveTo>
                  <a:pt x="995745" y="347809"/>
                </a:moveTo>
                <a:lnTo>
                  <a:pt x="963595" y="325474"/>
                </a:lnTo>
                <a:moveTo>
                  <a:pt x="1441770" y="375240"/>
                </a:moveTo>
                <a:lnTo>
                  <a:pt x="1541371" y="343496"/>
                </a:lnTo>
                <a:moveTo>
                  <a:pt x="266856" y="438643"/>
                </a:moveTo>
                <a:lnTo>
                  <a:pt x="353939" y="337043"/>
                </a:lnTo>
                <a:moveTo>
                  <a:pt x="1270186" y="580458"/>
                </a:moveTo>
                <a:lnTo>
                  <a:pt x="1197758" y="518790"/>
                </a:lnTo>
                <a:moveTo>
                  <a:pt x="2491241" y="553109"/>
                </a:moveTo>
                <a:lnTo>
                  <a:pt x="2503822" y="565440"/>
                </a:lnTo>
                <a:moveTo>
                  <a:pt x="1143913" y="472688"/>
                </a:moveTo>
                <a:lnTo>
                  <a:pt x="1177947" y="329636"/>
                </a:lnTo>
                <a:moveTo>
                  <a:pt x="925886" y="462868"/>
                </a:moveTo>
                <a:lnTo>
                  <a:pt x="896670" y="445603"/>
                </a:lnTo>
                <a:moveTo>
                  <a:pt x="1906879" y="587228"/>
                </a:moveTo>
                <a:lnTo>
                  <a:pt x="1869094" y="559100"/>
                </a:lnTo>
                <a:moveTo>
                  <a:pt x="2457892" y="584080"/>
                </a:moveTo>
                <a:lnTo>
                  <a:pt x="2503822" y="565440"/>
                </a:lnTo>
                <a:moveTo>
                  <a:pt x="417087" y="741486"/>
                </a:moveTo>
                <a:lnTo>
                  <a:pt x="411957" y="650494"/>
                </a:lnTo>
                <a:moveTo>
                  <a:pt x="1711479" y="773836"/>
                </a:moveTo>
                <a:lnTo>
                  <a:pt x="1697145" y="764003"/>
                </a:lnTo>
                <a:moveTo>
                  <a:pt x="2503822" y="565440"/>
                </a:moveTo>
                <a:lnTo>
                  <a:pt x="2499495" y="534400"/>
                </a:lnTo>
                <a:moveTo>
                  <a:pt x="1906879" y="587228"/>
                </a:moveTo>
                <a:lnTo>
                  <a:pt x="2008108" y="666234"/>
                </a:lnTo>
                <a:moveTo>
                  <a:pt x="2180562" y="640536"/>
                </a:moveTo>
                <a:lnTo>
                  <a:pt x="2187458" y="745428"/>
                </a:lnTo>
                <a:moveTo>
                  <a:pt x="1341366" y="287684"/>
                </a:moveTo>
                <a:lnTo>
                  <a:pt x="1355858" y="403439"/>
                </a:lnTo>
                <a:moveTo>
                  <a:pt x="1355858" y="403439"/>
                </a:moveTo>
                <a:lnTo>
                  <a:pt x="1342667" y="288796"/>
                </a:lnTo>
                <a:moveTo>
                  <a:pt x="411957" y="650494"/>
                </a:moveTo>
                <a:lnTo>
                  <a:pt x="294313" y="629392"/>
                </a:lnTo>
                <a:moveTo>
                  <a:pt x="498260" y="807307"/>
                </a:moveTo>
                <a:lnTo>
                  <a:pt x="534853" y="838780"/>
                </a:lnTo>
                <a:moveTo>
                  <a:pt x="2157095" y="649908"/>
                </a:moveTo>
                <a:lnTo>
                  <a:pt x="2187458" y="745428"/>
                </a:lnTo>
                <a:moveTo>
                  <a:pt x="534853" y="838780"/>
                </a:moveTo>
                <a:lnTo>
                  <a:pt x="676196" y="921679"/>
                </a:lnTo>
                <a:moveTo>
                  <a:pt x="1270186" y="580458"/>
                </a:moveTo>
                <a:lnTo>
                  <a:pt x="1341948" y="640604"/>
                </a:lnTo>
                <a:moveTo>
                  <a:pt x="1906879" y="587228"/>
                </a:moveTo>
                <a:lnTo>
                  <a:pt x="1960715" y="461889"/>
                </a:lnTo>
                <a:moveTo>
                  <a:pt x="461398" y="298095"/>
                </a:moveTo>
                <a:lnTo>
                  <a:pt x="505762" y="376896"/>
                </a:lnTo>
                <a:moveTo>
                  <a:pt x="417087" y="741486"/>
                </a:moveTo>
                <a:lnTo>
                  <a:pt x="522025" y="812419"/>
                </a:lnTo>
                <a:moveTo>
                  <a:pt x="1711479" y="773836"/>
                </a:moveTo>
                <a:lnTo>
                  <a:pt x="1789433" y="667410"/>
                </a:lnTo>
                <a:moveTo>
                  <a:pt x="676196" y="921679"/>
                </a:moveTo>
                <a:lnTo>
                  <a:pt x="753267" y="847238"/>
                </a:lnTo>
                <a:moveTo>
                  <a:pt x="2470355" y="536788"/>
                </a:moveTo>
                <a:lnTo>
                  <a:pt x="2503822" y="565440"/>
                </a:lnTo>
                <a:moveTo>
                  <a:pt x="1426425" y="711642"/>
                </a:moveTo>
                <a:lnTo>
                  <a:pt x="1473238" y="750448"/>
                </a:lnTo>
                <a:moveTo>
                  <a:pt x="1426425" y="711642"/>
                </a:moveTo>
                <a:lnTo>
                  <a:pt x="1341948" y="640604"/>
                </a:lnTo>
                <a:moveTo>
                  <a:pt x="1529381" y="450070"/>
                </a:moveTo>
                <a:lnTo>
                  <a:pt x="1541371" y="343496"/>
                </a:lnTo>
                <a:moveTo>
                  <a:pt x="636891" y="924734"/>
                </a:moveTo>
                <a:lnTo>
                  <a:pt x="676196" y="921679"/>
                </a:lnTo>
                <a:moveTo>
                  <a:pt x="921846" y="809451"/>
                </a:moveTo>
                <a:lnTo>
                  <a:pt x="956174" y="671063"/>
                </a:lnTo>
                <a:moveTo>
                  <a:pt x="1672756" y="773327"/>
                </a:moveTo>
                <a:lnTo>
                  <a:pt x="1697145" y="764003"/>
                </a:lnTo>
                <a:moveTo>
                  <a:pt x="793336" y="488440"/>
                </a:moveTo>
                <a:lnTo>
                  <a:pt x="832955" y="390253"/>
                </a:lnTo>
                <a:moveTo>
                  <a:pt x="784253" y="700589"/>
                </a:moveTo>
                <a:lnTo>
                  <a:pt x="798981" y="533351"/>
                </a:lnTo>
                <a:moveTo>
                  <a:pt x="1685579" y="405206"/>
                </a:moveTo>
                <a:lnTo>
                  <a:pt x="1772466" y="360901"/>
                </a:lnTo>
                <a:moveTo>
                  <a:pt x="1672756" y="773327"/>
                </a:moveTo>
                <a:lnTo>
                  <a:pt x="1666832" y="738950"/>
                </a:lnTo>
                <a:moveTo>
                  <a:pt x="1013045" y="540075"/>
                </a:moveTo>
                <a:lnTo>
                  <a:pt x="995383" y="540531"/>
                </a:lnTo>
                <a:moveTo>
                  <a:pt x="1292462" y="428219"/>
                </a:moveTo>
                <a:lnTo>
                  <a:pt x="1341366" y="287684"/>
                </a:lnTo>
                <a:moveTo>
                  <a:pt x="498260" y="807307"/>
                </a:moveTo>
                <a:lnTo>
                  <a:pt x="417087" y="741486"/>
                </a:lnTo>
                <a:moveTo>
                  <a:pt x="636891" y="924734"/>
                </a:moveTo>
                <a:lnTo>
                  <a:pt x="534853" y="838780"/>
                </a:lnTo>
                <a:moveTo>
                  <a:pt x="616511" y="406232"/>
                </a:moveTo>
                <a:lnTo>
                  <a:pt x="505762" y="376896"/>
                </a:lnTo>
                <a:moveTo>
                  <a:pt x="1197758" y="518790"/>
                </a:moveTo>
                <a:lnTo>
                  <a:pt x="1277869" y="496567"/>
                </a:lnTo>
                <a:moveTo>
                  <a:pt x="636891" y="924734"/>
                </a:moveTo>
                <a:lnTo>
                  <a:pt x="753267" y="847238"/>
                </a:lnTo>
                <a:moveTo>
                  <a:pt x="753267" y="847238"/>
                </a:moveTo>
                <a:lnTo>
                  <a:pt x="840983" y="746403"/>
                </a:lnTo>
                <a:moveTo>
                  <a:pt x="739133" y="663879"/>
                </a:moveTo>
                <a:lnTo>
                  <a:pt x="798981" y="533351"/>
                </a:lnTo>
                <a:moveTo>
                  <a:pt x="1143913" y="472688"/>
                </a:moveTo>
                <a:lnTo>
                  <a:pt x="1292462" y="428219"/>
                </a:lnTo>
                <a:moveTo>
                  <a:pt x="1666832" y="738950"/>
                </a:moveTo>
                <a:lnTo>
                  <a:pt x="1697145" y="764003"/>
                </a:lnTo>
                <a:moveTo>
                  <a:pt x="798981" y="533351"/>
                </a:moveTo>
                <a:lnTo>
                  <a:pt x="856123" y="587103"/>
                </a:lnTo>
                <a:moveTo>
                  <a:pt x="267077" y="530139"/>
                </a:moveTo>
                <a:lnTo>
                  <a:pt x="322755" y="491423"/>
                </a:lnTo>
                <a:moveTo>
                  <a:pt x="963595" y="325474"/>
                </a:moveTo>
                <a:lnTo>
                  <a:pt x="985062" y="259495"/>
                </a:lnTo>
                <a:moveTo>
                  <a:pt x="616511" y="406232"/>
                </a:moveTo>
                <a:lnTo>
                  <a:pt x="632065" y="519434"/>
                </a:lnTo>
                <a:moveTo>
                  <a:pt x="909063" y="280077"/>
                </a:moveTo>
                <a:lnTo>
                  <a:pt x="985062" y="259495"/>
                </a:lnTo>
                <a:moveTo>
                  <a:pt x="1270186" y="580458"/>
                </a:moveTo>
                <a:lnTo>
                  <a:pt x="1277869" y="496567"/>
                </a:lnTo>
                <a:moveTo>
                  <a:pt x="1750862" y="461375"/>
                </a:moveTo>
                <a:lnTo>
                  <a:pt x="1772466" y="360901"/>
                </a:lnTo>
                <a:moveTo>
                  <a:pt x="1697145" y="764003"/>
                </a:moveTo>
                <a:lnTo>
                  <a:pt x="1789433" y="667410"/>
                </a:lnTo>
                <a:moveTo>
                  <a:pt x="353939" y="337043"/>
                </a:moveTo>
                <a:lnTo>
                  <a:pt x="505762" y="376896"/>
                </a:lnTo>
                <a:moveTo>
                  <a:pt x="388609" y="810151"/>
                </a:moveTo>
                <a:lnTo>
                  <a:pt x="498260" y="807307"/>
                </a:lnTo>
                <a:moveTo>
                  <a:pt x="956174" y="671063"/>
                </a:moveTo>
                <a:lnTo>
                  <a:pt x="1110149" y="619725"/>
                </a:lnTo>
                <a:moveTo>
                  <a:pt x="1441770" y="375240"/>
                </a:moveTo>
                <a:lnTo>
                  <a:pt x="1529381" y="450070"/>
                </a:lnTo>
                <a:moveTo>
                  <a:pt x="793336" y="488440"/>
                </a:moveTo>
                <a:lnTo>
                  <a:pt x="896670" y="445603"/>
                </a:lnTo>
                <a:moveTo>
                  <a:pt x="2332950" y="571692"/>
                </a:moveTo>
                <a:lnTo>
                  <a:pt x="2361476" y="445338"/>
                </a:lnTo>
                <a:moveTo>
                  <a:pt x="1473238" y="750448"/>
                </a:moveTo>
                <a:lnTo>
                  <a:pt x="1587954" y="674667"/>
                </a:lnTo>
                <a:moveTo>
                  <a:pt x="1197758" y="518790"/>
                </a:moveTo>
                <a:lnTo>
                  <a:pt x="1292462" y="428219"/>
                </a:lnTo>
                <a:moveTo>
                  <a:pt x="1789433" y="667410"/>
                </a:moveTo>
                <a:lnTo>
                  <a:pt x="1869094" y="559100"/>
                </a:lnTo>
                <a:moveTo>
                  <a:pt x="392257" y="724478"/>
                </a:moveTo>
                <a:lnTo>
                  <a:pt x="411957" y="650494"/>
                </a:lnTo>
                <a:moveTo>
                  <a:pt x="1355858" y="403439"/>
                </a:moveTo>
                <a:lnTo>
                  <a:pt x="1441770" y="375240"/>
                </a:lnTo>
                <a:moveTo>
                  <a:pt x="832955" y="390253"/>
                </a:moveTo>
                <a:lnTo>
                  <a:pt x="909063" y="280077"/>
                </a:lnTo>
                <a:moveTo>
                  <a:pt x="762059" y="525788"/>
                </a:moveTo>
                <a:lnTo>
                  <a:pt x="632065" y="519434"/>
                </a:lnTo>
                <a:moveTo>
                  <a:pt x="1529381" y="450070"/>
                </a:moveTo>
                <a:lnTo>
                  <a:pt x="1685579" y="405206"/>
                </a:lnTo>
                <a:moveTo>
                  <a:pt x="739133" y="663879"/>
                </a:moveTo>
                <a:lnTo>
                  <a:pt x="762059" y="525788"/>
                </a:lnTo>
                <a:moveTo>
                  <a:pt x="2259300" y="711163"/>
                </a:moveTo>
                <a:lnTo>
                  <a:pt x="2341974" y="606118"/>
                </a:lnTo>
                <a:moveTo>
                  <a:pt x="1473238" y="750448"/>
                </a:moveTo>
                <a:lnTo>
                  <a:pt x="1448064" y="586693"/>
                </a:lnTo>
                <a:moveTo>
                  <a:pt x="1697145" y="764003"/>
                </a:moveTo>
                <a:lnTo>
                  <a:pt x="1730821" y="619304"/>
                </a:lnTo>
                <a:moveTo>
                  <a:pt x="856123" y="587103"/>
                </a:moveTo>
                <a:lnTo>
                  <a:pt x="793336" y="488440"/>
                </a:lnTo>
                <a:moveTo>
                  <a:pt x="1832268" y="528928"/>
                </a:moveTo>
                <a:lnTo>
                  <a:pt x="1869094" y="559100"/>
                </a:lnTo>
                <a:moveTo>
                  <a:pt x="1341948" y="640604"/>
                </a:moveTo>
                <a:lnTo>
                  <a:pt x="1448064" y="586693"/>
                </a:lnTo>
                <a:moveTo>
                  <a:pt x="498260" y="807307"/>
                </a:moveTo>
                <a:lnTo>
                  <a:pt x="545825" y="915775"/>
                </a:lnTo>
                <a:moveTo>
                  <a:pt x="2155817" y="489851"/>
                </a:moveTo>
                <a:lnTo>
                  <a:pt x="2187757" y="476514"/>
                </a:lnTo>
                <a:moveTo>
                  <a:pt x="1869094" y="559100"/>
                </a:moveTo>
                <a:lnTo>
                  <a:pt x="1960715" y="461889"/>
                </a:lnTo>
                <a:moveTo>
                  <a:pt x="1789433" y="667410"/>
                </a:moveTo>
                <a:lnTo>
                  <a:pt x="1832268" y="528928"/>
                </a:lnTo>
                <a:moveTo>
                  <a:pt x="1666832" y="738950"/>
                </a:moveTo>
                <a:lnTo>
                  <a:pt x="1730821" y="619304"/>
                </a:lnTo>
                <a:moveTo>
                  <a:pt x="1426425" y="711642"/>
                </a:moveTo>
                <a:lnTo>
                  <a:pt x="1448064" y="586693"/>
                </a:lnTo>
                <a:moveTo>
                  <a:pt x="2008108" y="666234"/>
                </a:moveTo>
                <a:lnTo>
                  <a:pt x="1960715" y="461889"/>
                </a:lnTo>
                <a:moveTo>
                  <a:pt x="909063" y="280077"/>
                </a:moveTo>
                <a:lnTo>
                  <a:pt x="963595" y="325474"/>
                </a:lnTo>
                <a:moveTo>
                  <a:pt x="1685579" y="405206"/>
                </a:moveTo>
                <a:lnTo>
                  <a:pt x="1750862" y="461375"/>
                </a:lnTo>
                <a:moveTo>
                  <a:pt x="784253" y="700589"/>
                </a:moveTo>
                <a:lnTo>
                  <a:pt x="840983" y="746403"/>
                </a:lnTo>
                <a:moveTo>
                  <a:pt x="995383" y="540531"/>
                </a:moveTo>
                <a:lnTo>
                  <a:pt x="896670" y="445603"/>
                </a:lnTo>
                <a:moveTo>
                  <a:pt x="1666832" y="738950"/>
                </a:moveTo>
                <a:lnTo>
                  <a:pt x="1587954" y="674667"/>
                </a:lnTo>
                <a:moveTo>
                  <a:pt x="1270186" y="580458"/>
                </a:moveTo>
                <a:lnTo>
                  <a:pt x="1452445" y="562329"/>
                </a:lnTo>
                <a:moveTo>
                  <a:pt x="1473238" y="750448"/>
                </a:moveTo>
                <a:lnTo>
                  <a:pt x="1469220" y="576476"/>
                </a:lnTo>
                <a:moveTo>
                  <a:pt x="1341948" y="640604"/>
                </a:moveTo>
                <a:lnTo>
                  <a:pt x="1452445" y="562329"/>
                </a:lnTo>
                <a:moveTo>
                  <a:pt x="1270186" y="580458"/>
                </a:moveTo>
                <a:lnTo>
                  <a:pt x="1336723" y="465513"/>
                </a:lnTo>
                <a:moveTo>
                  <a:pt x="2187458" y="745428"/>
                </a:moveTo>
                <a:lnTo>
                  <a:pt x="2259300" y="711163"/>
                </a:lnTo>
                <a:moveTo>
                  <a:pt x="1561571" y="477953"/>
                </a:moveTo>
                <a:lnTo>
                  <a:pt x="1685579" y="405206"/>
                </a:lnTo>
                <a:moveTo>
                  <a:pt x="1441770" y="375240"/>
                </a:moveTo>
                <a:lnTo>
                  <a:pt x="1490449" y="536080"/>
                </a:lnTo>
                <a:moveTo>
                  <a:pt x="1045787" y="742232"/>
                </a:moveTo>
                <a:lnTo>
                  <a:pt x="956174" y="671063"/>
                </a:lnTo>
                <a:moveTo>
                  <a:pt x="956174" y="671063"/>
                </a:moveTo>
                <a:lnTo>
                  <a:pt x="1013045" y="540075"/>
                </a:lnTo>
                <a:moveTo>
                  <a:pt x="1730821" y="619304"/>
                </a:moveTo>
                <a:lnTo>
                  <a:pt x="1789433" y="667410"/>
                </a:lnTo>
                <a:moveTo>
                  <a:pt x="1960715" y="461889"/>
                </a:moveTo>
                <a:lnTo>
                  <a:pt x="2155817" y="489851"/>
                </a:lnTo>
                <a:moveTo>
                  <a:pt x="545825" y="915775"/>
                </a:moveTo>
                <a:lnTo>
                  <a:pt x="534853" y="838780"/>
                </a:lnTo>
                <a:moveTo>
                  <a:pt x="832955" y="390253"/>
                </a:moveTo>
                <a:lnTo>
                  <a:pt x="896670" y="445603"/>
                </a:lnTo>
                <a:moveTo>
                  <a:pt x="2008108" y="666234"/>
                </a:moveTo>
                <a:lnTo>
                  <a:pt x="2071323" y="555179"/>
                </a:lnTo>
                <a:moveTo>
                  <a:pt x="353939" y="337043"/>
                </a:moveTo>
                <a:lnTo>
                  <a:pt x="422707" y="399879"/>
                </a:lnTo>
                <a:moveTo>
                  <a:pt x="2157095" y="649908"/>
                </a:moveTo>
                <a:lnTo>
                  <a:pt x="2124780" y="658690"/>
                </a:lnTo>
                <a:moveTo>
                  <a:pt x="388609" y="810151"/>
                </a:moveTo>
                <a:lnTo>
                  <a:pt x="417087" y="741486"/>
                </a:lnTo>
                <a:moveTo>
                  <a:pt x="856123" y="587103"/>
                </a:moveTo>
                <a:lnTo>
                  <a:pt x="995383" y="540531"/>
                </a:lnTo>
                <a:moveTo>
                  <a:pt x="1730821" y="619304"/>
                </a:moveTo>
                <a:lnTo>
                  <a:pt x="1832268" y="528928"/>
                </a:lnTo>
                <a:moveTo>
                  <a:pt x="266856" y="438643"/>
                </a:moveTo>
                <a:lnTo>
                  <a:pt x="322755" y="491423"/>
                </a:lnTo>
                <a:moveTo>
                  <a:pt x="1750862" y="461375"/>
                </a:moveTo>
                <a:lnTo>
                  <a:pt x="1832268" y="528928"/>
                </a:lnTo>
                <a:moveTo>
                  <a:pt x="1679143" y="577055"/>
                </a:moveTo>
                <a:lnTo>
                  <a:pt x="1685579" y="405206"/>
                </a:lnTo>
                <a:moveTo>
                  <a:pt x="956174" y="671063"/>
                </a:moveTo>
                <a:lnTo>
                  <a:pt x="995383" y="540531"/>
                </a:lnTo>
                <a:moveTo>
                  <a:pt x="545825" y="915775"/>
                </a:moveTo>
                <a:lnTo>
                  <a:pt x="636891" y="924734"/>
                </a:lnTo>
                <a:moveTo>
                  <a:pt x="322755" y="491423"/>
                </a:moveTo>
                <a:lnTo>
                  <a:pt x="353939" y="337043"/>
                </a:lnTo>
                <a:moveTo>
                  <a:pt x="896670" y="445603"/>
                </a:moveTo>
                <a:lnTo>
                  <a:pt x="963595" y="325474"/>
                </a:lnTo>
                <a:moveTo>
                  <a:pt x="2071323" y="555179"/>
                </a:moveTo>
                <a:lnTo>
                  <a:pt x="2155817" y="489851"/>
                </a:lnTo>
                <a:moveTo>
                  <a:pt x="840983" y="746403"/>
                </a:moveTo>
                <a:lnTo>
                  <a:pt x="856123" y="587103"/>
                </a:lnTo>
                <a:moveTo>
                  <a:pt x="1177947" y="329636"/>
                </a:moveTo>
                <a:lnTo>
                  <a:pt x="1292462" y="428219"/>
                </a:lnTo>
                <a:moveTo>
                  <a:pt x="1960715" y="461889"/>
                </a:moveTo>
                <a:lnTo>
                  <a:pt x="2071323" y="555179"/>
                </a:lnTo>
                <a:moveTo>
                  <a:pt x="1529381" y="450070"/>
                </a:moveTo>
                <a:lnTo>
                  <a:pt x="1561571" y="477953"/>
                </a:lnTo>
                <a:moveTo>
                  <a:pt x="840983" y="746403"/>
                </a:moveTo>
                <a:lnTo>
                  <a:pt x="956174" y="671063"/>
                </a:lnTo>
                <a:moveTo>
                  <a:pt x="2341974" y="606118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325232" y="593937"/>
                </a:lnTo>
                <a:moveTo>
                  <a:pt x="896670" y="445603"/>
                </a:moveTo>
                <a:lnTo>
                  <a:pt x="909063" y="280077"/>
                </a:lnTo>
                <a:moveTo>
                  <a:pt x="583516" y="883937"/>
                </a:moveTo>
                <a:lnTo>
                  <a:pt x="753267" y="847238"/>
                </a:lnTo>
                <a:moveTo>
                  <a:pt x="2187757" y="476514"/>
                </a:moveTo>
                <a:lnTo>
                  <a:pt x="2304830" y="577095"/>
                </a:lnTo>
                <a:moveTo>
                  <a:pt x="1587954" y="674667"/>
                </a:moveTo>
                <a:lnTo>
                  <a:pt x="1730821" y="619304"/>
                </a:lnTo>
                <a:moveTo>
                  <a:pt x="411957" y="650494"/>
                </a:moveTo>
                <a:lnTo>
                  <a:pt x="393881" y="642271"/>
                </a:lnTo>
                <a:moveTo>
                  <a:pt x="636891" y="924734"/>
                </a:moveTo>
                <a:lnTo>
                  <a:pt x="583516" y="883937"/>
                </a:lnTo>
                <a:moveTo>
                  <a:pt x="1490449" y="536080"/>
                </a:moveTo>
                <a:lnTo>
                  <a:pt x="1529381" y="450070"/>
                </a:lnTo>
                <a:moveTo>
                  <a:pt x="2341974" y="606118"/>
                </a:moveTo>
                <a:lnTo>
                  <a:pt x="2325232" y="593937"/>
                </a:lnTo>
                <a:moveTo>
                  <a:pt x="1679143" y="577055"/>
                </a:moveTo>
                <a:lnTo>
                  <a:pt x="1832268" y="528928"/>
                </a:lnTo>
                <a:moveTo>
                  <a:pt x="753267" y="847238"/>
                </a:moveTo>
                <a:lnTo>
                  <a:pt x="671559" y="783406"/>
                </a:lnTo>
                <a:moveTo>
                  <a:pt x="635747" y="579930"/>
                </a:moveTo>
                <a:lnTo>
                  <a:pt x="762059" y="525788"/>
                </a:lnTo>
                <a:moveTo>
                  <a:pt x="1355858" y="403439"/>
                </a:moveTo>
                <a:lnTo>
                  <a:pt x="1490449" y="536080"/>
                </a:lnTo>
                <a:moveTo>
                  <a:pt x="1277869" y="496567"/>
                </a:moveTo>
                <a:lnTo>
                  <a:pt x="1292462" y="428219"/>
                </a:lnTo>
                <a:moveTo>
                  <a:pt x="1679143" y="577055"/>
                </a:moveTo>
                <a:lnTo>
                  <a:pt x="1730821" y="619304"/>
                </a:lnTo>
                <a:moveTo>
                  <a:pt x="1679143" y="577055"/>
                </a:moveTo>
                <a:lnTo>
                  <a:pt x="1750862" y="461375"/>
                </a:lnTo>
                <a:moveTo>
                  <a:pt x="671559" y="783406"/>
                </a:moveTo>
                <a:lnTo>
                  <a:pt x="840983" y="746403"/>
                </a:lnTo>
                <a:moveTo>
                  <a:pt x="1277869" y="496567"/>
                </a:moveTo>
                <a:lnTo>
                  <a:pt x="1336723" y="465513"/>
                </a:lnTo>
                <a:moveTo>
                  <a:pt x="1292462" y="428219"/>
                </a:moveTo>
                <a:lnTo>
                  <a:pt x="1355858" y="403439"/>
                </a:lnTo>
                <a:moveTo>
                  <a:pt x="1587954" y="674667"/>
                </a:moveTo>
                <a:lnTo>
                  <a:pt x="1679143" y="577055"/>
                </a:lnTo>
                <a:moveTo>
                  <a:pt x="1452445" y="562329"/>
                </a:moveTo>
                <a:lnTo>
                  <a:pt x="1355858" y="403439"/>
                </a:lnTo>
                <a:moveTo>
                  <a:pt x="1490449" y="536080"/>
                </a:moveTo>
                <a:lnTo>
                  <a:pt x="1561571" y="477953"/>
                </a:lnTo>
                <a:moveTo>
                  <a:pt x="1561571" y="477953"/>
                </a:moveTo>
                <a:lnTo>
                  <a:pt x="1679143" y="577055"/>
                </a:lnTo>
                <a:moveTo>
                  <a:pt x="1336723" y="465513"/>
                </a:moveTo>
                <a:lnTo>
                  <a:pt x="1355858" y="403439"/>
                </a:lnTo>
                <a:moveTo>
                  <a:pt x="739133" y="663879"/>
                </a:moveTo>
                <a:lnTo>
                  <a:pt x="784253" y="700589"/>
                </a:lnTo>
                <a:moveTo>
                  <a:pt x="505762" y="376896"/>
                </a:moveTo>
                <a:lnTo>
                  <a:pt x="632065" y="519434"/>
                </a:lnTo>
                <a:moveTo>
                  <a:pt x="784253" y="700589"/>
                </a:moveTo>
                <a:lnTo>
                  <a:pt x="856123" y="587103"/>
                </a:lnTo>
                <a:moveTo>
                  <a:pt x="1587954" y="674667"/>
                </a:moveTo>
                <a:lnTo>
                  <a:pt x="1469220" y="576476"/>
                </a:lnTo>
                <a:moveTo>
                  <a:pt x="2325232" y="593937"/>
                </a:moveTo>
                <a:lnTo>
                  <a:pt x="2332950" y="571692"/>
                </a:lnTo>
                <a:moveTo>
                  <a:pt x="388609" y="810151"/>
                </a:moveTo>
                <a:lnTo>
                  <a:pt x="545825" y="915775"/>
                </a:lnTo>
                <a:moveTo>
                  <a:pt x="856123" y="587103"/>
                </a:moveTo>
                <a:lnTo>
                  <a:pt x="896670" y="445603"/>
                </a:lnTo>
                <a:moveTo>
                  <a:pt x="417087" y="741486"/>
                </a:moveTo>
                <a:lnTo>
                  <a:pt x="392257" y="724478"/>
                </a:lnTo>
                <a:moveTo>
                  <a:pt x="1469220" y="576476"/>
                </a:moveTo>
                <a:lnTo>
                  <a:pt x="1561571" y="477953"/>
                </a:lnTo>
                <a:moveTo>
                  <a:pt x="2304830" y="577095"/>
                </a:moveTo>
                <a:lnTo>
                  <a:pt x="2332950" y="571692"/>
                </a:lnTo>
                <a:moveTo>
                  <a:pt x="2259300" y="711163"/>
                </a:moveTo>
                <a:lnTo>
                  <a:pt x="2266377" y="721553"/>
                </a:lnTo>
                <a:moveTo>
                  <a:pt x="1448064" y="586693"/>
                </a:moveTo>
                <a:lnTo>
                  <a:pt x="1452445" y="562329"/>
                </a:lnTo>
                <a:moveTo>
                  <a:pt x="715720" y="712899"/>
                </a:moveTo>
                <a:lnTo>
                  <a:pt x="784253" y="700589"/>
                </a:lnTo>
                <a:moveTo>
                  <a:pt x="294313" y="629392"/>
                </a:moveTo>
                <a:lnTo>
                  <a:pt x="322755" y="491423"/>
                </a:lnTo>
                <a:moveTo>
                  <a:pt x="1448064" y="586693"/>
                </a:moveTo>
                <a:lnTo>
                  <a:pt x="1469220" y="576476"/>
                </a:lnTo>
                <a:moveTo>
                  <a:pt x="1452445" y="562329"/>
                </a:moveTo>
                <a:lnTo>
                  <a:pt x="1490449" y="536080"/>
                </a:lnTo>
                <a:moveTo>
                  <a:pt x="1469220" y="576476"/>
                </a:moveTo>
                <a:lnTo>
                  <a:pt x="1490449" y="536080"/>
                </a:lnTo>
                <a:moveTo>
                  <a:pt x="422707" y="399879"/>
                </a:moveTo>
                <a:lnTo>
                  <a:pt x="505762" y="376896"/>
                </a:lnTo>
                <a:moveTo>
                  <a:pt x="2304830" y="577095"/>
                </a:moveTo>
                <a:lnTo>
                  <a:pt x="2325232" y="593937"/>
                </a:lnTo>
                <a:moveTo>
                  <a:pt x="1469220" y="576476"/>
                </a:moveTo>
                <a:lnTo>
                  <a:pt x="1679143" y="577055"/>
                </a:lnTo>
                <a:moveTo>
                  <a:pt x="856123" y="587103"/>
                </a:moveTo>
                <a:lnTo>
                  <a:pt x="956174" y="671063"/>
                </a:lnTo>
                <a:moveTo>
                  <a:pt x="1292462" y="428219"/>
                </a:moveTo>
                <a:lnTo>
                  <a:pt x="1336723" y="465513"/>
                </a:lnTo>
                <a:moveTo>
                  <a:pt x="671559" y="783406"/>
                </a:moveTo>
                <a:lnTo>
                  <a:pt x="784253" y="700589"/>
                </a:lnTo>
                <a:moveTo>
                  <a:pt x="1452445" y="562329"/>
                </a:moveTo>
                <a:lnTo>
                  <a:pt x="1336723" y="465513"/>
                </a:lnTo>
                <a:moveTo>
                  <a:pt x="1452445" y="562329"/>
                </a:moveTo>
                <a:lnTo>
                  <a:pt x="1469220" y="576476"/>
                </a:lnTo>
                <a:moveTo>
                  <a:pt x="388609" y="810151"/>
                </a:moveTo>
                <a:lnTo>
                  <a:pt x="392257" y="724478"/>
                </a:lnTo>
                <a:moveTo>
                  <a:pt x="715720" y="712899"/>
                </a:moveTo>
                <a:lnTo>
                  <a:pt x="739133" y="663879"/>
                </a:lnTo>
                <a:moveTo>
                  <a:pt x="2187458" y="745428"/>
                </a:moveTo>
                <a:lnTo>
                  <a:pt x="2266377" y="721553"/>
                </a:lnTo>
                <a:moveTo>
                  <a:pt x="545825" y="915775"/>
                </a:moveTo>
                <a:lnTo>
                  <a:pt x="583516" y="883937"/>
                </a:lnTo>
                <a:moveTo>
                  <a:pt x="2008108" y="666234"/>
                </a:moveTo>
                <a:lnTo>
                  <a:pt x="2124780" y="658690"/>
                </a:lnTo>
                <a:moveTo>
                  <a:pt x="2187757" y="476514"/>
                </a:moveTo>
                <a:lnTo>
                  <a:pt x="2178512" y="594527"/>
                </a:lnTo>
                <a:moveTo>
                  <a:pt x="2008108" y="666234"/>
                </a:moveTo>
                <a:lnTo>
                  <a:pt x="2144218" y="621240"/>
                </a:lnTo>
                <a:moveTo>
                  <a:pt x="506177" y="471683"/>
                </a:moveTo>
                <a:lnTo>
                  <a:pt x="505762" y="376896"/>
                </a:lnTo>
                <a:moveTo>
                  <a:pt x="2266377" y="721553"/>
                </a:moveTo>
                <a:lnTo>
                  <a:pt x="2325232" y="593937"/>
                </a:lnTo>
                <a:moveTo>
                  <a:pt x="2155817" y="489851"/>
                </a:moveTo>
                <a:lnTo>
                  <a:pt x="2178512" y="594527"/>
                </a:lnTo>
                <a:moveTo>
                  <a:pt x="671559" y="783406"/>
                </a:moveTo>
                <a:lnTo>
                  <a:pt x="715720" y="712899"/>
                </a:lnTo>
                <a:moveTo>
                  <a:pt x="583516" y="883937"/>
                </a:moveTo>
                <a:lnTo>
                  <a:pt x="671559" y="783406"/>
                </a:lnTo>
                <a:moveTo>
                  <a:pt x="294313" y="629392"/>
                </a:moveTo>
                <a:lnTo>
                  <a:pt x="393881" y="642271"/>
                </a:lnTo>
                <a:moveTo>
                  <a:pt x="2187458" y="745428"/>
                </a:moveTo>
                <a:lnTo>
                  <a:pt x="2124780" y="658690"/>
                </a:lnTo>
                <a:moveTo>
                  <a:pt x="322755" y="491423"/>
                </a:moveTo>
                <a:lnTo>
                  <a:pt x="422707" y="399879"/>
                </a:lnTo>
                <a:moveTo>
                  <a:pt x="557115" y="514006"/>
                </a:moveTo>
                <a:lnTo>
                  <a:pt x="632065" y="519434"/>
                </a:lnTo>
                <a:moveTo>
                  <a:pt x="635747" y="579930"/>
                </a:moveTo>
                <a:lnTo>
                  <a:pt x="632065" y="519434"/>
                </a:lnTo>
                <a:moveTo>
                  <a:pt x="739133" y="663879"/>
                </a:moveTo>
                <a:lnTo>
                  <a:pt x="635747" y="579930"/>
                </a:lnTo>
                <a:moveTo>
                  <a:pt x="2071323" y="555179"/>
                </a:moveTo>
                <a:lnTo>
                  <a:pt x="2178512" y="594527"/>
                </a:lnTo>
                <a:moveTo>
                  <a:pt x="506177" y="471683"/>
                </a:moveTo>
                <a:lnTo>
                  <a:pt x="632065" y="519434"/>
                </a:lnTo>
                <a:moveTo>
                  <a:pt x="2071323" y="555179"/>
                </a:moveTo>
                <a:lnTo>
                  <a:pt x="2144218" y="621240"/>
                </a:lnTo>
                <a:moveTo>
                  <a:pt x="294313" y="629392"/>
                </a:moveTo>
                <a:lnTo>
                  <a:pt x="422489" y="578456"/>
                </a:lnTo>
                <a:moveTo>
                  <a:pt x="715720" y="712899"/>
                </a:moveTo>
                <a:lnTo>
                  <a:pt x="635747" y="579930"/>
                </a:lnTo>
                <a:moveTo>
                  <a:pt x="388609" y="810151"/>
                </a:moveTo>
                <a:lnTo>
                  <a:pt x="449734" y="868936"/>
                </a:lnTo>
                <a:moveTo>
                  <a:pt x="2178512" y="594527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506177" y="471683"/>
                </a:lnTo>
                <a:moveTo>
                  <a:pt x="545825" y="915775"/>
                </a:moveTo>
                <a:lnTo>
                  <a:pt x="449734" y="868936"/>
                </a:lnTo>
                <a:moveTo>
                  <a:pt x="2168174" y="642414"/>
                </a:moveTo>
                <a:lnTo>
                  <a:pt x="2325232" y="593937"/>
                </a:lnTo>
                <a:moveTo>
                  <a:pt x="557115" y="514006"/>
                </a:moveTo>
                <a:lnTo>
                  <a:pt x="635747" y="579930"/>
                </a:lnTo>
                <a:moveTo>
                  <a:pt x="2168174" y="642414"/>
                </a:moveTo>
                <a:lnTo>
                  <a:pt x="2304830" y="577095"/>
                </a:lnTo>
                <a:moveTo>
                  <a:pt x="422707" y="399879"/>
                </a:moveTo>
                <a:lnTo>
                  <a:pt x="473724" y="546929"/>
                </a:lnTo>
                <a:moveTo>
                  <a:pt x="506177" y="471683"/>
                </a:moveTo>
                <a:lnTo>
                  <a:pt x="557115" y="514006"/>
                </a:lnTo>
                <a:moveTo>
                  <a:pt x="2124780" y="658690"/>
                </a:moveTo>
                <a:lnTo>
                  <a:pt x="2266377" y="721553"/>
                </a:lnTo>
                <a:moveTo>
                  <a:pt x="392257" y="724478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583516" y="883937"/>
                </a:lnTo>
                <a:moveTo>
                  <a:pt x="388609" y="810151"/>
                </a:moveTo>
                <a:lnTo>
                  <a:pt x="464080" y="789702"/>
                </a:lnTo>
                <a:moveTo>
                  <a:pt x="422489" y="578456"/>
                </a:moveTo>
                <a:lnTo>
                  <a:pt x="422707" y="399879"/>
                </a:lnTo>
                <a:moveTo>
                  <a:pt x="715720" y="712899"/>
                </a:moveTo>
                <a:lnTo>
                  <a:pt x="627487" y="656677"/>
                </a:lnTo>
                <a:moveTo>
                  <a:pt x="583516" y="883937"/>
                </a:moveTo>
                <a:lnTo>
                  <a:pt x="503276" y="821466"/>
                </a:lnTo>
                <a:moveTo>
                  <a:pt x="322755" y="491423"/>
                </a:moveTo>
                <a:lnTo>
                  <a:pt x="422489" y="578456"/>
                </a:lnTo>
                <a:moveTo>
                  <a:pt x="473724" y="546929"/>
                </a:moveTo>
                <a:lnTo>
                  <a:pt x="557115" y="514006"/>
                </a:lnTo>
                <a:moveTo>
                  <a:pt x="2266377" y="721553"/>
                </a:moveTo>
                <a:lnTo>
                  <a:pt x="2168174" y="642414"/>
                </a:lnTo>
                <a:moveTo>
                  <a:pt x="473724" y="546929"/>
                </a:moveTo>
                <a:lnTo>
                  <a:pt x="506177" y="471683"/>
                </a:lnTo>
                <a:moveTo>
                  <a:pt x="2124780" y="658690"/>
                </a:moveTo>
                <a:lnTo>
                  <a:pt x="2144218" y="621240"/>
                </a:lnTo>
                <a:moveTo>
                  <a:pt x="2144218" y="621240"/>
                </a:moveTo>
                <a:lnTo>
                  <a:pt x="2178512" y="594527"/>
                </a:lnTo>
                <a:moveTo>
                  <a:pt x="557115" y="514006"/>
                </a:moveTo>
                <a:lnTo>
                  <a:pt x="627487" y="656677"/>
                </a:lnTo>
                <a:moveTo>
                  <a:pt x="603490" y="732229"/>
                </a:moveTo>
                <a:lnTo>
                  <a:pt x="715720" y="712899"/>
                </a:lnTo>
                <a:moveTo>
                  <a:pt x="627487" y="656677"/>
                </a:moveTo>
                <a:lnTo>
                  <a:pt x="635747" y="579930"/>
                </a:lnTo>
                <a:moveTo>
                  <a:pt x="583516" y="883937"/>
                </a:moveTo>
                <a:lnTo>
                  <a:pt x="603490" y="732229"/>
                </a:lnTo>
                <a:moveTo>
                  <a:pt x="392257" y="724478"/>
                </a:moveTo>
                <a:lnTo>
                  <a:pt x="464080" y="789702"/>
                </a:lnTo>
                <a:moveTo>
                  <a:pt x="671559" y="783406"/>
                </a:moveTo>
                <a:lnTo>
                  <a:pt x="603490" y="732229"/>
                </a:lnTo>
                <a:moveTo>
                  <a:pt x="2124780" y="658690"/>
                </a:moveTo>
                <a:lnTo>
                  <a:pt x="2168174" y="642414"/>
                </a:lnTo>
                <a:moveTo>
                  <a:pt x="2168174" y="642414"/>
                </a:moveTo>
                <a:lnTo>
                  <a:pt x="2178512" y="594527"/>
                </a:lnTo>
                <a:moveTo>
                  <a:pt x="393881" y="642271"/>
                </a:moveTo>
                <a:lnTo>
                  <a:pt x="422489" y="578456"/>
                </a:lnTo>
                <a:moveTo>
                  <a:pt x="2144218" y="621240"/>
                </a:moveTo>
                <a:lnTo>
                  <a:pt x="2168174" y="642414"/>
                </a:lnTo>
                <a:moveTo>
                  <a:pt x="422489" y="578456"/>
                </a:moveTo>
                <a:lnTo>
                  <a:pt x="473724" y="546929"/>
                </a:lnTo>
                <a:moveTo>
                  <a:pt x="473724" y="546929"/>
                </a:moveTo>
                <a:lnTo>
                  <a:pt x="627487" y="656677"/>
                </a:lnTo>
                <a:moveTo>
                  <a:pt x="449734" y="868936"/>
                </a:moveTo>
                <a:lnTo>
                  <a:pt x="503276" y="821466"/>
                </a:lnTo>
                <a:moveTo>
                  <a:pt x="464080" y="789702"/>
                </a:moveTo>
                <a:lnTo>
                  <a:pt x="393881" y="642271"/>
                </a:lnTo>
                <a:moveTo>
                  <a:pt x="449734" y="868936"/>
                </a:moveTo>
                <a:lnTo>
                  <a:pt x="464080" y="789702"/>
                </a:lnTo>
                <a:moveTo>
                  <a:pt x="464080" y="789702"/>
                </a:moveTo>
                <a:lnTo>
                  <a:pt x="503276" y="821466"/>
                </a:lnTo>
                <a:moveTo>
                  <a:pt x="603490" y="732229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603490" y="732229"/>
                </a:lnTo>
                <a:moveTo>
                  <a:pt x="473724" y="546929"/>
                </a:moveTo>
                <a:lnTo>
                  <a:pt x="505193" y="641127"/>
                </a:lnTo>
                <a:moveTo>
                  <a:pt x="422489" y="578456"/>
                </a:moveTo>
                <a:lnTo>
                  <a:pt x="505193" y="641127"/>
                </a:lnTo>
                <a:moveTo>
                  <a:pt x="627487" y="656677"/>
                </a:moveTo>
                <a:lnTo>
                  <a:pt x="505193" y="641127"/>
                </a:lnTo>
                <a:moveTo>
                  <a:pt x="503069" y="651031"/>
                </a:moveTo>
                <a:lnTo>
                  <a:pt x="627487" y="656677"/>
                </a:lnTo>
                <a:moveTo>
                  <a:pt x="503276" y="821466"/>
                </a:moveTo>
                <a:lnTo>
                  <a:pt x="503069" y="651031"/>
                </a:lnTo>
                <a:moveTo>
                  <a:pt x="603490" y="732229"/>
                </a:moveTo>
                <a:lnTo>
                  <a:pt x="503069" y="651031"/>
                </a:lnTo>
                <a:moveTo>
                  <a:pt x="503069" y="651031"/>
                </a:moveTo>
                <a:lnTo>
                  <a:pt x="505193" y="641127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94" name="9llg_2_build_ReferenceLigand_0">
            <a:extLst>
              <a:ext uri="{FF2B5EF4-FFF2-40B4-BE49-F238E27FC236}">
                <a16:creationId xmlns:a16="http://schemas.microsoft.com/office/drawing/2014/main" id="{F4D32E93-4914-41FD-8D71-0FBDA0AED9B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298" y="811725"/>
                </a:moveTo>
                <a:lnTo>
                  <a:pt x="1253314" y="8814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5" name="9llg_2_build_ReferenceLigand_1">
            <a:extLst>
              <a:ext uri="{FF2B5EF4-FFF2-40B4-BE49-F238E27FC236}">
                <a16:creationId xmlns:a16="http://schemas.microsoft.com/office/drawing/2014/main" id="{4A151512-0C4C-431E-B0F7-9535621763F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314" y="881430"/>
                </a:moveTo>
                <a:lnTo>
                  <a:pt x="1144643" y="7196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6" name="9llg_2_build_ReferenceLigand_2">
            <a:extLst>
              <a:ext uri="{FF2B5EF4-FFF2-40B4-BE49-F238E27FC236}">
                <a16:creationId xmlns:a16="http://schemas.microsoft.com/office/drawing/2014/main" id="{C4C7B5B6-2BF5-46F3-AF3A-8324B10EA06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445298" y="811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7" name="9llg_2_build_ReferenceLigand_3">
            <a:extLst>
              <a:ext uri="{FF2B5EF4-FFF2-40B4-BE49-F238E27FC236}">
                <a16:creationId xmlns:a16="http://schemas.microsoft.com/office/drawing/2014/main" id="{0CF86C99-7465-413C-8E5C-B10FD1BBBB0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6628" y="884873"/>
                </a:moveTo>
                <a:lnTo>
                  <a:pt x="844998" y="8654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8" name="9llg_2_build_ReferenceLigand_4">
            <a:extLst>
              <a:ext uri="{FF2B5EF4-FFF2-40B4-BE49-F238E27FC236}">
                <a16:creationId xmlns:a16="http://schemas.microsoft.com/office/drawing/2014/main" id="{B671DD9B-D8CA-48F8-A0BB-EAA4C0E06B6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4998" y="865450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99" name="9llg_2_build_ReferenceLigand_5">
            <a:extLst>
              <a:ext uri="{FF2B5EF4-FFF2-40B4-BE49-F238E27FC236}">
                <a16:creationId xmlns:a16="http://schemas.microsoft.com/office/drawing/2014/main" id="{51164E4A-B0ED-4267-B194-B790D00599E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966446" y="75400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0" name="9llg_2_build_ReferenceLigand_6">
            <a:extLst>
              <a:ext uri="{FF2B5EF4-FFF2-40B4-BE49-F238E27FC236}">
                <a16:creationId xmlns:a16="http://schemas.microsoft.com/office/drawing/2014/main" id="{054AF136-16E9-4C4E-8AD4-ABF8E1F945F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4643" y="719687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1" name="9llg_2_build_ReferenceLigand_7">
            <a:extLst>
              <a:ext uri="{FF2B5EF4-FFF2-40B4-BE49-F238E27FC236}">
                <a16:creationId xmlns:a16="http://schemas.microsoft.com/office/drawing/2014/main" id="{3472C365-A721-42AB-9C87-D04C2B24B35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448567" y="63618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2" name="9llg_2_build_ReferenceLigand_8">
            <a:extLst>
              <a:ext uri="{FF2B5EF4-FFF2-40B4-BE49-F238E27FC236}">
                <a16:creationId xmlns:a16="http://schemas.microsoft.com/office/drawing/2014/main" id="{D5B69A55-0804-4279-8577-33CD9178A46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8567" y="636184"/>
                </a:moveTo>
                <a:lnTo>
                  <a:pt x="1602918" y="6293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3" name="9llg_2_build_ReferenceLigand_9">
            <a:extLst>
              <a:ext uri="{FF2B5EF4-FFF2-40B4-BE49-F238E27FC236}">
                <a16:creationId xmlns:a16="http://schemas.microsoft.com/office/drawing/2014/main" id="{33F2EC72-EB46-4C2D-8390-10D0469E450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6446" y="754005"/>
                </a:moveTo>
                <a:lnTo>
                  <a:pt x="879022" y="57549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4" name="9llg_2_build_ReferenceLigand_10">
            <a:extLst>
              <a:ext uri="{FF2B5EF4-FFF2-40B4-BE49-F238E27FC236}">
                <a16:creationId xmlns:a16="http://schemas.microsoft.com/office/drawing/2014/main" id="{89231145-21B7-4CAA-B99C-0FB45F0DEC1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3065" y="764137"/>
                </a:moveTo>
                <a:lnTo>
                  <a:pt x="666628" y="8848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5" name="9llg_2_build_ReferenceLigand_11">
            <a:extLst>
              <a:ext uri="{FF2B5EF4-FFF2-40B4-BE49-F238E27FC236}">
                <a16:creationId xmlns:a16="http://schemas.microsoft.com/office/drawing/2014/main" id="{9B3CD2FF-6DE4-4CAE-9702-7DB8D457B00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776525" y="6866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6" name="9llg_2_build_ReferenceLigand_12">
            <a:extLst>
              <a:ext uri="{FF2B5EF4-FFF2-40B4-BE49-F238E27FC236}">
                <a16:creationId xmlns:a16="http://schemas.microsoft.com/office/drawing/2014/main" id="{A76DEF75-154C-4960-BEB7-104541C1DF3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0193" y="434416"/>
                </a:moveTo>
                <a:lnTo>
                  <a:pt x="1265566" y="62072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7" name="9llg_2_build_ReferenceLigand_13">
            <a:extLst>
              <a:ext uri="{FF2B5EF4-FFF2-40B4-BE49-F238E27FC236}">
                <a16:creationId xmlns:a16="http://schemas.microsoft.com/office/drawing/2014/main" id="{04DF72DB-54EB-4C0D-BC50-EAEA75E9924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525" y="686662"/>
                </a:moveTo>
                <a:lnTo>
                  <a:pt x="1926862" y="68911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8" name="9llg_2_build_ReferenceLigand_14">
            <a:extLst>
              <a:ext uri="{FF2B5EF4-FFF2-40B4-BE49-F238E27FC236}">
                <a16:creationId xmlns:a16="http://schemas.microsoft.com/office/drawing/2014/main" id="{30DE6204-D419-4E67-9148-F8BB7938BD5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6862" y="689118"/>
                </a:moveTo>
                <a:lnTo>
                  <a:pt x="2109079" y="67771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09" name="9llg_2_build_ReferenceLigand_15">
            <a:extLst>
              <a:ext uri="{FF2B5EF4-FFF2-40B4-BE49-F238E27FC236}">
                <a16:creationId xmlns:a16="http://schemas.microsoft.com/office/drawing/2014/main" id="{300FD77F-E6B2-4E05-B08A-AFC82EBD8DC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1004796" y="45139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0" name="9llg_2_build_ReferenceLigand_16">
            <a:extLst>
              <a:ext uri="{FF2B5EF4-FFF2-40B4-BE49-F238E27FC236}">
                <a16:creationId xmlns:a16="http://schemas.microsoft.com/office/drawing/2014/main" id="{DFB2656F-178D-4FD1-8676-7E3E22097C4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22" y="575495"/>
                </a:moveTo>
                <a:lnTo>
                  <a:pt x="705834" y="6001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1" name="9llg_2_build_ReferenceLigand_17">
            <a:extLst>
              <a:ext uri="{FF2B5EF4-FFF2-40B4-BE49-F238E27FC236}">
                <a16:creationId xmlns:a16="http://schemas.microsoft.com/office/drawing/2014/main" id="{6B45D12A-FFE5-4658-8C28-0724D2F081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4796" y="451392"/>
                </a:moveTo>
                <a:lnTo>
                  <a:pt x="1190193" y="434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2" name="9llg_2_build_ReferenceLigand_18">
            <a:extLst>
              <a:ext uri="{FF2B5EF4-FFF2-40B4-BE49-F238E27FC236}">
                <a16:creationId xmlns:a16="http://schemas.microsoft.com/office/drawing/2014/main" id="{73549530-EA82-465A-9CCF-AE8022050EC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9079" y="677712"/>
                </a:moveTo>
                <a:lnTo>
                  <a:pt x="2257742" y="7009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3" name="9llg_2_build_ReferenceLigand_19">
            <a:extLst>
              <a:ext uri="{FF2B5EF4-FFF2-40B4-BE49-F238E27FC236}">
                <a16:creationId xmlns:a16="http://schemas.microsoft.com/office/drawing/2014/main" id="{56D95890-87DF-4947-8029-811323C8489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4" name="9llg_2_build_ReferenceLigand_20">
            <a:extLst>
              <a:ext uri="{FF2B5EF4-FFF2-40B4-BE49-F238E27FC236}">
                <a16:creationId xmlns:a16="http://schemas.microsoft.com/office/drawing/2014/main" id="{3F7FDA9B-8EB0-4992-8261-FBDFED5968C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2918" y="629350"/>
                </a:moveTo>
                <a:lnTo>
                  <a:pt x="1624810" y="4441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5" name="9llg_2_build_ReferenceLigand_21">
            <a:extLst>
              <a:ext uri="{FF2B5EF4-FFF2-40B4-BE49-F238E27FC236}">
                <a16:creationId xmlns:a16="http://schemas.microsoft.com/office/drawing/2014/main" id="{1EF8FBFF-7463-4B6F-ACA2-F324D52CC38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566" y="620722"/>
                </a:moveTo>
                <a:lnTo>
                  <a:pt x="1268001" y="71883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6" name="9llg_2_build_ReferenceLigand_22">
            <a:extLst>
              <a:ext uri="{FF2B5EF4-FFF2-40B4-BE49-F238E27FC236}">
                <a16:creationId xmlns:a16="http://schemas.microsoft.com/office/drawing/2014/main" id="{86896EE1-8949-4C81-976D-51C21872784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0054" y="792279"/>
                </a:moveTo>
                <a:lnTo>
                  <a:pt x="603065" y="76413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7" name="9llg_2_build_ReferenceLigand_23">
            <a:extLst>
              <a:ext uri="{FF2B5EF4-FFF2-40B4-BE49-F238E27FC236}">
                <a16:creationId xmlns:a16="http://schemas.microsoft.com/office/drawing/2014/main" id="{0550A3E6-19EC-4912-915F-66A667CC60E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585970" y="4379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8" name="9llg_2_build_ReferenceLigand_24">
            <a:extLst>
              <a:ext uri="{FF2B5EF4-FFF2-40B4-BE49-F238E27FC236}">
                <a16:creationId xmlns:a16="http://schemas.microsoft.com/office/drawing/2014/main" id="{D754F15C-0763-4E14-8ED7-CEBDA4C47D0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440008" y="6576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19" name="9llg_2_build_ReferenceLigand_25">
            <a:extLst>
              <a:ext uri="{FF2B5EF4-FFF2-40B4-BE49-F238E27FC236}">
                <a16:creationId xmlns:a16="http://schemas.microsoft.com/office/drawing/2014/main" id="{5CEFDA5F-BE8D-4346-B746-20C4EF1AD69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07968" y="626023"/>
                </a:moveTo>
                <a:lnTo>
                  <a:pt x="420054" y="7922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0" name="9llg_2_build_ReferenceLigand_26">
            <a:extLst>
              <a:ext uri="{FF2B5EF4-FFF2-40B4-BE49-F238E27FC236}">
                <a16:creationId xmlns:a16="http://schemas.microsoft.com/office/drawing/2014/main" id="{2A40A1DF-4AB0-46CD-B9F9-D86C1C4D9B8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970" y="437996"/>
                </a:moveTo>
                <a:lnTo>
                  <a:pt x="404736" y="4629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1" name="9llg_2_build_ReferenceLigand_27">
            <a:extLst>
              <a:ext uri="{FF2B5EF4-FFF2-40B4-BE49-F238E27FC236}">
                <a16:creationId xmlns:a16="http://schemas.microsoft.com/office/drawing/2014/main" id="{80AB4DE3-1B25-4ECA-B39D-280C44A3804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04736" y="462963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2" name="9llg_2_build_ReferenceLigand_28">
            <a:extLst>
              <a:ext uri="{FF2B5EF4-FFF2-40B4-BE49-F238E27FC236}">
                <a16:creationId xmlns:a16="http://schemas.microsoft.com/office/drawing/2014/main" id="{D0EBC264-3F6C-480E-AEEA-CCF236C2ECD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891" y="645631"/>
                </a:moveTo>
                <a:lnTo>
                  <a:pt x="307968" y="6260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3" name="9llg_2_build_ReferenceLigand_29">
            <a:extLst>
              <a:ext uri="{FF2B5EF4-FFF2-40B4-BE49-F238E27FC236}">
                <a16:creationId xmlns:a16="http://schemas.microsoft.com/office/drawing/2014/main" id="{2D15AA77-8E49-4F7F-9489-38B781B8680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7742" y="700944"/>
                </a:moveTo>
                <a:lnTo>
                  <a:pt x="2254474" y="8891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4" name="9llg_2_build_ReferenceLigand_30">
            <a:extLst>
              <a:ext uri="{FF2B5EF4-FFF2-40B4-BE49-F238E27FC236}">
                <a16:creationId xmlns:a16="http://schemas.microsoft.com/office/drawing/2014/main" id="{31117575-9620-43DC-986F-BD580E60261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5834" y="600136"/>
                </a:moveTo>
                <a:lnTo>
                  <a:pt x="748749" y="6197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25" name="9llg_2_build_PredictedLigand_0">
            <a:extLst>
              <a:ext uri="{FF2B5EF4-FFF2-40B4-BE49-F238E27FC236}">
                <a16:creationId xmlns:a16="http://schemas.microsoft.com/office/drawing/2014/main" id="{DB299864-C557-4A87-A733-74314B718D8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191" y="647270"/>
                </a:moveTo>
                <a:lnTo>
                  <a:pt x="1266151" y="6553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6" name="9llg_2_build_PredictedLigand_1">
            <a:extLst>
              <a:ext uri="{FF2B5EF4-FFF2-40B4-BE49-F238E27FC236}">
                <a16:creationId xmlns:a16="http://schemas.microsoft.com/office/drawing/2014/main" id="{C4274237-32F0-4FBC-886C-64E4038A0A00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2730" y="729658"/>
                </a:moveTo>
                <a:lnTo>
                  <a:pt x="666498" y="7618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7" name="9llg_2_build_PredictedLigand_2">
            <a:extLst>
              <a:ext uri="{FF2B5EF4-FFF2-40B4-BE49-F238E27FC236}">
                <a16:creationId xmlns:a16="http://schemas.microsoft.com/office/drawing/2014/main" id="{07952326-8F3C-4184-B227-85EEAF3BCE63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561" y="677007"/>
                </a:moveTo>
                <a:lnTo>
                  <a:pt x="1656222" y="85346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8" name="9llg_2_build_PredictedLigand_3">
            <a:extLst>
              <a:ext uri="{FF2B5EF4-FFF2-40B4-BE49-F238E27FC236}">
                <a16:creationId xmlns:a16="http://schemas.microsoft.com/office/drawing/2014/main" id="{5A8C386C-1E3F-4A2A-8B44-6C9CB674E2C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561" y="677007"/>
                </a:moveTo>
                <a:lnTo>
                  <a:pt x="1755535" y="55457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29" name="9llg_2_build_PredictedLigand_4">
            <a:extLst>
              <a:ext uri="{FF2B5EF4-FFF2-40B4-BE49-F238E27FC236}">
                <a16:creationId xmlns:a16="http://schemas.microsoft.com/office/drawing/2014/main" id="{F569519D-2A91-44B9-9B1A-24B8AE84506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931" y="602479"/>
                </a:moveTo>
                <a:lnTo>
                  <a:pt x="1612561" y="677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0" name="9llg_2_build_PredictedLigand_5">
            <a:extLst>
              <a:ext uri="{FF2B5EF4-FFF2-40B4-BE49-F238E27FC236}">
                <a16:creationId xmlns:a16="http://schemas.microsoft.com/office/drawing/2014/main" id="{EE8D56F0-1D5C-4DF8-A4E6-BF539EE71D85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0675" y="498512"/>
                </a:moveTo>
                <a:lnTo>
                  <a:pt x="1265191" y="6472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1" name="9llg_2_build_PredictedLigand_6">
            <a:extLst>
              <a:ext uri="{FF2B5EF4-FFF2-40B4-BE49-F238E27FC236}">
                <a16:creationId xmlns:a16="http://schemas.microsoft.com/office/drawing/2014/main" id="{E549A81E-43D9-4A42-BDB0-D8361014C02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5191" y="647270"/>
                </a:moveTo>
                <a:lnTo>
                  <a:pt x="1445931" y="6024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2" name="9llg_2_build_PredictedLigand_7">
            <a:extLst>
              <a:ext uri="{FF2B5EF4-FFF2-40B4-BE49-F238E27FC236}">
                <a16:creationId xmlns:a16="http://schemas.microsoft.com/office/drawing/2014/main" id="{066AD108-D27C-45CA-8188-166D3EAD5C08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5639" y="827037"/>
                </a:moveTo>
                <a:lnTo>
                  <a:pt x="1265191" y="6472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3" name="9llg_2_build_PredictedLigand_8">
            <a:extLst>
              <a:ext uri="{FF2B5EF4-FFF2-40B4-BE49-F238E27FC236}">
                <a16:creationId xmlns:a16="http://schemas.microsoft.com/office/drawing/2014/main" id="{B82BE11F-6C1D-444E-9016-C54260BAD14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40675" y="498512"/>
                </a:moveTo>
                <a:lnTo>
                  <a:pt x="960084" y="5236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4" name="9llg_2_build_PredictedLigand_9">
            <a:extLst>
              <a:ext uri="{FF2B5EF4-FFF2-40B4-BE49-F238E27FC236}">
                <a16:creationId xmlns:a16="http://schemas.microsoft.com/office/drawing/2014/main" id="{BFAFAE29-A7FD-46BB-8D14-29149A20E08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4987" y="371547"/>
                </a:moveTo>
                <a:lnTo>
                  <a:pt x="960084" y="5236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5" name="9llg_2_build_PredictedLigand_10">
            <a:extLst>
              <a:ext uri="{FF2B5EF4-FFF2-40B4-BE49-F238E27FC236}">
                <a16:creationId xmlns:a16="http://schemas.microsoft.com/office/drawing/2014/main" id="{03351823-321E-4549-99AB-06843C56F3E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0084" y="523616"/>
                </a:moveTo>
                <a:lnTo>
                  <a:pt x="897725" y="70335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6" name="9llg_2_build_PredictedLigand_11">
            <a:extLst>
              <a:ext uri="{FF2B5EF4-FFF2-40B4-BE49-F238E27FC236}">
                <a16:creationId xmlns:a16="http://schemas.microsoft.com/office/drawing/2014/main" id="{B1CA199F-907A-4EB1-8A2E-A41F5801ACB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7339" y="409716"/>
                </a:moveTo>
                <a:lnTo>
                  <a:pt x="1242413" y="3432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7" name="9llg_2_build_PredictedLigand_12">
            <a:extLst>
              <a:ext uri="{FF2B5EF4-FFF2-40B4-BE49-F238E27FC236}">
                <a16:creationId xmlns:a16="http://schemas.microsoft.com/office/drawing/2014/main" id="{A79ED3B3-5E9E-4E42-B46F-BC08D9E65F19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2413" y="343275"/>
                </a:moveTo>
                <a:lnTo>
                  <a:pt x="1140675" y="4985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8" name="9llg_2_build_PredictedLigand_13">
            <a:extLst>
              <a:ext uri="{FF2B5EF4-FFF2-40B4-BE49-F238E27FC236}">
                <a16:creationId xmlns:a16="http://schemas.microsoft.com/office/drawing/2014/main" id="{5A58F634-6D8E-450C-B064-7BFDA682145C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3246" y="856664"/>
                </a:moveTo>
                <a:lnTo>
                  <a:pt x="1205639" y="827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39" name="9llg_2_build_PredictedLigand_14">
            <a:extLst>
              <a:ext uri="{FF2B5EF4-FFF2-40B4-BE49-F238E27FC236}">
                <a16:creationId xmlns:a16="http://schemas.microsoft.com/office/drawing/2014/main" id="{C2CD614C-25FB-424D-830E-34A0A5481B5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45931" y="602479"/>
                </a:moveTo>
                <a:lnTo>
                  <a:pt x="1437339" y="4097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0" name="9llg_2_build_PredictedLigand_15">
            <a:extLst>
              <a:ext uri="{FF2B5EF4-FFF2-40B4-BE49-F238E27FC236}">
                <a16:creationId xmlns:a16="http://schemas.microsoft.com/office/drawing/2014/main" id="{7D3EB041-9DFD-4EFF-9471-2AC5EFBBA44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2730" y="729658"/>
                </a:moveTo>
                <a:lnTo>
                  <a:pt x="594414" y="5662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1" name="9llg_2_build_PredictedLigand_16">
            <a:extLst>
              <a:ext uri="{FF2B5EF4-FFF2-40B4-BE49-F238E27FC236}">
                <a16:creationId xmlns:a16="http://schemas.microsoft.com/office/drawing/2014/main" id="{C807DB14-A76B-439D-AD8E-E2E3A41E47E6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5535" y="554577"/>
                </a:moveTo>
                <a:lnTo>
                  <a:pt x="1935702" y="6285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2" name="9llg_2_build_PredictedLigand_17">
            <a:extLst>
              <a:ext uri="{FF2B5EF4-FFF2-40B4-BE49-F238E27FC236}">
                <a16:creationId xmlns:a16="http://schemas.microsoft.com/office/drawing/2014/main" id="{4302E73C-F627-4668-8BBF-B81F4D45DD2B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725" y="703355"/>
                </a:moveTo>
                <a:lnTo>
                  <a:pt x="702730" y="7296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3" name="9llg_2_build_PredictedLigand_18">
            <a:extLst>
              <a:ext uri="{FF2B5EF4-FFF2-40B4-BE49-F238E27FC236}">
                <a16:creationId xmlns:a16="http://schemas.microsoft.com/office/drawing/2014/main" id="{F5D869FD-93FE-4F7B-B20E-3A1FCD330367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7725" y="703355"/>
                </a:moveTo>
                <a:lnTo>
                  <a:pt x="1013246" y="85666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4" name="9llg_2_build_PredictedLigand_19">
            <a:extLst>
              <a:ext uri="{FF2B5EF4-FFF2-40B4-BE49-F238E27FC236}">
                <a16:creationId xmlns:a16="http://schemas.microsoft.com/office/drawing/2014/main" id="{136E4EF7-D3FB-4ED1-9DA8-CBEBA107C562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5058" y="401164"/>
                </a:moveTo>
                <a:lnTo>
                  <a:pt x="864987" y="37154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5" name="9llg_2_build_PredictedLigand_20">
            <a:extLst>
              <a:ext uri="{FF2B5EF4-FFF2-40B4-BE49-F238E27FC236}">
                <a16:creationId xmlns:a16="http://schemas.microsoft.com/office/drawing/2014/main" id="{EF832639-1F7E-49A5-98AD-AB5ACF26BA8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2730" y="729658"/>
                </a:moveTo>
                <a:lnTo>
                  <a:pt x="619370" y="8902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6" name="9llg_2_build_PredictedLigand_21">
            <a:extLst>
              <a:ext uri="{FF2B5EF4-FFF2-40B4-BE49-F238E27FC236}">
                <a16:creationId xmlns:a16="http://schemas.microsoft.com/office/drawing/2014/main" id="{B419D4D6-F779-4E09-8A8B-98B98504BD9A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4414" y="566250"/>
                </a:moveTo>
                <a:lnTo>
                  <a:pt x="675058" y="40116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7" name="9llg_2_build_PredictedLigand_22">
            <a:extLst>
              <a:ext uri="{FF2B5EF4-FFF2-40B4-BE49-F238E27FC236}">
                <a16:creationId xmlns:a16="http://schemas.microsoft.com/office/drawing/2014/main" id="{00986FD1-FC89-44ED-BEA3-4B1FA4B56D8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927" y="519921"/>
                </a:moveTo>
                <a:lnTo>
                  <a:pt x="2340077" y="41364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8" name="9llg_2_build_PredictedLigand_23">
            <a:extLst>
              <a:ext uri="{FF2B5EF4-FFF2-40B4-BE49-F238E27FC236}">
                <a16:creationId xmlns:a16="http://schemas.microsoft.com/office/drawing/2014/main" id="{9D8188E4-00ED-4C48-B5E3-34D3B5F2A68E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5702" y="628512"/>
                </a:moveTo>
                <a:lnTo>
                  <a:pt x="2051209" y="4796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49" name="9llg_2_build_PredictedLigand_24">
            <a:extLst>
              <a:ext uri="{FF2B5EF4-FFF2-40B4-BE49-F238E27FC236}">
                <a16:creationId xmlns:a16="http://schemas.microsoft.com/office/drawing/2014/main" id="{06D238A2-21D9-4545-94CD-0C1A589BCCA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668" y="572823"/>
                </a:moveTo>
                <a:lnTo>
                  <a:pt x="594414" y="5662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0" name="9llg_2_build_PredictedLigand_25">
            <a:extLst>
              <a:ext uri="{FF2B5EF4-FFF2-40B4-BE49-F238E27FC236}">
                <a16:creationId xmlns:a16="http://schemas.microsoft.com/office/drawing/2014/main" id="{BEBDAAB0-04F9-43CE-98E6-F9748C938D5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19370" y="890202"/>
                </a:moveTo>
                <a:lnTo>
                  <a:pt x="431182" y="8992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1" name="9llg_2_build_PredictedLigand_26">
            <a:extLst>
              <a:ext uri="{FF2B5EF4-FFF2-40B4-BE49-F238E27FC236}">
                <a16:creationId xmlns:a16="http://schemas.microsoft.com/office/drawing/2014/main" id="{938BB8B1-6F4B-4CC2-837F-42684A0EB59F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1182" y="899280"/>
                </a:moveTo>
                <a:lnTo>
                  <a:pt x="324049" y="7511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2" name="9llg_2_build_PredictedLigand_27">
            <a:extLst>
              <a:ext uri="{FF2B5EF4-FFF2-40B4-BE49-F238E27FC236}">
                <a16:creationId xmlns:a16="http://schemas.microsoft.com/office/drawing/2014/main" id="{D5A2E316-76D0-46B8-9FB4-C41954B3DB74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24049" y="751189"/>
                </a:moveTo>
                <a:lnTo>
                  <a:pt x="416668" y="5728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3" name="9llg_2_build_PredictedLigand_28">
            <a:extLst>
              <a:ext uri="{FF2B5EF4-FFF2-40B4-BE49-F238E27FC236}">
                <a16:creationId xmlns:a16="http://schemas.microsoft.com/office/drawing/2014/main" id="{7D1DCBC3-E61F-4248-8B12-EF65E0620911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1209" y="479602"/>
                </a:moveTo>
                <a:lnTo>
                  <a:pt x="2229927" y="5199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4" name="9llg_2_build_PredictedLigand_29">
            <a:extLst>
              <a:ext uri="{FF2B5EF4-FFF2-40B4-BE49-F238E27FC236}">
                <a16:creationId xmlns:a16="http://schemas.microsoft.com/office/drawing/2014/main" id="{6AB111BA-C279-45B8-A529-46379808B36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009" y="763310"/>
                </a:moveTo>
                <a:lnTo>
                  <a:pt x="324049" y="75118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5" name="9llg_2_build_PredictedLigand_30">
            <a:extLst>
              <a:ext uri="{FF2B5EF4-FFF2-40B4-BE49-F238E27FC236}">
                <a16:creationId xmlns:a16="http://schemas.microsoft.com/office/drawing/2014/main" id="{372BFC06-B737-4C7B-B32E-D2DC4F040ADD}"/>
              </a:ext>
            </a:extLst>
          </p:cNvPr>
          <p:cNvSpPr>
            <a:spLocks noGrp="1"/>
          </p:cNvSpPr>
          <p:nvPr/>
        </p:nvSpPr>
        <p:spPr>
          <a:xfrm>
            <a:off x="6172200" y="7905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9927" y="519921"/>
                </a:moveTo>
                <a:lnTo>
                  <a:pt x="2262645" y="7181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256" name="9llg_2_build_PredictedAtoms_0">
            <a:extLst>
              <a:ext uri="{FF2B5EF4-FFF2-40B4-BE49-F238E27FC236}">
                <a16:creationId xmlns:a16="http://schemas.microsoft.com/office/drawing/2014/main" id="{3FAFA6F2-36C9-48B0-B4D0-913330719DE7}"/>
              </a:ext>
            </a:extLst>
          </p:cNvPr>
          <p:cNvSpPr>
            <a:spLocks noGrp="1"/>
          </p:cNvSpPr>
          <p:nvPr/>
        </p:nvSpPr>
        <p:spPr>
          <a:xfrm>
            <a:off x="6306017" y="153769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7" name="9llg_2_build_PredictedAtoms_1">
            <a:extLst>
              <a:ext uri="{FF2B5EF4-FFF2-40B4-BE49-F238E27FC236}">
                <a16:creationId xmlns:a16="http://schemas.microsoft.com/office/drawing/2014/main" id="{14053622-3CE0-440B-B681-CB3FD5D1B951}"/>
              </a:ext>
            </a:extLst>
          </p:cNvPr>
          <p:cNvSpPr>
            <a:spLocks noGrp="1"/>
          </p:cNvSpPr>
          <p:nvPr/>
        </p:nvSpPr>
        <p:spPr>
          <a:xfrm>
            <a:off x="6480057" y="15255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8" name="9llg_2_build_PredictedAtoms_2">
            <a:extLst>
              <a:ext uri="{FF2B5EF4-FFF2-40B4-BE49-F238E27FC236}">
                <a16:creationId xmlns:a16="http://schemas.microsoft.com/office/drawing/2014/main" id="{4B03F8DE-EF69-43D4-91E7-716454DC1271}"/>
              </a:ext>
            </a:extLst>
          </p:cNvPr>
          <p:cNvSpPr>
            <a:spLocks noGrp="1"/>
          </p:cNvSpPr>
          <p:nvPr/>
        </p:nvSpPr>
        <p:spPr>
          <a:xfrm>
            <a:off x="6572675" y="13472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59" name="9llg_2_build_PredictedAtoms_3">
            <a:extLst>
              <a:ext uri="{FF2B5EF4-FFF2-40B4-BE49-F238E27FC236}">
                <a16:creationId xmlns:a16="http://schemas.microsoft.com/office/drawing/2014/main" id="{FD0B1775-ECFF-4799-AE5F-16E9BBC45410}"/>
              </a:ext>
            </a:extLst>
          </p:cNvPr>
          <p:cNvSpPr>
            <a:spLocks noGrp="1"/>
          </p:cNvSpPr>
          <p:nvPr/>
        </p:nvSpPr>
        <p:spPr>
          <a:xfrm>
            <a:off x="6750421" y="134063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0" name="9llg_2_build_PredictedAtoms_4">
            <a:extLst>
              <a:ext uri="{FF2B5EF4-FFF2-40B4-BE49-F238E27FC236}">
                <a16:creationId xmlns:a16="http://schemas.microsoft.com/office/drawing/2014/main" id="{1403C31A-88E5-4429-97E2-5E2565B9C61C}"/>
              </a:ext>
            </a:extLst>
          </p:cNvPr>
          <p:cNvSpPr>
            <a:spLocks noGrp="1"/>
          </p:cNvSpPr>
          <p:nvPr/>
        </p:nvSpPr>
        <p:spPr>
          <a:xfrm>
            <a:off x="6831065" y="11755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1" name="9llg_2_build_PredictedAtoms_5">
            <a:extLst>
              <a:ext uri="{FF2B5EF4-FFF2-40B4-BE49-F238E27FC236}">
                <a16:creationId xmlns:a16="http://schemas.microsoft.com/office/drawing/2014/main" id="{8EBD0934-B016-4849-AB41-DDFD75BE2084}"/>
              </a:ext>
            </a:extLst>
          </p:cNvPr>
          <p:cNvSpPr>
            <a:spLocks noGrp="1"/>
          </p:cNvSpPr>
          <p:nvPr/>
        </p:nvSpPr>
        <p:spPr>
          <a:xfrm>
            <a:off x="7020995" y="114593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2" name="9llg_2_build_PredictedAtoms_6">
            <a:extLst>
              <a:ext uri="{FF2B5EF4-FFF2-40B4-BE49-F238E27FC236}">
                <a16:creationId xmlns:a16="http://schemas.microsoft.com/office/drawing/2014/main" id="{2594D670-5ADF-4D46-BD52-4D49C55870A4}"/>
              </a:ext>
            </a:extLst>
          </p:cNvPr>
          <p:cNvSpPr>
            <a:spLocks noGrp="1"/>
          </p:cNvSpPr>
          <p:nvPr/>
        </p:nvSpPr>
        <p:spPr>
          <a:xfrm>
            <a:off x="7116092" y="12979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3" name="9llg_2_build_PredictedAtoms_7">
            <a:extLst>
              <a:ext uri="{FF2B5EF4-FFF2-40B4-BE49-F238E27FC236}">
                <a16:creationId xmlns:a16="http://schemas.microsoft.com/office/drawing/2014/main" id="{FBDB8651-E8FA-4FD3-BB94-D13B28C14585}"/>
              </a:ext>
            </a:extLst>
          </p:cNvPr>
          <p:cNvSpPr>
            <a:spLocks noGrp="1"/>
          </p:cNvSpPr>
          <p:nvPr/>
        </p:nvSpPr>
        <p:spPr>
          <a:xfrm>
            <a:off x="7053733" y="14777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4" name="9llg_2_build_PredictedAtoms_8">
            <a:extLst>
              <a:ext uri="{FF2B5EF4-FFF2-40B4-BE49-F238E27FC236}">
                <a16:creationId xmlns:a16="http://schemas.microsoft.com/office/drawing/2014/main" id="{FA16532B-B880-4ED0-A862-B978FBA4C88D}"/>
              </a:ext>
            </a:extLst>
          </p:cNvPr>
          <p:cNvSpPr>
            <a:spLocks noGrp="1"/>
          </p:cNvSpPr>
          <p:nvPr/>
        </p:nvSpPr>
        <p:spPr>
          <a:xfrm>
            <a:off x="7169253" y="16310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5" name="9llg_2_build_PredictedAtoms_9">
            <a:extLst>
              <a:ext uri="{FF2B5EF4-FFF2-40B4-BE49-F238E27FC236}">
                <a16:creationId xmlns:a16="http://schemas.microsoft.com/office/drawing/2014/main" id="{FECBC4AE-10A3-49B2-9B28-68945355CFF5}"/>
              </a:ext>
            </a:extLst>
          </p:cNvPr>
          <p:cNvSpPr>
            <a:spLocks noGrp="1"/>
          </p:cNvSpPr>
          <p:nvPr/>
        </p:nvSpPr>
        <p:spPr>
          <a:xfrm>
            <a:off x="7361647" y="16014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6" name="9llg_2_build_PredictedAtoms_10">
            <a:extLst>
              <a:ext uri="{FF2B5EF4-FFF2-40B4-BE49-F238E27FC236}">
                <a16:creationId xmlns:a16="http://schemas.microsoft.com/office/drawing/2014/main" id="{8B0B2163-3745-4182-AA86-0BB66D3AC437}"/>
              </a:ext>
            </a:extLst>
          </p:cNvPr>
          <p:cNvSpPr>
            <a:spLocks noGrp="1"/>
          </p:cNvSpPr>
          <p:nvPr/>
        </p:nvSpPr>
        <p:spPr>
          <a:xfrm>
            <a:off x="7421198" y="14216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7" name="9llg_2_build_PredictedAtoms_11">
            <a:extLst>
              <a:ext uri="{FF2B5EF4-FFF2-40B4-BE49-F238E27FC236}">
                <a16:creationId xmlns:a16="http://schemas.microsoft.com/office/drawing/2014/main" id="{B2F97EB2-7A09-4A5F-A62C-24DA301323F9}"/>
              </a:ext>
            </a:extLst>
          </p:cNvPr>
          <p:cNvSpPr>
            <a:spLocks noGrp="1"/>
          </p:cNvSpPr>
          <p:nvPr/>
        </p:nvSpPr>
        <p:spPr>
          <a:xfrm>
            <a:off x="7422159" y="14297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8" name="9llg_2_build_PredictedAtoms_12">
            <a:extLst>
              <a:ext uri="{FF2B5EF4-FFF2-40B4-BE49-F238E27FC236}">
                <a16:creationId xmlns:a16="http://schemas.microsoft.com/office/drawing/2014/main" id="{F08B69F3-CC3B-43B6-A058-F9E12129B37D}"/>
              </a:ext>
            </a:extLst>
          </p:cNvPr>
          <p:cNvSpPr>
            <a:spLocks noGrp="1"/>
          </p:cNvSpPr>
          <p:nvPr/>
        </p:nvSpPr>
        <p:spPr>
          <a:xfrm>
            <a:off x="7601939" y="13768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69" name="9llg_2_build_PredictedAtoms_13">
            <a:extLst>
              <a:ext uri="{FF2B5EF4-FFF2-40B4-BE49-F238E27FC236}">
                <a16:creationId xmlns:a16="http://schemas.microsoft.com/office/drawing/2014/main" id="{3D242045-AE70-43EB-B528-4A8FA8B938FB}"/>
              </a:ext>
            </a:extLst>
          </p:cNvPr>
          <p:cNvSpPr>
            <a:spLocks noGrp="1"/>
          </p:cNvSpPr>
          <p:nvPr/>
        </p:nvSpPr>
        <p:spPr>
          <a:xfrm>
            <a:off x="7768569" y="14513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0" name="9llg_2_build_PredictedAtoms_14">
            <a:extLst>
              <a:ext uri="{FF2B5EF4-FFF2-40B4-BE49-F238E27FC236}">
                <a16:creationId xmlns:a16="http://schemas.microsoft.com/office/drawing/2014/main" id="{B97DF106-EE76-423F-91D2-85A5DA675312}"/>
              </a:ext>
            </a:extLst>
          </p:cNvPr>
          <p:cNvSpPr>
            <a:spLocks noGrp="1"/>
          </p:cNvSpPr>
          <p:nvPr/>
        </p:nvSpPr>
        <p:spPr>
          <a:xfrm>
            <a:off x="7812230" y="162784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1" name="9llg_2_build_PredictedAtoms_15">
            <a:extLst>
              <a:ext uri="{FF2B5EF4-FFF2-40B4-BE49-F238E27FC236}">
                <a16:creationId xmlns:a16="http://schemas.microsoft.com/office/drawing/2014/main" id="{21D19723-047E-4751-B9B1-8ECD099E7CF9}"/>
              </a:ext>
            </a:extLst>
          </p:cNvPr>
          <p:cNvSpPr>
            <a:spLocks noGrp="1"/>
          </p:cNvSpPr>
          <p:nvPr/>
        </p:nvSpPr>
        <p:spPr>
          <a:xfrm>
            <a:off x="7911543" y="132896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2" name="9llg_2_build_PredictedAtoms_16">
            <a:extLst>
              <a:ext uri="{FF2B5EF4-FFF2-40B4-BE49-F238E27FC236}">
                <a16:creationId xmlns:a16="http://schemas.microsoft.com/office/drawing/2014/main" id="{F10F5018-5781-477A-87D3-F9A7DA070BB8}"/>
              </a:ext>
            </a:extLst>
          </p:cNvPr>
          <p:cNvSpPr>
            <a:spLocks noGrp="1"/>
          </p:cNvSpPr>
          <p:nvPr/>
        </p:nvSpPr>
        <p:spPr>
          <a:xfrm>
            <a:off x="8091710" y="140289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3" name="9llg_2_build_PredictedAtoms_17">
            <a:extLst>
              <a:ext uri="{FF2B5EF4-FFF2-40B4-BE49-F238E27FC236}">
                <a16:creationId xmlns:a16="http://schemas.microsoft.com/office/drawing/2014/main" id="{2F72D2E2-BB62-4AB9-8517-21271B395DCA}"/>
              </a:ext>
            </a:extLst>
          </p:cNvPr>
          <p:cNvSpPr>
            <a:spLocks noGrp="1"/>
          </p:cNvSpPr>
          <p:nvPr/>
        </p:nvSpPr>
        <p:spPr>
          <a:xfrm>
            <a:off x="8207217" y="12539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4" name="9llg_2_build_PredictedAtoms_18">
            <a:extLst>
              <a:ext uri="{FF2B5EF4-FFF2-40B4-BE49-F238E27FC236}">
                <a16:creationId xmlns:a16="http://schemas.microsoft.com/office/drawing/2014/main" id="{97E1B85A-3B09-407E-9958-0C098DCEECEB}"/>
              </a:ext>
            </a:extLst>
          </p:cNvPr>
          <p:cNvSpPr>
            <a:spLocks noGrp="1"/>
          </p:cNvSpPr>
          <p:nvPr/>
        </p:nvSpPr>
        <p:spPr>
          <a:xfrm>
            <a:off x="8385934" y="12943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5" name="9llg_2_build_PredictedAtoms_19">
            <a:extLst>
              <a:ext uri="{FF2B5EF4-FFF2-40B4-BE49-F238E27FC236}">
                <a16:creationId xmlns:a16="http://schemas.microsoft.com/office/drawing/2014/main" id="{7F6CC8AC-F151-4152-BD8F-D71E0B9DFD96}"/>
              </a:ext>
            </a:extLst>
          </p:cNvPr>
          <p:cNvSpPr>
            <a:spLocks noGrp="1"/>
          </p:cNvSpPr>
          <p:nvPr/>
        </p:nvSpPr>
        <p:spPr>
          <a:xfrm>
            <a:off x="8496085" y="11880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6" name="9llg_2_build_PredictedAtoms_20">
            <a:extLst>
              <a:ext uri="{FF2B5EF4-FFF2-40B4-BE49-F238E27FC236}">
                <a16:creationId xmlns:a16="http://schemas.microsoft.com/office/drawing/2014/main" id="{D6F66A03-5F51-416E-87AB-DDAE027A0D87}"/>
              </a:ext>
            </a:extLst>
          </p:cNvPr>
          <p:cNvSpPr>
            <a:spLocks noGrp="1"/>
          </p:cNvSpPr>
          <p:nvPr/>
        </p:nvSpPr>
        <p:spPr>
          <a:xfrm>
            <a:off x="8418652" y="14924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7" name="9llg_2_build_PredictedAtoms_21">
            <a:extLst>
              <a:ext uri="{FF2B5EF4-FFF2-40B4-BE49-F238E27FC236}">
                <a16:creationId xmlns:a16="http://schemas.microsoft.com/office/drawing/2014/main" id="{02369102-C967-4ADF-B5EC-3E82653A7781}"/>
              </a:ext>
            </a:extLst>
          </p:cNvPr>
          <p:cNvSpPr>
            <a:spLocks noGrp="1"/>
          </p:cNvSpPr>
          <p:nvPr/>
        </p:nvSpPr>
        <p:spPr>
          <a:xfrm>
            <a:off x="7593347" y="11840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8" name="9llg_2_build_PredictedAtoms_22">
            <a:extLst>
              <a:ext uri="{FF2B5EF4-FFF2-40B4-BE49-F238E27FC236}">
                <a16:creationId xmlns:a16="http://schemas.microsoft.com/office/drawing/2014/main" id="{2CC11D6F-B5D2-4D0D-A7E2-BD41AD994063}"/>
              </a:ext>
            </a:extLst>
          </p:cNvPr>
          <p:cNvSpPr>
            <a:spLocks noGrp="1"/>
          </p:cNvSpPr>
          <p:nvPr/>
        </p:nvSpPr>
        <p:spPr>
          <a:xfrm>
            <a:off x="7398420" y="11176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79" name="9llg_2_build_PredictedAtoms_23">
            <a:extLst>
              <a:ext uri="{FF2B5EF4-FFF2-40B4-BE49-F238E27FC236}">
                <a16:creationId xmlns:a16="http://schemas.microsoft.com/office/drawing/2014/main" id="{297CD53C-6376-4855-98D4-0255C7E583ED}"/>
              </a:ext>
            </a:extLst>
          </p:cNvPr>
          <p:cNvSpPr>
            <a:spLocks noGrp="1"/>
          </p:cNvSpPr>
          <p:nvPr/>
        </p:nvSpPr>
        <p:spPr>
          <a:xfrm>
            <a:off x="7296683" y="12728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0" name="9llg_2_build_PredictedAtoms_24">
            <a:extLst>
              <a:ext uri="{FF2B5EF4-FFF2-40B4-BE49-F238E27FC236}">
                <a16:creationId xmlns:a16="http://schemas.microsoft.com/office/drawing/2014/main" id="{5A9C51FC-B5DA-4591-A6AC-837C1BAC395C}"/>
              </a:ext>
            </a:extLst>
          </p:cNvPr>
          <p:cNvSpPr>
            <a:spLocks noGrp="1"/>
          </p:cNvSpPr>
          <p:nvPr/>
        </p:nvSpPr>
        <p:spPr>
          <a:xfrm>
            <a:off x="6858738" y="150404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1" name="9llg_2_build_PredictedAtoms_25">
            <a:extLst>
              <a:ext uri="{FF2B5EF4-FFF2-40B4-BE49-F238E27FC236}">
                <a16:creationId xmlns:a16="http://schemas.microsoft.com/office/drawing/2014/main" id="{4A61F76E-F5BC-40BA-A1C3-725F7E4834B5}"/>
              </a:ext>
            </a:extLst>
          </p:cNvPr>
          <p:cNvSpPr>
            <a:spLocks noGrp="1"/>
          </p:cNvSpPr>
          <p:nvPr/>
        </p:nvSpPr>
        <p:spPr>
          <a:xfrm>
            <a:off x="6822506" y="153623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2" name="9llg_2_build_PredictedAtoms_26">
            <a:extLst>
              <a:ext uri="{FF2B5EF4-FFF2-40B4-BE49-F238E27FC236}">
                <a16:creationId xmlns:a16="http://schemas.microsoft.com/office/drawing/2014/main" id="{EB33FBF5-F49F-46DE-BDC5-EA1290EA2DBC}"/>
              </a:ext>
            </a:extLst>
          </p:cNvPr>
          <p:cNvSpPr>
            <a:spLocks noGrp="1"/>
          </p:cNvSpPr>
          <p:nvPr/>
        </p:nvSpPr>
        <p:spPr>
          <a:xfrm>
            <a:off x="6775377" y="1664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3" name="9llg_2_build_PredictedAtoms_27">
            <a:extLst>
              <a:ext uri="{FF2B5EF4-FFF2-40B4-BE49-F238E27FC236}">
                <a16:creationId xmlns:a16="http://schemas.microsoft.com/office/drawing/2014/main" id="{CDA60B99-8F54-41EA-A574-1CFCC9829BB5}"/>
              </a:ext>
            </a:extLst>
          </p:cNvPr>
          <p:cNvSpPr>
            <a:spLocks noGrp="1"/>
          </p:cNvSpPr>
          <p:nvPr/>
        </p:nvSpPr>
        <p:spPr>
          <a:xfrm>
            <a:off x="6587189" y="16736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284" name="stage3-cases-alternatives_11">
            <a:extLst>
              <a:ext uri="{FF2B5EF4-FFF2-40B4-BE49-F238E27FC236}">
                <a16:creationId xmlns:a16="http://schemas.microsoft.com/office/drawing/2014/main" id="{0D6C1BFC-7EE3-484B-83C8-E744D258C0B0}"/>
              </a:ext>
            </a:extLst>
          </p:cNvPr>
          <p:cNvSpPr>
            <a:spLocks noGrp="1"/>
          </p:cNvSpPr>
          <p:nvPr/>
        </p:nvSpPr>
        <p:spPr>
          <a:xfrm>
            <a:off x="6172200" y="21336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2.44 Å   D 50%   Clash 0</a:t>
            </a:r>
          </a:p>
        </p:txBody>
      </p:sp>
      <p:sp>
        <p:nvSpPr>
          <p:cNvPr id="285" name="stage3-cases-alternatives_12">
            <a:extLst>
              <a:ext uri="{FF2B5EF4-FFF2-40B4-BE49-F238E27FC236}">
                <a16:creationId xmlns:a16="http://schemas.microsoft.com/office/drawing/2014/main" id="{37D460BB-516B-452A-AA3B-77A0C5C3AB97}"/>
              </a:ext>
            </a:extLst>
          </p:cNvPr>
          <p:cNvSpPr>
            <a:spLocks noGrp="1"/>
          </p:cNvSpPr>
          <p:nvPr/>
        </p:nvSpPr>
        <p:spPr>
          <a:xfrm>
            <a:off x="247650" y="23050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b  9LFA · A1EJF (A:401)</a:t>
            </a:r>
          </a:p>
        </p:txBody>
      </p:sp>
      <p:sp>
        <p:nvSpPr>
          <p:cNvPr id="286" name="stage3-cases-alternatives_13">
            <a:extLst>
              <a:ext uri="{FF2B5EF4-FFF2-40B4-BE49-F238E27FC236}">
                <a16:creationId xmlns:a16="http://schemas.microsoft.com/office/drawing/2014/main" id="{FE4C716A-5755-467D-9A5C-36BCD31FF1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92150" y="2447925"/>
                </a:moveTo>
                <a:lnTo>
                  <a:pt x="8953500" y="24479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287" name="stage3-cases-alternatives_14">
            <a:extLst>
              <a:ext uri="{FF2B5EF4-FFF2-40B4-BE49-F238E27FC236}">
                <a16:creationId xmlns:a16="http://schemas.microsoft.com/office/drawing/2014/main" id="{27AB67CC-28C3-43B0-BB33-65F88F91A750}"/>
              </a:ext>
            </a:extLst>
          </p:cNvPr>
          <p:cNvSpPr>
            <a:spLocks noGrp="1"/>
          </p:cNvSpPr>
          <p:nvPr/>
        </p:nvSpPr>
        <p:spPr>
          <a:xfrm>
            <a:off x="9001125" y="23336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288" name="9lfa_0_official_Receptor">
            <a:extLst>
              <a:ext uri="{FF2B5EF4-FFF2-40B4-BE49-F238E27FC236}">
                <a16:creationId xmlns:a16="http://schemas.microsoft.com/office/drawing/2014/main" id="{58CF58BE-14E8-492A-B16E-4509F89AD3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55074" y="805872"/>
                </a:moveTo>
                <a:lnTo>
                  <a:pt x="2650242" y="901348"/>
                </a:lnTo>
                <a:moveTo>
                  <a:pt x="1948399" y="509012"/>
                </a:moveTo>
                <a:lnTo>
                  <a:pt x="2065157" y="547881"/>
                </a:lnTo>
                <a:moveTo>
                  <a:pt x="2123186" y="705789"/>
                </a:moveTo>
                <a:lnTo>
                  <a:pt x="2259507" y="733410"/>
                </a:lnTo>
                <a:moveTo>
                  <a:pt x="2065157" y="547881"/>
                </a:moveTo>
                <a:lnTo>
                  <a:pt x="2123186" y="705789"/>
                </a:lnTo>
                <a:moveTo>
                  <a:pt x="2650242" y="901348"/>
                </a:moveTo>
                <a:lnTo>
                  <a:pt x="2570381" y="938542"/>
                </a:lnTo>
                <a:moveTo>
                  <a:pt x="1579960" y="710722"/>
                </a:moveTo>
                <a:lnTo>
                  <a:pt x="1707015" y="762930"/>
                </a:lnTo>
                <a:moveTo>
                  <a:pt x="1498707" y="626205"/>
                </a:moveTo>
                <a:lnTo>
                  <a:pt x="1579960" y="710722"/>
                </a:lnTo>
                <a:moveTo>
                  <a:pt x="2065157" y="547881"/>
                </a:moveTo>
                <a:lnTo>
                  <a:pt x="2003931" y="534570"/>
                </a:lnTo>
                <a:moveTo>
                  <a:pt x="1439319" y="483433"/>
                </a:moveTo>
                <a:lnTo>
                  <a:pt x="1498707" y="626205"/>
                </a:lnTo>
                <a:moveTo>
                  <a:pt x="2570381" y="938542"/>
                </a:moveTo>
                <a:lnTo>
                  <a:pt x="2578578" y="814358"/>
                </a:lnTo>
                <a:moveTo>
                  <a:pt x="1498707" y="626205"/>
                </a:moveTo>
                <a:lnTo>
                  <a:pt x="1371904" y="721584"/>
                </a:lnTo>
                <a:moveTo>
                  <a:pt x="2578578" y="814358"/>
                </a:moveTo>
                <a:lnTo>
                  <a:pt x="2534702" y="670251"/>
                </a:lnTo>
                <a:moveTo>
                  <a:pt x="2534702" y="670251"/>
                </a:moveTo>
                <a:lnTo>
                  <a:pt x="2542413" y="556399"/>
                </a:lnTo>
                <a:moveTo>
                  <a:pt x="2003931" y="534570"/>
                </a:moveTo>
                <a:lnTo>
                  <a:pt x="2102621" y="440331"/>
                </a:lnTo>
                <a:moveTo>
                  <a:pt x="2102621" y="440331"/>
                </a:moveTo>
                <a:lnTo>
                  <a:pt x="2231802" y="409529"/>
                </a:lnTo>
                <a:moveTo>
                  <a:pt x="1371904" y="721584"/>
                </a:moveTo>
                <a:lnTo>
                  <a:pt x="1298793" y="652666"/>
                </a:lnTo>
                <a:moveTo>
                  <a:pt x="2578578" y="814358"/>
                </a:moveTo>
                <a:lnTo>
                  <a:pt x="2631972" y="841493"/>
                </a:lnTo>
                <a:moveTo>
                  <a:pt x="2102621" y="440331"/>
                </a:moveTo>
                <a:lnTo>
                  <a:pt x="2042238" y="393473"/>
                </a:lnTo>
                <a:moveTo>
                  <a:pt x="2542413" y="556399"/>
                </a:moveTo>
                <a:lnTo>
                  <a:pt x="2595299" y="584918"/>
                </a:lnTo>
                <a:moveTo>
                  <a:pt x="426016" y="1225776"/>
                </a:moveTo>
                <a:lnTo>
                  <a:pt x="538784" y="1233365"/>
                </a:lnTo>
                <a:moveTo>
                  <a:pt x="2631972" y="841493"/>
                </a:moveTo>
                <a:lnTo>
                  <a:pt x="2639810" y="727565"/>
                </a:lnTo>
                <a:moveTo>
                  <a:pt x="1298793" y="652666"/>
                </a:moveTo>
                <a:lnTo>
                  <a:pt x="1388534" y="678570"/>
                </a:lnTo>
                <a:moveTo>
                  <a:pt x="2639810" y="727565"/>
                </a:moveTo>
                <a:lnTo>
                  <a:pt x="2595299" y="584918"/>
                </a:lnTo>
                <a:moveTo>
                  <a:pt x="789552" y="655484"/>
                </a:moveTo>
                <a:lnTo>
                  <a:pt x="929801" y="712453"/>
                </a:lnTo>
                <a:moveTo>
                  <a:pt x="668186" y="750123"/>
                </a:moveTo>
                <a:lnTo>
                  <a:pt x="789552" y="655484"/>
                </a:lnTo>
                <a:moveTo>
                  <a:pt x="517292" y="724174"/>
                </a:moveTo>
                <a:lnTo>
                  <a:pt x="668186" y="750123"/>
                </a:lnTo>
                <a:moveTo>
                  <a:pt x="440875" y="852730"/>
                </a:moveTo>
                <a:lnTo>
                  <a:pt x="517292" y="724174"/>
                </a:lnTo>
                <a:moveTo>
                  <a:pt x="951221" y="860546"/>
                </a:moveTo>
                <a:lnTo>
                  <a:pt x="929801" y="712453"/>
                </a:lnTo>
                <a:moveTo>
                  <a:pt x="686162" y="899662"/>
                </a:moveTo>
                <a:lnTo>
                  <a:pt x="668186" y="750123"/>
                </a:lnTo>
                <a:moveTo>
                  <a:pt x="1388534" y="678570"/>
                </a:moveTo>
                <a:lnTo>
                  <a:pt x="1486525" y="775256"/>
                </a:lnTo>
                <a:moveTo>
                  <a:pt x="539298" y="963047"/>
                </a:moveTo>
                <a:lnTo>
                  <a:pt x="440875" y="852730"/>
                </a:lnTo>
                <a:moveTo>
                  <a:pt x="538784" y="1233365"/>
                </a:moveTo>
                <a:lnTo>
                  <a:pt x="502291" y="1119233"/>
                </a:lnTo>
                <a:moveTo>
                  <a:pt x="539298" y="963047"/>
                </a:moveTo>
                <a:lnTo>
                  <a:pt x="686162" y="899662"/>
                </a:lnTo>
                <a:moveTo>
                  <a:pt x="831078" y="954794"/>
                </a:moveTo>
                <a:lnTo>
                  <a:pt x="951221" y="860546"/>
                </a:lnTo>
                <a:moveTo>
                  <a:pt x="686162" y="899662"/>
                </a:moveTo>
                <a:lnTo>
                  <a:pt x="831078" y="954794"/>
                </a:lnTo>
                <a:moveTo>
                  <a:pt x="1388534" y="678570"/>
                </a:moveTo>
                <a:lnTo>
                  <a:pt x="1356884" y="590965"/>
                </a:lnTo>
                <a:moveTo>
                  <a:pt x="502291" y="1119233"/>
                </a:moveTo>
                <a:lnTo>
                  <a:pt x="539298" y="963047"/>
                </a:lnTo>
                <a:moveTo>
                  <a:pt x="1128981" y="897494"/>
                </a:moveTo>
                <a:lnTo>
                  <a:pt x="1271185" y="871647"/>
                </a:lnTo>
                <a:moveTo>
                  <a:pt x="1376816" y="803503"/>
                </a:moveTo>
                <a:lnTo>
                  <a:pt x="1271185" y="871647"/>
                </a:lnTo>
                <a:moveTo>
                  <a:pt x="1092482" y="855072"/>
                </a:moveTo>
                <a:lnTo>
                  <a:pt x="1128981" y="897494"/>
                </a:lnTo>
                <a:moveTo>
                  <a:pt x="1339752" y="761212"/>
                </a:moveTo>
                <a:lnTo>
                  <a:pt x="1376816" y="803503"/>
                </a:lnTo>
                <a:moveTo>
                  <a:pt x="1197113" y="785801"/>
                </a:moveTo>
                <a:lnTo>
                  <a:pt x="1092482" y="855072"/>
                </a:lnTo>
                <a:moveTo>
                  <a:pt x="1197113" y="785801"/>
                </a:moveTo>
                <a:lnTo>
                  <a:pt x="1339752" y="761212"/>
                </a:lnTo>
                <a:moveTo>
                  <a:pt x="1157640" y="740468"/>
                </a:moveTo>
                <a:lnTo>
                  <a:pt x="1197113" y="785801"/>
                </a:lnTo>
                <a:moveTo>
                  <a:pt x="1575717" y="1151744"/>
                </a:moveTo>
                <a:lnTo>
                  <a:pt x="1452153" y="1125854"/>
                </a:lnTo>
                <a:moveTo>
                  <a:pt x="1719929" y="1111709"/>
                </a:moveTo>
                <a:lnTo>
                  <a:pt x="1575717" y="1151744"/>
                </a:lnTo>
                <a:moveTo>
                  <a:pt x="1224267" y="843833"/>
                </a:moveTo>
                <a:lnTo>
                  <a:pt x="1157640" y="740468"/>
                </a:lnTo>
                <a:moveTo>
                  <a:pt x="1784135" y="963500"/>
                </a:moveTo>
                <a:lnTo>
                  <a:pt x="1697559" y="828992"/>
                </a:lnTo>
                <a:moveTo>
                  <a:pt x="1719929" y="1111709"/>
                </a:moveTo>
                <a:lnTo>
                  <a:pt x="1784135" y="963500"/>
                </a:lnTo>
                <a:moveTo>
                  <a:pt x="1697559" y="828992"/>
                </a:moveTo>
                <a:lnTo>
                  <a:pt x="1749148" y="695558"/>
                </a:lnTo>
                <a:moveTo>
                  <a:pt x="1831665" y="1230203"/>
                </a:moveTo>
                <a:lnTo>
                  <a:pt x="1719929" y="1111709"/>
                </a:lnTo>
                <a:moveTo>
                  <a:pt x="2649407" y="447015"/>
                </a:moveTo>
                <a:lnTo>
                  <a:pt x="2589456" y="502511"/>
                </a:lnTo>
                <a:moveTo>
                  <a:pt x="1157519" y="993756"/>
                </a:moveTo>
                <a:lnTo>
                  <a:pt x="1224267" y="843833"/>
                </a:lnTo>
                <a:moveTo>
                  <a:pt x="1697559" y="828992"/>
                </a:moveTo>
                <a:lnTo>
                  <a:pt x="1585393" y="844434"/>
                </a:lnTo>
                <a:moveTo>
                  <a:pt x="1224267" y="843833"/>
                </a:moveTo>
                <a:lnTo>
                  <a:pt x="1209269" y="774553"/>
                </a:lnTo>
                <a:moveTo>
                  <a:pt x="1209269" y="774553"/>
                </a:moveTo>
                <a:lnTo>
                  <a:pt x="1195430" y="637838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289" name="9lfa_0_official_ExperimentalDensity">
            <a:extLst>
              <a:ext uri="{FF2B5EF4-FFF2-40B4-BE49-F238E27FC236}">
                <a16:creationId xmlns:a16="http://schemas.microsoft.com/office/drawing/2014/main" id="{03213769-6D6D-47F6-99C8-687B34B6204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765" y="401956"/>
                </a:moveTo>
                <a:lnTo>
                  <a:pt x="1652128" y="292515"/>
                </a:lnTo>
                <a:moveTo>
                  <a:pt x="1756560" y="294118"/>
                </a:moveTo>
                <a:lnTo>
                  <a:pt x="1652128" y="292515"/>
                </a:lnTo>
                <a:moveTo>
                  <a:pt x="1652128" y="292515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652128" y="292515"/>
                </a:lnTo>
                <a:moveTo>
                  <a:pt x="1747034" y="404348"/>
                </a:moveTo>
                <a:lnTo>
                  <a:pt x="1640765" y="401956"/>
                </a:lnTo>
                <a:moveTo>
                  <a:pt x="1756560" y="294118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756560" y="294118"/>
                </a:lnTo>
                <a:moveTo>
                  <a:pt x="1647481" y="169279"/>
                </a:moveTo>
                <a:lnTo>
                  <a:pt x="1756560" y="294118"/>
                </a:lnTo>
                <a:moveTo>
                  <a:pt x="1631670" y="152947"/>
                </a:moveTo>
                <a:lnTo>
                  <a:pt x="1635004" y="170848"/>
                </a:lnTo>
                <a:moveTo>
                  <a:pt x="1647481" y="169279"/>
                </a:moveTo>
                <a:lnTo>
                  <a:pt x="1635004" y="170848"/>
                </a:lnTo>
                <a:moveTo>
                  <a:pt x="1609625" y="479657"/>
                </a:moveTo>
                <a:lnTo>
                  <a:pt x="1640765" y="401956"/>
                </a:lnTo>
                <a:moveTo>
                  <a:pt x="1647481" y="169279"/>
                </a:moveTo>
                <a:lnTo>
                  <a:pt x="1631670" y="152947"/>
                </a:lnTo>
                <a:moveTo>
                  <a:pt x="1854560" y="407279"/>
                </a:moveTo>
                <a:lnTo>
                  <a:pt x="1756560" y="294118"/>
                </a:lnTo>
                <a:moveTo>
                  <a:pt x="1732993" y="215815"/>
                </a:moveTo>
                <a:lnTo>
                  <a:pt x="1756560" y="294118"/>
                </a:lnTo>
                <a:moveTo>
                  <a:pt x="1854560" y="407279"/>
                </a:moveTo>
                <a:lnTo>
                  <a:pt x="1747034" y="404348"/>
                </a:lnTo>
                <a:moveTo>
                  <a:pt x="1847984" y="290139"/>
                </a:moveTo>
                <a:lnTo>
                  <a:pt x="1756560" y="294118"/>
                </a:lnTo>
                <a:moveTo>
                  <a:pt x="1713844" y="499594"/>
                </a:moveTo>
                <a:lnTo>
                  <a:pt x="1640765" y="401956"/>
                </a:lnTo>
                <a:moveTo>
                  <a:pt x="1732993" y="215815"/>
                </a:moveTo>
                <a:lnTo>
                  <a:pt x="1647481" y="169279"/>
                </a:lnTo>
                <a:moveTo>
                  <a:pt x="2093959" y="423590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2093959" y="423590"/>
                </a:lnTo>
                <a:moveTo>
                  <a:pt x="1967058" y="413489"/>
                </a:moveTo>
                <a:lnTo>
                  <a:pt x="1854560" y="407279"/>
                </a:lnTo>
                <a:moveTo>
                  <a:pt x="1854560" y="40727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854560" y="407279"/>
                </a:lnTo>
                <a:moveTo>
                  <a:pt x="2203303" y="541619"/>
                </a:moveTo>
                <a:lnTo>
                  <a:pt x="2093959" y="423590"/>
                </a:lnTo>
                <a:moveTo>
                  <a:pt x="1713844" y="499594"/>
                </a:moveTo>
                <a:lnTo>
                  <a:pt x="1747034" y="404348"/>
                </a:lnTo>
                <a:moveTo>
                  <a:pt x="1967058" y="413489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1970509" y="413825"/>
                </a:lnTo>
                <a:moveTo>
                  <a:pt x="1969770" y="414755"/>
                </a:moveTo>
                <a:lnTo>
                  <a:pt x="1970509" y="413825"/>
                </a:lnTo>
                <a:moveTo>
                  <a:pt x="1967058" y="41348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967058" y="413489"/>
                </a:lnTo>
                <a:moveTo>
                  <a:pt x="1854560" y="407279"/>
                </a:moveTo>
                <a:lnTo>
                  <a:pt x="1847984" y="290139"/>
                </a:lnTo>
                <a:moveTo>
                  <a:pt x="1730114" y="504605"/>
                </a:moveTo>
                <a:lnTo>
                  <a:pt x="1747034" y="404348"/>
                </a:lnTo>
                <a:moveTo>
                  <a:pt x="2285210" y="546426"/>
                </a:moveTo>
                <a:lnTo>
                  <a:pt x="2326752" y="551384"/>
                </a:lnTo>
                <a:moveTo>
                  <a:pt x="1732993" y="215815"/>
                </a:moveTo>
                <a:lnTo>
                  <a:pt x="1847984" y="290139"/>
                </a:lnTo>
                <a:moveTo>
                  <a:pt x="1594872" y="119249"/>
                </a:moveTo>
                <a:lnTo>
                  <a:pt x="1631670" y="152947"/>
                </a:lnTo>
                <a:moveTo>
                  <a:pt x="2079504" y="352954"/>
                </a:moveTo>
                <a:lnTo>
                  <a:pt x="2093959" y="423590"/>
                </a:lnTo>
                <a:moveTo>
                  <a:pt x="1824825" y="508835"/>
                </a:moveTo>
                <a:lnTo>
                  <a:pt x="1747034" y="404348"/>
                </a:lnTo>
                <a:moveTo>
                  <a:pt x="2317517" y="533582"/>
                </a:moveTo>
                <a:lnTo>
                  <a:pt x="2326752" y="551384"/>
                </a:lnTo>
                <a:moveTo>
                  <a:pt x="2285210" y="546426"/>
                </a:moveTo>
                <a:lnTo>
                  <a:pt x="2203303" y="541619"/>
                </a:lnTo>
                <a:moveTo>
                  <a:pt x="2073748" y="529234"/>
                </a:moveTo>
                <a:lnTo>
                  <a:pt x="2093959" y="423590"/>
                </a:lnTo>
                <a:moveTo>
                  <a:pt x="2195359" y="423892"/>
                </a:moveTo>
                <a:lnTo>
                  <a:pt x="2093959" y="423590"/>
                </a:lnTo>
                <a:moveTo>
                  <a:pt x="2079504" y="352954"/>
                </a:moveTo>
                <a:lnTo>
                  <a:pt x="1970089" y="410015"/>
                </a:lnTo>
                <a:moveTo>
                  <a:pt x="2312814" y="603273"/>
                </a:moveTo>
                <a:lnTo>
                  <a:pt x="2326752" y="551384"/>
                </a:lnTo>
                <a:moveTo>
                  <a:pt x="2203303" y="541619"/>
                </a:moveTo>
                <a:lnTo>
                  <a:pt x="2317517" y="533582"/>
                </a:lnTo>
                <a:moveTo>
                  <a:pt x="1627351" y="153326"/>
                </a:moveTo>
                <a:lnTo>
                  <a:pt x="1631670" y="152947"/>
                </a:lnTo>
                <a:moveTo>
                  <a:pt x="2073748" y="529234"/>
                </a:moveTo>
                <a:lnTo>
                  <a:pt x="1970509" y="413825"/>
                </a:lnTo>
                <a:moveTo>
                  <a:pt x="2285210" y="546426"/>
                </a:moveTo>
                <a:lnTo>
                  <a:pt x="2317517" y="533582"/>
                </a:lnTo>
                <a:moveTo>
                  <a:pt x="2359751" y="547862"/>
                </a:moveTo>
                <a:lnTo>
                  <a:pt x="2326752" y="551384"/>
                </a:lnTo>
                <a:moveTo>
                  <a:pt x="1713844" y="499594"/>
                </a:moveTo>
                <a:lnTo>
                  <a:pt x="1609625" y="479657"/>
                </a:lnTo>
                <a:moveTo>
                  <a:pt x="1627351" y="153326"/>
                </a:moveTo>
                <a:lnTo>
                  <a:pt x="1647481" y="169279"/>
                </a:lnTo>
                <a:moveTo>
                  <a:pt x="2312814" y="603273"/>
                </a:moveTo>
                <a:lnTo>
                  <a:pt x="2203303" y="541619"/>
                </a:lnTo>
                <a:moveTo>
                  <a:pt x="2044198" y="526219"/>
                </a:moveTo>
                <a:lnTo>
                  <a:pt x="1970509" y="413825"/>
                </a:lnTo>
                <a:moveTo>
                  <a:pt x="2044198" y="526219"/>
                </a:moveTo>
                <a:lnTo>
                  <a:pt x="1969770" y="414755"/>
                </a:lnTo>
                <a:moveTo>
                  <a:pt x="2203303" y="541619"/>
                </a:moveTo>
                <a:lnTo>
                  <a:pt x="2073748" y="529234"/>
                </a:lnTo>
                <a:moveTo>
                  <a:pt x="2203303" y="541619"/>
                </a:moveTo>
                <a:lnTo>
                  <a:pt x="2195359" y="423892"/>
                </a:lnTo>
                <a:moveTo>
                  <a:pt x="2312814" y="603273"/>
                </a:moveTo>
                <a:lnTo>
                  <a:pt x="2285210" y="546426"/>
                </a:lnTo>
                <a:moveTo>
                  <a:pt x="1824825" y="50883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732993" y="215815"/>
                </a:lnTo>
                <a:moveTo>
                  <a:pt x="1942811" y="51625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847984" y="290139"/>
                </a:lnTo>
                <a:moveTo>
                  <a:pt x="2304597" y="656193"/>
                </a:moveTo>
                <a:lnTo>
                  <a:pt x="2203303" y="541619"/>
                </a:lnTo>
                <a:moveTo>
                  <a:pt x="2359751" y="547862"/>
                </a:moveTo>
                <a:lnTo>
                  <a:pt x="2317517" y="533582"/>
                </a:lnTo>
                <a:moveTo>
                  <a:pt x="2079504" y="352954"/>
                </a:moveTo>
                <a:lnTo>
                  <a:pt x="2195359" y="423892"/>
                </a:lnTo>
                <a:moveTo>
                  <a:pt x="1942811" y="516255"/>
                </a:moveTo>
                <a:lnTo>
                  <a:pt x="1969770" y="414755"/>
                </a:lnTo>
                <a:moveTo>
                  <a:pt x="1926040" y="285889"/>
                </a:moveTo>
                <a:lnTo>
                  <a:pt x="1854560" y="407279"/>
                </a:lnTo>
                <a:moveTo>
                  <a:pt x="737146" y="438787"/>
                </a:moveTo>
                <a:lnTo>
                  <a:pt x="759904" y="440747"/>
                </a:lnTo>
                <a:moveTo>
                  <a:pt x="2359751" y="547862"/>
                </a:moveTo>
                <a:lnTo>
                  <a:pt x="2312814" y="603273"/>
                </a:lnTo>
                <a:moveTo>
                  <a:pt x="756885" y="428886"/>
                </a:moveTo>
                <a:lnTo>
                  <a:pt x="759904" y="440747"/>
                </a:lnTo>
                <a:moveTo>
                  <a:pt x="1627351" y="153326"/>
                </a:moveTo>
                <a:lnTo>
                  <a:pt x="1732993" y="215815"/>
                </a:lnTo>
                <a:moveTo>
                  <a:pt x="2044198" y="526219"/>
                </a:moveTo>
                <a:lnTo>
                  <a:pt x="2073748" y="529234"/>
                </a:lnTo>
                <a:moveTo>
                  <a:pt x="737146" y="438787"/>
                </a:moveTo>
                <a:lnTo>
                  <a:pt x="756885" y="428886"/>
                </a:lnTo>
                <a:moveTo>
                  <a:pt x="1926040" y="285889"/>
                </a:moveTo>
                <a:lnTo>
                  <a:pt x="1970089" y="410015"/>
                </a:lnTo>
                <a:moveTo>
                  <a:pt x="2176681" y="644512"/>
                </a:moveTo>
                <a:lnTo>
                  <a:pt x="2203303" y="541619"/>
                </a:lnTo>
                <a:moveTo>
                  <a:pt x="2304597" y="656193"/>
                </a:moveTo>
                <a:lnTo>
                  <a:pt x="2312814" y="603273"/>
                </a:lnTo>
                <a:moveTo>
                  <a:pt x="1730114" y="504605"/>
                </a:moveTo>
                <a:lnTo>
                  <a:pt x="1713844" y="499594"/>
                </a:lnTo>
                <a:moveTo>
                  <a:pt x="1939194" y="288841"/>
                </a:moveTo>
                <a:lnTo>
                  <a:pt x="1970089" y="410015"/>
                </a:lnTo>
                <a:moveTo>
                  <a:pt x="1710044" y="502791"/>
                </a:moveTo>
                <a:lnTo>
                  <a:pt x="1713844" y="499594"/>
                </a:lnTo>
                <a:moveTo>
                  <a:pt x="2066157" y="550757"/>
                </a:moveTo>
                <a:lnTo>
                  <a:pt x="2073748" y="529234"/>
                </a:lnTo>
                <a:moveTo>
                  <a:pt x="2304597" y="656193"/>
                </a:moveTo>
                <a:lnTo>
                  <a:pt x="2359751" y="547862"/>
                </a:lnTo>
                <a:moveTo>
                  <a:pt x="632841" y="429431"/>
                </a:moveTo>
                <a:lnTo>
                  <a:pt x="737146" y="438787"/>
                </a:lnTo>
                <a:moveTo>
                  <a:pt x="385259" y="663933"/>
                </a:moveTo>
                <a:lnTo>
                  <a:pt x="278579" y="680473"/>
                </a:lnTo>
                <a:moveTo>
                  <a:pt x="1926040" y="285889"/>
                </a:moveTo>
                <a:lnTo>
                  <a:pt x="1847984" y="290139"/>
                </a:lnTo>
                <a:moveTo>
                  <a:pt x="1710044" y="502791"/>
                </a:moveTo>
                <a:lnTo>
                  <a:pt x="1730114" y="504605"/>
                </a:lnTo>
                <a:moveTo>
                  <a:pt x="868538" y="444153"/>
                </a:moveTo>
                <a:lnTo>
                  <a:pt x="759904" y="440747"/>
                </a:lnTo>
                <a:moveTo>
                  <a:pt x="2066157" y="550757"/>
                </a:moveTo>
                <a:lnTo>
                  <a:pt x="2044198" y="526219"/>
                </a:lnTo>
                <a:moveTo>
                  <a:pt x="2183033" y="383119"/>
                </a:moveTo>
                <a:lnTo>
                  <a:pt x="2079504" y="352954"/>
                </a:lnTo>
                <a:moveTo>
                  <a:pt x="1571357" y="467739"/>
                </a:moveTo>
                <a:lnTo>
                  <a:pt x="1609625" y="479657"/>
                </a:lnTo>
                <a:moveTo>
                  <a:pt x="2232444" y="418600"/>
                </a:moveTo>
                <a:lnTo>
                  <a:pt x="2203303" y="541619"/>
                </a:lnTo>
                <a:moveTo>
                  <a:pt x="2183033" y="383119"/>
                </a:moveTo>
                <a:lnTo>
                  <a:pt x="2195359" y="423892"/>
                </a:lnTo>
                <a:moveTo>
                  <a:pt x="756885" y="428886"/>
                </a:moveTo>
                <a:lnTo>
                  <a:pt x="868538" y="444153"/>
                </a:lnTo>
                <a:moveTo>
                  <a:pt x="1695540" y="191816"/>
                </a:moveTo>
                <a:lnTo>
                  <a:pt x="1732993" y="215815"/>
                </a:lnTo>
                <a:moveTo>
                  <a:pt x="506592" y="430251"/>
                </a:moveTo>
                <a:lnTo>
                  <a:pt x="400480" y="438367"/>
                </a:lnTo>
                <a:moveTo>
                  <a:pt x="1730114" y="504605"/>
                </a:moveTo>
                <a:lnTo>
                  <a:pt x="1824825" y="508835"/>
                </a:lnTo>
                <a:moveTo>
                  <a:pt x="1942811" y="516255"/>
                </a:moveTo>
                <a:lnTo>
                  <a:pt x="2044198" y="526219"/>
                </a:lnTo>
                <a:moveTo>
                  <a:pt x="2176681" y="644512"/>
                </a:moveTo>
                <a:lnTo>
                  <a:pt x="2073748" y="529234"/>
                </a:lnTo>
                <a:moveTo>
                  <a:pt x="867088" y="360131"/>
                </a:moveTo>
                <a:lnTo>
                  <a:pt x="756885" y="428886"/>
                </a:lnTo>
                <a:moveTo>
                  <a:pt x="867060" y="329201"/>
                </a:moveTo>
                <a:lnTo>
                  <a:pt x="756885" y="428886"/>
                </a:lnTo>
                <a:moveTo>
                  <a:pt x="2232444" y="418600"/>
                </a:moveTo>
                <a:lnTo>
                  <a:pt x="2317517" y="533582"/>
                </a:lnTo>
                <a:moveTo>
                  <a:pt x="2066157" y="550757"/>
                </a:moveTo>
                <a:lnTo>
                  <a:pt x="1942811" y="516255"/>
                </a:lnTo>
                <a:moveTo>
                  <a:pt x="382417" y="408388"/>
                </a:moveTo>
                <a:lnTo>
                  <a:pt x="400480" y="438367"/>
                </a:lnTo>
                <a:moveTo>
                  <a:pt x="156209" y="618958"/>
                </a:moveTo>
                <a:lnTo>
                  <a:pt x="278579" y="680473"/>
                </a:lnTo>
                <a:moveTo>
                  <a:pt x="2044532" y="292200"/>
                </a:moveTo>
                <a:lnTo>
                  <a:pt x="1970089" y="410015"/>
                </a:lnTo>
                <a:moveTo>
                  <a:pt x="2304597" y="656193"/>
                </a:moveTo>
                <a:lnTo>
                  <a:pt x="2176681" y="644512"/>
                </a:lnTo>
                <a:moveTo>
                  <a:pt x="2130550" y="639127"/>
                </a:moveTo>
                <a:lnTo>
                  <a:pt x="2073748" y="529234"/>
                </a:lnTo>
                <a:moveTo>
                  <a:pt x="506592" y="430251"/>
                </a:moveTo>
                <a:lnTo>
                  <a:pt x="632841" y="429431"/>
                </a:lnTo>
                <a:moveTo>
                  <a:pt x="499770" y="415537"/>
                </a:moveTo>
                <a:lnTo>
                  <a:pt x="400480" y="438367"/>
                </a:lnTo>
                <a:moveTo>
                  <a:pt x="2406740" y="542496"/>
                </a:moveTo>
                <a:lnTo>
                  <a:pt x="2317517" y="533582"/>
                </a:lnTo>
                <a:moveTo>
                  <a:pt x="1942811" y="516255"/>
                </a:moveTo>
                <a:lnTo>
                  <a:pt x="1824825" y="508835"/>
                </a:lnTo>
                <a:moveTo>
                  <a:pt x="2232444" y="418600"/>
                </a:moveTo>
                <a:lnTo>
                  <a:pt x="2195359" y="423892"/>
                </a:lnTo>
                <a:moveTo>
                  <a:pt x="1816346" y="544988"/>
                </a:moveTo>
                <a:lnTo>
                  <a:pt x="1730114" y="504605"/>
                </a:lnTo>
                <a:moveTo>
                  <a:pt x="1926040" y="285889"/>
                </a:moveTo>
                <a:lnTo>
                  <a:pt x="1835093" y="267150"/>
                </a:lnTo>
                <a:moveTo>
                  <a:pt x="522680" y="419091"/>
                </a:moveTo>
                <a:lnTo>
                  <a:pt x="632841" y="429431"/>
                </a:lnTo>
                <a:moveTo>
                  <a:pt x="1627351" y="153326"/>
                </a:moveTo>
                <a:lnTo>
                  <a:pt x="1594872" y="119249"/>
                </a:lnTo>
                <a:moveTo>
                  <a:pt x="1816346" y="544988"/>
                </a:moveTo>
                <a:lnTo>
                  <a:pt x="1710044" y="502791"/>
                </a:lnTo>
                <a:moveTo>
                  <a:pt x="867088" y="360131"/>
                </a:moveTo>
                <a:lnTo>
                  <a:pt x="868538" y="444153"/>
                </a:lnTo>
                <a:moveTo>
                  <a:pt x="255557" y="442612"/>
                </a:moveTo>
                <a:lnTo>
                  <a:pt x="400480" y="438367"/>
                </a:lnTo>
                <a:moveTo>
                  <a:pt x="2284378" y="445653"/>
                </a:moveTo>
                <a:lnTo>
                  <a:pt x="2317517" y="533582"/>
                </a:lnTo>
                <a:moveTo>
                  <a:pt x="2410079" y="658247"/>
                </a:moveTo>
                <a:lnTo>
                  <a:pt x="2304597" y="656193"/>
                </a:lnTo>
                <a:moveTo>
                  <a:pt x="801571" y="551272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713844" y="499594"/>
                </a:lnTo>
                <a:moveTo>
                  <a:pt x="2406740" y="542496"/>
                </a:moveTo>
                <a:lnTo>
                  <a:pt x="2359751" y="547862"/>
                </a:lnTo>
                <a:moveTo>
                  <a:pt x="867060" y="329201"/>
                </a:moveTo>
                <a:lnTo>
                  <a:pt x="867088" y="360131"/>
                </a:lnTo>
                <a:moveTo>
                  <a:pt x="1816346" y="544988"/>
                </a:moveTo>
                <a:lnTo>
                  <a:pt x="1824825" y="508835"/>
                </a:lnTo>
                <a:moveTo>
                  <a:pt x="2130550" y="639127"/>
                </a:moveTo>
                <a:lnTo>
                  <a:pt x="2066157" y="550757"/>
                </a:lnTo>
                <a:moveTo>
                  <a:pt x="801571" y="551272"/>
                </a:moveTo>
                <a:lnTo>
                  <a:pt x="742242" y="645898"/>
                </a:lnTo>
                <a:moveTo>
                  <a:pt x="506592" y="430251"/>
                </a:moveTo>
                <a:lnTo>
                  <a:pt x="522680" y="419091"/>
                </a:lnTo>
                <a:moveTo>
                  <a:pt x="897712" y="330634"/>
                </a:moveTo>
                <a:lnTo>
                  <a:pt x="867088" y="360131"/>
                </a:lnTo>
                <a:moveTo>
                  <a:pt x="859027" y="479604"/>
                </a:moveTo>
                <a:lnTo>
                  <a:pt x="868538" y="444153"/>
                </a:lnTo>
                <a:moveTo>
                  <a:pt x="897712" y="330634"/>
                </a:moveTo>
                <a:lnTo>
                  <a:pt x="867060" y="329201"/>
                </a:lnTo>
                <a:moveTo>
                  <a:pt x="1797444" y="246058"/>
                </a:moveTo>
                <a:lnTo>
                  <a:pt x="1732993" y="215815"/>
                </a:lnTo>
                <a:moveTo>
                  <a:pt x="2044532" y="292200"/>
                </a:moveTo>
                <a:lnTo>
                  <a:pt x="2079504" y="352954"/>
                </a:lnTo>
                <a:moveTo>
                  <a:pt x="2304597" y="656193"/>
                </a:moveTo>
                <a:lnTo>
                  <a:pt x="2406740" y="542496"/>
                </a:lnTo>
                <a:moveTo>
                  <a:pt x="737146" y="438787"/>
                </a:moveTo>
                <a:lnTo>
                  <a:pt x="730596" y="313851"/>
                </a:lnTo>
                <a:moveTo>
                  <a:pt x="615284" y="383894"/>
                </a:moveTo>
                <a:lnTo>
                  <a:pt x="632841" y="429431"/>
                </a:lnTo>
                <a:moveTo>
                  <a:pt x="735529" y="658921"/>
                </a:moveTo>
                <a:lnTo>
                  <a:pt x="742242" y="645898"/>
                </a:lnTo>
                <a:moveTo>
                  <a:pt x="1611755" y="486761"/>
                </a:moveTo>
                <a:lnTo>
                  <a:pt x="1713844" y="499594"/>
                </a:lnTo>
                <a:moveTo>
                  <a:pt x="905190" y="442023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468464" y="428159"/>
                </a:lnTo>
                <a:moveTo>
                  <a:pt x="730596" y="313851"/>
                </a:moveTo>
                <a:lnTo>
                  <a:pt x="756885" y="428886"/>
                </a:lnTo>
                <a:moveTo>
                  <a:pt x="499770" y="415537"/>
                </a:moveTo>
                <a:lnTo>
                  <a:pt x="506592" y="430251"/>
                </a:lnTo>
                <a:moveTo>
                  <a:pt x="2232444" y="418600"/>
                </a:moveTo>
                <a:lnTo>
                  <a:pt x="2183033" y="383119"/>
                </a:lnTo>
                <a:moveTo>
                  <a:pt x="801571" y="551272"/>
                </a:moveTo>
                <a:lnTo>
                  <a:pt x="859027" y="479604"/>
                </a:lnTo>
                <a:moveTo>
                  <a:pt x="238643" y="693276"/>
                </a:moveTo>
                <a:lnTo>
                  <a:pt x="278579" y="680473"/>
                </a:lnTo>
                <a:moveTo>
                  <a:pt x="2130550" y="639127"/>
                </a:moveTo>
                <a:lnTo>
                  <a:pt x="2176681" y="644512"/>
                </a:lnTo>
                <a:moveTo>
                  <a:pt x="490891" y="662931"/>
                </a:moveTo>
                <a:lnTo>
                  <a:pt x="385259" y="663933"/>
                </a:lnTo>
                <a:moveTo>
                  <a:pt x="499770" y="415537"/>
                </a:moveTo>
                <a:lnTo>
                  <a:pt x="522680" y="419091"/>
                </a:lnTo>
                <a:moveTo>
                  <a:pt x="1611755" y="486761"/>
                </a:moveTo>
                <a:lnTo>
                  <a:pt x="1710044" y="502791"/>
                </a:lnTo>
                <a:moveTo>
                  <a:pt x="1939194" y="288841"/>
                </a:moveTo>
                <a:lnTo>
                  <a:pt x="1926040" y="285889"/>
                </a:lnTo>
                <a:moveTo>
                  <a:pt x="632841" y="429431"/>
                </a:moveTo>
                <a:lnTo>
                  <a:pt x="730596" y="313851"/>
                </a:lnTo>
                <a:moveTo>
                  <a:pt x="499770" y="415537"/>
                </a:moveTo>
                <a:lnTo>
                  <a:pt x="382417" y="408388"/>
                </a:lnTo>
                <a:moveTo>
                  <a:pt x="1695540" y="191816"/>
                </a:moveTo>
                <a:lnTo>
                  <a:pt x="1627351" y="153326"/>
                </a:lnTo>
                <a:moveTo>
                  <a:pt x="1919679" y="578052"/>
                </a:moveTo>
                <a:lnTo>
                  <a:pt x="2066157" y="550757"/>
                </a:lnTo>
                <a:moveTo>
                  <a:pt x="522680" y="419091"/>
                </a:moveTo>
                <a:lnTo>
                  <a:pt x="615284" y="383894"/>
                </a:lnTo>
                <a:moveTo>
                  <a:pt x="712595" y="311504"/>
                </a:moveTo>
                <a:lnTo>
                  <a:pt x="632841" y="429431"/>
                </a:lnTo>
                <a:moveTo>
                  <a:pt x="2162902" y="681469"/>
                </a:moveTo>
                <a:lnTo>
                  <a:pt x="2176681" y="644512"/>
                </a:lnTo>
                <a:moveTo>
                  <a:pt x="1449374" y="132017"/>
                </a:moveTo>
                <a:lnTo>
                  <a:pt x="1594872" y="119249"/>
                </a:lnTo>
                <a:moveTo>
                  <a:pt x="156209" y="618958"/>
                </a:moveTo>
                <a:lnTo>
                  <a:pt x="189210" y="508349"/>
                </a:lnTo>
                <a:moveTo>
                  <a:pt x="905190" y="442023"/>
                </a:moveTo>
                <a:lnTo>
                  <a:pt x="859027" y="479604"/>
                </a:lnTo>
                <a:moveTo>
                  <a:pt x="2385502" y="511461"/>
                </a:moveTo>
                <a:lnTo>
                  <a:pt x="2317517" y="533582"/>
                </a:lnTo>
                <a:moveTo>
                  <a:pt x="1459251" y="134524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824825" y="508835"/>
                </a:lnTo>
                <a:moveTo>
                  <a:pt x="255557" y="442612"/>
                </a:moveTo>
                <a:lnTo>
                  <a:pt x="382417" y="408388"/>
                </a:lnTo>
                <a:moveTo>
                  <a:pt x="1566272" y="141351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942811" y="516255"/>
                </a:lnTo>
                <a:moveTo>
                  <a:pt x="867060" y="329201"/>
                </a:moveTo>
                <a:lnTo>
                  <a:pt x="730596" y="313851"/>
                </a:lnTo>
                <a:moveTo>
                  <a:pt x="189210" y="508349"/>
                </a:moveTo>
                <a:lnTo>
                  <a:pt x="255557" y="442612"/>
                </a:lnTo>
                <a:moveTo>
                  <a:pt x="2410079" y="658247"/>
                </a:moveTo>
                <a:lnTo>
                  <a:pt x="2406740" y="542496"/>
                </a:lnTo>
                <a:moveTo>
                  <a:pt x="2032891" y="626017"/>
                </a:moveTo>
                <a:lnTo>
                  <a:pt x="2066157" y="550757"/>
                </a:lnTo>
                <a:moveTo>
                  <a:pt x="1797444" y="246058"/>
                </a:moveTo>
                <a:lnTo>
                  <a:pt x="1835093" y="267150"/>
                </a:lnTo>
                <a:moveTo>
                  <a:pt x="2147847" y="325535"/>
                </a:moveTo>
                <a:lnTo>
                  <a:pt x="2079504" y="352954"/>
                </a:lnTo>
                <a:moveTo>
                  <a:pt x="1672633" y="531308"/>
                </a:moveTo>
                <a:lnTo>
                  <a:pt x="1710044" y="502791"/>
                </a:lnTo>
                <a:moveTo>
                  <a:pt x="2162902" y="681469"/>
                </a:moveTo>
                <a:lnTo>
                  <a:pt x="2130550" y="639127"/>
                </a:lnTo>
                <a:moveTo>
                  <a:pt x="843948" y="547918"/>
                </a:moveTo>
                <a:lnTo>
                  <a:pt x="801571" y="551272"/>
                </a:lnTo>
                <a:moveTo>
                  <a:pt x="2266682" y="707906"/>
                </a:moveTo>
                <a:lnTo>
                  <a:pt x="2304597" y="656193"/>
                </a:lnTo>
                <a:moveTo>
                  <a:pt x="343954" y="697032"/>
                </a:moveTo>
                <a:lnTo>
                  <a:pt x="278579" y="680473"/>
                </a:lnTo>
                <a:moveTo>
                  <a:pt x="726501" y="300126"/>
                </a:moveTo>
                <a:lnTo>
                  <a:pt x="867060" y="329201"/>
                </a:lnTo>
                <a:moveTo>
                  <a:pt x="1566272" y="141351"/>
                </a:moveTo>
                <a:lnTo>
                  <a:pt x="1627351" y="153326"/>
                </a:lnTo>
                <a:moveTo>
                  <a:pt x="327091" y="399759"/>
                </a:moveTo>
                <a:lnTo>
                  <a:pt x="382417" y="408388"/>
                </a:lnTo>
                <a:moveTo>
                  <a:pt x="1919679" y="578052"/>
                </a:moveTo>
                <a:lnTo>
                  <a:pt x="1816346" y="544988"/>
                </a:lnTo>
                <a:moveTo>
                  <a:pt x="2284378" y="445653"/>
                </a:moveTo>
                <a:lnTo>
                  <a:pt x="2232444" y="418600"/>
                </a:lnTo>
                <a:moveTo>
                  <a:pt x="843948" y="547918"/>
                </a:moveTo>
                <a:lnTo>
                  <a:pt x="859027" y="479604"/>
                </a:lnTo>
                <a:moveTo>
                  <a:pt x="2044532" y="292200"/>
                </a:moveTo>
                <a:lnTo>
                  <a:pt x="1939194" y="288841"/>
                </a:lnTo>
                <a:moveTo>
                  <a:pt x="365037" y="384583"/>
                </a:moveTo>
                <a:lnTo>
                  <a:pt x="382417" y="408388"/>
                </a:lnTo>
                <a:moveTo>
                  <a:pt x="1431451" y="397636"/>
                </a:moveTo>
                <a:lnTo>
                  <a:pt x="1468464" y="428159"/>
                </a:lnTo>
                <a:moveTo>
                  <a:pt x="1444855" y="134246"/>
                </a:moveTo>
                <a:lnTo>
                  <a:pt x="1339848" y="190729"/>
                </a:lnTo>
                <a:moveTo>
                  <a:pt x="843948" y="547918"/>
                </a:moveTo>
                <a:lnTo>
                  <a:pt x="905190" y="442023"/>
                </a:lnTo>
                <a:moveTo>
                  <a:pt x="1611755" y="486761"/>
                </a:moveTo>
                <a:lnTo>
                  <a:pt x="1571357" y="467739"/>
                </a:lnTo>
                <a:moveTo>
                  <a:pt x="2266682" y="707906"/>
                </a:moveTo>
                <a:lnTo>
                  <a:pt x="2176681" y="644512"/>
                </a:lnTo>
                <a:moveTo>
                  <a:pt x="365037" y="384583"/>
                </a:moveTo>
                <a:lnTo>
                  <a:pt x="499770" y="415537"/>
                </a:lnTo>
                <a:moveTo>
                  <a:pt x="327091" y="399759"/>
                </a:moveTo>
                <a:lnTo>
                  <a:pt x="255557" y="442612"/>
                </a:lnTo>
                <a:moveTo>
                  <a:pt x="1870853" y="269261"/>
                </a:moveTo>
                <a:lnTo>
                  <a:pt x="1835093" y="267150"/>
                </a:lnTo>
                <a:moveTo>
                  <a:pt x="238643" y="693276"/>
                </a:moveTo>
                <a:lnTo>
                  <a:pt x="156209" y="618958"/>
                </a:lnTo>
                <a:moveTo>
                  <a:pt x="2032891" y="626017"/>
                </a:moveTo>
                <a:lnTo>
                  <a:pt x="2130550" y="639127"/>
                </a:lnTo>
                <a:moveTo>
                  <a:pt x="1672633" y="531308"/>
                </a:moveTo>
                <a:lnTo>
                  <a:pt x="1816346" y="544988"/>
                </a:lnTo>
                <a:moveTo>
                  <a:pt x="837445" y="220403"/>
                </a:moveTo>
                <a:lnTo>
                  <a:pt x="867060" y="329201"/>
                </a:lnTo>
                <a:moveTo>
                  <a:pt x="615284" y="383894"/>
                </a:moveTo>
                <a:lnTo>
                  <a:pt x="712595" y="311504"/>
                </a:lnTo>
                <a:moveTo>
                  <a:pt x="961850" y="440984"/>
                </a:moveTo>
                <a:lnTo>
                  <a:pt x="905190" y="442023"/>
                </a:lnTo>
                <a:moveTo>
                  <a:pt x="1346456" y="354841"/>
                </a:moveTo>
                <a:lnTo>
                  <a:pt x="1331347" y="316716"/>
                </a:lnTo>
                <a:moveTo>
                  <a:pt x="2373815" y="684660"/>
                </a:moveTo>
                <a:lnTo>
                  <a:pt x="2304597" y="656193"/>
                </a:lnTo>
                <a:moveTo>
                  <a:pt x="1695540" y="191816"/>
                </a:moveTo>
                <a:lnTo>
                  <a:pt x="1566272" y="141351"/>
                </a:lnTo>
                <a:moveTo>
                  <a:pt x="343954" y="697032"/>
                </a:moveTo>
                <a:lnTo>
                  <a:pt x="385259" y="663933"/>
                </a:lnTo>
                <a:moveTo>
                  <a:pt x="2147847" y="325535"/>
                </a:moveTo>
                <a:lnTo>
                  <a:pt x="2183033" y="383119"/>
                </a:lnTo>
                <a:moveTo>
                  <a:pt x="875924" y="203404"/>
                </a:moveTo>
                <a:lnTo>
                  <a:pt x="867060" y="329201"/>
                </a:lnTo>
                <a:moveTo>
                  <a:pt x="471500" y="371261"/>
                </a:moveTo>
                <a:lnTo>
                  <a:pt x="522680" y="419091"/>
                </a:lnTo>
                <a:moveTo>
                  <a:pt x="712595" y="311504"/>
                </a:moveTo>
                <a:lnTo>
                  <a:pt x="730596" y="313851"/>
                </a:lnTo>
                <a:moveTo>
                  <a:pt x="1321913" y="351547"/>
                </a:moveTo>
                <a:lnTo>
                  <a:pt x="1331347" y="316716"/>
                </a:lnTo>
                <a:moveTo>
                  <a:pt x="2162902" y="681469"/>
                </a:moveTo>
                <a:lnTo>
                  <a:pt x="2032891" y="626017"/>
                </a:lnTo>
                <a:moveTo>
                  <a:pt x="726501" y="300126"/>
                </a:moveTo>
                <a:lnTo>
                  <a:pt x="730596" y="313851"/>
                </a:lnTo>
                <a:moveTo>
                  <a:pt x="1444855" y="134246"/>
                </a:moveTo>
                <a:lnTo>
                  <a:pt x="1449374" y="132017"/>
                </a:lnTo>
                <a:moveTo>
                  <a:pt x="1797444" y="246058"/>
                </a:moveTo>
                <a:lnTo>
                  <a:pt x="1695540" y="191816"/>
                </a:lnTo>
                <a:moveTo>
                  <a:pt x="1448085" y="133844"/>
                </a:moveTo>
                <a:lnTo>
                  <a:pt x="1444855" y="134246"/>
                </a:lnTo>
                <a:moveTo>
                  <a:pt x="1448085" y="133844"/>
                </a:moveTo>
                <a:lnTo>
                  <a:pt x="1449374" y="132017"/>
                </a:lnTo>
                <a:moveTo>
                  <a:pt x="327091" y="399759"/>
                </a:moveTo>
                <a:lnTo>
                  <a:pt x="365037" y="384583"/>
                </a:lnTo>
                <a:moveTo>
                  <a:pt x="1459251" y="134524"/>
                </a:moveTo>
                <a:lnTo>
                  <a:pt x="1449374" y="132017"/>
                </a:lnTo>
                <a:moveTo>
                  <a:pt x="843948" y="547918"/>
                </a:moveTo>
                <a:lnTo>
                  <a:pt x="961850" y="440984"/>
                </a:lnTo>
                <a:moveTo>
                  <a:pt x="712595" y="311504"/>
                </a:moveTo>
                <a:lnTo>
                  <a:pt x="726501" y="300126"/>
                </a:lnTo>
                <a:moveTo>
                  <a:pt x="1321913" y="351547"/>
                </a:moveTo>
                <a:lnTo>
                  <a:pt x="1346456" y="354841"/>
                </a:lnTo>
                <a:moveTo>
                  <a:pt x="1448085" y="133844"/>
                </a:moveTo>
                <a:lnTo>
                  <a:pt x="1459251" y="134524"/>
                </a:lnTo>
                <a:moveTo>
                  <a:pt x="2266682" y="707906"/>
                </a:moveTo>
                <a:lnTo>
                  <a:pt x="2162902" y="681469"/>
                </a:lnTo>
                <a:moveTo>
                  <a:pt x="471500" y="371261"/>
                </a:moveTo>
                <a:lnTo>
                  <a:pt x="499770" y="415537"/>
                </a:lnTo>
                <a:moveTo>
                  <a:pt x="1870853" y="269261"/>
                </a:moveTo>
                <a:lnTo>
                  <a:pt x="1926040" y="285889"/>
                </a:lnTo>
                <a:moveTo>
                  <a:pt x="748391" y="645928"/>
                </a:moveTo>
                <a:lnTo>
                  <a:pt x="742242" y="645898"/>
                </a:lnTo>
                <a:moveTo>
                  <a:pt x="1534330" y="437445"/>
                </a:moveTo>
                <a:lnTo>
                  <a:pt x="1468464" y="428159"/>
                </a:lnTo>
                <a:moveTo>
                  <a:pt x="1459251" y="134524"/>
                </a:moveTo>
                <a:lnTo>
                  <a:pt x="1566272" y="141351"/>
                </a:lnTo>
                <a:moveTo>
                  <a:pt x="1919679" y="578052"/>
                </a:moveTo>
                <a:lnTo>
                  <a:pt x="2032891" y="626017"/>
                </a:lnTo>
                <a:moveTo>
                  <a:pt x="1870853" y="269261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406740" y="542496"/>
                </a:lnTo>
                <a:moveTo>
                  <a:pt x="700916" y="679304"/>
                </a:moveTo>
                <a:lnTo>
                  <a:pt x="735529" y="658921"/>
                </a:lnTo>
                <a:moveTo>
                  <a:pt x="1672633" y="531308"/>
                </a:moveTo>
                <a:lnTo>
                  <a:pt x="1611755" y="486761"/>
                </a:lnTo>
                <a:moveTo>
                  <a:pt x="748391" y="645928"/>
                </a:moveTo>
                <a:lnTo>
                  <a:pt x="801571" y="551272"/>
                </a:lnTo>
                <a:moveTo>
                  <a:pt x="1553998" y="145958"/>
                </a:moveTo>
                <a:lnTo>
                  <a:pt x="1695540" y="191816"/>
                </a:lnTo>
                <a:moveTo>
                  <a:pt x="1081783" y="307278"/>
                </a:moveTo>
                <a:lnTo>
                  <a:pt x="1084653" y="336154"/>
                </a:lnTo>
                <a:moveTo>
                  <a:pt x="105309" y="604530"/>
                </a:moveTo>
                <a:lnTo>
                  <a:pt x="156209" y="618958"/>
                </a:lnTo>
                <a:moveTo>
                  <a:pt x="471500" y="371261"/>
                </a:moveTo>
                <a:lnTo>
                  <a:pt x="615284" y="383894"/>
                </a:lnTo>
                <a:moveTo>
                  <a:pt x="2373815" y="684660"/>
                </a:moveTo>
                <a:lnTo>
                  <a:pt x="2410079" y="658247"/>
                </a:lnTo>
                <a:moveTo>
                  <a:pt x="1774713" y="582938"/>
                </a:moveTo>
                <a:lnTo>
                  <a:pt x="1816346" y="544988"/>
                </a:lnTo>
                <a:moveTo>
                  <a:pt x="1078886" y="350215"/>
                </a:moveTo>
                <a:lnTo>
                  <a:pt x="1084653" y="336154"/>
                </a:lnTo>
                <a:moveTo>
                  <a:pt x="448892" y="706313"/>
                </a:moveTo>
                <a:lnTo>
                  <a:pt x="385259" y="663933"/>
                </a:lnTo>
                <a:moveTo>
                  <a:pt x="1978252" y="620629"/>
                </a:moveTo>
                <a:lnTo>
                  <a:pt x="1919679" y="578052"/>
                </a:lnTo>
                <a:moveTo>
                  <a:pt x="1900779" y="279109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284378" y="445653"/>
                </a:lnTo>
                <a:moveTo>
                  <a:pt x="748391" y="645928"/>
                </a:moveTo>
                <a:lnTo>
                  <a:pt x="735529" y="658921"/>
                </a:lnTo>
                <a:moveTo>
                  <a:pt x="961850" y="440984"/>
                </a:moveTo>
                <a:lnTo>
                  <a:pt x="1078886" y="350215"/>
                </a:lnTo>
                <a:moveTo>
                  <a:pt x="2020230" y="652357"/>
                </a:moveTo>
                <a:lnTo>
                  <a:pt x="2162902" y="681469"/>
                </a:lnTo>
                <a:moveTo>
                  <a:pt x="2422997" y="533514"/>
                </a:moveTo>
                <a:lnTo>
                  <a:pt x="2406740" y="542496"/>
                </a:lnTo>
                <a:moveTo>
                  <a:pt x="1431451" y="397636"/>
                </a:moveTo>
                <a:lnTo>
                  <a:pt x="1346456" y="354841"/>
                </a:lnTo>
                <a:moveTo>
                  <a:pt x="100396" y="598582"/>
                </a:moveTo>
                <a:lnTo>
                  <a:pt x="156209" y="618958"/>
                </a:lnTo>
                <a:moveTo>
                  <a:pt x="810989" y="612480"/>
                </a:moveTo>
                <a:lnTo>
                  <a:pt x="801571" y="551272"/>
                </a:lnTo>
                <a:moveTo>
                  <a:pt x="169614" y="492406"/>
                </a:moveTo>
                <a:lnTo>
                  <a:pt x="189210" y="508349"/>
                </a:lnTo>
                <a:moveTo>
                  <a:pt x="837445" y="220403"/>
                </a:moveTo>
                <a:lnTo>
                  <a:pt x="726501" y="300126"/>
                </a:lnTo>
                <a:moveTo>
                  <a:pt x="1193797" y="339779"/>
                </a:moveTo>
                <a:lnTo>
                  <a:pt x="1084653" y="336154"/>
                </a:lnTo>
                <a:moveTo>
                  <a:pt x="1978252" y="620629"/>
                </a:moveTo>
                <a:lnTo>
                  <a:pt x="2032891" y="626017"/>
                </a:lnTo>
                <a:moveTo>
                  <a:pt x="169614" y="492406"/>
                </a:moveTo>
                <a:lnTo>
                  <a:pt x="156209" y="618958"/>
                </a:lnTo>
                <a:moveTo>
                  <a:pt x="2147847" y="325535"/>
                </a:moveTo>
                <a:lnTo>
                  <a:pt x="2044532" y="292200"/>
                </a:lnTo>
                <a:moveTo>
                  <a:pt x="1321913" y="351547"/>
                </a:moveTo>
                <a:lnTo>
                  <a:pt x="1193797" y="339779"/>
                </a:lnTo>
                <a:moveTo>
                  <a:pt x="1553998" y="145958"/>
                </a:moveTo>
                <a:lnTo>
                  <a:pt x="1448085" y="133844"/>
                </a:lnTo>
                <a:moveTo>
                  <a:pt x="1553998" y="145958"/>
                </a:moveTo>
                <a:lnTo>
                  <a:pt x="1459251" y="134524"/>
                </a:lnTo>
                <a:moveTo>
                  <a:pt x="1431451" y="397636"/>
                </a:moveTo>
                <a:lnTo>
                  <a:pt x="1321913" y="351547"/>
                </a:lnTo>
                <a:moveTo>
                  <a:pt x="1300662" y="192418"/>
                </a:moveTo>
                <a:lnTo>
                  <a:pt x="1339848" y="190729"/>
                </a:lnTo>
                <a:moveTo>
                  <a:pt x="1553998" y="145958"/>
                </a:moveTo>
                <a:lnTo>
                  <a:pt x="1566272" y="141351"/>
                </a:lnTo>
                <a:moveTo>
                  <a:pt x="215708" y="454131"/>
                </a:moveTo>
                <a:lnTo>
                  <a:pt x="189210" y="508349"/>
                </a:lnTo>
                <a:moveTo>
                  <a:pt x="1081783" y="307278"/>
                </a:moveTo>
                <a:lnTo>
                  <a:pt x="1193797" y="339779"/>
                </a:lnTo>
                <a:moveTo>
                  <a:pt x="2484192" y="646838"/>
                </a:moveTo>
                <a:lnTo>
                  <a:pt x="2410079" y="658247"/>
                </a:lnTo>
                <a:moveTo>
                  <a:pt x="471500" y="371261"/>
                </a:moveTo>
                <a:lnTo>
                  <a:pt x="365037" y="384583"/>
                </a:lnTo>
                <a:moveTo>
                  <a:pt x="1534330" y="437445"/>
                </a:moveTo>
                <a:lnTo>
                  <a:pt x="1571357" y="467739"/>
                </a:lnTo>
                <a:moveTo>
                  <a:pt x="2481734" y="649772"/>
                </a:moveTo>
                <a:lnTo>
                  <a:pt x="2410079" y="658247"/>
                </a:lnTo>
                <a:moveTo>
                  <a:pt x="1189872" y="269865"/>
                </a:moveTo>
                <a:lnTo>
                  <a:pt x="1321913" y="351547"/>
                </a:lnTo>
                <a:moveTo>
                  <a:pt x="343954" y="697032"/>
                </a:moveTo>
                <a:lnTo>
                  <a:pt x="238643" y="693276"/>
                </a:lnTo>
                <a:moveTo>
                  <a:pt x="2020230" y="652357"/>
                </a:moveTo>
                <a:lnTo>
                  <a:pt x="2032891" y="626017"/>
                </a:lnTo>
                <a:moveTo>
                  <a:pt x="238643" y="693276"/>
                </a:moveTo>
                <a:lnTo>
                  <a:pt x="105309" y="604530"/>
                </a:lnTo>
                <a:moveTo>
                  <a:pt x="215708" y="454131"/>
                </a:moveTo>
                <a:lnTo>
                  <a:pt x="255557" y="442612"/>
                </a:lnTo>
                <a:moveTo>
                  <a:pt x="1656632" y="189383"/>
                </a:moveTo>
                <a:lnTo>
                  <a:pt x="1695540" y="191816"/>
                </a:lnTo>
                <a:moveTo>
                  <a:pt x="1189872" y="269865"/>
                </a:moveTo>
                <a:lnTo>
                  <a:pt x="1081783" y="307278"/>
                </a:lnTo>
                <a:moveTo>
                  <a:pt x="448892" y="706313"/>
                </a:moveTo>
                <a:lnTo>
                  <a:pt x="490891" y="662931"/>
                </a:lnTo>
                <a:moveTo>
                  <a:pt x="1183785" y="360075"/>
                </a:moveTo>
                <a:lnTo>
                  <a:pt x="1084653" y="336154"/>
                </a:lnTo>
                <a:moveTo>
                  <a:pt x="2484192" y="646838"/>
                </a:moveTo>
                <a:lnTo>
                  <a:pt x="2406740" y="542496"/>
                </a:lnTo>
                <a:moveTo>
                  <a:pt x="1774713" y="582938"/>
                </a:moveTo>
                <a:lnTo>
                  <a:pt x="1919679" y="578052"/>
                </a:lnTo>
                <a:moveTo>
                  <a:pt x="2005430" y="292637"/>
                </a:moveTo>
                <a:lnTo>
                  <a:pt x="1939194" y="288841"/>
                </a:lnTo>
                <a:moveTo>
                  <a:pt x="1187189" y="222625"/>
                </a:moveTo>
                <a:lnTo>
                  <a:pt x="1081783" y="307278"/>
                </a:lnTo>
                <a:moveTo>
                  <a:pt x="2020230" y="652357"/>
                </a:moveTo>
                <a:lnTo>
                  <a:pt x="1978252" y="620629"/>
                </a:lnTo>
                <a:moveTo>
                  <a:pt x="217600" y="723823"/>
                </a:moveTo>
                <a:lnTo>
                  <a:pt x="238643" y="693276"/>
                </a:lnTo>
                <a:moveTo>
                  <a:pt x="2121616" y="714281"/>
                </a:moveTo>
                <a:lnTo>
                  <a:pt x="2162902" y="681469"/>
                </a:lnTo>
                <a:moveTo>
                  <a:pt x="837445" y="220403"/>
                </a:moveTo>
                <a:lnTo>
                  <a:pt x="875924" y="203404"/>
                </a:lnTo>
                <a:moveTo>
                  <a:pt x="99313" y="614635"/>
                </a:moveTo>
                <a:lnTo>
                  <a:pt x="238643" y="693276"/>
                </a:lnTo>
                <a:moveTo>
                  <a:pt x="1870853" y="269261"/>
                </a:moveTo>
                <a:lnTo>
                  <a:pt x="1797444" y="246058"/>
                </a:lnTo>
                <a:moveTo>
                  <a:pt x="1408846" y="153601"/>
                </a:moveTo>
                <a:lnTo>
                  <a:pt x="1339848" y="190729"/>
                </a:lnTo>
                <a:moveTo>
                  <a:pt x="337133" y="388954"/>
                </a:moveTo>
                <a:lnTo>
                  <a:pt x="327091" y="399759"/>
                </a:lnTo>
                <a:moveTo>
                  <a:pt x="1183785" y="360075"/>
                </a:moveTo>
                <a:lnTo>
                  <a:pt x="1078886" y="350215"/>
                </a:lnTo>
                <a:moveTo>
                  <a:pt x="1189872" y="26986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961850" y="440984"/>
                </a:lnTo>
                <a:moveTo>
                  <a:pt x="810989" y="612480"/>
                </a:moveTo>
                <a:lnTo>
                  <a:pt x="843948" y="547918"/>
                </a:lnTo>
                <a:moveTo>
                  <a:pt x="2373815" y="684660"/>
                </a:moveTo>
                <a:lnTo>
                  <a:pt x="2266682" y="707906"/>
                </a:lnTo>
                <a:moveTo>
                  <a:pt x="1611205" y="471185"/>
                </a:moveTo>
                <a:lnTo>
                  <a:pt x="1571357" y="467739"/>
                </a:lnTo>
                <a:moveTo>
                  <a:pt x="1774713" y="582938"/>
                </a:moveTo>
                <a:lnTo>
                  <a:pt x="1672633" y="531308"/>
                </a:lnTo>
                <a:moveTo>
                  <a:pt x="337133" y="388954"/>
                </a:moveTo>
                <a:lnTo>
                  <a:pt x="365037" y="384583"/>
                </a:lnTo>
                <a:moveTo>
                  <a:pt x="2422997" y="533514"/>
                </a:moveTo>
                <a:lnTo>
                  <a:pt x="2385502" y="511461"/>
                </a:lnTo>
                <a:moveTo>
                  <a:pt x="325518" y="391201"/>
                </a:moveTo>
                <a:lnTo>
                  <a:pt x="255557" y="442612"/>
                </a:lnTo>
                <a:moveTo>
                  <a:pt x="1183785" y="36007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1078886" y="350215"/>
                </a:lnTo>
                <a:moveTo>
                  <a:pt x="650749" y="294747"/>
                </a:moveTo>
                <a:lnTo>
                  <a:pt x="712595" y="311504"/>
                </a:lnTo>
                <a:moveTo>
                  <a:pt x="1881836" y="604405"/>
                </a:moveTo>
                <a:lnTo>
                  <a:pt x="1919679" y="578052"/>
                </a:lnTo>
                <a:moveTo>
                  <a:pt x="1861510" y="602815"/>
                </a:moveTo>
                <a:lnTo>
                  <a:pt x="1919679" y="578052"/>
                </a:lnTo>
                <a:moveTo>
                  <a:pt x="1611205" y="471185"/>
                </a:moveTo>
                <a:lnTo>
                  <a:pt x="1611755" y="486761"/>
                </a:lnTo>
                <a:moveTo>
                  <a:pt x="1187189" y="222625"/>
                </a:moveTo>
                <a:lnTo>
                  <a:pt x="1189872" y="269865"/>
                </a:lnTo>
                <a:moveTo>
                  <a:pt x="552678" y="732679"/>
                </a:moveTo>
                <a:lnTo>
                  <a:pt x="490891" y="662931"/>
                </a:lnTo>
                <a:moveTo>
                  <a:pt x="2005430" y="292637"/>
                </a:moveTo>
                <a:lnTo>
                  <a:pt x="2044532" y="292200"/>
                </a:lnTo>
                <a:moveTo>
                  <a:pt x="923143" y="538690"/>
                </a:moveTo>
                <a:lnTo>
                  <a:pt x="843948" y="547918"/>
                </a:lnTo>
                <a:moveTo>
                  <a:pt x="1408846" y="153601"/>
                </a:moveTo>
                <a:lnTo>
                  <a:pt x="1444855" y="134246"/>
                </a:lnTo>
                <a:moveTo>
                  <a:pt x="1758250" y="247871"/>
                </a:moveTo>
                <a:lnTo>
                  <a:pt x="1695540" y="191816"/>
                </a:lnTo>
                <a:moveTo>
                  <a:pt x="689780" y="265282"/>
                </a:moveTo>
                <a:lnTo>
                  <a:pt x="712595" y="311504"/>
                </a:lnTo>
                <a:moveTo>
                  <a:pt x="325518" y="391201"/>
                </a:moveTo>
                <a:lnTo>
                  <a:pt x="327091" y="399759"/>
                </a:lnTo>
                <a:moveTo>
                  <a:pt x="921214" y="543401"/>
                </a:moveTo>
                <a:lnTo>
                  <a:pt x="843948" y="547918"/>
                </a:lnTo>
                <a:moveTo>
                  <a:pt x="689780" y="265282"/>
                </a:moveTo>
                <a:lnTo>
                  <a:pt x="726501" y="300126"/>
                </a:lnTo>
                <a:moveTo>
                  <a:pt x="1408846" y="153601"/>
                </a:moveTo>
                <a:lnTo>
                  <a:pt x="1448085" y="133844"/>
                </a:lnTo>
                <a:moveTo>
                  <a:pt x="1286685" y="399571"/>
                </a:moveTo>
                <a:lnTo>
                  <a:pt x="1321913" y="351547"/>
                </a:lnTo>
                <a:moveTo>
                  <a:pt x="1534330" y="437445"/>
                </a:moveTo>
                <a:lnTo>
                  <a:pt x="1431451" y="397636"/>
                </a:lnTo>
                <a:moveTo>
                  <a:pt x="217600" y="723823"/>
                </a:moveTo>
                <a:lnTo>
                  <a:pt x="343954" y="697032"/>
                </a:lnTo>
                <a:moveTo>
                  <a:pt x="2226640" y="722292"/>
                </a:moveTo>
                <a:lnTo>
                  <a:pt x="2162902" y="681469"/>
                </a:lnTo>
                <a:moveTo>
                  <a:pt x="96830" y="602249"/>
                </a:moveTo>
                <a:lnTo>
                  <a:pt x="105309" y="604530"/>
                </a:lnTo>
                <a:moveTo>
                  <a:pt x="923143" y="538690"/>
                </a:moveTo>
                <a:lnTo>
                  <a:pt x="961850" y="440984"/>
                </a:lnTo>
                <a:moveTo>
                  <a:pt x="100396" y="598582"/>
                </a:moveTo>
                <a:lnTo>
                  <a:pt x="105309" y="604530"/>
                </a:lnTo>
                <a:moveTo>
                  <a:pt x="99313" y="614635"/>
                </a:moveTo>
                <a:lnTo>
                  <a:pt x="105309" y="604530"/>
                </a:lnTo>
                <a:moveTo>
                  <a:pt x="1900779" y="279109"/>
                </a:moveTo>
                <a:lnTo>
                  <a:pt x="1870853" y="269261"/>
                </a:lnTo>
                <a:moveTo>
                  <a:pt x="748391" y="645928"/>
                </a:moveTo>
                <a:lnTo>
                  <a:pt x="700916" y="679304"/>
                </a:lnTo>
                <a:moveTo>
                  <a:pt x="1656632" y="189383"/>
                </a:moveTo>
                <a:lnTo>
                  <a:pt x="1553998" y="145958"/>
                </a:lnTo>
                <a:moveTo>
                  <a:pt x="1881836" y="604405"/>
                </a:moveTo>
                <a:lnTo>
                  <a:pt x="1978252" y="620629"/>
                </a:lnTo>
                <a:moveTo>
                  <a:pt x="2348758" y="476958"/>
                </a:moveTo>
                <a:lnTo>
                  <a:pt x="2284378" y="445653"/>
                </a:lnTo>
                <a:moveTo>
                  <a:pt x="96830" y="602249"/>
                </a:moveTo>
                <a:lnTo>
                  <a:pt x="100396" y="598582"/>
                </a:lnTo>
                <a:moveTo>
                  <a:pt x="99313" y="614635"/>
                </a:moveTo>
                <a:lnTo>
                  <a:pt x="96830" y="602249"/>
                </a:lnTo>
                <a:moveTo>
                  <a:pt x="99313" y="614635"/>
                </a:moveTo>
                <a:lnTo>
                  <a:pt x="217600" y="723823"/>
                </a:lnTo>
                <a:moveTo>
                  <a:pt x="1057535" y="438833"/>
                </a:moveTo>
                <a:lnTo>
                  <a:pt x="1183785" y="360075"/>
                </a:lnTo>
                <a:moveTo>
                  <a:pt x="1611205" y="471185"/>
                </a:moveTo>
                <a:lnTo>
                  <a:pt x="1672633" y="531308"/>
                </a:lnTo>
                <a:moveTo>
                  <a:pt x="448892" y="706313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93797" y="339779"/>
                </a:lnTo>
                <a:moveTo>
                  <a:pt x="1286685" y="399571"/>
                </a:moveTo>
                <a:lnTo>
                  <a:pt x="1431451" y="397636"/>
                </a:lnTo>
                <a:moveTo>
                  <a:pt x="169614" y="492406"/>
                </a:moveTo>
                <a:lnTo>
                  <a:pt x="100396" y="598582"/>
                </a:lnTo>
                <a:moveTo>
                  <a:pt x="689780" y="265282"/>
                </a:moveTo>
                <a:lnTo>
                  <a:pt x="837445" y="220403"/>
                </a:lnTo>
                <a:moveTo>
                  <a:pt x="2121616" y="714281"/>
                </a:moveTo>
                <a:lnTo>
                  <a:pt x="2020230" y="652357"/>
                </a:lnTo>
                <a:moveTo>
                  <a:pt x="2422997" y="533514"/>
                </a:moveTo>
                <a:lnTo>
                  <a:pt x="2484192" y="646838"/>
                </a:lnTo>
                <a:moveTo>
                  <a:pt x="809791" y="190305"/>
                </a:moveTo>
                <a:lnTo>
                  <a:pt x="837445" y="220403"/>
                </a:lnTo>
                <a:moveTo>
                  <a:pt x="1636467" y="488231"/>
                </a:moveTo>
                <a:lnTo>
                  <a:pt x="1672633" y="531308"/>
                </a:lnTo>
                <a:moveTo>
                  <a:pt x="2482264" y="641917"/>
                </a:moveTo>
                <a:lnTo>
                  <a:pt x="2422997" y="533514"/>
                </a:lnTo>
                <a:moveTo>
                  <a:pt x="2020230" y="652357"/>
                </a:moveTo>
                <a:lnTo>
                  <a:pt x="1881836" y="604405"/>
                </a:lnTo>
                <a:moveTo>
                  <a:pt x="2108507" y="329503"/>
                </a:moveTo>
                <a:lnTo>
                  <a:pt x="2044532" y="292200"/>
                </a:lnTo>
                <a:moveTo>
                  <a:pt x="1408846" y="153601"/>
                </a:moveTo>
                <a:lnTo>
                  <a:pt x="1553998" y="145958"/>
                </a:lnTo>
                <a:moveTo>
                  <a:pt x="93004" y="599248"/>
                </a:moveTo>
                <a:lnTo>
                  <a:pt x="96830" y="602249"/>
                </a:lnTo>
                <a:moveTo>
                  <a:pt x="93004" y="599248"/>
                </a:moveTo>
                <a:lnTo>
                  <a:pt x="100396" y="598582"/>
                </a:lnTo>
                <a:moveTo>
                  <a:pt x="748391" y="645928"/>
                </a:moveTo>
                <a:lnTo>
                  <a:pt x="810989" y="612480"/>
                </a:lnTo>
                <a:moveTo>
                  <a:pt x="99313" y="614635"/>
                </a:moveTo>
                <a:lnTo>
                  <a:pt x="93004" y="599248"/>
                </a:lnTo>
                <a:moveTo>
                  <a:pt x="2481734" y="649772"/>
                </a:moveTo>
                <a:lnTo>
                  <a:pt x="2373815" y="684660"/>
                </a:lnTo>
                <a:moveTo>
                  <a:pt x="1758250" y="247871"/>
                </a:moveTo>
                <a:lnTo>
                  <a:pt x="1797444" y="246058"/>
                </a:lnTo>
                <a:moveTo>
                  <a:pt x="809791" y="190305"/>
                </a:moveTo>
                <a:lnTo>
                  <a:pt x="875924" y="203404"/>
                </a:lnTo>
                <a:moveTo>
                  <a:pt x="1878647" y="607110"/>
                </a:moveTo>
                <a:lnTo>
                  <a:pt x="2020230" y="652357"/>
                </a:lnTo>
                <a:moveTo>
                  <a:pt x="1765963" y="251675"/>
                </a:moveTo>
                <a:lnTo>
                  <a:pt x="1797444" y="246058"/>
                </a:lnTo>
                <a:moveTo>
                  <a:pt x="2226640" y="722292"/>
                </a:moveTo>
                <a:lnTo>
                  <a:pt x="2266682" y="707906"/>
                </a:lnTo>
                <a:moveTo>
                  <a:pt x="126183" y="714060"/>
                </a:moveTo>
                <a:lnTo>
                  <a:pt x="217600" y="723823"/>
                </a:lnTo>
                <a:moveTo>
                  <a:pt x="169614" y="492406"/>
                </a:moveTo>
                <a:lnTo>
                  <a:pt x="215708" y="454131"/>
                </a:lnTo>
                <a:moveTo>
                  <a:pt x="431733" y="381565"/>
                </a:moveTo>
                <a:lnTo>
                  <a:pt x="365037" y="384583"/>
                </a:lnTo>
                <a:moveTo>
                  <a:pt x="126183" y="714060"/>
                </a:moveTo>
                <a:lnTo>
                  <a:pt x="99313" y="614635"/>
                </a:lnTo>
                <a:moveTo>
                  <a:pt x="320140" y="724615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83785" y="360075"/>
                </a:lnTo>
                <a:moveTo>
                  <a:pt x="1861510" y="602815"/>
                </a:moveTo>
                <a:lnTo>
                  <a:pt x="1774713" y="582938"/>
                </a:lnTo>
                <a:moveTo>
                  <a:pt x="2005430" y="292637"/>
                </a:moveTo>
                <a:lnTo>
                  <a:pt x="1900779" y="279109"/>
                </a:lnTo>
                <a:moveTo>
                  <a:pt x="2348758" y="476958"/>
                </a:moveTo>
                <a:lnTo>
                  <a:pt x="2385502" y="511461"/>
                </a:lnTo>
                <a:moveTo>
                  <a:pt x="320140" y="724615"/>
                </a:moveTo>
                <a:lnTo>
                  <a:pt x="217600" y="723823"/>
                </a:lnTo>
                <a:moveTo>
                  <a:pt x="801262" y="177586"/>
                </a:moveTo>
                <a:lnTo>
                  <a:pt x="875924" y="203404"/>
                </a:lnTo>
                <a:moveTo>
                  <a:pt x="2482264" y="641917"/>
                </a:moveTo>
                <a:lnTo>
                  <a:pt x="2484192" y="646838"/>
                </a:lnTo>
                <a:moveTo>
                  <a:pt x="1159987" y="439587"/>
                </a:moveTo>
                <a:lnTo>
                  <a:pt x="1183785" y="360075"/>
                </a:lnTo>
                <a:moveTo>
                  <a:pt x="1390224" y="429583"/>
                </a:moveTo>
                <a:lnTo>
                  <a:pt x="1431451" y="397636"/>
                </a:lnTo>
                <a:moveTo>
                  <a:pt x="2481734" y="649772"/>
                </a:moveTo>
                <a:lnTo>
                  <a:pt x="2484192" y="646838"/>
                </a:lnTo>
                <a:moveTo>
                  <a:pt x="923143" y="538690"/>
                </a:moveTo>
                <a:lnTo>
                  <a:pt x="1057535" y="438833"/>
                </a:lnTo>
                <a:moveTo>
                  <a:pt x="1408846" y="153601"/>
                </a:moveTo>
                <a:lnTo>
                  <a:pt x="1300662" y="192418"/>
                </a:lnTo>
                <a:moveTo>
                  <a:pt x="1515304" y="140360"/>
                </a:moveTo>
                <a:lnTo>
                  <a:pt x="1553998" y="145958"/>
                </a:lnTo>
                <a:moveTo>
                  <a:pt x="1765963" y="251675"/>
                </a:moveTo>
                <a:lnTo>
                  <a:pt x="1870853" y="269261"/>
                </a:lnTo>
                <a:moveTo>
                  <a:pt x="195721" y="750336"/>
                </a:moveTo>
                <a:lnTo>
                  <a:pt x="217600" y="723823"/>
                </a:lnTo>
                <a:moveTo>
                  <a:pt x="2506355" y="646365"/>
                </a:moveTo>
                <a:lnTo>
                  <a:pt x="2484192" y="646838"/>
                </a:lnTo>
                <a:moveTo>
                  <a:pt x="1611205" y="471185"/>
                </a:moveTo>
                <a:lnTo>
                  <a:pt x="1534330" y="437445"/>
                </a:lnTo>
                <a:moveTo>
                  <a:pt x="1738417" y="541795"/>
                </a:moveTo>
                <a:lnTo>
                  <a:pt x="1672633" y="531308"/>
                </a:lnTo>
                <a:moveTo>
                  <a:pt x="2108507" y="329503"/>
                </a:moveTo>
                <a:lnTo>
                  <a:pt x="2147847" y="325535"/>
                </a:lnTo>
                <a:moveTo>
                  <a:pt x="2333734" y="699613"/>
                </a:moveTo>
                <a:lnTo>
                  <a:pt x="2266682" y="707906"/>
                </a:lnTo>
                <a:moveTo>
                  <a:pt x="1159987" y="439587"/>
                </a:moveTo>
                <a:lnTo>
                  <a:pt x="1057535" y="438833"/>
                </a:lnTo>
                <a:moveTo>
                  <a:pt x="2506355" y="646365"/>
                </a:moveTo>
                <a:lnTo>
                  <a:pt x="2482264" y="641917"/>
                </a:lnTo>
                <a:moveTo>
                  <a:pt x="2506355" y="646365"/>
                </a:moveTo>
                <a:lnTo>
                  <a:pt x="2481734" y="649772"/>
                </a:lnTo>
                <a:moveTo>
                  <a:pt x="431733" y="381565"/>
                </a:moveTo>
                <a:lnTo>
                  <a:pt x="471500" y="371261"/>
                </a:lnTo>
                <a:moveTo>
                  <a:pt x="921214" y="543401"/>
                </a:moveTo>
                <a:lnTo>
                  <a:pt x="810989" y="612480"/>
                </a:lnTo>
                <a:moveTo>
                  <a:pt x="325518" y="391201"/>
                </a:moveTo>
                <a:lnTo>
                  <a:pt x="337133" y="388954"/>
                </a:lnTo>
                <a:moveTo>
                  <a:pt x="325518" y="391201"/>
                </a:moveTo>
                <a:lnTo>
                  <a:pt x="215708" y="454131"/>
                </a:lnTo>
                <a:moveTo>
                  <a:pt x="1765963" y="251675"/>
                </a:moveTo>
                <a:lnTo>
                  <a:pt x="1900779" y="279109"/>
                </a:lnTo>
                <a:moveTo>
                  <a:pt x="320140" y="724615"/>
                </a:moveTo>
                <a:lnTo>
                  <a:pt x="448892" y="706313"/>
                </a:lnTo>
                <a:moveTo>
                  <a:pt x="1981084" y="653458"/>
                </a:moveTo>
                <a:lnTo>
                  <a:pt x="2020230" y="652357"/>
                </a:lnTo>
                <a:moveTo>
                  <a:pt x="1861510" y="602815"/>
                </a:moveTo>
                <a:lnTo>
                  <a:pt x="1881836" y="604405"/>
                </a:lnTo>
                <a:moveTo>
                  <a:pt x="650749" y="294747"/>
                </a:moveTo>
                <a:lnTo>
                  <a:pt x="689780" y="265282"/>
                </a:lnTo>
                <a:moveTo>
                  <a:pt x="1868670" y="598754"/>
                </a:moveTo>
                <a:lnTo>
                  <a:pt x="1774713" y="582938"/>
                </a:lnTo>
                <a:moveTo>
                  <a:pt x="2422229" y="517934"/>
                </a:moveTo>
                <a:lnTo>
                  <a:pt x="2385502" y="511461"/>
                </a:lnTo>
                <a:moveTo>
                  <a:pt x="1878647" y="607110"/>
                </a:moveTo>
                <a:lnTo>
                  <a:pt x="1881836" y="604405"/>
                </a:lnTo>
                <a:moveTo>
                  <a:pt x="788556" y="638463"/>
                </a:moveTo>
                <a:lnTo>
                  <a:pt x="748391" y="645928"/>
                </a:lnTo>
                <a:moveTo>
                  <a:pt x="1878647" y="607110"/>
                </a:moveTo>
                <a:lnTo>
                  <a:pt x="1861510" y="602815"/>
                </a:lnTo>
                <a:moveTo>
                  <a:pt x="1758250" y="247871"/>
                </a:moveTo>
                <a:lnTo>
                  <a:pt x="1656632" y="189383"/>
                </a:lnTo>
                <a:moveTo>
                  <a:pt x="195721" y="750336"/>
                </a:moveTo>
                <a:lnTo>
                  <a:pt x="126183" y="714060"/>
                </a:lnTo>
                <a:moveTo>
                  <a:pt x="689780" y="265282"/>
                </a:moveTo>
                <a:lnTo>
                  <a:pt x="809791" y="190305"/>
                </a:lnTo>
                <a:moveTo>
                  <a:pt x="552678" y="732679"/>
                </a:moveTo>
                <a:lnTo>
                  <a:pt x="448892" y="706313"/>
                </a:lnTo>
                <a:moveTo>
                  <a:pt x="386243" y="385333"/>
                </a:moveTo>
                <a:lnTo>
                  <a:pt x="337133" y="388954"/>
                </a:lnTo>
                <a:moveTo>
                  <a:pt x="1494992" y="441391"/>
                </a:moveTo>
                <a:lnTo>
                  <a:pt x="1431451" y="397636"/>
                </a:lnTo>
                <a:moveTo>
                  <a:pt x="1028977" y="510821"/>
                </a:moveTo>
                <a:lnTo>
                  <a:pt x="1057535" y="438833"/>
                </a:lnTo>
                <a:moveTo>
                  <a:pt x="921214" y="543401"/>
                </a:moveTo>
                <a:lnTo>
                  <a:pt x="923143" y="538690"/>
                </a:lnTo>
                <a:moveTo>
                  <a:pt x="2169927" y="386265"/>
                </a:moveTo>
                <a:lnTo>
                  <a:pt x="2147847" y="325535"/>
                </a:lnTo>
                <a:moveTo>
                  <a:pt x="657999" y="736279"/>
                </a:moveTo>
                <a:lnTo>
                  <a:pt x="700916" y="679304"/>
                </a:lnTo>
                <a:moveTo>
                  <a:pt x="1159987" y="439587"/>
                </a:moveTo>
                <a:lnTo>
                  <a:pt x="1286685" y="399571"/>
                </a:lnTo>
                <a:moveTo>
                  <a:pt x="934956" y="538276"/>
                </a:moveTo>
                <a:lnTo>
                  <a:pt x="923143" y="538690"/>
                </a:lnTo>
                <a:moveTo>
                  <a:pt x="2422229" y="517934"/>
                </a:moveTo>
                <a:lnTo>
                  <a:pt x="2422997" y="533514"/>
                </a:lnTo>
                <a:moveTo>
                  <a:pt x="2226640" y="722292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53998" y="145958"/>
                </a:lnTo>
                <a:moveTo>
                  <a:pt x="301082" y="753352"/>
                </a:moveTo>
                <a:lnTo>
                  <a:pt x="217600" y="723823"/>
                </a:lnTo>
                <a:moveTo>
                  <a:pt x="2333734" y="699613"/>
                </a:moveTo>
                <a:lnTo>
                  <a:pt x="2373815" y="684660"/>
                </a:lnTo>
                <a:moveTo>
                  <a:pt x="788556" y="638463"/>
                </a:moveTo>
                <a:lnTo>
                  <a:pt x="810989" y="612480"/>
                </a:lnTo>
                <a:moveTo>
                  <a:pt x="189473" y="483117"/>
                </a:moveTo>
                <a:lnTo>
                  <a:pt x="169614" y="492406"/>
                </a:lnTo>
                <a:moveTo>
                  <a:pt x="934956" y="538276"/>
                </a:moveTo>
                <a:lnTo>
                  <a:pt x="921214" y="543401"/>
                </a:lnTo>
                <a:moveTo>
                  <a:pt x="431733" y="381565"/>
                </a:moveTo>
                <a:lnTo>
                  <a:pt x="337133" y="388954"/>
                </a:lnTo>
                <a:moveTo>
                  <a:pt x="1636467" y="488231"/>
                </a:moveTo>
                <a:lnTo>
                  <a:pt x="1611205" y="471185"/>
                </a:lnTo>
                <a:moveTo>
                  <a:pt x="1738417" y="541795"/>
                </a:moveTo>
                <a:lnTo>
                  <a:pt x="1774713" y="582938"/>
                </a:lnTo>
                <a:moveTo>
                  <a:pt x="791361" y="186210"/>
                </a:moveTo>
                <a:lnTo>
                  <a:pt x="689780" y="265282"/>
                </a:lnTo>
                <a:moveTo>
                  <a:pt x="189473" y="483117"/>
                </a:moveTo>
                <a:lnTo>
                  <a:pt x="215708" y="454131"/>
                </a:lnTo>
                <a:moveTo>
                  <a:pt x="1868670" y="598754"/>
                </a:moveTo>
                <a:lnTo>
                  <a:pt x="1861510" y="602815"/>
                </a:lnTo>
                <a:moveTo>
                  <a:pt x="75443" y="586272"/>
                </a:moveTo>
                <a:lnTo>
                  <a:pt x="100396" y="598582"/>
                </a:lnTo>
                <a:moveTo>
                  <a:pt x="791361" y="186210"/>
                </a:moveTo>
                <a:lnTo>
                  <a:pt x="809791" y="190305"/>
                </a:lnTo>
                <a:moveTo>
                  <a:pt x="1860139" y="302337"/>
                </a:moveTo>
                <a:lnTo>
                  <a:pt x="1900779" y="279109"/>
                </a:lnTo>
                <a:moveTo>
                  <a:pt x="75443" y="586272"/>
                </a:moveTo>
                <a:lnTo>
                  <a:pt x="99313" y="614635"/>
                </a:lnTo>
                <a:moveTo>
                  <a:pt x="801262" y="177586"/>
                </a:moveTo>
                <a:lnTo>
                  <a:pt x="809791" y="190305"/>
                </a:lnTo>
                <a:moveTo>
                  <a:pt x="674435" y="289748"/>
                </a:moveTo>
                <a:lnTo>
                  <a:pt x="650749" y="294747"/>
                </a:lnTo>
                <a:moveTo>
                  <a:pt x="2083355" y="702260"/>
                </a:moveTo>
                <a:lnTo>
                  <a:pt x="2020230" y="652357"/>
                </a:lnTo>
                <a:moveTo>
                  <a:pt x="1878647" y="607110"/>
                </a:moveTo>
                <a:lnTo>
                  <a:pt x="1868670" y="598754"/>
                </a:lnTo>
                <a:moveTo>
                  <a:pt x="1390224" y="429583"/>
                </a:moveTo>
                <a:lnTo>
                  <a:pt x="1286685" y="399571"/>
                </a:lnTo>
                <a:moveTo>
                  <a:pt x="75443" y="586272"/>
                </a:moveTo>
                <a:lnTo>
                  <a:pt x="169614" y="492406"/>
                </a:lnTo>
                <a:moveTo>
                  <a:pt x="325518" y="391201"/>
                </a:moveTo>
                <a:lnTo>
                  <a:pt x="386243" y="385333"/>
                </a:lnTo>
                <a:moveTo>
                  <a:pt x="1268890" y="443109"/>
                </a:moveTo>
                <a:lnTo>
                  <a:pt x="1286685" y="399571"/>
                </a:lnTo>
                <a:moveTo>
                  <a:pt x="674435" y="289748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00916" y="679304"/>
                </a:lnTo>
                <a:moveTo>
                  <a:pt x="1515304" y="140360"/>
                </a:moveTo>
                <a:lnTo>
                  <a:pt x="1408846" y="153601"/>
                </a:lnTo>
                <a:moveTo>
                  <a:pt x="2108507" y="329503"/>
                </a:moveTo>
                <a:lnTo>
                  <a:pt x="2005430" y="292637"/>
                </a:lnTo>
                <a:moveTo>
                  <a:pt x="1028977" y="510821"/>
                </a:moveTo>
                <a:lnTo>
                  <a:pt x="923143" y="538690"/>
                </a:lnTo>
                <a:moveTo>
                  <a:pt x="418988" y="723821"/>
                </a:moveTo>
                <a:lnTo>
                  <a:pt x="448892" y="706313"/>
                </a:lnTo>
                <a:moveTo>
                  <a:pt x="75443" y="586272"/>
                </a:moveTo>
                <a:lnTo>
                  <a:pt x="93004" y="599248"/>
                </a:lnTo>
                <a:moveTo>
                  <a:pt x="1133088" y="532360"/>
                </a:moveTo>
                <a:lnTo>
                  <a:pt x="1057535" y="438833"/>
                </a:lnTo>
                <a:moveTo>
                  <a:pt x="1981084" y="653458"/>
                </a:moveTo>
                <a:lnTo>
                  <a:pt x="1878647" y="607110"/>
                </a:lnTo>
                <a:moveTo>
                  <a:pt x="1765963" y="251675"/>
                </a:moveTo>
                <a:lnTo>
                  <a:pt x="1758250" y="247871"/>
                </a:lnTo>
                <a:moveTo>
                  <a:pt x="1494992" y="441391"/>
                </a:moveTo>
                <a:lnTo>
                  <a:pt x="1534330" y="437445"/>
                </a:lnTo>
                <a:moveTo>
                  <a:pt x="1614024" y="461582"/>
                </a:moveTo>
                <a:lnTo>
                  <a:pt x="1534330" y="437445"/>
                </a:lnTo>
                <a:moveTo>
                  <a:pt x="2422229" y="517934"/>
                </a:moveTo>
                <a:lnTo>
                  <a:pt x="2482264" y="641917"/>
                </a:lnTo>
                <a:moveTo>
                  <a:pt x="2440189" y="686417"/>
                </a:moveTo>
                <a:lnTo>
                  <a:pt x="2373815" y="684660"/>
                </a:lnTo>
                <a:moveTo>
                  <a:pt x="791361" y="186210"/>
                </a:moveTo>
                <a:lnTo>
                  <a:pt x="801262" y="177586"/>
                </a:lnTo>
                <a:moveTo>
                  <a:pt x="934956" y="538276"/>
                </a:moveTo>
                <a:lnTo>
                  <a:pt x="1028977" y="510821"/>
                </a:lnTo>
                <a:moveTo>
                  <a:pt x="767379" y="679741"/>
                </a:moveTo>
                <a:lnTo>
                  <a:pt x="748391" y="645928"/>
                </a:lnTo>
                <a:moveTo>
                  <a:pt x="75443" y="586272"/>
                </a:moveTo>
                <a:lnTo>
                  <a:pt x="126183" y="714060"/>
                </a:lnTo>
                <a:moveTo>
                  <a:pt x="1268890" y="443109"/>
                </a:moveTo>
                <a:lnTo>
                  <a:pt x="1159987" y="439587"/>
                </a:lnTo>
                <a:moveTo>
                  <a:pt x="1619405" y="162053"/>
                </a:moveTo>
                <a:lnTo>
                  <a:pt x="1656632" y="189383"/>
                </a:lnTo>
                <a:moveTo>
                  <a:pt x="172917" y="509253"/>
                </a:moveTo>
                <a:lnTo>
                  <a:pt x="169614" y="492406"/>
                </a:lnTo>
                <a:moveTo>
                  <a:pt x="429278" y="385284"/>
                </a:moveTo>
                <a:lnTo>
                  <a:pt x="325518" y="391201"/>
                </a:lnTo>
                <a:moveTo>
                  <a:pt x="301082" y="753352"/>
                </a:moveTo>
                <a:lnTo>
                  <a:pt x="320140" y="724615"/>
                </a:lnTo>
                <a:moveTo>
                  <a:pt x="1841704" y="575550"/>
                </a:moveTo>
                <a:lnTo>
                  <a:pt x="1774713" y="582938"/>
                </a:lnTo>
                <a:moveTo>
                  <a:pt x="795672" y="184245"/>
                </a:moveTo>
                <a:lnTo>
                  <a:pt x="791361" y="186210"/>
                </a:lnTo>
                <a:moveTo>
                  <a:pt x="418988" y="723821"/>
                </a:moveTo>
                <a:lnTo>
                  <a:pt x="320140" y="724615"/>
                </a:lnTo>
                <a:moveTo>
                  <a:pt x="2448686" y="560491"/>
                </a:moveTo>
                <a:lnTo>
                  <a:pt x="2482264" y="641917"/>
                </a:lnTo>
                <a:moveTo>
                  <a:pt x="795672" y="184245"/>
                </a:moveTo>
                <a:lnTo>
                  <a:pt x="801262" y="177586"/>
                </a:lnTo>
                <a:moveTo>
                  <a:pt x="1963290" y="338117"/>
                </a:moveTo>
                <a:lnTo>
                  <a:pt x="1900779" y="279109"/>
                </a:lnTo>
                <a:moveTo>
                  <a:pt x="301082" y="753352"/>
                </a:moveTo>
                <a:lnTo>
                  <a:pt x="195721" y="750336"/>
                </a:lnTo>
                <a:moveTo>
                  <a:pt x="386243" y="385333"/>
                </a:moveTo>
                <a:lnTo>
                  <a:pt x="431733" y="381565"/>
                </a:lnTo>
                <a:moveTo>
                  <a:pt x="88307" y="697765"/>
                </a:moveTo>
                <a:lnTo>
                  <a:pt x="126183" y="714060"/>
                </a:lnTo>
                <a:moveTo>
                  <a:pt x="2083355" y="702260"/>
                </a:moveTo>
                <a:lnTo>
                  <a:pt x="2121616" y="714281"/>
                </a:lnTo>
                <a:moveTo>
                  <a:pt x="1738417" y="541795"/>
                </a:moveTo>
                <a:lnTo>
                  <a:pt x="1636467" y="488231"/>
                </a:lnTo>
                <a:moveTo>
                  <a:pt x="429278" y="385284"/>
                </a:moveTo>
                <a:lnTo>
                  <a:pt x="386243" y="385333"/>
                </a:lnTo>
                <a:moveTo>
                  <a:pt x="1745750" y="246263"/>
                </a:moveTo>
                <a:lnTo>
                  <a:pt x="1758250" y="247871"/>
                </a:lnTo>
                <a:moveTo>
                  <a:pt x="1268890" y="443109"/>
                </a:moveTo>
                <a:lnTo>
                  <a:pt x="1390224" y="429583"/>
                </a:lnTo>
                <a:moveTo>
                  <a:pt x="1614024" y="461582"/>
                </a:moveTo>
                <a:lnTo>
                  <a:pt x="1611205" y="471185"/>
                </a:lnTo>
                <a:moveTo>
                  <a:pt x="1745750" y="246263"/>
                </a:moveTo>
                <a:lnTo>
                  <a:pt x="1765963" y="251675"/>
                </a:lnTo>
                <a:moveTo>
                  <a:pt x="910712" y="119990"/>
                </a:moveTo>
                <a:lnTo>
                  <a:pt x="801262" y="177586"/>
                </a:lnTo>
                <a:moveTo>
                  <a:pt x="418988" y="723821"/>
                </a:moveTo>
                <a:lnTo>
                  <a:pt x="552678" y="732679"/>
                </a:lnTo>
                <a:moveTo>
                  <a:pt x="657999" y="736279"/>
                </a:moveTo>
                <a:lnTo>
                  <a:pt x="552678" y="732679"/>
                </a:lnTo>
                <a:moveTo>
                  <a:pt x="2440189" y="686417"/>
                </a:moveTo>
                <a:lnTo>
                  <a:pt x="2481734" y="649772"/>
                </a:lnTo>
                <a:moveTo>
                  <a:pt x="2333734" y="699613"/>
                </a:moveTo>
                <a:lnTo>
                  <a:pt x="2226640" y="722292"/>
                </a:lnTo>
                <a:moveTo>
                  <a:pt x="1600397" y="443755"/>
                </a:moveTo>
                <a:lnTo>
                  <a:pt x="1534330" y="437445"/>
                </a:lnTo>
                <a:moveTo>
                  <a:pt x="2440189" y="686417"/>
                </a:moveTo>
                <a:lnTo>
                  <a:pt x="2506355" y="646365"/>
                </a:lnTo>
                <a:moveTo>
                  <a:pt x="1133088" y="532360"/>
                </a:moveTo>
                <a:lnTo>
                  <a:pt x="1159987" y="439587"/>
                </a:lnTo>
                <a:moveTo>
                  <a:pt x="1860139" y="302337"/>
                </a:moveTo>
                <a:lnTo>
                  <a:pt x="1765963" y="251675"/>
                </a:lnTo>
                <a:moveTo>
                  <a:pt x="1636467" y="488231"/>
                </a:moveTo>
                <a:lnTo>
                  <a:pt x="1614024" y="461582"/>
                </a:lnTo>
                <a:moveTo>
                  <a:pt x="429278" y="385284"/>
                </a:moveTo>
                <a:lnTo>
                  <a:pt x="431733" y="381565"/>
                </a:lnTo>
                <a:moveTo>
                  <a:pt x="878999" y="589991"/>
                </a:moveTo>
                <a:lnTo>
                  <a:pt x="810989" y="612480"/>
                </a:lnTo>
                <a:moveTo>
                  <a:pt x="407645" y="738560"/>
                </a:moveTo>
                <a:lnTo>
                  <a:pt x="320140" y="724615"/>
                </a:lnTo>
                <a:moveTo>
                  <a:pt x="2422229" y="517934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215708" y="454131"/>
                </a:lnTo>
                <a:moveTo>
                  <a:pt x="1619405" y="162053"/>
                </a:moveTo>
                <a:lnTo>
                  <a:pt x="1758250" y="247871"/>
                </a:lnTo>
                <a:moveTo>
                  <a:pt x="531377" y="72883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159987" y="439587"/>
                </a:lnTo>
                <a:moveTo>
                  <a:pt x="646107" y="333467"/>
                </a:moveTo>
                <a:lnTo>
                  <a:pt x="650749" y="294747"/>
                </a:lnTo>
                <a:moveTo>
                  <a:pt x="88307" y="697765"/>
                </a:moveTo>
                <a:lnTo>
                  <a:pt x="195721" y="750336"/>
                </a:lnTo>
                <a:moveTo>
                  <a:pt x="1246777" y="547936"/>
                </a:moveTo>
                <a:lnTo>
                  <a:pt x="1159987" y="439587"/>
                </a:lnTo>
                <a:moveTo>
                  <a:pt x="1377521" y="446514"/>
                </a:moveTo>
                <a:lnTo>
                  <a:pt x="1390224" y="429583"/>
                </a:lnTo>
                <a:moveTo>
                  <a:pt x="1963290" y="338117"/>
                </a:moveTo>
                <a:lnTo>
                  <a:pt x="2005430" y="292637"/>
                </a:lnTo>
                <a:moveTo>
                  <a:pt x="2549888" y="625154"/>
                </a:moveTo>
                <a:lnTo>
                  <a:pt x="2482264" y="641917"/>
                </a:lnTo>
                <a:moveTo>
                  <a:pt x="1377521" y="446514"/>
                </a:moveTo>
                <a:lnTo>
                  <a:pt x="1268890" y="443109"/>
                </a:lnTo>
                <a:moveTo>
                  <a:pt x="2169927" y="386265"/>
                </a:moveTo>
                <a:lnTo>
                  <a:pt x="2108507" y="329503"/>
                </a:lnTo>
                <a:moveTo>
                  <a:pt x="1862289" y="587265"/>
                </a:moveTo>
                <a:lnTo>
                  <a:pt x="1878647" y="607110"/>
                </a:lnTo>
                <a:moveTo>
                  <a:pt x="1494992" y="441391"/>
                </a:moveTo>
                <a:lnTo>
                  <a:pt x="1390224" y="429583"/>
                </a:lnTo>
                <a:moveTo>
                  <a:pt x="2187757" y="719488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15304" y="140360"/>
                </a:lnTo>
                <a:moveTo>
                  <a:pt x="1133088" y="532360"/>
                </a:moveTo>
                <a:lnTo>
                  <a:pt x="1028977" y="510821"/>
                </a:lnTo>
                <a:moveTo>
                  <a:pt x="878999" y="589991"/>
                </a:moveTo>
                <a:lnTo>
                  <a:pt x="921214" y="543401"/>
                </a:lnTo>
                <a:moveTo>
                  <a:pt x="1860139" y="302337"/>
                </a:moveTo>
                <a:lnTo>
                  <a:pt x="1745750" y="246263"/>
                </a:lnTo>
                <a:moveTo>
                  <a:pt x="707214" y="280270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88556" y="638463"/>
                </a:lnTo>
                <a:moveTo>
                  <a:pt x="281458" y="465131"/>
                </a:moveTo>
                <a:lnTo>
                  <a:pt x="325518" y="391201"/>
                </a:lnTo>
                <a:moveTo>
                  <a:pt x="1841704" y="575550"/>
                </a:moveTo>
                <a:lnTo>
                  <a:pt x="1868670" y="598754"/>
                </a:lnTo>
                <a:moveTo>
                  <a:pt x="157562" y="736818"/>
                </a:moveTo>
                <a:lnTo>
                  <a:pt x="195721" y="750336"/>
                </a:lnTo>
                <a:moveTo>
                  <a:pt x="2083355" y="702260"/>
                </a:moveTo>
                <a:lnTo>
                  <a:pt x="1981084" y="653458"/>
                </a:lnTo>
                <a:moveTo>
                  <a:pt x="172917" y="509253"/>
                </a:moveTo>
                <a:lnTo>
                  <a:pt x="189473" y="483117"/>
                </a:lnTo>
                <a:moveTo>
                  <a:pt x="815115" y="631648"/>
                </a:moveTo>
                <a:lnTo>
                  <a:pt x="788556" y="638463"/>
                </a:lnTo>
                <a:moveTo>
                  <a:pt x="1246777" y="547936"/>
                </a:moveTo>
                <a:lnTo>
                  <a:pt x="1268890" y="443109"/>
                </a:lnTo>
                <a:moveTo>
                  <a:pt x="531377" y="728839"/>
                </a:moveTo>
                <a:lnTo>
                  <a:pt x="418988" y="723821"/>
                </a:lnTo>
                <a:moveTo>
                  <a:pt x="1862289" y="587265"/>
                </a:moveTo>
                <a:lnTo>
                  <a:pt x="1868670" y="598754"/>
                </a:lnTo>
                <a:moveTo>
                  <a:pt x="1706481" y="234965"/>
                </a:moveTo>
                <a:lnTo>
                  <a:pt x="1758250" y="247871"/>
                </a:lnTo>
                <a:moveTo>
                  <a:pt x="2448686" y="560491"/>
                </a:moveTo>
                <a:lnTo>
                  <a:pt x="2422229" y="517934"/>
                </a:lnTo>
                <a:moveTo>
                  <a:pt x="407645" y="738560"/>
                </a:moveTo>
                <a:lnTo>
                  <a:pt x="301082" y="753352"/>
                </a:lnTo>
                <a:moveTo>
                  <a:pt x="532068" y="386182"/>
                </a:moveTo>
                <a:lnTo>
                  <a:pt x="429278" y="385284"/>
                </a:lnTo>
                <a:moveTo>
                  <a:pt x="326598" y="479864"/>
                </a:moveTo>
                <a:lnTo>
                  <a:pt x="325518" y="391201"/>
                </a:lnTo>
                <a:moveTo>
                  <a:pt x="1377521" y="446514"/>
                </a:moveTo>
                <a:lnTo>
                  <a:pt x="1494992" y="441391"/>
                </a:lnTo>
                <a:moveTo>
                  <a:pt x="1944384" y="618303"/>
                </a:moveTo>
                <a:lnTo>
                  <a:pt x="1878647" y="607110"/>
                </a:lnTo>
                <a:moveTo>
                  <a:pt x="1017315" y="104610"/>
                </a:moveTo>
                <a:lnTo>
                  <a:pt x="910712" y="119990"/>
                </a:lnTo>
                <a:moveTo>
                  <a:pt x="407645" y="738560"/>
                </a:moveTo>
                <a:lnTo>
                  <a:pt x="418988" y="723821"/>
                </a:lnTo>
                <a:moveTo>
                  <a:pt x="707214" y="280270"/>
                </a:moveTo>
                <a:lnTo>
                  <a:pt x="791361" y="186210"/>
                </a:lnTo>
                <a:moveTo>
                  <a:pt x="767379" y="679741"/>
                </a:moveTo>
                <a:lnTo>
                  <a:pt x="657999" y="736279"/>
                </a:lnTo>
                <a:moveTo>
                  <a:pt x="1963290" y="338117"/>
                </a:moveTo>
                <a:lnTo>
                  <a:pt x="2108507" y="329503"/>
                </a:lnTo>
                <a:moveTo>
                  <a:pt x="646107" y="333467"/>
                </a:moveTo>
                <a:lnTo>
                  <a:pt x="674435" y="289748"/>
                </a:lnTo>
                <a:moveTo>
                  <a:pt x="988855" y="526380"/>
                </a:moveTo>
                <a:lnTo>
                  <a:pt x="921214" y="543401"/>
                </a:lnTo>
                <a:moveTo>
                  <a:pt x="990383" y="524332"/>
                </a:moveTo>
                <a:lnTo>
                  <a:pt x="934956" y="538276"/>
                </a:lnTo>
                <a:moveTo>
                  <a:pt x="878999" y="589991"/>
                </a:moveTo>
                <a:lnTo>
                  <a:pt x="788556" y="638463"/>
                </a:lnTo>
                <a:moveTo>
                  <a:pt x="1711386" y="460151"/>
                </a:moveTo>
                <a:lnTo>
                  <a:pt x="1636467" y="488231"/>
                </a:lnTo>
                <a:moveTo>
                  <a:pt x="88307" y="697765"/>
                </a:moveTo>
                <a:lnTo>
                  <a:pt x="75443" y="586272"/>
                </a:lnTo>
                <a:moveTo>
                  <a:pt x="2187757" y="719488"/>
                </a:moveTo>
                <a:lnTo>
                  <a:pt x="2226640" y="722292"/>
                </a:lnTo>
                <a:moveTo>
                  <a:pt x="2440189" y="686417"/>
                </a:moveTo>
                <a:lnTo>
                  <a:pt x="2333734" y="699613"/>
                </a:lnTo>
                <a:moveTo>
                  <a:pt x="75443" y="586272"/>
                </a:moveTo>
                <a:lnTo>
                  <a:pt x="172917" y="509253"/>
                </a:lnTo>
                <a:moveTo>
                  <a:pt x="988855" y="526380"/>
                </a:moveTo>
                <a:lnTo>
                  <a:pt x="934956" y="538276"/>
                </a:lnTo>
                <a:moveTo>
                  <a:pt x="243705" y="478268"/>
                </a:moveTo>
                <a:lnTo>
                  <a:pt x="189473" y="483117"/>
                </a:lnTo>
                <a:moveTo>
                  <a:pt x="2079249" y="374061"/>
                </a:moveTo>
                <a:lnTo>
                  <a:pt x="2108507" y="329503"/>
                </a:lnTo>
                <a:moveTo>
                  <a:pt x="758757" y="228464"/>
                </a:moveTo>
                <a:lnTo>
                  <a:pt x="791361" y="186210"/>
                </a:lnTo>
                <a:moveTo>
                  <a:pt x="2208622" y="410271"/>
                </a:moveTo>
                <a:lnTo>
                  <a:pt x="2169927" y="386265"/>
                </a:lnTo>
                <a:moveTo>
                  <a:pt x="1080019" y="652315"/>
                </a:moveTo>
                <a:lnTo>
                  <a:pt x="1131489" y="556067"/>
                </a:lnTo>
                <a:moveTo>
                  <a:pt x="1841704" y="575550"/>
                </a:moveTo>
                <a:lnTo>
                  <a:pt x="1738417" y="541795"/>
                </a:lnTo>
                <a:moveTo>
                  <a:pt x="707214" y="280270"/>
                </a:moveTo>
                <a:lnTo>
                  <a:pt x="674435" y="289748"/>
                </a:lnTo>
                <a:moveTo>
                  <a:pt x="2310186" y="469555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189473" y="483117"/>
                </a:lnTo>
                <a:moveTo>
                  <a:pt x="1155530" y="542524"/>
                </a:moveTo>
                <a:lnTo>
                  <a:pt x="1133088" y="532360"/>
                </a:lnTo>
                <a:moveTo>
                  <a:pt x="263703" y="728269"/>
                </a:moveTo>
                <a:lnTo>
                  <a:pt x="195721" y="750336"/>
                </a:lnTo>
                <a:moveTo>
                  <a:pt x="2008394" y="367589"/>
                </a:moveTo>
                <a:lnTo>
                  <a:pt x="2108507" y="329503"/>
                </a:lnTo>
                <a:moveTo>
                  <a:pt x="1155530" y="542524"/>
                </a:moveTo>
                <a:lnTo>
                  <a:pt x="1131489" y="556067"/>
                </a:lnTo>
                <a:moveTo>
                  <a:pt x="1706481" y="234965"/>
                </a:moveTo>
                <a:lnTo>
                  <a:pt x="1745750" y="246263"/>
                </a:lnTo>
                <a:moveTo>
                  <a:pt x="1963290" y="338117"/>
                </a:moveTo>
                <a:lnTo>
                  <a:pt x="1860139" y="302337"/>
                </a:lnTo>
                <a:moveTo>
                  <a:pt x="758757" y="228464"/>
                </a:moveTo>
                <a:lnTo>
                  <a:pt x="795672" y="184245"/>
                </a:lnTo>
                <a:moveTo>
                  <a:pt x="990383" y="524332"/>
                </a:moveTo>
                <a:lnTo>
                  <a:pt x="1028977" y="510821"/>
                </a:lnTo>
                <a:moveTo>
                  <a:pt x="620565" y="71200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246777" y="547936"/>
                </a:lnTo>
                <a:moveTo>
                  <a:pt x="1718103" y="263810"/>
                </a:moveTo>
                <a:lnTo>
                  <a:pt x="1745750" y="246263"/>
                </a:lnTo>
                <a:moveTo>
                  <a:pt x="513638" y="732199"/>
                </a:moveTo>
                <a:lnTo>
                  <a:pt x="418988" y="723821"/>
                </a:lnTo>
                <a:moveTo>
                  <a:pt x="871311" y="124877"/>
                </a:moveTo>
                <a:lnTo>
                  <a:pt x="801262" y="177586"/>
                </a:lnTo>
                <a:moveTo>
                  <a:pt x="2079249" y="374061"/>
                </a:moveTo>
                <a:lnTo>
                  <a:pt x="2169927" y="386265"/>
                </a:lnTo>
                <a:moveTo>
                  <a:pt x="326598" y="479864"/>
                </a:moveTo>
                <a:lnTo>
                  <a:pt x="429278" y="385284"/>
                </a:lnTo>
                <a:moveTo>
                  <a:pt x="818455" y="171167"/>
                </a:moveTo>
                <a:lnTo>
                  <a:pt x="795672" y="184245"/>
                </a:lnTo>
                <a:moveTo>
                  <a:pt x="2294098" y="707983"/>
                </a:moveTo>
                <a:lnTo>
                  <a:pt x="2226640" y="722292"/>
                </a:lnTo>
                <a:moveTo>
                  <a:pt x="815115" y="631648"/>
                </a:moveTo>
                <a:lnTo>
                  <a:pt x="767379" y="679741"/>
                </a:lnTo>
                <a:moveTo>
                  <a:pt x="1944384" y="618303"/>
                </a:moveTo>
                <a:lnTo>
                  <a:pt x="1981084" y="653458"/>
                </a:lnTo>
                <a:moveTo>
                  <a:pt x="1600397" y="443755"/>
                </a:moveTo>
                <a:lnTo>
                  <a:pt x="1494992" y="441391"/>
                </a:lnTo>
                <a:moveTo>
                  <a:pt x="1600397" y="443755"/>
                </a:moveTo>
                <a:lnTo>
                  <a:pt x="1614024" y="461582"/>
                </a:lnTo>
                <a:moveTo>
                  <a:pt x="1718103" y="263810"/>
                </a:moveTo>
                <a:lnTo>
                  <a:pt x="1860139" y="302337"/>
                </a:lnTo>
                <a:moveTo>
                  <a:pt x="1476562" y="445803"/>
                </a:moveTo>
                <a:lnTo>
                  <a:pt x="1377521" y="446514"/>
                </a:lnTo>
                <a:moveTo>
                  <a:pt x="1738417" y="541795"/>
                </a:moveTo>
                <a:lnTo>
                  <a:pt x="1711386" y="460151"/>
                </a:lnTo>
                <a:moveTo>
                  <a:pt x="1706481" y="234965"/>
                </a:moveTo>
                <a:lnTo>
                  <a:pt x="1619405" y="162053"/>
                </a:lnTo>
                <a:moveTo>
                  <a:pt x="243705" y="478268"/>
                </a:moveTo>
                <a:lnTo>
                  <a:pt x="172917" y="509253"/>
                </a:lnTo>
                <a:moveTo>
                  <a:pt x="2391241" y="501772"/>
                </a:moveTo>
                <a:lnTo>
                  <a:pt x="2348758" y="476958"/>
                </a:lnTo>
                <a:moveTo>
                  <a:pt x="389811" y="482664"/>
                </a:moveTo>
                <a:lnTo>
                  <a:pt x="429278" y="385284"/>
                </a:lnTo>
                <a:moveTo>
                  <a:pt x="407645" y="738560"/>
                </a:moveTo>
                <a:lnTo>
                  <a:pt x="399970" y="715659"/>
                </a:lnTo>
                <a:moveTo>
                  <a:pt x="871311" y="124877"/>
                </a:moveTo>
                <a:lnTo>
                  <a:pt x="795672" y="184245"/>
                </a:lnTo>
                <a:moveTo>
                  <a:pt x="1476562" y="445803"/>
                </a:moveTo>
                <a:lnTo>
                  <a:pt x="1494992" y="441391"/>
                </a:lnTo>
                <a:moveTo>
                  <a:pt x="2549888" y="625154"/>
                </a:moveTo>
                <a:lnTo>
                  <a:pt x="2448686" y="560491"/>
                </a:lnTo>
                <a:moveTo>
                  <a:pt x="513638" y="732199"/>
                </a:moveTo>
                <a:lnTo>
                  <a:pt x="531377" y="728839"/>
                </a:lnTo>
                <a:moveTo>
                  <a:pt x="157562" y="736818"/>
                </a:moveTo>
                <a:lnTo>
                  <a:pt x="88307" y="697765"/>
                </a:lnTo>
                <a:moveTo>
                  <a:pt x="2208622" y="410271"/>
                </a:moveTo>
                <a:lnTo>
                  <a:pt x="2079249" y="374061"/>
                </a:lnTo>
                <a:moveTo>
                  <a:pt x="532068" y="386182"/>
                </a:moveTo>
                <a:lnTo>
                  <a:pt x="646107" y="333467"/>
                </a:lnTo>
                <a:moveTo>
                  <a:pt x="263703" y="728269"/>
                </a:moveTo>
                <a:lnTo>
                  <a:pt x="301082" y="753352"/>
                </a:lnTo>
                <a:moveTo>
                  <a:pt x="1829842" y="353455"/>
                </a:moveTo>
                <a:lnTo>
                  <a:pt x="1860139" y="302337"/>
                </a:lnTo>
                <a:moveTo>
                  <a:pt x="1862289" y="587265"/>
                </a:moveTo>
                <a:lnTo>
                  <a:pt x="1841704" y="575550"/>
                </a:lnTo>
                <a:moveTo>
                  <a:pt x="1711386" y="460151"/>
                </a:moveTo>
                <a:lnTo>
                  <a:pt x="1614024" y="461582"/>
                </a:lnTo>
                <a:moveTo>
                  <a:pt x="513638" y="732199"/>
                </a:moveTo>
                <a:lnTo>
                  <a:pt x="407645" y="738560"/>
                </a:lnTo>
                <a:moveTo>
                  <a:pt x="815115" y="631648"/>
                </a:moveTo>
                <a:lnTo>
                  <a:pt x="878999" y="589991"/>
                </a:lnTo>
                <a:moveTo>
                  <a:pt x="871311" y="124877"/>
                </a:moveTo>
                <a:lnTo>
                  <a:pt x="910712" y="119990"/>
                </a:lnTo>
                <a:moveTo>
                  <a:pt x="550829" y="722238"/>
                </a:moveTo>
                <a:lnTo>
                  <a:pt x="531377" y="728839"/>
                </a:lnTo>
                <a:moveTo>
                  <a:pt x="2187757" y="719488"/>
                </a:moveTo>
                <a:lnTo>
                  <a:pt x="2083355" y="702260"/>
                </a:lnTo>
                <a:moveTo>
                  <a:pt x="512282" y="720644"/>
                </a:moveTo>
                <a:lnTo>
                  <a:pt x="407645" y="738560"/>
                </a:lnTo>
                <a:moveTo>
                  <a:pt x="1095535" y="509849"/>
                </a:moveTo>
                <a:lnTo>
                  <a:pt x="1028977" y="510821"/>
                </a:lnTo>
                <a:moveTo>
                  <a:pt x="1122739" y="106683"/>
                </a:moveTo>
                <a:lnTo>
                  <a:pt x="1017315" y="104610"/>
                </a:lnTo>
                <a:moveTo>
                  <a:pt x="620565" y="712009"/>
                </a:moveTo>
                <a:lnTo>
                  <a:pt x="657999" y="736279"/>
                </a:lnTo>
                <a:moveTo>
                  <a:pt x="501174" y="487241"/>
                </a:moveTo>
                <a:lnTo>
                  <a:pt x="429278" y="385284"/>
                </a:lnTo>
                <a:moveTo>
                  <a:pt x="2310186" y="469555"/>
                </a:moveTo>
                <a:lnTo>
                  <a:pt x="2208622" y="410271"/>
                </a:lnTo>
                <a:moveTo>
                  <a:pt x="2294098" y="707983"/>
                </a:moveTo>
                <a:lnTo>
                  <a:pt x="2333734" y="699613"/>
                </a:lnTo>
                <a:moveTo>
                  <a:pt x="2521183" y="742330"/>
                </a:moveTo>
                <a:lnTo>
                  <a:pt x="2440189" y="686417"/>
                </a:lnTo>
                <a:moveTo>
                  <a:pt x="243705" y="478268"/>
                </a:moveTo>
                <a:lnTo>
                  <a:pt x="281458" y="465131"/>
                </a:lnTo>
                <a:moveTo>
                  <a:pt x="2391241" y="501772"/>
                </a:moveTo>
                <a:lnTo>
                  <a:pt x="2422229" y="517934"/>
                </a:lnTo>
                <a:moveTo>
                  <a:pt x="2046578" y="668246"/>
                </a:moveTo>
                <a:lnTo>
                  <a:pt x="1981084" y="653458"/>
                </a:lnTo>
                <a:moveTo>
                  <a:pt x="1816630" y="462102"/>
                </a:moveTo>
                <a:lnTo>
                  <a:pt x="1738417" y="541795"/>
                </a:lnTo>
                <a:moveTo>
                  <a:pt x="140670" y="576490"/>
                </a:moveTo>
                <a:lnTo>
                  <a:pt x="75443" y="586272"/>
                </a:lnTo>
                <a:moveTo>
                  <a:pt x="707214" y="280270"/>
                </a:moveTo>
                <a:lnTo>
                  <a:pt x="646107" y="333467"/>
                </a:lnTo>
                <a:moveTo>
                  <a:pt x="2008394" y="367589"/>
                </a:moveTo>
                <a:lnTo>
                  <a:pt x="1963290" y="338117"/>
                </a:lnTo>
                <a:moveTo>
                  <a:pt x="137808" y="689579"/>
                </a:moveTo>
                <a:lnTo>
                  <a:pt x="75443" y="586272"/>
                </a:lnTo>
                <a:moveTo>
                  <a:pt x="620565" y="712009"/>
                </a:moveTo>
                <a:lnTo>
                  <a:pt x="531377" y="728839"/>
                </a:lnTo>
                <a:moveTo>
                  <a:pt x="512282" y="720644"/>
                </a:moveTo>
                <a:lnTo>
                  <a:pt x="399970" y="715659"/>
                </a:lnTo>
                <a:moveTo>
                  <a:pt x="2064865" y="397227"/>
                </a:moveTo>
                <a:lnTo>
                  <a:pt x="2208622" y="410271"/>
                </a:lnTo>
                <a:moveTo>
                  <a:pt x="263703" y="728269"/>
                </a:moveTo>
                <a:lnTo>
                  <a:pt x="407645" y="738560"/>
                </a:lnTo>
                <a:moveTo>
                  <a:pt x="275455" y="476801"/>
                </a:moveTo>
                <a:lnTo>
                  <a:pt x="243705" y="478268"/>
                </a:lnTo>
                <a:moveTo>
                  <a:pt x="2008394" y="367589"/>
                </a:moveTo>
                <a:lnTo>
                  <a:pt x="2079249" y="374061"/>
                </a:lnTo>
                <a:moveTo>
                  <a:pt x="2391241" y="501772"/>
                </a:moveTo>
                <a:lnTo>
                  <a:pt x="2448686" y="560491"/>
                </a:lnTo>
                <a:moveTo>
                  <a:pt x="731566" y="631442"/>
                </a:moveTo>
                <a:lnTo>
                  <a:pt x="657999" y="736279"/>
                </a:lnTo>
                <a:moveTo>
                  <a:pt x="1718103" y="263810"/>
                </a:moveTo>
                <a:lnTo>
                  <a:pt x="1706481" y="234965"/>
                </a:lnTo>
                <a:moveTo>
                  <a:pt x="1951025" y="362247"/>
                </a:moveTo>
                <a:lnTo>
                  <a:pt x="1963290" y="338117"/>
                </a:lnTo>
                <a:moveTo>
                  <a:pt x="978637" y="98769"/>
                </a:moveTo>
                <a:lnTo>
                  <a:pt x="910712" y="119990"/>
                </a:lnTo>
                <a:moveTo>
                  <a:pt x="1600397" y="443755"/>
                </a:moveTo>
                <a:lnTo>
                  <a:pt x="1711386" y="460151"/>
                </a:lnTo>
                <a:moveTo>
                  <a:pt x="2554932" y="631735"/>
                </a:moveTo>
                <a:lnTo>
                  <a:pt x="2549888" y="625154"/>
                </a:lnTo>
                <a:moveTo>
                  <a:pt x="1829842" y="353455"/>
                </a:moveTo>
                <a:lnTo>
                  <a:pt x="1963290" y="338117"/>
                </a:lnTo>
                <a:moveTo>
                  <a:pt x="1944384" y="618303"/>
                </a:moveTo>
                <a:lnTo>
                  <a:pt x="1862289" y="587265"/>
                </a:lnTo>
                <a:moveTo>
                  <a:pt x="512282" y="720644"/>
                </a:moveTo>
                <a:lnTo>
                  <a:pt x="513638" y="732199"/>
                </a:lnTo>
                <a:moveTo>
                  <a:pt x="275455" y="476801"/>
                </a:moveTo>
                <a:lnTo>
                  <a:pt x="281458" y="465131"/>
                </a:lnTo>
                <a:moveTo>
                  <a:pt x="2412268" y="521158"/>
                </a:moveTo>
                <a:lnTo>
                  <a:pt x="2448686" y="560491"/>
                </a:lnTo>
                <a:moveTo>
                  <a:pt x="625859" y="383219"/>
                </a:moveTo>
                <a:lnTo>
                  <a:pt x="532068" y="386182"/>
                </a:lnTo>
                <a:moveTo>
                  <a:pt x="326598" y="479864"/>
                </a:moveTo>
                <a:lnTo>
                  <a:pt x="281458" y="465131"/>
                </a:lnTo>
                <a:moveTo>
                  <a:pt x="1095535" y="509849"/>
                </a:moveTo>
                <a:lnTo>
                  <a:pt x="1133088" y="532360"/>
                </a:lnTo>
                <a:moveTo>
                  <a:pt x="140670" y="576490"/>
                </a:moveTo>
                <a:lnTo>
                  <a:pt x="172917" y="509253"/>
                </a:lnTo>
                <a:moveTo>
                  <a:pt x="137808" y="689579"/>
                </a:moveTo>
                <a:lnTo>
                  <a:pt x="88307" y="697765"/>
                </a:lnTo>
                <a:moveTo>
                  <a:pt x="988855" y="526380"/>
                </a:moveTo>
                <a:lnTo>
                  <a:pt x="878999" y="589991"/>
                </a:lnTo>
                <a:moveTo>
                  <a:pt x="2399576" y="709258"/>
                </a:moveTo>
                <a:lnTo>
                  <a:pt x="2333734" y="699613"/>
                </a:lnTo>
                <a:moveTo>
                  <a:pt x="707214" y="280270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600397" y="443755"/>
                </a:lnTo>
                <a:moveTo>
                  <a:pt x="550829" y="722238"/>
                </a:moveTo>
                <a:lnTo>
                  <a:pt x="513638" y="732199"/>
                </a:lnTo>
                <a:moveTo>
                  <a:pt x="263703" y="728269"/>
                </a:moveTo>
                <a:lnTo>
                  <a:pt x="399970" y="715659"/>
                </a:lnTo>
                <a:moveTo>
                  <a:pt x="501174" y="487241"/>
                </a:moveTo>
                <a:lnTo>
                  <a:pt x="532068" y="386182"/>
                </a:lnTo>
                <a:moveTo>
                  <a:pt x="1060881" y="636381"/>
                </a:moveTo>
                <a:lnTo>
                  <a:pt x="1080019" y="652315"/>
                </a:lnTo>
                <a:moveTo>
                  <a:pt x="512282" y="720644"/>
                </a:moveTo>
                <a:lnTo>
                  <a:pt x="550829" y="722238"/>
                </a:lnTo>
                <a:moveTo>
                  <a:pt x="1951025" y="362247"/>
                </a:moveTo>
                <a:lnTo>
                  <a:pt x="2008394" y="367589"/>
                </a:lnTo>
                <a:moveTo>
                  <a:pt x="1060881" y="636381"/>
                </a:moveTo>
                <a:lnTo>
                  <a:pt x="1131489" y="556067"/>
                </a:lnTo>
                <a:moveTo>
                  <a:pt x="2064865" y="397227"/>
                </a:moveTo>
                <a:lnTo>
                  <a:pt x="2079249" y="374061"/>
                </a:lnTo>
                <a:moveTo>
                  <a:pt x="1210661" y="532436"/>
                </a:moveTo>
                <a:lnTo>
                  <a:pt x="1133088" y="532360"/>
                </a:lnTo>
                <a:moveTo>
                  <a:pt x="1090997" y="577103"/>
                </a:moveTo>
                <a:lnTo>
                  <a:pt x="1131489" y="556067"/>
                </a:lnTo>
                <a:moveTo>
                  <a:pt x="295047" y="701746"/>
                </a:moveTo>
                <a:lnTo>
                  <a:pt x="399970" y="715659"/>
                </a:lnTo>
                <a:moveTo>
                  <a:pt x="263703" y="728269"/>
                </a:moveTo>
                <a:lnTo>
                  <a:pt x="157562" y="736818"/>
                </a:lnTo>
                <a:moveTo>
                  <a:pt x="1718103" y="263810"/>
                </a:moveTo>
                <a:lnTo>
                  <a:pt x="1829842" y="353455"/>
                </a:lnTo>
                <a:moveTo>
                  <a:pt x="275455" y="476801"/>
                </a:moveTo>
                <a:lnTo>
                  <a:pt x="326598" y="479864"/>
                </a:lnTo>
                <a:moveTo>
                  <a:pt x="625859" y="383219"/>
                </a:moveTo>
                <a:lnTo>
                  <a:pt x="646107" y="333467"/>
                </a:lnTo>
                <a:moveTo>
                  <a:pt x="1841704" y="575550"/>
                </a:moveTo>
                <a:lnTo>
                  <a:pt x="1816630" y="462102"/>
                </a:lnTo>
                <a:moveTo>
                  <a:pt x="2539441" y="779968"/>
                </a:moveTo>
                <a:lnTo>
                  <a:pt x="2521183" y="742330"/>
                </a:lnTo>
                <a:moveTo>
                  <a:pt x="2046578" y="668246"/>
                </a:moveTo>
                <a:lnTo>
                  <a:pt x="2083355" y="702260"/>
                </a:lnTo>
                <a:moveTo>
                  <a:pt x="731566" y="631442"/>
                </a:moveTo>
                <a:lnTo>
                  <a:pt x="767379" y="679741"/>
                </a:lnTo>
                <a:moveTo>
                  <a:pt x="2575976" y="743385"/>
                </a:moveTo>
                <a:lnTo>
                  <a:pt x="2554932" y="631735"/>
                </a:lnTo>
                <a:moveTo>
                  <a:pt x="1210661" y="532436"/>
                </a:moveTo>
                <a:lnTo>
                  <a:pt x="1155530" y="542524"/>
                </a:lnTo>
                <a:moveTo>
                  <a:pt x="140670" y="576490"/>
                </a:moveTo>
                <a:lnTo>
                  <a:pt x="243705" y="478268"/>
                </a:lnTo>
                <a:moveTo>
                  <a:pt x="1711386" y="460151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2008394" y="367589"/>
                </a:lnTo>
                <a:moveTo>
                  <a:pt x="399970" y="715659"/>
                </a:moveTo>
                <a:lnTo>
                  <a:pt x="379168" y="592414"/>
                </a:lnTo>
                <a:moveTo>
                  <a:pt x="1760995" y="347260"/>
                </a:moveTo>
                <a:lnTo>
                  <a:pt x="1718103" y="263810"/>
                </a:lnTo>
                <a:moveTo>
                  <a:pt x="818455" y="171167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711386" y="460151"/>
                </a:lnTo>
                <a:moveTo>
                  <a:pt x="1951025" y="362247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1017315" y="104610"/>
                </a:lnTo>
                <a:moveTo>
                  <a:pt x="988855" y="526380"/>
                </a:moveTo>
                <a:lnTo>
                  <a:pt x="990383" y="524332"/>
                </a:lnTo>
                <a:moveTo>
                  <a:pt x="2166901" y="449523"/>
                </a:moveTo>
                <a:lnTo>
                  <a:pt x="2208622" y="410271"/>
                </a:lnTo>
                <a:moveTo>
                  <a:pt x="731566" y="631442"/>
                </a:moveTo>
                <a:lnTo>
                  <a:pt x="815115" y="631648"/>
                </a:lnTo>
                <a:moveTo>
                  <a:pt x="1564703" y="393683"/>
                </a:moveTo>
                <a:lnTo>
                  <a:pt x="1494992" y="441391"/>
                </a:lnTo>
                <a:moveTo>
                  <a:pt x="326598" y="479864"/>
                </a:moveTo>
                <a:lnTo>
                  <a:pt x="389811" y="482664"/>
                </a:lnTo>
                <a:moveTo>
                  <a:pt x="743037" y="614694"/>
                </a:moveTo>
                <a:lnTo>
                  <a:pt x="815115" y="631648"/>
                </a:lnTo>
                <a:moveTo>
                  <a:pt x="625859" y="383219"/>
                </a:moveTo>
                <a:lnTo>
                  <a:pt x="707214" y="280270"/>
                </a:lnTo>
                <a:moveTo>
                  <a:pt x="997367" y="523913"/>
                </a:moveTo>
                <a:lnTo>
                  <a:pt x="990383" y="524332"/>
                </a:lnTo>
                <a:moveTo>
                  <a:pt x="157562" y="736818"/>
                </a:moveTo>
                <a:lnTo>
                  <a:pt x="137808" y="689579"/>
                </a:lnTo>
                <a:moveTo>
                  <a:pt x="988855" y="526380"/>
                </a:moveTo>
                <a:lnTo>
                  <a:pt x="988389" y="523476"/>
                </a:lnTo>
                <a:moveTo>
                  <a:pt x="988855" y="526380"/>
                </a:moveTo>
                <a:lnTo>
                  <a:pt x="997367" y="523913"/>
                </a:lnTo>
                <a:moveTo>
                  <a:pt x="2294098" y="707983"/>
                </a:moveTo>
                <a:lnTo>
                  <a:pt x="2187757" y="719488"/>
                </a:lnTo>
                <a:moveTo>
                  <a:pt x="1707424" y="422068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1951025" y="362247"/>
                </a:lnTo>
                <a:moveTo>
                  <a:pt x="988389" y="523476"/>
                </a:moveTo>
                <a:lnTo>
                  <a:pt x="997367" y="523913"/>
                </a:lnTo>
                <a:moveTo>
                  <a:pt x="1227906" y="112582"/>
                </a:moveTo>
                <a:lnTo>
                  <a:pt x="1122739" y="106683"/>
                </a:lnTo>
                <a:moveTo>
                  <a:pt x="2539441" y="779968"/>
                </a:moveTo>
                <a:lnTo>
                  <a:pt x="2575976" y="743385"/>
                </a:lnTo>
                <a:moveTo>
                  <a:pt x="1201145" y="509182"/>
                </a:moveTo>
                <a:lnTo>
                  <a:pt x="1133088" y="532360"/>
                </a:lnTo>
                <a:moveTo>
                  <a:pt x="2399576" y="709258"/>
                </a:moveTo>
                <a:lnTo>
                  <a:pt x="2440189" y="686417"/>
                </a:lnTo>
                <a:moveTo>
                  <a:pt x="550829" y="722238"/>
                </a:moveTo>
                <a:lnTo>
                  <a:pt x="620565" y="712009"/>
                </a:lnTo>
                <a:moveTo>
                  <a:pt x="743143" y="276020"/>
                </a:moveTo>
                <a:lnTo>
                  <a:pt x="707214" y="280270"/>
                </a:lnTo>
                <a:moveTo>
                  <a:pt x="1760995" y="347260"/>
                </a:moveTo>
                <a:lnTo>
                  <a:pt x="1829842" y="353455"/>
                </a:lnTo>
                <a:moveTo>
                  <a:pt x="2391241" y="501772"/>
                </a:moveTo>
                <a:lnTo>
                  <a:pt x="2310186" y="469555"/>
                </a:lnTo>
                <a:moveTo>
                  <a:pt x="2514023" y="577623"/>
                </a:moveTo>
                <a:lnTo>
                  <a:pt x="2448686" y="560491"/>
                </a:lnTo>
                <a:moveTo>
                  <a:pt x="512282" y="720644"/>
                </a:moveTo>
                <a:lnTo>
                  <a:pt x="379168" y="592414"/>
                </a:lnTo>
                <a:moveTo>
                  <a:pt x="252822" y="695724"/>
                </a:moveTo>
                <a:lnTo>
                  <a:pt x="157562" y="736818"/>
                </a:lnTo>
                <a:moveTo>
                  <a:pt x="1198925" y="542086"/>
                </a:moveTo>
                <a:lnTo>
                  <a:pt x="1131489" y="556067"/>
                </a:lnTo>
                <a:moveTo>
                  <a:pt x="1760995" y="347260"/>
                </a:moveTo>
                <a:lnTo>
                  <a:pt x="1707424" y="422068"/>
                </a:lnTo>
                <a:moveTo>
                  <a:pt x="140670" y="576490"/>
                </a:moveTo>
                <a:lnTo>
                  <a:pt x="275455" y="476801"/>
                </a:lnTo>
                <a:moveTo>
                  <a:pt x="605245" y="488689"/>
                </a:moveTo>
                <a:lnTo>
                  <a:pt x="532068" y="386182"/>
                </a:lnTo>
                <a:moveTo>
                  <a:pt x="512282" y="720644"/>
                </a:moveTo>
                <a:lnTo>
                  <a:pt x="496768" y="599668"/>
                </a:lnTo>
                <a:moveTo>
                  <a:pt x="1454598" y="460974"/>
                </a:moveTo>
                <a:lnTo>
                  <a:pt x="1476562" y="445803"/>
                </a:lnTo>
                <a:moveTo>
                  <a:pt x="818455" y="171167"/>
                </a:moveTo>
                <a:lnTo>
                  <a:pt x="871311" y="124877"/>
                </a:lnTo>
                <a:moveTo>
                  <a:pt x="374345" y="592029"/>
                </a:moveTo>
                <a:lnTo>
                  <a:pt x="275455" y="476801"/>
                </a:lnTo>
                <a:moveTo>
                  <a:pt x="2514205" y="730821"/>
                </a:moveTo>
                <a:lnTo>
                  <a:pt x="2440189" y="686417"/>
                </a:lnTo>
                <a:moveTo>
                  <a:pt x="844751" y="518505"/>
                </a:moveTo>
                <a:lnTo>
                  <a:pt x="815115" y="631648"/>
                </a:lnTo>
                <a:moveTo>
                  <a:pt x="1816630" y="462102"/>
                </a:moveTo>
                <a:lnTo>
                  <a:pt x="1711386" y="460151"/>
                </a:lnTo>
                <a:moveTo>
                  <a:pt x="1198925" y="542086"/>
                </a:moveTo>
                <a:lnTo>
                  <a:pt x="1155530" y="542524"/>
                </a:lnTo>
                <a:moveTo>
                  <a:pt x="743143" y="276020"/>
                </a:moveTo>
                <a:lnTo>
                  <a:pt x="758757" y="228464"/>
                </a:lnTo>
                <a:moveTo>
                  <a:pt x="374345" y="592029"/>
                </a:moveTo>
                <a:lnTo>
                  <a:pt x="326598" y="479864"/>
                </a:lnTo>
                <a:moveTo>
                  <a:pt x="1920592" y="577822"/>
                </a:moveTo>
                <a:lnTo>
                  <a:pt x="1841704" y="575550"/>
                </a:lnTo>
                <a:moveTo>
                  <a:pt x="295047" y="701746"/>
                </a:moveTo>
                <a:lnTo>
                  <a:pt x="263703" y="728269"/>
                </a:lnTo>
                <a:moveTo>
                  <a:pt x="1694174" y="338446"/>
                </a:moveTo>
                <a:lnTo>
                  <a:pt x="1718103" y="263810"/>
                </a:lnTo>
                <a:moveTo>
                  <a:pt x="1490509" y="437730"/>
                </a:moveTo>
                <a:lnTo>
                  <a:pt x="1476562" y="445803"/>
                </a:lnTo>
                <a:moveTo>
                  <a:pt x="2150037" y="699461"/>
                </a:moveTo>
                <a:lnTo>
                  <a:pt x="2083355" y="702260"/>
                </a:lnTo>
                <a:moveTo>
                  <a:pt x="1816630" y="462102"/>
                </a:moveTo>
                <a:lnTo>
                  <a:pt x="1829842" y="353455"/>
                </a:lnTo>
                <a:moveTo>
                  <a:pt x="1920592" y="577822"/>
                </a:moveTo>
                <a:lnTo>
                  <a:pt x="1862289" y="587265"/>
                </a:lnTo>
                <a:moveTo>
                  <a:pt x="501174" y="487241"/>
                </a:moveTo>
                <a:lnTo>
                  <a:pt x="389811" y="482664"/>
                </a:lnTo>
                <a:moveTo>
                  <a:pt x="1095535" y="509849"/>
                </a:moveTo>
                <a:lnTo>
                  <a:pt x="990383" y="524332"/>
                </a:lnTo>
                <a:moveTo>
                  <a:pt x="379168" y="592414"/>
                </a:moveTo>
                <a:lnTo>
                  <a:pt x="389811" y="482664"/>
                </a:lnTo>
                <a:moveTo>
                  <a:pt x="374345" y="592029"/>
                </a:moveTo>
                <a:lnTo>
                  <a:pt x="389811" y="482664"/>
                </a:lnTo>
                <a:moveTo>
                  <a:pt x="743143" y="276020"/>
                </a:moveTo>
                <a:lnTo>
                  <a:pt x="818455" y="171167"/>
                </a:lnTo>
                <a:moveTo>
                  <a:pt x="1083209" y="113473"/>
                </a:moveTo>
                <a:lnTo>
                  <a:pt x="1017315" y="104610"/>
                </a:lnTo>
                <a:moveTo>
                  <a:pt x="1564703" y="393683"/>
                </a:moveTo>
                <a:lnTo>
                  <a:pt x="1600397" y="443755"/>
                </a:lnTo>
                <a:moveTo>
                  <a:pt x="844751" y="518505"/>
                </a:moveTo>
                <a:lnTo>
                  <a:pt x="878999" y="589991"/>
                </a:lnTo>
                <a:moveTo>
                  <a:pt x="496768" y="599668"/>
                </a:moveTo>
                <a:lnTo>
                  <a:pt x="389811" y="482664"/>
                </a:lnTo>
                <a:moveTo>
                  <a:pt x="997367" y="523913"/>
                </a:moveTo>
                <a:lnTo>
                  <a:pt x="1095535" y="509849"/>
                </a:lnTo>
                <a:moveTo>
                  <a:pt x="2166901" y="449523"/>
                </a:moveTo>
                <a:lnTo>
                  <a:pt x="2310186" y="469555"/>
                </a:lnTo>
                <a:moveTo>
                  <a:pt x="2046578" y="668246"/>
                </a:moveTo>
                <a:lnTo>
                  <a:pt x="1944384" y="618303"/>
                </a:lnTo>
                <a:moveTo>
                  <a:pt x="295047" y="701746"/>
                </a:moveTo>
                <a:lnTo>
                  <a:pt x="379168" y="592414"/>
                </a:lnTo>
                <a:moveTo>
                  <a:pt x="295047" y="701746"/>
                </a:moveTo>
                <a:lnTo>
                  <a:pt x="374345" y="592029"/>
                </a:lnTo>
                <a:moveTo>
                  <a:pt x="2505232" y="707902"/>
                </a:moveTo>
                <a:lnTo>
                  <a:pt x="2440189" y="686417"/>
                </a:lnTo>
                <a:moveTo>
                  <a:pt x="512282" y="720644"/>
                </a:moveTo>
                <a:lnTo>
                  <a:pt x="605947" y="603309"/>
                </a:lnTo>
                <a:moveTo>
                  <a:pt x="1564703" y="393683"/>
                </a:moveTo>
                <a:lnTo>
                  <a:pt x="1476562" y="445803"/>
                </a:lnTo>
                <a:moveTo>
                  <a:pt x="1694174" y="338446"/>
                </a:moveTo>
                <a:lnTo>
                  <a:pt x="1707424" y="422068"/>
                </a:lnTo>
                <a:moveTo>
                  <a:pt x="625859" y="383219"/>
                </a:moveTo>
                <a:lnTo>
                  <a:pt x="743143" y="276020"/>
                </a:lnTo>
                <a:moveTo>
                  <a:pt x="252822" y="695724"/>
                </a:moveTo>
                <a:lnTo>
                  <a:pt x="263703" y="728269"/>
                </a:lnTo>
                <a:moveTo>
                  <a:pt x="1664324" y="218588"/>
                </a:moveTo>
                <a:lnTo>
                  <a:pt x="1706481" y="234965"/>
                </a:lnTo>
                <a:moveTo>
                  <a:pt x="247401" y="579080"/>
                </a:moveTo>
                <a:lnTo>
                  <a:pt x="275455" y="476801"/>
                </a:lnTo>
                <a:moveTo>
                  <a:pt x="550829" y="722238"/>
                </a:moveTo>
                <a:lnTo>
                  <a:pt x="605947" y="603309"/>
                </a:lnTo>
                <a:moveTo>
                  <a:pt x="137808" y="689579"/>
                </a:moveTo>
                <a:lnTo>
                  <a:pt x="140670" y="576490"/>
                </a:lnTo>
                <a:moveTo>
                  <a:pt x="1694174" y="338446"/>
                </a:moveTo>
                <a:lnTo>
                  <a:pt x="1760995" y="347260"/>
                </a:lnTo>
                <a:moveTo>
                  <a:pt x="374345" y="592029"/>
                </a:moveTo>
                <a:lnTo>
                  <a:pt x="379168" y="592414"/>
                </a:lnTo>
                <a:moveTo>
                  <a:pt x="2412268" y="521158"/>
                </a:moveTo>
                <a:lnTo>
                  <a:pt x="2391241" y="501772"/>
                </a:lnTo>
                <a:moveTo>
                  <a:pt x="252822" y="695724"/>
                </a:moveTo>
                <a:lnTo>
                  <a:pt x="295047" y="701746"/>
                </a:lnTo>
                <a:moveTo>
                  <a:pt x="1636355" y="329294"/>
                </a:moveTo>
                <a:lnTo>
                  <a:pt x="1706481" y="234965"/>
                </a:lnTo>
                <a:moveTo>
                  <a:pt x="2514205" y="730821"/>
                </a:moveTo>
                <a:lnTo>
                  <a:pt x="2521183" y="742330"/>
                </a:lnTo>
                <a:moveTo>
                  <a:pt x="2514023" y="577623"/>
                </a:moveTo>
                <a:lnTo>
                  <a:pt x="2549888" y="625154"/>
                </a:lnTo>
                <a:moveTo>
                  <a:pt x="731566" y="631442"/>
                </a:moveTo>
                <a:lnTo>
                  <a:pt x="620565" y="712009"/>
                </a:lnTo>
                <a:moveTo>
                  <a:pt x="496768" y="599668"/>
                </a:moveTo>
                <a:lnTo>
                  <a:pt x="501174" y="487241"/>
                </a:lnTo>
                <a:moveTo>
                  <a:pt x="1922893" y="464492"/>
                </a:moveTo>
                <a:lnTo>
                  <a:pt x="1951025" y="362247"/>
                </a:lnTo>
                <a:moveTo>
                  <a:pt x="496768" y="599668"/>
                </a:moveTo>
                <a:lnTo>
                  <a:pt x="379168" y="592414"/>
                </a:lnTo>
                <a:moveTo>
                  <a:pt x="2166901" y="449523"/>
                </a:moveTo>
                <a:lnTo>
                  <a:pt x="2064865" y="397227"/>
                </a:lnTo>
                <a:moveTo>
                  <a:pt x="2277559" y="487056"/>
                </a:moveTo>
                <a:lnTo>
                  <a:pt x="2310186" y="469555"/>
                </a:lnTo>
                <a:moveTo>
                  <a:pt x="1922893" y="464492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871311" y="124877"/>
                </a:lnTo>
                <a:moveTo>
                  <a:pt x="1944384" y="618303"/>
                </a:moveTo>
                <a:lnTo>
                  <a:pt x="1920592" y="577822"/>
                </a:lnTo>
                <a:moveTo>
                  <a:pt x="853025" y="165644"/>
                </a:moveTo>
                <a:lnTo>
                  <a:pt x="818455" y="171167"/>
                </a:lnTo>
                <a:moveTo>
                  <a:pt x="1636355" y="329294"/>
                </a:moveTo>
                <a:lnTo>
                  <a:pt x="1718103" y="263810"/>
                </a:lnTo>
                <a:moveTo>
                  <a:pt x="844751" y="518505"/>
                </a:moveTo>
                <a:lnTo>
                  <a:pt x="988855" y="526380"/>
                </a:lnTo>
                <a:moveTo>
                  <a:pt x="252822" y="695724"/>
                </a:moveTo>
                <a:lnTo>
                  <a:pt x="140670" y="576490"/>
                </a:lnTo>
                <a:moveTo>
                  <a:pt x="728624" y="612742"/>
                </a:moveTo>
                <a:lnTo>
                  <a:pt x="620565" y="712009"/>
                </a:lnTo>
                <a:moveTo>
                  <a:pt x="844751" y="518505"/>
                </a:moveTo>
                <a:lnTo>
                  <a:pt x="988389" y="523476"/>
                </a:lnTo>
                <a:moveTo>
                  <a:pt x="252822" y="695724"/>
                </a:moveTo>
                <a:lnTo>
                  <a:pt x="137808" y="689579"/>
                </a:lnTo>
                <a:moveTo>
                  <a:pt x="2150037" y="699461"/>
                </a:moveTo>
                <a:lnTo>
                  <a:pt x="2187757" y="719488"/>
                </a:lnTo>
                <a:moveTo>
                  <a:pt x="2539441" y="779968"/>
                </a:moveTo>
                <a:lnTo>
                  <a:pt x="2514205" y="730821"/>
                </a:lnTo>
                <a:moveTo>
                  <a:pt x="857038" y="505645"/>
                </a:moveTo>
                <a:lnTo>
                  <a:pt x="988389" y="523476"/>
                </a:lnTo>
                <a:moveTo>
                  <a:pt x="1564703" y="393683"/>
                </a:moveTo>
                <a:lnTo>
                  <a:pt x="1707424" y="422068"/>
                </a:lnTo>
                <a:moveTo>
                  <a:pt x="2532822" y="615744"/>
                </a:moveTo>
                <a:lnTo>
                  <a:pt x="2549888" y="625154"/>
                </a:lnTo>
                <a:moveTo>
                  <a:pt x="1083209" y="113473"/>
                </a:moveTo>
                <a:lnTo>
                  <a:pt x="1122739" y="106683"/>
                </a:lnTo>
                <a:moveTo>
                  <a:pt x="2532822" y="615744"/>
                </a:moveTo>
                <a:lnTo>
                  <a:pt x="2554932" y="631735"/>
                </a:lnTo>
                <a:moveTo>
                  <a:pt x="2247260" y="483434"/>
                </a:moveTo>
                <a:lnTo>
                  <a:pt x="2310186" y="469555"/>
                </a:lnTo>
                <a:moveTo>
                  <a:pt x="620565" y="712009"/>
                </a:moveTo>
                <a:lnTo>
                  <a:pt x="605947" y="603309"/>
                </a:lnTo>
                <a:moveTo>
                  <a:pt x="2514205" y="730821"/>
                </a:moveTo>
                <a:lnTo>
                  <a:pt x="2575976" y="743385"/>
                </a:lnTo>
                <a:moveTo>
                  <a:pt x="2399576" y="709258"/>
                </a:moveTo>
                <a:lnTo>
                  <a:pt x="2294098" y="707983"/>
                </a:lnTo>
                <a:moveTo>
                  <a:pt x="295047" y="701746"/>
                </a:moveTo>
                <a:lnTo>
                  <a:pt x="247401" y="579080"/>
                </a:lnTo>
                <a:moveTo>
                  <a:pt x="853025" y="165644"/>
                </a:moveTo>
                <a:lnTo>
                  <a:pt x="871311" y="124877"/>
                </a:lnTo>
                <a:moveTo>
                  <a:pt x="1490509" y="437730"/>
                </a:moveTo>
                <a:lnTo>
                  <a:pt x="1454598" y="460974"/>
                </a:lnTo>
                <a:moveTo>
                  <a:pt x="2033118" y="468581"/>
                </a:moveTo>
                <a:lnTo>
                  <a:pt x="1951025" y="362247"/>
                </a:lnTo>
                <a:moveTo>
                  <a:pt x="605245" y="488689"/>
                </a:moveTo>
                <a:lnTo>
                  <a:pt x="625859" y="383219"/>
                </a:lnTo>
                <a:moveTo>
                  <a:pt x="247401" y="579080"/>
                </a:moveTo>
                <a:lnTo>
                  <a:pt x="140670" y="576490"/>
                </a:lnTo>
                <a:moveTo>
                  <a:pt x="605947" y="603309"/>
                </a:moveTo>
                <a:lnTo>
                  <a:pt x="501174" y="487241"/>
                </a:lnTo>
                <a:moveTo>
                  <a:pt x="1060881" y="636381"/>
                </a:moveTo>
                <a:lnTo>
                  <a:pt x="1090997" y="577103"/>
                </a:lnTo>
                <a:moveTo>
                  <a:pt x="743037" y="614694"/>
                </a:moveTo>
                <a:lnTo>
                  <a:pt x="731566" y="631442"/>
                </a:lnTo>
                <a:moveTo>
                  <a:pt x="247401" y="579080"/>
                </a:moveTo>
                <a:lnTo>
                  <a:pt x="374345" y="592029"/>
                </a:lnTo>
                <a:moveTo>
                  <a:pt x="743143" y="276020"/>
                </a:moveTo>
                <a:lnTo>
                  <a:pt x="853025" y="165644"/>
                </a:lnTo>
                <a:moveTo>
                  <a:pt x="605947" y="603309"/>
                </a:moveTo>
                <a:lnTo>
                  <a:pt x="496768" y="599668"/>
                </a:lnTo>
                <a:moveTo>
                  <a:pt x="1922893" y="464492"/>
                </a:moveTo>
                <a:lnTo>
                  <a:pt x="1816630" y="462102"/>
                </a:lnTo>
                <a:moveTo>
                  <a:pt x="728624" y="612742"/>
                </a:moveTo>
                <a:lnTo>
                  <a:pt x="731566" y="631442"/>
                </a:lnTo>
                <a:moveTo>
                  <a:pt x="1920592" y="577822"/>
                </a:moveTo>
                <a:lnTo>
                  <a:pt x="1816630" y="462102"/>
                </a:lnTo>
                <a:moveTo>
                  <a:pt x="605245" y="488689"/>
                </a:moveTo>
                <a:lnTo>
                  <a:pt x="501174" y="487241"/>
                </a:lnTo>
                <a:moveTo>
                  <a:pt x="955559" y="440786"/>
                </a:moveTo>
                <a:lnTo>
                  <a:pt x="988389" y="523476"/>
                </a:lnTo>
                <a:moveTo>
                  <a:pt x="728624" y="612742"/>
                </a:moveTo>
                <a:lnTo>
                  <a:pt x="743037" y="614694"/>
                </a:lnTo>
                <a:moveTo>
                  <a:pt x="2532822" y="615744"/>
                </a:moveTo>
                <a:lnTo>
                  <a:pt x="2575976" y="743385"/>
                </a:lnTo>
                <a:moveTo>
                  <a:pt x="2277559" y="487056"/>
                </a:moveTo>
                <a:lnTo>
                  <a:pt x="2391241" y="501772"/>
                </a:lnTo>
                <a:moveTo>
                  <a:pt x="2033118" y="468581"/>
                </a:moveTo>
                <a:lnTo>
                  <a:pt x="2064865" y="397227"/>
                </a:lnTo>
                <a:moveTo>
                  <a:pt x="252822" y="695724"/>
                </a:moveTo>
                <a:lnTo>
                  <a:pt x="247401" y="579080"/>
                </a:lnTo>
                <a:moveTo>
                  <a:pt x="2505232" y="707902"/>
                </a:moveTo>
                <a:lnTo>
                  <a:pt x="2575976" y="743385"/>
                </a:lnTo>
                <a:moveTo>
                  <a:pt x="720115" y="380455"/>
                </a:moveTo>
                <a:lnTo>
                  <a:pt x="625859" y="383219"/>
                </a:lnTo>
                <a:moveTo>
                  <a:pt x="2255540" y="700359"/>
                </a:moveTo>
                <a:lnTo>
                  <a:pt x="2187757" y="719488"/>
                </a:lnTo>
                <a:moveTo>
                  <a:pt x="988389" y="523476"/>
                </a:moveTo>
                <a:lnTo>
                  <a:pt x="1071456" y="401592"/>
                </a:lnTo>
                <a:moveTo>
                  <a:pt x="2412268" y="521158"/>
                </a:moveTo>
                <a:lnTo>
                  <a:pt x="2277559" y="487056"/>
                </a:lnTo>
                <a:moveTo>
                  <a:pt x="997367" y="523913"/>
                </a:moveTo>
                <a:lnTo>
                  <a:pt x="1071456" y="401592"/>
                </a:lnTo>
                <a:moveTo>
                  <a:pt x="1201145" y="509182"/>
                </a:moveTo>
                <a:lnTo>
                  <a:pt x="1095535" y="509849"/>
                </a:lnTo>
                <a:moveTo>
                  <a:pt x="1564703" y="393683"/>
                </a:moveTo>
                <a:lnTo>
                  <a:pt x="1694174" y="338446"/>
                </a:lnTo>
                <a:moveTo>
                  <a:pt x="743037" y="614694"/>
                </a:moveTo>
                <a:lnTo>
                  <a:pt x="844751" y="518505"/>
                </a:lnTo>
                <a:moveTo>
                  <a:pt x="2514023" y="577623"/>
                </a:moveTo>
                <a:lnTo>
                  <a:pt x="2412268" y="521158"/>
                </a:lnTo>
                <a:moveTo>
                  <a:pt x="853025" y="165644"/>
                </a:moveTo>
                <a:lnTo>
                  <a:pt x="978637" y="98769"/>
                </a:lnTo>
                <a:moveTo>
                  <a:pt x="728624" y="612742"/>
                </a:moveTo>
                <a:lnTo>
                  <a:pt x="605947" y="603309"/>
                </a:lnTo>
                <a:moveTo>
                  <a:pt x="1441265" y="430655"/>
                </a:moveTo>
                <a:lnTo>
                  <a:pt x="1454598" y="460974"/>
                </a:lnTo>
                <a:moveTo>
                  <a:pt x="1490509" y="437730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060881" y="636381"/>
                </a:lnTo>
                <a:moveTo>
                  <a:pt x="1186202" y="151585"/>
                </a:moveTo>
                <a:lnTo>
                  <a:pt x="1122739" y="106683"/>
                </a:lnTo>
                <a:moveTo>
                  <a:pt x="1031701" y="397764"/>
                </a:moveTo>
                <a:lnTo>
                  <a:pt x="988389" y="523476"/>
                </a:lnTo>
                <a:moveTo>
                  <a:pt x="1079502" y="633681"/>
                </a:moveTo>
                <a:lnTo>
                  <a:pt x="1090997" y="577103"/>
                </a:lnTo>
                <a:moveTo>
                  <a:pt x="720115" y="380455"/>
                </a:moveTo>
                <a:lnTo>
                  <a:pt x="743143" y="276020"/>
                </a:lnTo>
                <a:moveTo>
                  <a:pt x="713080" y="491753"/>
                </a:moveTo>
                <a:lnTo>
                  <a:pt x="625859" y="383219"/>
                </a:lnTo>
                <a:moveTo>
                  <a:pt x="1201145" y="509182"/>
                </a:moveTo>
                <a:lnTo>
                  <a:pt x="1210661" y="532436"/>
                </a:lnTo>
                <a:moveTo>
                  <a:pt x="728624" y="612742"/>
                </a:moveTo>
                <a:lnTo>
                  <a:pt x="605245" y="488689"/>
                </a:lnTo>
                <a:moveTo>
                  <a:pt x="743037" y="614694"/>
                </a:moveTo>
                <a:lnTo>
                  <a:pt x="841478" y="503642"/>
                </a:lnTo>
                <a:moveTo>
                  <a:pt x="1198925" y="542086"/>
                </a:moveTo>
                <a:lnTo>
                  <a:pt x="1090997" y="577103"/>
                </a:lnTo>
                <a:moveTo>
                  <a:pt x="1441265" y="430655"/>
                </a:moveTo>
                <a:lnTo>
                  <a:pt x="1490509" y="437730"/>
                </a:lnTo>
                <a:moveTo>
                  <a:pt x="1198925" y="542086"/>
                </a:moveTo>
                <a:lnTo>
                  <a:pt x="1210661" y="532436"/>
                </a:lnTo>
                <a:moveTo>
                  <a:pt x="1636355" y="329294"/>
                </a:moveTo>
                <a:lnTo>
                  <a:pt x="1694174" y="338446"/>
                </a:lnTo>
                <a:moveTo>
                  <a:pt x="728624" y="612742"/>
                </a:moveTo>
                <a:lnTo>
                  <a:pt x="841478" y="503642"/>
                </a:lnTo>
                <a:moveTo>
                  <a:pt x="605947" y="603309"/>
                </a:moveTo>
                <a:lnTo>
                  <a:pt x="605245" y="488689"/>
                </a:lnTo>
                <a:moveTo>
                  <a:pt x="2150037" y="699461"/>
                </a:moveTo>
                <a:lnTo>
                  <a:pt x="2046578" y="668246"/>
                </a:lnTo>
                <a:moveTo>
                  <a:pt x="2269122" y="499077"/>
                </a:moveTo>
                <a:lnTo>
                  <a:pt x="2412268" y="521158"/>
                </a:lnTo>
                <a:moveTo>
                  <a:pt x="1920592" y="577822"/>
                </a:moveTo>
                <a:lnTo>
                  <a:pt x="1922893" y="464492"/>
                </a:lnTo>
                <a:moveTo>
                  <a:pt x="2006511" y="574478"/>
                </a:moveTo>
                <a:lnTo>
                  <a:pt x="1944384" y="618303"/>
                </a:lnTo>
                <a:moveTo>
                  <a:pt x="857038" y="505645"/>
                </a:moveTo>
                <a:lnTo>
                  <a:pt x="844751" y="518505"/>
                </a:lnTo>
                <a:moveTo>
                  <a:pt x="2013644" y="577292"/>
                </a:moveTo>
                <a:lnTo>
                  <a:pt x="1944384" y="618303"/>
                </a:lnTo>
                <a:moveTo>
                  <a:pt x="1083209" y="113473"/>
                </a:moveTo>
                <a:lnTo>
                  <a:pt x="978637" y="98769"/>
                </a:lnTo>
                <a:moveTo>
                  <a:pt x="2247260" y="483434"/>
                </a:moveTo>
                <a:lnTo>
                  <a:pt x="2166901" y="449523"/>
                </a:lnTo>
                <a:moveTo>
                  <a:pt x="1095535" y="509849"/>
                </a:moveTo>
                <a:lnTo>
                  <a:pt x="1071456" y="401592"/>
                </a:lnTo>
                <a:moveTo>
                  <a:pt x="841478" y="503642"/>
                </a:moveTo>
                <a:lnTo>
                  <a:pt x="844751" y="518505"/>
                </a:lnTo>
                <a:moveTo>
                  <a:pt x="1190626" y="409520"/>
                </a:moveTo>
                <a:lnTo>
                  <a:pt x="1095535" y="509849"/>
                </a:lnTo>
                <a:moveTo>
                  <a:pt x="2255540" y="700359"/>
                </a:moveTo>
                <a:lnTo>
                  <a:pt x="2294098" y="707983"/>
                </a:lnTo>
                <a:moveTo>
                  <a:pt x="2033118" y="468581"/>
                </a:moveTo>
                <a:lnTo>
                  <a:pt x="2166901" y="449523"/>
                </a:lnTo>
                <a:moveTo>
                  <a:pt x="841478" y="503642"/>
                </a:moveTo>
                <a:lnTo>
                  <a:pt x="857038" y="505645"/>
                </a:lnTo>
                <a:moveTo>
                  <a:pt x="1636355" y="329294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198925" y="542086"/>
                </a:lnTo>
                <a:moveTo>
                  <a:pt x="2150028" y="475539"/>
                </a:moveTo>
                <a:lnTo>
                  <a:pt x="2166901" y="449523"/>
                </a:lnTo>
                <a:moveTo>
                  <a:pt x="728624" y="612742"/>
                </a:moveTo>
                <a:lnTo>
                  <a:pt x="713080" y="491753"/>
                </a:lnTo>
                <a:moveTo>
                  <a:pt x="828877" y="269599"/>
                </a:moveTo>
                <a:lnTo>
                  <a:pt x="743143" y="276020"/>
                </a:lnTo>
                <a:moveTo>
                  <a:pt x="2505232" y="707902"/>
                </a:moveTo>
                <a:lnTo>
                  <a:pt x="2399576" y="709258"/>
                </a:lnTo>
                <a:moveTo>
                  <a:pt x="1186202" y="151585"/>
                </a:moveTo>
                <a:lnTo>
                  <a:pt x="1227906" y="112582"/>
                </a:lnTo>
                <a:moveTo>
                  <a:pt x="2033118" y="468581"/>
                </a:moveTo>
                <a:lnTo>
                  <a:pt x="1922893" y="464492"/>
                </a:lnTo>
                <a:moveTo>
                  <a:pt x="1920592" y="577822"/>
                </a:moveTo>
                <a:lnTo>
                  <a:pt x="2033118" y="468581"/>
                </a:lnTo>
                <a:moveTo>
                  <a:pt x="1636355" y="329294"/>
                </a:moveTo>
                <a:lnTo>
                  <a:pt x="1664324" y="218588"/>
                </a:lnTo>
                <a:moveTo>
                  <a:pt x="823247" y="381500"/>
                </a:moveTo>
                <a:lnTo>
                  <a:pt x="743143" y="276020"/>
                </a:lnTo>
                <a:moveTo>
                  <a:pt x="841478" y="503642"/>
                </a:moveTo>
                <a:lnTo>
                  <a:pt x="720115" y="380455"/>
                </a:lnTo>
                <a:moveTo>
                  <a:pt x="857038" y="505645"/>
                </a:moveTo>
                <a:lnTo>
                  <a:pt x="955559" y="440786"/>
                </a:lnTo>
                <a:moveTo>
                  <a:pt x="2247260" y="483434"/>
                </a:moveTo>
                <a:lnTo>
                  <a:pt x="2277559" y="487056"/>
                </a:lnTo>
                <a:moveTo>
                  <a:pt x="2505232" y="707902"/>
                </a:moveTo>
                <a:lnTo>
                  <a:pt x="2514205" y="730821"/>
                </a:lnTo>
                <a:moveTo>
                  <a:pt x="713080" y="491753"/>
                </a:moveTo>
                <a:lnTo>
                  <a:pt x="605245" y="488689"/>
                </a:lnTo>
                <a:moveTo>
                  <a:pt x="2532822" y="615744"/>
                </a:moveTo>
                <a:lnTo>
                  <a:pt x="2514023" y="577623"/>
                </a:lnTo>
                <a:moveTo>
                  <a:pt x="2372547" y="530781"/>
                </a:moveTo>
                <a:lnTo>
                  <a:pt x="2412268" y="521158"/>
                </a:lnTo>
                <a:moveTo>
                  <a:pt x="2269122" y="499077"/>
                </a:moveTo>
                <a:lnTo>
                  <a:pt x="2277559" y="487056"/>
                </a:lnTo>
                <a:moveTo>
                  <a:pt x="841478" y="503642"/>
                </a:moveTo>
                <a:lnTo>
                  <a:pt x="713080" y="491753"/>
                </a:lnTo>
                <a:moveTo>
                  <a:pt x="1310314" y="455760"/>
                </a:moveTo>
                <a:lnTo>
                  <a:pt x="1201145" y="509182"/>
                </a:lnTo>
                <a:moveTo>
                  <a:pt x="1201145" y="509182"/>
                </a:moveTo>
                <a:lnTo>
                  <a:pt x="1190626" y="409520"/>
                </a:lnTo>
                <a:moveTo>
                  <a:pt x="2013644" y="577292"/>
                </a:moveTo>
                <a:lnTo>
                  <a:pt x="2046578" y="668246"/>
                </a:lnTo>
                <a:moveTo>
                  <a:pt x="2360650" y="707103"/>
                </a:moveTo>
                <a:lnTo>
                  <a:pt x="2294098" y="707983"/>
                </a:lnTo>
                <a:moveTo>
                  <a:pt x="828877" y="269599"/>
                </a:moveTo>
                <a:lnTo>
                  <a:pt x="853025" y="165644"/>
                </a:lnTo>
                <a:moveTo>
                  <a:pt x="2150028" y="475539"/>
                </a:moveTo>
                <a:lnTo>
                  <a:pt x="2247260" y="483434"/>
                </a:lnTo>
                <a:moveTo>
                  <a:pt x="2269122" y="499077"/>
                </a:moveTo>
                <a:lnTo>
                  <a:pt x="2247260" y="483434"/>
                </a:lnTo>
                <a:moveTo>
                  <a:pt x="2532822" y="615744"/>
                </a:moveTo>
                <a:lnTo>
                  <a:pt x="2505232" y="707902"/>
                </a:lnTo>
                <a:moveTo>
                  <a:pt x="713080" y="491753"/>
                </a:moveTo>
                <a:lnTo>
                  <a:pt x="720115" y="380455"/>
                </a:lnTo>
                <a:moveTo>
                  <a:pt x="944708" y="161776"/>
                </a:moveTo>
                <a:lnTo>
                  <a:pt x="978637" y="98769"/>
                </a:lnTo>
                <a:moveTo>
                  <a:pt x="2150028" y="475539"/>
                </a:moveTo>
                <a:lnTo>
                  <a:pt x="2033118" y="468581"/>
                </a:lnTo>
                <a:moveTo>
                  <a:pt x="1360584" y="419663"/>
                </a:moveTo>
                <a:lnTo>
                  <a:pt x="1441265" y="430655"/>
                </a:lnTo>
                <a:moveTo>
                  <a:pt x="1490509" y="437730"/>
                </a:moveTo>
                <a:lnTo>
                  <a:pt x="1536807" y="314125"/>
                </a:lnTo>
                <a:moveTo>
                  <a:pt x="1304806" y="415307"/>
                </a:moveTo>
                <a:lnTo>
                  <a:pt x="1201145" y="509182"/>
                </a:lnTo>
                <a:moveTo>
                  <a:pt x="2269122" y="499077"/>
                </a:moveTo>
                <a:lnTo>
                  <a:pt x="2150028" y="475539"/>
                </a:lnTo>
                <a:moveTo>
                  <a:pt x="2006511" y="574478"/>
                </a:moveTo>
                <a:lnTo>
                  <a:pt x="1920592" y="577822"/>
                </a:lnTo>
                <a:moveTo>
                  <a:pt x="944708" y="161776"/>
                </a:moveTo>
                <a:lnTo>
                  <a:pt x="853025" y="165644"/>
                </a:lnTo>
                <a:moveTo>
                  <a:pt x="2014033" y="571515"/>
                </a:moveTo>
                <a:lnTo>
                  <a:pt x="1920592" y="577822"/>
                </a:lnTo>
                <a:moveTo>
                  <a:pt x="857038" y="505645"/>
                </a:moveTo>
                <a:lnTo>
                  <a:pt x="941638" y="389094"/>
                </a:lnTo>
                <a:moveTo>
                  <a:pt x="841478" y="503642"/>
                </a:moveTo>
                <a:lnTo>
                  <a:pt x="823247" y="381500"/>
                </a:lnTo>
                <a:moveTo>
                  <a:pt x="1031701" y="397764"/>
                </a:moveTo>
                <a:lnTo>
                  <a:pt x="955559" y="440786"/>
                </a:lnTo>
                <a:moveTo>
                  <a:pt x="1420380" y="389046"/>
                </a:moveTo>
                <a:lnTo>
                  <a:pt x="1441265" y="430655"/>
                </a:lnTo>
                <a:moveTo>
                  <a:pt x="2255540" y="700359"/>
                </a:moveTo>
                <a:lnTo>
                  <a:pt x="2150037" y="699461"/>
                </a:lnTo>
                <a:moveTo>
                  <a:pt x="841478" y="503642"/>
                </a:moveTo>
                <a:lnTo>
                  <a:pt x="941638" y="389094"/>
                </a:lnTo>
                <a:moveTo>
                  <a:pt x="2476831" y="549759"/>
                </a:moveTo>
                <a:lnTo>
                  <a:pt x="2412268" y="521158"/>
                </a:lnTo>
                <a:moveTo>
                  <a:pt x="1190626" y="409520"/>
                </a:moveTo>
                <a:lnTo>
                  <a:pt x="1071456" y="401592"/>
                </a:lnTo>
                <a:moveTo>
                  <a:pt x="1536807" y="314125"/>
                </a:moveTo>
                <a:lnTo>
                  <a:pt x="1564703" y="393683"/>
                </a:lnTo>
                <a:moveTo>
                  <a:pt x="823247" y="381500"/>
                </a:moveTo>
                <a:lnTo>
                  <a:pt x="720115" y="380455"/>
                </a:lnTo>
                <a:moveTo>
                  <a:pt x="2360650" y="707103"/>
                </a:moveTo>
                <a:lnTo>
                  <a:pt x="2399576" y="709258"/>
                </a:lnTo>
                <a:moveTo>
                  <a:pt x="2118562" y="586873"/>
                </a:moveTo>
                <a:lnTo>
                  <a:pt x="2046578" y="668246"/>
                </a:lnTo>
                <a:moveTo>
                  <a:pt x="1031701" y="397764"/>
                </a:moveTo>
                <a:lnTo>
                  <a:pt x="1071456" y="401592"/>
                </a:lnTo>
                <a:moveTo>
                  <a:pt x="1360584" y="419663"/>
                </a:moveTo>
                <a:lnTo>
                  <a:pt x="1310314" y="455760"/>
                </a:lnTo>
                <a:moveTo>
                  <a:pt x="1441265" y="430655"/>
                </a:moveTo>
                <a:lnTo>
                  <a:pt x="1536807" y="314125"/>
                </a:lnTo>
                <a:moveTo>
                  <a:pt x="1186202" y="151585"/>
                </a:moveTo>
                <a:lnTo>
                  <a:pt x="1083209" y="113473"/>
                </a:lnTo>
                <a:moveTo>
                  <a:pt x="1543709" y="200699"/>
                </a:moveTo>
                <a:lnTo>
                  <a:pt x="1664324" y="218588"/>
                </a:lnTo>
                <a:moveTo>
                  <a:pt x="1304806" y="415307"/>
                </a:moveTo>
                <a:lnTo>
                  <a:pt x="1310314" y="455760"/>
                </a:lnTo>
                <a:moveTo>
                  <a:pt x="2014033" y="571515"/>
                </a:moveTo>
                <a:lnTo>
                  <a:pt x="2033118" y="468581"/>
                </a:lnTo>
                <a:moveTo>
                  <a:pt x="944708" y="161776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955559" y="440786"/>
                </a:lnTo>
                <a:moveTo>
                  <a:pt x="1304806" y="415307"/>
                </a:moveTo>
                <a:lnTo>
                  <a:pt x="1190626" y="409520"/>
                </a:lnTo>
                <a:moveTo>
                  <a:pt x="1536807" y="314125"/>
                </a:moveTo>
                <a:lnTo>
                  <a:pt x="1636355" y="329294"/>
                </a:lnTo>
                <a:moveTo>
                  <a:pt x="1065573" y="374849"/>
                </a:moveTo>
                <a:lnTo>
                  <a:pt x="1071456" y="401592"/>
                </a:lnTo>
                <a:moveTo>
                  <a:pt x="1065573" y="374849"/>
                </a:moveTo>
                <a:lnTo>
                  <a:pt x="1190626" y="409520"/>
                </a:lnTo>
                <a:moveTo>
                  <a:pt x="1543709" y="200699"/>
                </a:moveTo>
                <a:lnTo>
                  <a:pt x="1636355" y="329294"/>
                </a:lnTo>
                <a:moveTo>
                  <a:pt x="1518552" y="311460"/>
                </a:moveTo>
                <a:lnTo>
                  <a:pt x="1441265" y="430655"/>
                </a:lnTo>
                <a:moveTo>
                  <a:pt x="1536984" y="225437"/>
                </a:moveTo>
                <a:lnTo>
                  <a:pt x="1636355" y="329294"/>
                </a:lnTo>
                <a:moveTo>
                  <a:pt x="929373" y="269513"/>
                </a:moveTo>
                <a:lnTo>
                  <a:pt x="853025" y="165644"/>
                </a:lnTo>
                <a:moveTo>
                  <a:pt x="2372547" y="530781"/>
                </a:moveTo>
                <a:lnTo>
                  <a:pt x="2269122" y="499077"/>
                </a:lnTo>
                <a:moveTo>
                  <a:pt x="1031701" y="397764"/>
                </a:moveTo>
                <a:lnTo>
                  <a:pt x="1065573" y="374849"/>
                </a:lnTo>
                <a:moveTo>
                  <a:pt x="1304806" y="415307"/>
                </a:moveTo>
                <a:lnTo>
                  <a:pt x="1360584" y="419663"/>
                </a:lnTo>
                <a:moveTo>
                  <a:pt x="1056783" y="166659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1031701" y="397764"/>
                </a:lnTo>
                <a:moveTo>
                  <a:pt x="1360584" y="419663"/>
                </a:moveTo>
                <a:lnTo>
                  <a:pt x="1420380" y="389046"/>
                </a:lnTo>
                <a:moveTo>
                  <a:pt x="2469702" y="655409"/>
                </a:moveTo>
                <a:lnTo>
                  <a:pt x="2399576" y="709258"/>
                </a:lnTo>
                <a:moveTo>
                  <a:pt x="823247" y="381500"/>
                </a:moveTo>
                <a:lnTo>
                  <a:pt x="828877" y="269599"/>
                </a:lnTo>
                <a:moveTo>
                  <a:pt x="941638" y="389094"/>
                </a:moveTo>
                <a:lnTo>
                  <a:pt x="828877" y="269599"/>
                </a:lnTo>
                <a:moveTo>
                  <a:pt x="2476831" y="549759"/>
                </a:moveTo>
                <a:lnTo>
                  <a:pt x="2514023" y="577623"/>
                </a:lnTo>
                <a:moveTo>
                  <a:pt x="1174633" y="323035"/>
                </a:moveTo>
                <a:lnTo>
                  <a:pt x="1190626" y="409520"/>
                </a:lnTo>
                <a:moveTo>
                  <a:pt x="2118562" y="586873"/>
                </a:moveTo>
                <a:lnTo>
                  <a:pt x="2150037" y="699461"/>
                </a:lnTo>
                <a:moveTo>
                  <a:pt x="2119623" y="571142"/>
                </a:moveTo>
                <a:lnTo>
                  <a:pt x="2033118" y="468581"/>
                </a:lnTo>
                <a:moveTo>
                  <a:pt x="941638" y="389094"/>
                </a:moveTo>
                <a:lnTo>
                  <a:pt x="823247" y="381500"/>
                </a:lnTo>
                <a:moveTo>
                  <a:pt x="2006511" y="574478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06511" y="574478"/>
                </a:lnTo>
                <a:moveTo>
                  <a:pt x="2119623" y="571142"/>
                </a:moveTo>
                <a:lnTo>
                  <a:pt x="2150028" y="475539"/>
                </a:lnTo>
                <a:moveTo>
                  <a:pt x="2119623" y="571142"/>
                </a:moveTo>
                <a:lnTo>
                  <a:pt x="2269122" y="499077"/>
                </a:lnTo>
                <a:moveTo>
                  <a:pt x="2494889" y="599448"/>
                </a:moveTo>
                <a:lnTo>
                  <a:pt x="2514023" y="577623"/>
                </a:lnTo>
                <a:moveTo>
                  <a:pt x="2012735" y="574151"/>
                </a:moveTo>
                <a:lnTo>
                  <a:pt x="2006511" y="574478"/>
                </a:lnTo>
                <a:moveTo>
                  <a:pt x="1174633" y="323035"/>
                </a:moveTo>
                <a:lnTo>
                  <a:pt x="1304806" y="415307"/>
                </a:lnTo>
                <a:moveTo>
                  <a:pt x="2012735" y="574151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12735" y="574151"/>
                </a:lnTo>
                <a:moveTo>
                  <a:pt x="1174633" y="323035"/>
                </a:moveTo>
                <a:lnTo>
                  <a:pt x="1065573" y="374849"/>
                </a:lnTo>
                <a:moveTo>
                  <a:pt x="2469702" y="655409"/>
                </a:moveTo>
                <a:lnTo>
                  <a:pt x="2532822" y="615744"/>
                </a:lnTo>
                <a:moveTo>
                  <a:pt x="2494889" y="599448"/>
                </a:moveTo>
                <a:lnTo>
                  <a:pt x="2532822" y="615744"/>
                </a:lnTo>
                <a:moveTo>
                  <a:pt x="2360650" y="707103"/>
                </a:moveTo>
                <a:lnTo>
                  <a:pt x="2255540" y="700359"/>
                </a:lnTo>
                <a:moveTo>
                  <a:pt x="1177131" y="175093"/>
                </a:moveTo>
                <a:lnTo>
                  <a:pt x="1186202" y="151585"/>
                </a:lnTo>
                <a:moveTo>
                  <a:pt x="2469702" y="655409"/>
                </a:moveTo>
                <a:lnTo>
                  <a:pt x="2505232" y="707902"/>
                </a:lnTo>
                <a:moveTo>
                  <a:pt x="1056783" y="166659"/>
                </a:moveTo>
                <a:lnTo>
                  <a:pt x="1186202" y="151585"/>
                </a:lnTo>
                <a:moveTo>
                  <a:pt x="1518552" y="311460"/>
                </a:moveTo>
                <a:lnTo>
                  <a:pt x="1420380" y="389046"/>
                </a:lnTo>
                <a:moveTo>
                  <a:pt x="1543709" y="200699"/>
                </a:moveTo>
                <a:lnTo>
                  <a:pt x="1539582" y="186938"/>
                </a:lnTo>
                <a:moveTo>
                  <a:pt x="1257181" y="179616"/>
                </a:moveTo>
                <a:lnTo>
                  <a:pt x="1186202" y="151585"/>
                </a:lnTo>
                <a:moveTo>
                  <a:pt x="1537624" y="200158"/>
                </a:moveTo>
                <a:lnTo>
                  <a:pt x="1539582" y="186938"/>
                </a:lnTo>
                <a:moveTo>
                  <a:pt x="929373" y="269513"/>
                </a:moveTo>
                <a:lnTo>
                  <a:pt x="828877" y="269599"/>
                </a:lnTo>
                <a:moveTo>
                  <a:pt x="1056783" y="166659"/>
                </a:moveTo>
                <a:lnTo>
                  <a:pt x="944708" y="161776"/>
                </a:lnTo>
                <a:moveTo>
                  <a:pt x="1536984" y="225437"/>
                </a:moveTo>
                <a:lnTo>
                  <a:pt x="1536807" y="314125"/>
                </a:lnTo>
                <a:moveTo>
                  <a:pt x="1537624" y="200158"/>
                </a:moveTo>
                <a:lnTo>
                  <a:pt x="1543709" y="200699"/>
                </a:lnTo>
                <a:moveTo>
                  <a:pt x="1543709" y="200699"/>
                </a:moveTo>
                <a:lnTo>
                  <a:pt x="1536984" y="225437"/>
                </a:lnTo>
                <a:moveTo>
                  <a:pt x="2118562" y="586873"/>
                </a:moveTo>
                <a:lnTo>
                  <a:pt x="2255540" y="700359"/>
                </a:lnTo>
                <a:moveTo>
                  <a:pt x="1031701" y="397764"/>
                </a:moveTo>
                <a:lnTo>
                  <a:pt x="1044477" y="275696"/>
                </a:lnTo>
                <a:moveTo>
                  <a:pt x="1537624" y="200158"/>
                </a:moveTo>
                <a:lnTo>
                  <a:pt x="1536984" y="225437"/>
                </a:lnTo>
                <a:moveTo>
                  <a:pt x="1518552" y="311460"/>
                </a:moveTo>
                <a:lnTo>
                  <a:pt x="1536807" y="314125"/>
                </a:lnTo>
                <a:moveTo>
                  <a:pt x="2226861" y="579616"/>
                </a:moveTo>
                <a:lnTo>
                  <a:pt x="2269122" y="499077"/>
                </a:lnTo>
                <a:moveTo>
                  <a:pt x="1165344" y="284352"/>
                </a:moveTo>
                <a:lnTo>
                  <a:pt x="1065573" y="374849"/>
                </a:lnTo>
                <a:moveTo>
                  <a:pt x="1518552" y="311460"/>
                </a:moveTo>
                <a:lnTo>
                  <a:pt x="1537624" y="200158"/>
                </a:lnTo>
                <a:moveTo>
                  <a:pt x="1518552" y="311460"/>
                </a:moveTo>
                <a:lnTo>
                  <a:pt x="1536984" y="225437"/>
                </a:lnTo>
                <a:moveTo>
                  <a:pt x="941638" y="389094"/>
                </a:moveTo>
                <a:lnTo>
                  <a:pt x="929373" y="269513"/>
                </a:lnTo>
                <a:moveTo>
                  <a:pt x="1065573" y="374849"/>
                </a:moveTo>
                <a:lnTo>
                  <a:pt x="1044477" y="275696"/>
                </a:lnTo>
                <a:moveTo>
                  <a:pt x="1282298" y="291913"/>
                </a:moveTo>
                <a:lnTo>
                  <a:pt x="1304806" y="415307"/>
                </a:lnTo>
                <a:moveTo>
                  <a:pt x="1283878" y="291375"/>
                </a:moveTo>
                <a:lnTo>
                  <a:pt x="1304806" y="415307"/>
                </a:lnTo>
                <a:moveTo>
                  <a:pt x="2119623" y="571142"/>
                </a:moveTo>
                <a:lnTo>
                  <a:pt x="2014033" y="571515"/>
                </a:lnTo>
                <a:moveTo>
                  <a:pt x="929373" y="269513"/>
                </a:moveTo>
                <a:lnTo>
                  <a:pt x="944708" y="161776"/>
                </a:lnTo>
                <a:moveTo>
                  <a:pt x="1360584" y="419663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056783" y="166659"/>
                </a:lnTo>
                <a:moveTo>
                  <a:pt x="2118562" y="586873"/>
                </a:moveTo>
                <a:lnTo>
                  <a:pt x="2013644" y="577292"/>
                </a:lnTo>
                <a:moveTo>
                  <a:pt x="2012735" y="574151"/>
                </a:moveTo>
                <a:lnTo>
                  <a:pt x="2119623" y="571142"/>
                </a:lnTo>
                <a:moveTo>
                  <a:pt x="1410488" y="188811"/>
                </a:moveTo>
                <a:lnTo>
                  <a:pt x="1539582" y="186938"/>
                </a:lnTo>
                <a:moveTo>
                  <a:pt x="1304806" y="415307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257181" y="179616"/>
                </a:lnTo>
                <a:moveTo>
                  <a:pt x="2116868" y="575626"/>
                </a:moveTo>
                <a:lnTo>
                  <a:pt x="2013644" y="577292"/>
                </a:lnTo>
                <a:moveTo>
                  <a:pt x="941638" y="389094"/>
                </a:moveTo>
                <a:lnTo>
                  <a:pt x="1044477" y="275696"/>
                </a:lnTo>
                <a:moveTo>
                  <a:pt x="2476831" y="549759"/>
                </a:moveTo>
                <a:lnTo>
                  <a:pt x="2372547" y="530781"/>
                </a:lnTo>
                <a:moveTo>
                  <a:pt x="1537624" y="200158"/>
                </a:moveTo>
                <a:lnTo>
                  <a:pt x="1410488" y="188811"/>
                </a:lnTo>
                <a:moveTo>
                  <a:pt x="2116868" y="575626"/>
                </a:moveTo>
                <a:lnTo>
                  <a:pt x="2012735" y="574151"/>
                </a:lnTo>
                <a:moveTo>
                  <a:pt x="1044477" y="275696"/>
                </a:moveTo>
                <a:lnTo>
                  <a:pt x="944708" y="161776"/>
                </a:lnTo>
                <a:moveTo>
                  <a:pt x="1257181" y="179616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420380" y="389046"/>
                </a:lnTo>
                <a:moveTo>
                  <a:pt x="2255540" y="700359"/>
                </a:moveTo>
                <a:lnTo>
                  <a:pt x="2226861" y="579616"/>
                </a:lnTo>
                <a:moveTo>
                  <a:pt x="1410488" y="188811"/>
                </a:moveTo>
                <a:lnTo>
                  <a:pt x="1293385" y="181770"/>
                </a:lnTo>
                <a:moveTo>
                  <a:pt x="1174633" y="323035"/>
                </a:moveTo>
                <a:lnTo>
                  <a:pt x="1165344" y="284352"/>
                </a:lnTo>
                <a:moveTo>
                  <a:pt x="1165344" y="284352"/>
                </a:moveTo>
                <a:lnTo>
                  <a:pt x="1177131" y="175093"/>
                </a:lnTo>
                <a:moveTo>
                  <a:pt x="1165344" y="284352"/>
                </a:moveTo>
                <a:lnTo>
                  <a:pt x="1056783" y="166659"/>
                </a:lnTo>
                <a:moveTo>
                  <a:pt x="1282298" y="291913"/>
                </a:moveTo>
                <a:lnTo>
                  <a:pt x="1174633" y="323035"/>
                </a:lnTo>
                <a:moveTo>
                  <a:pt x="1282683" y="286208"/>
                </a:moveTo>
                <a:lnTo>
                  <a:pt x="1177131" y="175093"/>
                </a:lnTo>
                <a:moveTo>
                  <a:pt x="1044477" y="275696"/>
                </a:moveTo>
                <a:lnTo>
                  <a:pt x="1056783" y="166659"/>
                </a:lnTo>
                <a:moveTo>
                  <a:pt x="1282124" y="291255"/>
                </a:moveTo>
                <a:lnTo>
                  <a:pt x="1174633" y="323035"/>
                </a:lnTo>
                <a:moveTo>
                  <a:pt x="1282124" y="291255"/>
                </a:moveTo>
                <a:lnTo>
                  <a:pt x="1177131" y="175093"/>
                </a:lnTo>
                <a:moveTo>
                  <a:pt x="1399152" y="298264"/>
                </a:moveTo>
                <a:lnTo>
                  <a:pt x="1537624" y="200158"/>
                </a:lnTo>
                <a:moveTo>
                  <a:pt x="2226861" y="579616"/>
                </a:moveTo>
                <a:lnTo>
                  <a:pt x="2372547" y="530781"/>
                </a:lnTo>
                <a:moveTo>
                  <a:pt x="1282683" y="286208"/>
                </a:moveTo>
                <a:lnTo>
                  <a:pt x="1257181" y="179616"/>
                </a:lnTo>
                <a:moveTo>
                  <a:pt x="1282683" y="286208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518552" y="311460"/>
                </a:lnTo>
                <a:moveTo>
                  <a:pt x="1283878" y="291375"/>
                </a:moveTo>
                <a:lnTo>
                  <a:pt x="1293385" y="181770"/>
                </a:lnTo>
                <a:moveTo>
                  <a:pt x="2116868" y="575626"/>
                </a:moveTo>
                <a:lnTo>
                  <a:pt x="2119623" y="571142"/>
                </a:lnTo>
                <a:moveTo>
                  <a:pt x="2469702" y="655409"/>
                </a:moveTo>
                <a:lnTo>
                  <a:pt x="2360650" y="707103"/>
                </a:lnTo>
                <a:moveTo>
                  <a:pt x="2336849" y="583603"/>
                </a:moveTo>
                <a:lnTo>
                  <a:pt x="2255540" y="700359"/>
                </a:lnTo>
                <a:moveTo>
                  <a:pt x="2116868" y="575626"/>
                </a:moveTo>
                <a:lnTo>
                  <a:pt x="2118562" y="586873"/>
                </a:lnTo>
                <a:moveTo>
                  <a:pt x="1044477" y="275696"/>
                </a:moveTo>
                <a:lnTo>
                  <a:pt x="929373" y="269513"/>
                </a:lnTo>
                <a:moveTo>
                  <a:pt x="1399152" y="298264"/>
                </a:moveTo>
                <a:lnTo>
                  <a:pt x="1293385" y="181770"/>
                </a:lnTo>
                <a:moveTo>
                  <a:pt x="2165275" y="577535"/>
                </a:moveTo>
                <a:lnTo>
                  <a:pt x="2119623" y="571142"/>
                </a:lnTo>
                <a:moveTo>
                  <a:pt x="1399152" y="298264"/>
                </a:moveTo>
                <a:lnTo>
                  <a:pt x="1410488" y="188811"/>
                </a:lnTo>
                <a:moveTo>
                  <a:pt x="1165344" y="284352"/>
                </a:moveTo>
                <a:lnTo>
                  <a:pt x="1044477" y="275696"/>
                </a:lnTo>
                <a:moveTo>
                  <a:pt x="2165275" y="577535"/>
                </a:moveTo>
                <a:lnTo>
                  <a:pt x="2118562" y="586873"/>
                </a:lnTo>
                <a:moveTo>
                  <a:pt x="1282124" y="291255"/>
                </a:moveTo>
                <a:lnTo>
                  <a:pt x="1165344" y="284352"/>
                </a:lnTo>
                <a:moveTo>
                  <a:pt x="2336849" y="583603"/>
                </a:moveTo>
                <a:lnTo>
                  <a:pt x="2372547" y="530781"/>
                </a:lnTo>
                <a:moveTo>
                  <a:pt x="2116868" y="575626"/>
                </a:moveTo>
                <a:lnTo>
                  <a:pt x="2165275" y="577535"/>
                </a:lnTo>
                <a:moveTo>
                  <a:pt x="2494889" y="599448"/>
                </a:moveTo>
                <a:lnTo>
                  <a:pt x="2476831" y="549759"/>
                </a:lnTo>
                <a:moveTo>
                  <a:pt x="1283878" y="291375"/>
                </a:moveTo>
                <a:lnTo>
                  <a:pt x="1282683" y="286208"/>
                </a:lnTo>
                <a:moveTo>
                  <a:pt x="1282124" y="291255"/>
                </a:moveTo>
                <a:lnTo>
                  <a:pt x="1282683" y="286208"/>
                </a:lnTo>
                <a:moveTo>
                  <a:pt x="1283878" y="29137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3878" y="291375"/>
                </a:lnTo>
                <a:moveTo>
                  <a:pt x="2119623" y="571142"/>
                </a:moveTo>
                <a:lnTo>
                  <a:pt x="2226861" y="579616"/>
                </a:lnTo>
                <a:moveTo>
                  <a:pt x="2118562" y="586873"/>
                </a:moveTo>
                <a:lnTo>
                  <a:pt x="2226861" y="579616"/>
                </a:lnTo>
                <a:moveTo>
                  <a:pt x="1283878" y="291375"/>
                </a:moveTo>
                <a:lnTo>
                  <a:pt x="1399152" y="298264"/>
                </a:lnTo>
                <a:moveTo>
                  <a:pt x="2494889" y="599448"/>
                </a:moveTo>
                <a:lnTo>
                  <a:pt x="2469702" y="655409"/>
                </a:lnTo>
                <a:moveTo>
                  <a:pt x="2360650" y="707103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757499" y="665361"/>
                </a:lnTo>
                <a:moveTo>
                  <a:pt x="2455565" y="591337"/>
                </a:moveTo>
                <a:lnTo>
                  <a:pt x="2360650" y="707103"/>
                </a:lnTo>
                <a:moveTo>
                  <a:pt x="2165275" y="577535"/>
                </a:moveTo>
                <a:lnTo>
                  <a:pt x="2226861" y="579616"/>
                </a:lnTo>
                <a:moveTo>
                  <a:pt x="2336849" y="583603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69702" y="655409"/>
                </a:lnTo>
                <a:moveTo>
                  <a:pt x="2455565" y="591337"/>
                </a:moveTo>
                <a:lnTo>
                  <a:pt x="2494889" y="599448"/>
                </a:lnTo>
                <a:moveTo>
                  <a:pt x="2336849" y="583603"/>
                </a:moveTo>
                <a:lnTo>
                  <a:pt x="2226861" y="579616"/>
                </a:lnTo>
                <a:moveTo>
                  <a:pt x="1757499" y="665361"/>
                </a:moveTo>
                <a:lnTo>
                  <a:pt x="1837930" y="542346"/>
                </a:lnTo>
                <a:moveTo>
                  <a:pt x="2455565" y="591337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7930" y="542346"/>
                </a:lnTo>
                <a:moveTo>
                  <a:pt x="1832992" y="532002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2992" y="532002"/>
                </a:lnTo>
                <a:moveTo>
                  <a:pt x="1850028" y="540334"/>
                </a:moveTo>
                <a:lnTo>
                  <a:pt x="1837930" y="542346"/>
                </a:lnTo>
                <a:moveTo>
                  <a:pt x="1850028" y="540334"/>
                </a:moveTo>
                <a:lnTo>
                  <a:pt x="1832992" y="53200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290" name="9lfa_0_official_ReferenceLigand_0">
            <a:extLst>
              <a:ext uri="{FF2B5EF4-FFF2-40B4-BE49-F238E27FC236}">
                <a16:creationId xmlns:a16="http://schemas.microsoft.com/office/drawing/2014/main" id="{E5C5706A-89AA-4454-823D-526128917A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5689" y="293908"/>
                </a:moveTo>
                <a:lnTo>
                  <a:pt x="1741569" y="3590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1" name="9lfa_0_official_ReferenceLigand_1">
            <a:extLst>
              <a:ext uri="{FF2B5EF4-FFF2-40B4-BE49-F238E27FC236}">
                <a16:creationId xmlns:a16="http://schemas.microsoft.com/office/drawing/2014/main" id="{1378CADE-D0C4-458C-AC4C-898D0D3D19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1499" y="281863"/>
                </a:moveTo>
                <a:lnTo>
                  <a:pt x="1605689" y="2939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2" name="9lfa_0_official_ReferenceLigand_2">
            <a:extLst>
              <a:ext uri="{FF2B5EF4-FFF2-40B4-BE49-F238E27FC236}">
                <a16:creationId xmlns:a16="http://schemas.microsoft.com/office/drawing/2014/main" id="{B0FDA26E-6C35-46F2-B13B-571F3EE79AAA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037691" y="4748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3" name="9lfa_0_official_ReferenceLigand_3">
            <a:extLst>
              <a:ext uri="{FF2B5EF4-FFF2-40B4-BE49-F238E27FC236}">
                <a16:creationId xmlns:a16="http://schemas.microsoft.com/office/drawing/2014/main" id="{8FCDDE96-77DE-46B4-AFF8-27F14481E44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569" y="359028"/>
                </a:moveTo>
                <a:lnTo>
                  <a:pt x="1761979" y="413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4" name="9lfa_0_official_ReferenceLigand_4">
            <a:extLst>
              <a:ext uri="{FF2B5EF4-FFF2-40B4-BE49-F238E27FC236}">
                <a16:creationId xmlns:a16="http://schemas.microsoft.com/office/drawing/2014/main" id="{418BD61E-B997-4C46-92F5-AF96BD14745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3507" y="596329"/>
                </a:moveTo>
                <a:lnTo>
                  <a:pt x="423177" y="556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5" name="9lfa_0_official_ReferenceLigand_5">
            <a:extLst>
              <a:ext uri="{FF2B5EF4-FFF2-40B4-BE49-F238E27FC236}">
                <a16:creationId xmlns:a16="http://schemas.microsoft.com/office/drawing/2014/main" id="{6712AC12-9AE0-48E5-94EB-1B6B75AC658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2579" y="6030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6" name="9lfa_0_official_ReferenceLigand_6">
            <a:extLst>
              <a:ext uri="{FF2B5EF4-FFF2-40B4-BE49-F238E27FC236}">
                <a16:creationId xmlns:a16="http://schemas.microsoft.com/office/drawing/2014/main" id="{A768F774-29A8-462B-BD8A-A03EC14C4B8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717" y="500506"/>
                </a:moveTo>
                <a:lnTo>
                  <a:pt x="812028" y="354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7" name="9lfa_0_official_ReferenceLigand_7">
            <a:extLst>
              <a:ext uri="{FF2B5EF4-FFF2-40B4-BE49-F238E27FC236}">
                <a16:creationId xmlns:a16="http://schemas.microsoft.com/office/drawing/2014/main" id="{789FE1F6-A404-4B89-83EE-95F4B8F4666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77" y="681250"/>
                </a:moveTo>
                <a:lnTo>
                  <a:pt x="273507" y="5963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8" name="9lfa_0_official_ReferenceLigand_8">
            <a:extLst>
              <a:ext uri="{FF2B5EF4-FFF2-40B4-BE49-F238E27FC236}">
                <a16:creationId xmlns:a16="http://schemas.microsoft.com/office/drawing/2014/main" id="{93CFAA2A-D0C5-42FB-A529-FB7F2AE9A16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3177" y="556473"/>
                </a:moveTo>
                <a:lnTo>
                  <a:pt x="508460" y="6073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299" name="9lfa_0_official_ReferenceLigand_9">
            <a:extLst>
              <a:ext uri="{FF2B5EF4-FFF2-40B4-BE49-F238E27FC236}">
                <a16:creationId xmlns:a16="http://schemas.microsoft.com/office/drawing/2014/main" id="{6D59BA4C-866D-42D2-88F9-41A847972FD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360" y="336972"/>
                </a:moveTo>
                <a:lnTo>
                  <a:pt x="1491499" y="2818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0" name="9lfa_0_official_ReferenceLigand_10">
            <a:extLst>
              <a:ext uri="{FF2B5EF4-FFF2-40B4-BE49-F238E27FC236}">
                <a16:creationId xmlns:a16="http://schemas.microsoft.com/office/drawing/2014/main" id="{14EDB050-A76C-4AE8-9203-2F500C1F5BB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0650" y="570093"/>
                </a:moveTo>
                <a:lnTo>
                  <a:pt x="741717" y="500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1" name="9lfa_0_official_ReferenceLigand_11">
            <a:extLst>
              <a:ext uri="{FF2B5EF4-FFF2-40B4-BE49-F238E27FC236}">
                <a16:creationId xmlns:a16="http://schemas.microsoft.com/office/drawing/2014/main" id="{41090BDA-A2A6-4EB9-BB95-E88D96AC69E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9362" y="480864"/>
                </a:moveTo>
                <a:lnTo>
                  <a:pt x="2024745" y="506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2" name="9lfa_0_official_ReferenceLigand_12">
            <a:extLst>
              <a:ext uri="{FF2B5EF4-FFF2-40B4-BE49-F238E27FC236}">
                <a16:creationId xmlns:a16="http://schemas.microsoft.com/office/drawing/2014/main" id="{4FC33858-1863-4A13-AF38-AA95CB471ED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3" name="9lfa_0_official_ReferenceLigand_13">
            <a:extLst>
              <a:ext uri="{FF2B5EF4-FFF2-40B4-BE49-F238E27FC236}">
                <a16:creationId xmlns:a16="http://schemas.microsoft.com/office/drawing/2014/main" id="{AB827008-2CDA-473F-9E8C-8F55B161DD9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4" name="9lfa_0_official_ReferenceLigand_14">
            <a:extLst>
              <a:ext uri="{FF2B5EF4-FFF2-40B4-BE49-F238E27FC236}">
                <a16:creationId xmlns:a16="http://schemas.microsoft.com/office/drawing/2014/main" id="{227ABAE2-4560-44C0-B771-0A9D54769BE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737" y="574642"/>
                </a:moveTo>
                <a:lnTo>
                  <a:pt x="2284233" y="6203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5" name="9lfa_0_official_ReferenceLigand_15">
            <a:extLst>
              <a:ext uri="{FF2B5EF4-FFF2-40B4-BE49-F238E27FC236}">
                <a16:creationId xmlns:a16="http://schemas.microsoft.com/office/drawing/2014/main" id="{E5203D56-E55D-4979-AD96-B7514E7F2C5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862" y="405468"/>
                </a:moveTo>
                <a:lnTo>
                  <a:pt x="1040679" y="490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6" name="9lfa_0_official_ReferenceLigand_16">
            <a:extLst>
              <a:ext uri="{FF2B5EF4-FFF2-40B4-BE49-F238E27FC236}">
                <a16:creationId xmlns:a16="http://schemas.microsoft.com/office/drawing/2014/main" id="{6118BD52-C089-44EB-A134-B938868F098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647112" y="4017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7" name="9lfa_0_official_ReferenceLigand_17">
            <a:extLst>
              <a:ext uri="{FF2B5EF4-FFF2-40B4-BE49-F238E27FC236}">
                <a16:creationId xmlns:a16="http://schemas.microsoft.com/office/drawing/2014/main" id="{54319FA3-A431-4DCA-B20D-6F53D7E99D1E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2028" y="354686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8" name="9lfa_0_official_ReferenceLigand_18">
            <a:extLst>
              <a:ext uri="{FF2B5EF4-FFF2-40B4-BE49-F238E27FC236}">
                <a16:creationId xmlns:a16="http://schemas.microsoft.com/office/drawing/2014/main" id="{160605C0-59C0-4CDA-87E8-6757AF9B291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09" name="9lfa_0_official_ReferenceLigand_19">
            <a:extLst>
              <a:ext uri="{FF2B5EF4-FFF2-40B4-BE49-F238E27FC236}">
                <a16:creationId xmlns:a16="http://schemas.microsoft.com/office/drawing/2014/main" id="{F29B5DA7-EF48-4383-885A-FE7A7F2E65C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7112" y="401762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0" name="9lfa_0_official_ReferenceLigand_20">
            <a:extLst>
              <a:ext uri="{FF2B5EF4-FFF2-40B4-BE49-F238E27FC236}">
                <a16:creationId xmlns:a16="http://schemas.microsoft.com/office/drawing/2014/main" id="{5B0EFF42-F445-4E25-80E8-1C1BF29F285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9118" y="729250"/>
                </a:moveTo>
                <a:lnTo>
                  <a:pt x="205677" y="681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1" name="9lfa_0_official_ReferenceLigand_21">
            <a:extLst>
              <a:ext uri="{FF2B5EF4-FFF2-40B4-BE49-F238E27FC236}">
                <a16:creationId xmlns:a16="http://schemas.microsoft.com/office/drawing/2014/main" id="{04DC5EA3-83A8-4267-94BF-47F4E3D4E2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176862" y="40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2" name="9lfa_0_official_ReferenceLigand_22">
            <a:extLst>
              <a:ext uri="{FF2B5EF4-FFF2-40B4-BE49-F238E27FC236}">
                <a16:creationId xmlns:a16="http://schemas.microsoft.com/office/drawing/2014/main" id="{3CFB96A7-959B-4318-A2DC-6D0D4E4809D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8715" y="6811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3" name="9lfa_0_official_ReferenceLigand_23">
            <a:extLst>
              <a:ext uri="{FF2B5EF4-FFF2-40B4-BE49-F238E27FC236}">
                <a16:creationId xmlns:a16="http://schemas.microsoft.com/office/drawing/2014/main" id="{22BFC460-B939-4363-8169-CAFF6A76954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679" y="490862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4" name="9lfa_0_official_ReferenceLigand_24">
            <a:extLst>
              <a:ext uri="{FF2B5EF4-FFF2-40B4-BE49-F238E27FC236}">
                <a16:creationId xmlns:a16="http://schemas.microsoft.com/office/drawing/2014/main" id="{7AE22675-3329-4B7A-9CF6-D3AB2709CD3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439585" y="6959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5" name="9lfa_0_official_ReferenceLigand_25">
            <a:extLst>
              <a:ext uri="{FF2B5EF4-FFF2-40B4-BE49-F238E27FC236}">
                <a16:creationId xmlns:a16="http://schemas.microsoft.com/office/drawing/2014/main" id="{305F1232-08F9-481E-BAF0-D48C8DC606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531" y="531578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6" name="9lfa_0_official_ReferenceLigand_26">
            <a:extLst>
              <a:ext uri="{FF2B5EF4-FFF2-40B4-BE49-F238E27FC236}">
                <a16:creationId xmlns:a16="http://schemas.microsoft.com/office/drawing/2014/main" id="{DB3440A8-BDDE-4456-A5A6-B51F5E3A9A5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7" name="9lfa_0_official_ReferenceLigand_27">
            <a:extLst>
              <a:ext uri="{FF2B5EF4-FFF2-40B4-BE49-F238E27FC236}">
                <a16:creationId xmlns:a16="http://schemas.microsoft.com/office/drawing/2014/main" id="{C0727BA6-725E-4E04-9C66-7DC5EDAF5FA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187" y="596344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8" name="9lfa_0_official_ReferenceLigand_28">
            <a:extLst>
              <a:ext uri="{FF2B5EF4-FFF2-40B4-BE49-F238E27FC236}">
                <a16:creationId xmlns:a16="http://schemas.microsoft.com/office/drawing/2014/main" id="{CDF62A41-67F2-4FFB-A070-359EE08D956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19" name="9lfa_0_official_ReferenceLigand_29">
            <a:extLst>
              <a:ext uri="{FF2B5EF4-FFF2-40B4-BE49-F238E27FC236}">
                <a16:creationId xmlns:a16="http://schemas.microsoft.com/office/drawing/2014/main" id="{9EE2A2DD-8515-4F28-A1A8-FC3CF7F7CE4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987981" y="2316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0" name="9lfa_0_official_ReferenceLigand_30">
            <a:extLst>
              <a:ext uri="{FF2B5EF4-FFF2-40B4-BE49-F238E27FC236}">
                <a16:creationId xmlns:a16="http://schemas.microsoft.com/office/drawing/2014/main" id="{1C15E915-64CA-45DE-990B-C41BD10C758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9585" y="695965"/>
                </a:moveTo>
                <a:lnTo>
                  <a:pt x="289118" y="72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1" name="9lfa_0_official_ReferenceLigand_31">
            <a:extLst>
              <a:ext uri="{FF2B5EF4-FFF2-40B4-BE49-F238E27FC236}">
                <a16:creationId xmlns:a16="http://schemas.microsoft.com/office/drawing/2014/main" id="{5C476A82-9E5A-4D2B-85B6-61E53587786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393101" y="328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2" name="9lfa_0_official_ReferenceLigand_32">
            <a:extLst>
              <a:ext uri="{FF2B5EF4-FFF2-40B4-BE49-F238E27FC236}">
                <a16:creationId xmlns:a16="http://schemas.microsoft.com/office/drawing/2014/main" id="{4A5F90FE-769B-45B6-B4B6-C8E9EC6644A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822000" y="4516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3" name="9lfa_0_official_ReferenceLigand_33">
            <a:extLst>
              <a:ext uri="{FF2B5EF4-FFF2-40B4-BE49-F238E27FC236}">
                <a16:creationId xmlns:a16="http://schemas.microsoft.com/office/drawing/2014/main" id="{61AAF53E-0D70-4A98-A1A0-9FF4FC95540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8817" y="248816"/>
                </a:moveTo>
                <a:lnTo>
                  <a:pt x="1246786" y="32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4" name="9lfa_0_official_ReferenceLigand_34">
            <a:extLst>
              <a:ext uri="{FF2B5EF4-FFF2-40B4-BE49-F238E27FC236}">
                <a16:creationId xmlns:a16="http://schemas.microsoft.com/office/drawing/2014/main" id="{486C7544-6A53-4E90-8B48-94E9810D9E7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1918531" y="531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5" name="9lfa_0_official_ReferenceLigand_35">
            <a:extLst>
              <a:ext uri="{FF2B5EF4-FFF2-40B4-BE49-F238E27FC236}">
                <a16:creationId xmlns:a16="http://schemas.microsoft.com/office/drawing/2014/main" id="{B30DFCC4-FD8D-49FF-9AAD-53602F0E260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7981" y="231670"/>
                </a:moveTo>
                <a:lnTo>
                  <a:pt x="1138817" y="248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6" name="9lfa_0_official_ReferenceLigand_36">
            <a:extLst>
              <a:ext uri="{FF2B5EF4-FFF2-40B4-BE49-F238E27FC236}">
                <a16:creationId xmlns:a16="http://schemas.microsoft.com/office/drawing/2014/main" id="{FC57CCA1-6BA3-43AF-8B2A-599FCD5CA9F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715" y="681145"/>
                </a:moveTo>
                <a:lnTo>
                  <a:pt x="2306591" y="695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7" name="9lfa_0_official_ReferenceLigand_37">
            <a:extLst>
              <a:ext uri="{FF2B5EF4-FFF2-40B4-BE49-F238E27FC236}">
                <a16:creationId xmlns:a16="http://schemas.microsoft.com/office/drawing/2014/main" id="{6EB870D7-7C46-46F5-95C3-4F6D6B169AA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000" y="451604"/>
                </a:moveTo>
                <a:lnTo>
                  <a:pt x="750187" y="5963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8" name="9lfa_0_official_ReferenceLigand_38">
            <a:extLst>
              <a:ext uri="{FF2B5EF4-FFF2-40B4-BE49-F238E27FC236}">
                <a16:creationId xmlns:a16="http://schemas.microsoft.com/office/drawing/2014/main" id="{539C54BC-0612-4A74-9405-2298CC3250B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435395" y="3240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29" name="9lfa_0_official_ReferenceLigand_39">
            <a:extLst>
              <a:ext uri="{FF2B5EF4-FFF2-40B4-BE49-F238E27FC236}">
                <a16:creationId xmlns:a16="http://schemas.microsoft.com/office/drawing/2014/main" id="{3DCFA088-CFA8-48F8-8772-97CC824059E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0337" y="650108"/>
                </a:moveTo>
                <a:lnTo>
                  <a:pt x="2076377" y="5892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0" name="9lfa_0_official_ReferenceLigand_40">
            <a:extLst>
              <a:ext uri="{FF2B5EF4-FFF2-40B4-BE49-F238E27FC236}">
                <a16:creationId xmlns:a16="http://schemas.microsoft.com/office/drawing/2014/main" id="{9700443A-8E63-4207-99B3-77E25FFFDAF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6591" y="695368"/>
                </a:moveTo>
                <a:lnTo>
                  <a:pt x="2160337" y="650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331" name="9lfa_0_official_PredictedLigand_0">
            <a:extLst>
              <a:ext uri="{FF2B5EF4-FFF2-40B4-BE49-F238E27FC236}">
                <a16:creationId xmlns:a16="http://schemas.microsoft.com/office/drawing/2014/main" id="{4CE98F6A-CA40-4E97-831A-192B5847D52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9335" y="596213"/>
                </a:moveTo>
                <a:lnTo>
                  <a:pt x="1951840" y="5366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2" name="9lfa_0_official_PredictedLigand_1">
            <a:extLst>
              <a:ext uri="{FF2B5EF4-FFF2-40B4-BE49-F238E27FC236}">
                <a16:creationId xmlns:a16="http://schemas.microsoft.com/office/drawing/2014/main" id="{02D77399-7C4A-4564-8FFF-DD66F0E22B6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3543" y="206813"/>
                </a:moveTo>
                <a:lnTo>
                  <a:pt x="1201401" y="1332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3" name="9lfa_0_official_PredictedLigand_2">
            <a:extLst>
              <a:ext uri="{FF2B5EF4-FFF2-40B4-BE49-F238E27FC236}">
                <a16:creationId xmlns:a16="http://schemas.microsoft.com/office/drawing/2014/main" id="{E35094F0-B5C8-4615-A486-C0C5A805D77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1840" y="536669"/>
                </a:moveTo>
                <a:lnTo>
                  <a:pt x="1860265" y="47431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4" name="9lfa_0_official_PredictedLigand_3">
            <a:extLst>
              <a:ext uri="{FF2B5EF4-FFF2-40B4-BE49-F238E27FC236}">
                <a16:creationId xmlns:a16="http://schemas.microsoft.com/office/drawing/2014/main" id="{FB2EFA04-8BF0-4529-9426-6FF983C8536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11363" y="411669"/>
                </a:moveTo>
                <a:lnTo>
                  <a:pt x="915602" y="5199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5" name="9lfa_0_official_PredictedLigand_4">
            <a:extLst>
              <a:ext uri="{FF2B5EF4-FFF2-40B4-BE49-F238E27FC236}">
                <a16:creationId xmlns:a16="http://schemas.microsoft.com/office/drawing/2014/main" id="{27E952C6-B5F1-4968-BFAB-4CF10C8DEE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793" y="278940"/>
                </a:moveTo>
                <a:lnTo>
                  <a:pt x="1011363" y="41166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6" name="9lfa_0_official_PredictedLigand_5">
            <a:extLst>
              <a:ext uri="{FF2B5EF4-FFF2-40B4-BE49-F238E27FC236}">
                <a16:creationId xmlns:a16="http://schemas.microsoft.com/office/drawing/2014/main" id="{55494E64-BAA5-482E-9FAA-5E8D8B3ACD3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265" y="474318"/>
                </a:moveTo>
                <a:lnTo>
                  <a:pt x="1715350" y="40234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7" name="9lfa_0_official_PredictedLigand_6">
            <a:extLst>
              <a:ext uri="{FF2B5EF4-FFF2-40B4-BE49-F238E27FC236}">
                <a16:creationId xmlns:a16="http://schemas.microsoft.com/office/drawing/2014/main" id="{12A3B2EA-285F-4729-9A6B-98FC52845F7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793" y="278940"/>
                </a:moveTo>
                <a:lnTo>
                  <a:pt x="1173543" y="2068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8" name="9lfa_0_official_PredictedLigand_7">
            <a:extLst>
              <a:ext uri="{FF2B5EF4-FFF2-40B4-BE49-F238E27FC236}">
                <a16:creationId xmlns:a16="http://schemas.microsoft.com/office/drawing/2014/main" id="{721D91E5-2AE7-4AF6-A020-D300DAA9A8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8160" y="487500"/>
                </a:moveTo>
                <a:lnTo>
                  <a:pt x="590489" y="63849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39" name="9lfa_0_official_PredictedLigand_8">
            <a:extLst>
              <a:ext uri="{FF2B5EF4-FFF2-40B4-BE49-F238E27FC236}">
                <a16:creationId xmlns:a16="http://schemas.microsoft.com/office/drawing/2014/main" id="{F0EB8E98-B208-41A4-B739-7CBA64622042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3776" y="603770"/>
                </a:moveTo>
                <a:lnTo>
                  <a:pt x="2089335" y="5962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0" name="9lfa_0_official_PredictedLigand_9">
            <a:extLst>
              <a:ext uri="{FF2B5EF4-FFF2-40B4-BE49-F238E27FC236}">
                <a16:creationId xmlns:a16="http://schemas.microsoft.com/office/drawing/2014/main" id="{D2049A7D-E049-41E6-8DBE-CF4628F5535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2556" y="448359"/>
                </a:moveTo>
                <a:lnTo>
                  <a:pt x="648160" y="4875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1" name="9lfa_0_official_PredictedLigand_10">
            <a:extLst>
              <a:ext uri="{FF2B5EF4-FFF2-40B4-BE49-F238E27FC236}">
                <a16:creationId xmlns:a16="http://schemas.microsoft.com/office/drawing/2014/main" id="{A388D97B-A98E-437F-8510-4150F5E5419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02" y="519980"/>
                </a:moveTo>
                <a:lnTo>
                  <a:pt x="782556" y="4483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2" name="9lfa_0_official_PredictedLigand_11">
            <a:extLst>
              <a:ext uri="{FF2B5EF4-FFF2-40B4-BE49-F238E27FC236}">
                <a16:creationId xmlns:a16="http://schemas.microsoft.com/office/drawing/2014/main" id="{3C4CFC05-C1A9-4E77-A4E6-0F270889CCA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3111" y="205088"/>
                </a:moveTo>
                <a:lnTo>
                  <a:pt x="1040793" y="2789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3" name="9lfa_0_official_PredictedLigand_12">
            <a:extLst>
              <a:ext uri="{FF2B5EF4-FFF2-40B4-BE49-F238E27FC236}">
                <a16:creationId xmlns:a16="http://schemas.microsoft.com/office/drawing/2014/main" id="{13265CFD-62A5-4167-A7C0-950849A2E71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3543" y="206813"/>
                </a:moveTo>
                <a:lnTo>
                  <a:pt x="1286437" y="21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4" name="9lfa_0_official_PredictedLigand_13">
            <a:extLst>
              <a:ext uri="{FF2B5EF4-FFF2-40B4-BE49-F238E27FC236}">
                <a16:creationId xmlns:a16="http://schemas.microsoft.com/office/drawing/2014/main" id="{9CF6E002-A707-4221-96B3-7352C38BAE30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0489" y="638490"/>
                </a:moveTo>
                <a:lnTo>
                  <a:pt x="655486" y="7233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5" name="9lfa_0_official_PredictedLigand_14">
            <a:extLst>
              <a:ext uri="{FF2B5EF4-FFF2-40B4-BE49-F238E27FC236}">
                <a16:creationId xmlns:a16="http://schemas.microsoft.com/office/drawing/2014/main" id="{BB48F27A-A688-4EA1-9277-6D9AA138A09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5350" y="402343"/>
                </a:moveTo>
                <a:lnTo>
                  <a:pt x="1670743" y="35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6" name="9lfa_0_official_PredictedLigand_15">
            <a:extLst>
              <a:ext uri="{FF2B5EF4-FFF2-40B4-BE49-F238E27FC236}">
                <a16:creationId xmlns:a16="http://schemas.microsoft.com/office/drawing/2014/main" id="{C7F0D06C-9EC0-40A9-873C-DDEBC8EDC50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0265" y="474318"/>
                </a:moveTo>
                <a:lnTo>
                  <a:pt x="1905688" y="4753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7" name="9lfa_0_official_PredictedLigand_16">
            <a:extLst>
              <a:ext uri="{FF2B5EF4-FFF2-40B4-BE49-F238E27FC236}">
                <a16:creationId xmlns:a16="http://schemas.microsoft.com/office/drawing/2014/main" id="{20B1D730-7F1B-4FB2-AE04-D50915439834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2556" y="448359"/>
                </a:moveTo>
                <a:lnTo>
                  <a:pt x="783541" y="2850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8" name="9lfa_0_official_PredictedLigand_17">
            <a:extLst>
              <a:ext uri="{FF2B5EF4-FFF2-40B4-BE49-F238E27FC236}">
                <a16:creationId xmlns:a16="http://schemas.microsoft.com/office/drawing/2014/main" id="{BDB26366-03BA-4860-9358-E37E619420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3541" y="285014"/>
                </a:moveTo>
                <a:lnTo>
                  <a:pt x="923111" y="20508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49" name="9lfa_0_official_PredictedLigand_18">
            <a:extLst>
              <a:ext uri="{FF2B5EF4-FFF2-40B4-BE49-F238E27FC236}">
                <a16:creationId xmlns:a16="http://schemas.microsoft.com/office/drawing/2014/main" id="{2019C06F-0394-45D5-A2B5-3779D75CE4E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364" y="273602"/>
                </a:moveTo>
                <a:lnTo>
                  <a:pt x="1286437" y="21443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0" name="9lfa_0_official_PredictedLigand_19">
            <a:extLst>
              <a:ext uri="{FF2B5EF4-FFF2-40B4-BE49-F238E27FC236}">
                <a16:creationId xmlns:a16="http://schemas.microsoft.com/office/drawing/2014/main" id="{98756517-61AA-466D-8511-5EB5B29AC9A3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0572" y="1159192"/>
                </a:moveTo>
                <a:lnTo>
                  <a:pt x="399046" y="104147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1" name="9lfa_0_official_PredictedLigand_20">
            <a:extLst>
              <a:ext uri="{FF2B5EF4-FFF2-40B4-BE49-F238E27FC236}">
                <a16:creationId xmlns:a16="http://schemas.microsoft.com/office/drawing/2014/main" id="{ABE28442-BF95-4AD7-A8F4-BFA88AD805D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8079" y="1131491"/>
                </a:moveTo>
                <a:lnTo>
                  <a:pt x="490572" y="11591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2" name="9lfa_0_official_PredictedLigand_21">
            <a:extLst>
              <a:ext uri="{FF2B5EF4-FFF2-40B4-BE49-F238E27FC236}">
                <a16:creationId xmlns:a16="http://schemas.microsoft.com/office/drawing/2014/main" id="{EA929510-86F5-4665-AD15-24110916C88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046" y="1041474"/>
                </a:moveTo>
                <a:lnTo>
                  <a:pt x="449809" y="89911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3" name="9lfa_0_official_PredictedLigand_22">
            <a:extLst>
              <a:ext uri="{FF2B5EF4-FFF2-40B4-BE49-F238E27FC236}">
                <a16:creationId xmlns:a16="http://schemas.microsoft.com/office/drawing/2014/main" id="{2296180B-3BF8-4570-B145-7BB75C81225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4207" y="290278"/>
                </a:moveTo>
                <a:lnTo>
                  <a:pt x="1423364" y="2736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4" name="9lfa_0_official_PredictedLigand_23">
            <a:extLst>
              <a:ext uri="{FF2B5EF4-FFF2-40B4-BE49-F238E27FC236}">
                <a16:creationId xmlns:a16="http://schemas.microsoft.com/office/drawing/2014/main" id="{60701B1C-C9C1-4A43-B1FD-80B67347BDD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0365" y="867727"/>
                </a:moveTo>
                <a:lnTo>
                  <a:pt x="655486" y="72330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5" name="9lfa_0_official_PredictedLigand_24">
            <a:extLst>
              <a:ext uri="{FF2B5EF4-FFF2-40B4-BE49-F238E27FC236}">
                <a16:creationId xmlns:a16="http://schemas.microsoft.com/office/drawing/2014/main" id="{C238B449-18CA-4505-B2F5-CF96BE98179D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156" y="547842"/>
                </a:moveTo>
                <a:lnTo>
                  <a:pt x="2133776" y="603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6" name="9lfa_0_official_PredictedLigand_25">
            <a:extLst>
              <a:ext uri="{FF2B5EF4-FFF2-40B4-BE49-F238E27FC236}">
                <a16:creationId xmlns:a16="http://schemas.microsoft.com/office/drawing/2014/main" id="{1812BFAA-074C-46EA-A0DA-65EB8C479BA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49809" y="899119"/>
                </a:moveTo>
                <a:lnTo>
                  <a:pt x="600365" y="8677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7" name="9lfa_0_official_PredictedLigand_26">
            <a:extLst>
              <a:ext uri="{FF2B5EF4-FFF2-40B4-BE49-F238E27FC236}">
                <a16:creationId xmlns:a16="http://schemas.microsoft.com/office/drawing/2014/main" id="{C6303FF4-4B1C-4597-9D8F-67883A98AD4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2132" y="990412"/>
                </a:moveTo>
                <a:lnTo>
                  <a:pt x="638079" y="11314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8" name="9lfa_0_official_PredictedLigand_27">
            <a:extLst>
              <a:ext uri="{FF2B5EF4-FFF2-40B4-BE49-F238E27FC236}">
                <a16:creationId xmlns:a16="http://schemas.microsoft.com/office/drawing/2014/main" id="{0AF33CA0-B9B9-4285-B279-03ABB8569E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00365" y="867727"/>
                </a:moveTo>
                <a:lnTo>
                  <a:pt x="692132" y="9904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59" name="9lfa_0_official_PredictedLigand_28">
            <a:extLst>
              <a:ext uri="{FF2B5EF4-FFF2-40B4-BE49-F238E27FC236}">
                <a16:creationId xmlns:a16="http://schemas.microsoft.com/office/drawing/2014/main" id="{9C9E9C6E-6009-46AC-BA93-D8D802890EB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9991" y="508799"/>
                </a:moveTo>
                <a:lnTo>
                  <a:pt x="782556" y="44835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0" name="9lfa_0_official_PredictedLigand_29">
            <a:extLst>
              <a:ext uri="{FF2B5EF4-FFF2-40B4-BE49-F238E27FC236}">
                <a16:creationId xmlns:a16="http://schemas.microsoft.com/office/drawing/2014/main" id="{D4A0047D-AB2B-4DC9-867B-98D2F6F79C28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4207" y="290278"/>
                </a:moveTo>
                <a:lnTo>
                  <a:pt x="1670743" y="35870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1" name="9lfa_0_official_PredictedLigand_30">
            <a:extLst>
              <a:ext uri="{FF2B5EF4-FFF2-40B4-BE49-F238E27FC236}">
                <a16:creationId xmlns:a16="http://schemas.microsoft.com/office/drawing/2014/main" id="{C713CB4C-9D92-4C5D-82E4-3746E8647817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5688" y="475364"/>
                </a:moveTo>
                <a:lnTo>
                  <a:pt x="2045156" y="5478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2" name="9lfa_0_official_PredictedLigand_31">
            <a:extLst>
              <a:ext uri="{FF2B5EF4-FFF2-40B4-BE49-F238E27FC236}">
                <a16:creationId xmlns:a16="http://schemas.microsoft.com/office/drawing/2014/main" id="{3F69B7EF-6293-4486-8326-88060ED47C9B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6437" y="214438"/>
                </a:moveTo>
                <a:lnTo>
                  <a:pt x="1263856" y="1625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3" name="9lfa_0_official_PredictedLigand_32">
            <a:extLst>
              <a:ext uri="{FF2B5EF4-FFF2-40B4-BE49-F238E27FC236}">
                <a16:creationId xmlns:a16="http://schemas.microsoft.com/office/drawing/2014/main" id="{3320B061-ADE2-4513-B8A5-C73A06803E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55486" y="723309"/>
                </a:moveTo>
                <a:lnTo>
                  <a:pt x="756394" y="67363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4" name="9lfa_0_official_PredictedLigand_33">
            <a:extLst>
              <a:ext uri="{FF2B5EF4-FFF2-40B4-BE49-F238E27FC236}">
                <a16:creationId xmlns:a16="http://schemas.microsoft.com/office/drawing/2014/main" id="{5401BF60-3656-4315-BA9A-D8768D978156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0743" y="358705"/>
                </a:moveTo>
                <a:lnTo>
                  <a:pt x="1790530" y="3959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5" name="9lfa_0_official_PredictedLigand_34">
            <a:extLst>
              <a:ext uri="{FF2B5EF4-FFF2-40B4-BE49-F238E27FC236}">
                <a16:creationId xmlns:a16="http://schemas.microsoft.com/office/drawing/2014/main" id="{CCE3B620-349F-4F96-B128-54DD0422D4F1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530" y="395977"/>
                </a:moveTo>
                <a:lnTo>
                  <a:pt x="1905688" y="47536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6" name="9lfa_0_official_PredictedLigand_35">
            <a:extLst>
              <a:ext uri="{FF2B5EF4-FFF2-40B4-BE49-F238E27FC236}">
                <a16:creationId xmlns:a16="http://schemas.microsoft.com/office/drawing/2014/main" id="{0D02FF02-97B0-400F-BEFD-620554A44E05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6394" y="673633"/>
                </a:moveTo>
                <a:lnTo>
                  <a:pt x="769991" y="50879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7" name="9lfa_0_official_PredictedLigand_36">
            <a:extLst>
              <a:ext uri="{FF2B5EF4-FFF2-40B4-BE49-F238E27FC236}">
                <a16:creationId xmlns:a16="http://schemas.microsoft.com/office/drawing/2014/main" id="{A9A14D62-A601-4BDE-AD6D-44B36663D249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05907" y="237952"/>
                </a:moveTo>
                <a:lnTo>
                  <a:pt x="1534207" y="29027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8" name="9lfa_0_official_PredictedLigand_37">
            <a:extLst>
              <a:ext uri="{FF2B5EF4-FFF2-40B4-BE49-F238E27FC236}">
                <a16:creationId xmlns:a16="http://schemas.microsoft.com/office/drawing/2014/main" id="{5EEB52BD-03DF-4CC4-B794-E0D150197A0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5156" y="547842"/>
                </a:moveTo>
                <a:lnTo>
                  <a:pt x="2105676" y="5704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69" name="9lfa_0_official_PredictedLigand_38">
            <a:extLst>
              <a:ext uri="{FF2B5EF4-FFF2-40B4-BE49-F238E27FC236}">
                <a16:creationId xmlns:a16="http://schemas.microsoft.com/office/drawing/2014/main" id="{9E48519E-5E15-46EB-97FE-259230D867F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530" y="395977"/>
                </a:moveTo>
                <a:lnTo>
                  <a:pt x="1808487" y="3673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0" name="9lfa_0_official_PredictedLigand_39">
            <a:extLst>
              <a:ext uri="{FF2B5EF4-FFF2-40B4-BE49-F238E27FC236}">
                <a16:creationId xmlns:a16="http://schemas.microsoft.com/office/drawing/2014/main" id="{1E694DE2-5F92-4D30-9D50-19872CF0CABF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63856" y="162558"/>
                </a:moveTo>
                <a:lnTo>
                  <a:pt x="1372638" y="16773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1" name="9lfa_0_official_PredictedLigand_40">
            <a:extLst>
              <a:ext uri="{FF2B5EF4-FFF2-40B4-BE49-F238E27FC236}">
                <a16:creationId xmlns:a16="http://schemas.microsoft.com/office/drawing/2014/main" id="{853EAAB1-9342-4D2C-BCB0-409E6B11A63C}"/>
              </a:ext>
            </a:extLst>
          </p:cNvPr>
          <p:cNvSpPr>
            <a:spLocks noGrp="1"/>
          </p:cNvSpPr>
          <p:nvPr/>
        </p:nvSpPr>
        <p:spPr>
          <a:xfrm>
            <a:off x="2286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2638" y="167734"/>
                </a:moveTo>
                <a:lnTo>
                  <a:pt x="1505907" y="23795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372" name="9lfa_0_official_PredictedAtoms_0">
            <a:extLst>
              <a:ext uri="{FF2B5EF4-FFF2-40B4-BE49-F238E27FC236}">
                <a16:creationId xmlns:a16="http://schemas.microsoft.com/office/drawing/2014/main" id="{8092D3F3-3040-4283-B7FD-32FDC4CE63E2}"/>
              </a:ext>
            </a:extLst>
          </p:cNvPr>
          <p:cNvSpPr>
            <a:spLocks noGrp="1"/>
          </p:cNvSpPr>
          <p:nvPr/>
        </p:nvSpPr>
        <p:spPr>
          <a:xfrm>
            <a:off x="850486" y="36965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3" name="9lfa_0_official_PredictedAtoms_1">
            <a:extLst>
              <a:ext uri="{FF2B5EF4-FFF2-40B4-BE49-F238E27FC236}">
                <a16:creationId xmlns:a16="http://schemas.microsoft.com/office/drawing/2014/main" id="{785FDBD4-1F6B-45AA-87F5-B84A68122708}"/>
              </a:ext>
            </a:extLst>
          </p:cNvPr>
          <p:cNvSpPr>
            <a:spLocks noGrp="1"/>
          </p:cNvSpPr>
          <p:nvPr/>
        </p:nvSpPr>
        <p:spPr>
          <a:xfrm>
            <a:off x="702980" y="372427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4" name="9lfa_0_official_PredictedAtoms_2">
            <a:extLst>
              <a:ext uri="{FF2B5EF4-FFF2-40B4-BE49-F238E27FC236}">
                <a16:creationId xmlns:a16="http://schemas.microsoft.com/office/drawing/2014/main" id="{D1EFF0CC-3837-4FCD-B682-7A6978C251EA}"/>
              </a:ext>
            </a:extLst>
          </p:cNvPr>
          <p:cNvSpPr>
            <a:spLocks noGrp="1"/>
          </p:cNvSpPr>
          <p:nvPr/>
        </p:nvSpPr>
        <p:spPr>
          <a:xfrm>
            <a:off x="611453" y="360655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5" name="9lfa_0_official_PredictedAtoms_3">
            <a:extLst>
              <a:ext uri="{FF2B5EF4-FFF2-40B4-BE49-F238E27FC236}">
                <a16:creationId xmlns:a16="http://schemas.microsoft.com/office/drawing/2014/main" id="{360E4CA6-4614-4402-9EFD-810284DEB310}"/>
              </a:ext>
            </a:extLst>
          </p:cNvPr>
          <p:cNvSpPr>
            <a:spLocks noGrp="1"/>
          </p:cNvSpPr>
          <p:nvPr/>
        </p:nvSpPr>
        <p:spPr>
          <a:xfrm>
            <a:off x="662216" y="346420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6" name="9lfa_0_official_PredictedAtoms_4">
            <a:extLst>
              <a:ext uri="{FF2B5EF4-FFF2-40B4-BE49-F238E27FC236}">
                <a16:creationId xmlns:a16="http://schemas.microsoft.com/office/drawing/2014/main" id="{0FA036E9-D6E0-4C45-BB49-694E45ABA83B}"/>
              </a:ext>
            </a:extLst>
          </p:cNvPr>
          <p:cNvSpPr>
            <a:spLocks noGrp="1"/>
          </p:cNvSpPr>
          <p:nvPr/>
        </p:nvSpPr>
        <p:spPr>
          <a:xfrm>
            <a:off x="812772" y="34328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7" name="9lfa_0_official_PredictedAtoms_5">
            <a:extLst>
              <a:ext uri="{FF2B5EF4-FFF2-40B4-BE49-F238E27FC236}">
                <a16:creationId xmlns:a16="http://schemas.microsoft.com/office/drawing/2014/main" id="{A3F61009-F0B3-4E72-8D26-489F4DEE6215}"/>
              </a:ext>
            </a:extLst>
          </p:cNvPr>
          <p:cNvSpPr>
            <a:spLocks noGrp="1"/>
          </p:cNvSpPr>
          <p:nvPr/>
        </p:nvSpPr>
        <p:spPr>
          <a:xfrm>
            <a:off x="867894" y="328839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8" name="9lfa_0_official_PredictedAtoms_6">
            <a:extLst>
              <a:ext uri="{FF2B5EF4-FFF2-40B4-BE49-F238E27FC236}">
                <a16:creationId xmlns:a16="http://schemas.microsoft.com/office/drawing/2014/main" id="{870A8974-DA0A-4F6A-BB0D-5D8F5A75D4A0}"/>
              </a:ext>
            </a:extLst>
          </p:cNvPr>
          <p:cNvSpPr>
            <a:spLocks noGrp="1"/>
          </p:cNvSpPr>
          <p:nvPr/>
        </p:nvSpPr>
        <p:spPr>
          <a:xfrm>
            <a:off x="968802" y="32387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79" name="9lfa_0_official_PredictedAtoms_7">
            <a:extLst>
              <a:ext uri="{FF2B5EF4-FFF2-40B4-BE49-F238E27FC236}">
                <a16:creationId xmlns:a16="http://schemas.microsoft.com/office/drawing/2014/main" id="{DCDBEC57-4F8C-4673-94EC-C1D3CF4D47BE}"/>
              </a:ext>
            </a:extLst>
          </p:cNvPr>
          <p:cNvSpPr>
            <a:spLocks noGrp="1"/>
          </p:cNvSpPr>
          <p:nvPr/>
        </p:nvSpPr>
        <p:spPr>
          <a:xfrm>
            <a:off x="982399" y="307388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0" name="9lfa_0_official_PredictedAtoms_8">
            <a:extLst>
              <a:ext uri="{FF2B5EF4-FFF2-40B4-BE49-F238E27FC236}">
                <a16:creationId xmlns:a16="http://schemas.microsoft.com/office/drawing/2014/main" id="{0EBA7331-1F0E-46CA-BB96-5C8871571B88}"/>
              </a:ext>
            </a:extLst>
          </p:cNvPr>
          <p:cNvSpPr>
            <a:spLocks noGrp="1"/>
          </p:cNvSpPr>
          <p:nvPr/>
        </p:nvSpPr>
        <p:spPr>
          <a:xfrm>
            <a:off x="994963" y="30134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1" name="9lfa_0_official_PredictedAtoms_9">
            <a:extLst>
              <a:ext uri="{FF2B5EF4-FFF2-40B4-BE49-F238E27FC236}">
                <a16:creationId xmlns:a16="http://schemas.microsoft.com/office/drawing/2014/main" id="{EA8BBB7E-EBEF-4F2B-9AAD-319D3F84CB02}"/>
              </a:ext>
            </a:extLst>
          </p:cNvPr>
          <p:cNvSpPr>
            <a:spLocks noGrp="1"/>
          </p:cNvSpPr>
          <p:nvPr/>
        </p:nvSpPr>
        <p:spPr>
          <a:xfrm>
            <a:off x="995948" y="28500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2" name="9lfa_0_official_PredictedAtoms_10">
            <a:extLst>
              <a:ext uri="{FF2B5EF4-FFF2-40B4-BE49-F238E27FC236}">
                <a16:creationId xmlns:a16="http://schemas.microsoft.com/office/drawing/2014/main" id="{62D153CC-DFFC-4A5C-B049-2562AC38680A}"/>
              </a:ext>
            </a:extLst>
          </p:cNvPr>
          <p:cNvSpPr>
            <a:spLocks noGrp="1"/>
          </p:cNvSpPr>
          <p:nvPr/>
        </p:nvSpPr>
        <p:spPr>
          <a:xfrm>
            <a:off x="1135518" y="277017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3" name="9lfa_0_official_PredictedAtoms_11">
            <a:extLst>
              <a:ext uri="{FF2B5EF4-FFF2-40B4-BE49-F238E27FC236}">
                <a16:creationId xmlns:a16="http://schemas.microsoft.com/office/drawing/2014/main" id="{3F5AF88B-03C6-4E4F-9348-A9C7DD50F719}"/>
              </a:ext>
            </a:extLst>
          </p:cNvPr>
          <p:cNvSpPr>
            <a:spLocks noGrp="1"/>
          </p:cNvSpPr>
          <p:nvPr/>
        </p:nvSpPr>
        <p:spPr>
          <a:xfrm>
            <a:off x="1253201" y="28440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4" name="9lfa_0_official_PredictedAtoms_12">
            <a:extLst>
              <a:ext uri="{FF2B5EF4-FFF2-40B4-BE49-F238E27FC236}">
                <a16:creationId xmlns:a16="http://schemas.microsoft.com/office/drawing/2014/main" id="{9B8B2A5F-312C-4365-A27D-56069A3249AD}"/>
              </a:ext>
            </a:extLst>
          </p:cNvPr>
          <p:cNvSpPr>
            <a:spLocks noGrp="1"/>
          </p:cNvSpPr>
          <p:nvPr/>
        </p:nvSpPr>
        <p:spPr>
          <a:xfrm>
            <a:off x="1385950" y="277189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5" name="9lfa_0_official_PredictedAtoms_13">
            <a:extLst>
              <a:ext uri="{FF2B5EF4-FFF2-40B4-BE49-F238E27FC236}">
                <a16:creationId xmlns:a16="http://schemas.microsoft.com/office/drawing/2014/main" id="{1B4416DD-10ED-4B96-A60C-E6E7D835B8CC}"/>
              </a:ext>
            </a:extLst>
          </p:cNvPr>
          <p:cNvSpPr>
            <a:spLocks noGrp="1"/>
          </p:cNvSpPr>
          <p:nvPr/>
        </p:nvSpPr>
        <p:spPr>
          <a:xfrm>
            <a:off x="1413809" y="269836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6" name="9lfa_0_official_PredictedAtoms_14">
            <a:extLst>
              <a:ext uri="{FF2B5EF4-FFF2-40B4-BE49-F238E27FC236}">
                <a16:creationId xmlns:a16="http://schemas.microsoft.com/office/drawing/2014/main" id="{57FE7F24-E5AE-4F83-8493-01C42A3904EB}"/>
              </a:ext>
            </a:extLst>
          </p:cNvPr>
          <p:cNvSpPr>
            <a:spLocks noGrp="1"/>
          </p:cNvSpPr>
          <p:nvPr/>
        </p:nvSpPr>
        <p:spPr>
          <a:xfrm>
            <a:off x="1498845" y="277952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7" name="9lfa_0_official_PredictedAtoms_15">
            <a:extLst>
              <a:ext uri="{FF2B5EF4-FFF2-40B4-BE49-F238E27FC236}">
                <a16:creationId xmlns:a16="http://schemas.microsoft.com/office/drawing/2014/main" id="{AFCA4161-20AE-4636-9531-80C4BE9F7857}"/>
              </a:ext>
            </a:extLst>
          </p:cNvPr>
          <p:cNvSpPr>
            <a:spLocks noGrp="1"/>
          </p:cNvSpPr>
          <p:nvPr/>
        </p:nvSpPr>
        <p:spPr>
          <a:xfrm>
            <a:off x="1476264" y="272764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8" name="9lfa_0_official_PredictedAtoms_16">
            <a:extLst>
              <a:ext uri="{FF2B5EF4-FFF2-40B4-BE49-F238E27FC236}">
                <a16:creationId xmlns:a16="http://schemas.microsoft.com/office/drawing/2014/main" id="{CE254B4D-325C-4EA7-AC5A-8D60DB08B261}"/>
              </a:ext>
            </a:extLst>
          </p:cNvPr>
          <p:cNvSpPr>
            <a:spLocks noGrp="1"/>
          </p:cNvSpPr>
          <p:nvPr/>
        </p:nvSpPr>
        <p:spPr>
          <a:xfrm>
            <a:off x="1585046" y="27328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89" name="9lfa_0_official_PredictedAtoms_17">
            <a:extLst>
              <a:ext uri="{FF2B5EF4-FFF2-40B4-BE49-F238E27FC236}">
                <a16:creationId xmlns:a16="http://schemas.microsoft.com/office/drawing/2014/main" id="{78A1B59D-C31D-4FDD-A88C-142E08165F24}"/>
              </a:ext>
            </a:extLst>
          </p:cNvPr>
          <p:cNvSpPr>
            <a:spLocks noGrp="1"/>
          </p:cNvSpPr>
          <p:nvPr/>
        </p:nvSpPr>
        <p:spPr>
          <a:xfrm>
            <a:off x="1718314" y="280303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0" name="9lfa_0_official_PredictedAtoms_18">
            <a:extLst>
              <a:ext uri="{FF2B5EF4-FFF2-40B4-BE49-F238E27FC236}">
                <a16:creationId xmlns:a16="http://schemas.microsoft.com/office/drawing/2014/main" id="{52D66BBF-E02B-4532-B646-4F0DCA819356}"/>
              </a:ext>
            </a:extLst>
          </p:cNvPr>
          <p:cNvSpPr>
            <a:spLocks noGrp="1"/>
          </p:cNvSpPr>
          <p:nvPr/>
        </p:nvSpPr>
        <p:spPr>
          <a:xfrm>
            <a:off x="1746614" y="28553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1" name="9lfa_0_official_PredictedAtoms_19">
            <a:extLst>
              <a:ext uri="{FF2B5EF4-FFF2-40B4-BE49-F238E27FC236}">
                <a16:creationId xmlns:a16="http://schemas.microsoft.com/office/drawing/2014/main" id="{39547BE9-9E73-4E72-BCE0-20FFE496DE92}"/>
              </a:ext>
            </a:extLst>
          </p:cNvPr>
          <p:cNvSpPr>
            <a:spLocks noGrp="1"/>
          </p:cNvSpPr>
          <p:nvPr/>
        </p:nvSpPr>
        <p:spPr>
          <a:xfrm>
            <a:off x="1883150" y="292378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2" name="9lfa_0_official_PredictedAtoms_20">
            <a:extLst>
              <a:ext uri="{FF2B5EF4-FFF2-40B4-BE49-F238E27FC236}">
                <a16:creationId xmlns:a16="http://schemas.microsoft.com/office/drawing/2014/main" id="{9D8BEC89-6EB4-482D-8559-5A03A8781BAC}"/>
              </a:ext>
            </a:extLst>
          </p:cNvPr>
          <p:cNvSpPr>
            <a:spLocks noGrp="1"/>
          </p:cNvSpPr>
          <p:nvPr/>
        </p:nvSpPr>
        <p:spPr>
          <a:xfrm>
            <a:off x="2002937" y="29610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3" name="9lfa_0_official_PredictedAtoms_21">
            <a:extLst>
              <a:ext uri="{FF2B5EF4-FFF2-40B4-BE49-F238E27FC236}">
                <a16:creationId xmlns:a16="http://schemas.microsoft.com/office/drawing/2014/main" id="{6FE46531-F656-4541-BE94-2A471C018C73}"/>
              </a:ext>
            </a:extLst>
          </p:cNvPr>
          <p:cNvSpPr>
            <a:spLocks noGrp="1"/>
          </p:cNvSpPr>
          <p:nvPr/>
        </p:nvSpPr>
        <p:spPr>
          <a:xfrm>
            <a:off x="2020895" y="29324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4" name="9lfa_0_official_PredictedAtoms_22">
            <a:extLst>
              <a:ext uri="{FF2B5EF4-FFF2-40B4-BE49-F238E27FC236}">
                <a16:creationId xmlns:a16="http://schemas.microsoft.com/office/drawing/2014/main" id="{A7B7B316-DBB2-4F00-AD51-647B4D0CA609}"/>
              </a:ext>
            </a:extLst>
          </p:cNvPr>
          <p:cNvSpPr>
            <a:spLocks noGrp="1"/>
          </p:cNvSpPr>
          <p:nvPr/>
        </p:nvSpPr>
        <p:spPr>
          <a:xfrm>
            <a:off x="2118095" y="304044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5" name="9lfa_0_official_PredictedAtoms_23">
            <a:extLst>
              <a:ext uri="{FF2B5EF4-FFF2-40B4-BE49-F238E27FC236}">
                <a16:creationId xmlns:a16="http://schemas.microsoft.com/office/drawing/2014/main" id="{24D82257-207D-4C64-8F7A-91B7BB74DC39}"/>
              </a:ext>
            </a:extLst>
          </p:cNvPr>
          <p:cNvSpPr>
            <a:spLocks noGrp="1"/>
          </p:cNvSpPr>
          <p:nvPr/>
        </p:nvSpPr>
        <p:spPr>
          <a:xfrm>
            <a:off x="2257563" y="311292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6" name="9lfa_0_official_PredictedAtoms_24">
            <a:extLst>
              <a:ext uri="{FF2B5EF4-FFF2-40B4-BE49-F238E27FC236}">
                <a16:creationId xmlns:a16="http://schemas.microsoft.com/office/drawing/2014/main" id="{6EAFD6BF-29B4-41BD-8E36-3787412839B9}"/>
              </a:ext>
            </a:extLst>
          </p:cNvPr>
          <p:cNvSpPr>
            <a:spLocks noGrp="1"/>
          </p:cNvSpPr>
          <p:nvPr/>
        </p:nvSpPr>
        <p:spPr>
          <a:xfrm>
            <a:off x="2318083" y="313554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7" name="9lfa_0_official_PredictedAtoms_25">
            <a:extLst>
              <a:ext uri="{FF2B5EF4-FFF2-40B4-BE49-F238E27FC236}">
                <a16:creationId xmlns:a16="http://schemas.microsoft.com/office/drawing/2014/main" id="{33B305A5-BEDF-434D-A5A2-CF0B8C21C8A3}"/>
              </a:ext>
            </a:extLst>
          </p:cNvPr>
          <p:cNvSpPr>
            <a:spLocks noGrp="1"/>
          </p:cNvSpPr>
          <p:nvPr/>
        </p:nvSpPr>
        <p:spPr>
          <a:xfrm>
            <a:off x="2346183" y="316885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8" name="9lfa_0_official_PredictedAtoms_26">
            <a:extLst>
              <a:ext uri="{FF2B5EF4-FFF2-40B4-BE49-F238E27FC236}">
                <a16:creationId xmlns:a16="http://schemas.microsoft.com/office/drawing/2014/main" id="{89499389-5E3A-40EC-9BFB-5D299E0211F4}"/>
              </a:ext>
            </a:extLst>
          </p:cNvPr>
          <p:cNvSpPr>
            <a:spLocks noGrp="1"/>
          </p:cNvSpPr>
          <p:nvPr/>
        </p:nvSpPr>
        <p:spPr>
          <a:xfrm>
            <a:off x="2301743" y="316129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399" name="9lfa_0_official_PredictedAtoms_27">
            <a:extLst>
              <a:ext uri="{FF2B5EF4-FFF2-40B4-BE49-F238E27FC236}">
                <a16:creationId xmlns:a16="http://schemas.microsoft.com/office/drawing/2014/main" id="{85D119D9-5853-4524-984A-8D2A0F38A2AC}"/>
              </a:ext>
            </a:extLst>
          </p:cNvPr>
          <p:cNvSpPr>
            <a:spLocks noGrp="1"/>
          </p:cNvSpPr>
          <p:nvPr/>
        </p:nvSpPr>
        <p:spPr>
          <a:xfrm>
            <a:off x="2164248" y="310175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0" name="9lfa_0_official_PredictedAtoms_28">
            <a:extLst>
              <a:ext uri="{FF2B5EF4-FFF2-40B4-BE49-F238E27FC236}">
                <a16:creationId xmlns:a16="http://schemas.microsoft.com/office/drawing/2014/main" id="{3D306361-1926-444E-9CB1-5E8FD54006FB}"/>
              </a:ext>
            </a:extLst>
          </p:cNvPr>
          <p:cNvSpPr>
            <a:spLocks noGrp="1"/>
          </p:cNvSpPr>
          <p:nvPr/>
        </p:nvSpPr>
        <p:spPr>
          <a:xfrm>
            <a:off x="2072672" y="303940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1" name="9lfa_0_official_PredictedAtoms_29">
            <a:extLst>
              <a:ext uri="{FF2B5EF4-FFF2-40B4-BE49-F238E27FC236}">
                <a16:creationId xmlns:a16="http://schemas.microsoft.com/office/drawing/2014/main" id="{44933000-4C66-4085-96A2-053C605E3740}"/>
              </a:ext>
            </a:extLst>
          </p:cNvPr>
          <p:cNvSpPr>
            <a:spLocks noGrp="1"/>
          </p:cNvSpPr>
          <p:nvPr/>
        </p:nvSpPr>
        <p:spPr>
          <a:xfrm>
            <a:off x="1927757" y="296742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2" name="9lfa_0_official_PredictedAtoms_30">
            <a:extLst>
              <a:ext uri="{FF2B5EF4-FFF2-40B4-BE49-F238E27FC236}">
                <a16:creationId xmlns:a16="http://schemas.microsoft.com/office/drawing/2014/main" id="{6156A49F-AD0E-4ADF-86FE-44F0B5C83A76}"/>
              </a:ext>
            </a:extLst>
          </p:cNvPr>
          <p:cNvSpPr>
            <a:spLocks noGrp="1"/>
          </p:cNvSpPr>
          <p:nvPr/>
        </p:nvSpPr>
        <p:spPr>
          <a:xfrm>
            <a:off x="1635772" y="28386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3" name="9lfa_0_official_PredictedAtoms_31">
            <a:extLst>
              <a:ext uri="{FF2B5EF4-FFF2-40B4-BE49-F238E27FC236}">
                <a16:creationId xmlns:a16="http://schemas.microsoft.com/office/drawing/2014/main" id="{06B52037-BE55-4A7D-8E97-956AF596560C}"/>
              </a:ext>
            </a:extLst>
          </p:cNvPr>
          <p:cNvSpPr>
            <a:spLocks noGrp="1"/>
          </p:cNvSpPr>
          <p:nvPr/>
        </p:nvSpPr>
        <p:spPr>
          <a:xfrm>
            <a:off x="1223770" y="29767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4" name="9lfa_0_official_PredictedAtoms_32">
            <a:extLst>
              <a:ext uri="{FF2B5EF4-FFF2-40B4-BE49-F238E27FC236}">
                <a16:creationId xmlns:a16="http://schemas.microsoft.com/office/drawing/2014/main" id="{8B24510A-1A3A-40F6-897D-2F7E50729548}"/>
              </a:ext>
            </a:extLst>
          </p:cNvPr>
          <p:cNvSpPr>
            <a:spLocks noGrp="1"/>
          </p:cNvSpPr>
          <p:nvPr/>
        </p:nvSpPr>
        <p:spPr>
          <a:xfrm>
            <a:off x="1128009" y="308506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5" name="9lfa_0_official_PredictedAtoms_33">
            <a:extLst>
              <a:ext uri="{FF2B5EF4-FFF2-40B4-BE49-F238E27FC236}">
                <a16:creationId xmlns:a16="http://schemas.microsoft.com/office/drawing/2014/main" id="{2D26D35E-F92F-487A-8F00-0FBE814D2753}"/>
              </a:ext>
            </a:extLst>
          </p:cNvPr>
          <p:cNvSpPr>
            <a:spLocks noGrp="1"/>
          </p:cNvSpPr>
          <p:nvPr/>
        </p:nvSpPr>
        <p:spPr>
          <a:xfrm>
            <a:off x="860567" y="30525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6" name="9lfa_0_official_PredictedAtoms_34">
            <a:extLst>
              <a:ext uri="{FF2B5EF4-FFF2-40B4-BE49-F238E27FC236}">
                <a16:creationId xmlns:a16="http://schemas.microsoft.com/office/drawing/2014/main" id="{C6E7EB3E-3AC3-4E97-A66D-952C9DF344AD}"/>
              </a:ext>
            </a:extLst>
          </p:cNvPr>
          <p:cNvSpPr>
            <a:spLocks noGrp="1"/>
          </p:cNvSpPr>
          <p:nvPr/>
        </p:nvSpPr>
        <p:spPr>
          <a:xfrm>
            <a:off x="802897" y="320357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7" name="9lfa_0_official_PredictedAtoms_35">
            <a:extLst>
              <a:ext uri="{FF2B5EF4-FFF2-40B4-BE49-F238E27FC236}">
                <a16:creationId xmlns:a16="http://schemas.microsoft.com/office/drawing/2014/main" id="{2BFADBFE-DA48-4DE8-AFF2-2CCA6C8E8D36}"/>
              </a:ext>
            </a:extLst>
          </p:cNvPr>
          <p:cNvSpPr>
            <a:spLocks noGrp="1"/>
          </p:cNvSpPr>
          <p:nvPr/>
        </p:nvSpPr>
        <p:spPr>
          <a:xfrm>
            <a:off x="904540" y="35554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408" name="stage3-cases-alternatives_16">
            <a:extLst>
              <a:ext uri="{FF2B5EF4-FFF2-40B4-BE49-F238E27FC236}">
                <a16:creationId xmlns:a16="http://schemas.microsoft.com/office/drawing/2014/main" id="{939DD4B6-CC8F-4320-B3E3-402845385B74}"/>
              </a:ext>
            </a:extLst>
          </p:cNvPr>
          <p:cNvSpPr>
            <a:spLocks noGrp="1"/>
          </p:cNvSpPr>
          <p:nvPr/>
        </p:nvSpPr>
        <p:spPr>
          <a:xfrm>
            <a:off x="2286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3.26 Å   D 58%   Clash 0</a:t>
            </a:r>
          </a:p>
        </p:txBody>
      </p:sp>
      <p:sp>
        <p:nvSpPr>
          <p:cNvPr id="409" name="9lfa_0_tuned_Receptor">
            <a:extLst>
              <a:ext uri="{FF2B5EF4-FFF2-40B4-BE49-F238E27FC236}">
                <a16:creationId xmlns:a16="http://schemas.microsoft.com/office/drawing/2014/main" id="{AA935741-BD2D-4E31-839F-E431EFA0B7C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55074" y="805872"/>
                </a:moveTo>
                <a:lnTo>
                  <a:pt x="2650242" y="901348"/>
                </a:lnTo>
                <a:moveTo>
                  <a:pt x="1948399" y="509012"/>
                </a:moveTo>
                <a:lnTo>
                  <a:pt x="2065157" y="547881"/>
                </a:lnTo>
                <a:moveTo>
                  <a:pt x="2123186" y="705789"/>
                </a:moveTo>
                <a:lnTo>
                  <a:pt x="2259507" y="733410"/>
                </a:lnTo>
                <a:moveTo>
                  <a:pt x="2065157" y="547881"/>
                </a:moveTo>
                <a:lnTo>
                  <a:pt x="2123186" y="705789"/>
                </a:lnTo>
                <a:moveTo>
                  <a:pt x="2650242" y="901348"/>
                </a:moveTo>
                <a:lnTo>
                  <a:pt x="2570381" y="938542"/>
                </a:lnTo>
                <a:moveTo>
                  <a:pt x="1579960" y="710722"/>
                </a:moveTo>
                <a:lnTo>
                  <a:pt x="1707015" y="762930"/>
                </a:lnTo>
                <a:moveTo>
                  <a:pt x="1498707" y="626205"/>
                </a:moveTo>
                <a:lnTo>
                  <a:pt x="1579960" y="710722"/>
                </a:lnTo>
                <a:moveTo>
                  <a:pt x="2065157" y="547881"/>
                </a:moveTo>
                <a:lnTo>
                  <a:pt x="2003931" y="534570"/>
                </a:lnTo>
                <a:moveTo>
                  <a:pt x="1439319" y="483433"/>
                </a:moveTo>
                <a:lnTo>
                  <a:pt x="1498707" y="626205"/>
                </a:lnTo>
                <a:moveTo>
                  <a:pt x="2570381" y="938542"/>
                </a:moveTo>
                <a:lnTo>
                  <a:pt x="2578578" y="814358"/>
                </a:lnTo>
                <a:moveTo>
                  <a:pt x="1498707" y="626205"/>
                </a:moveTo>
                <a:lnTo>
                  <a:pt x="1371904" y="721584"/>
                </a:lnTo>
                <a:moveTo>
                  <a:pt x="2578578" y="814358"/>
                </a:moveTo>
                <a:lnTo>
                  <a:pt x="2534702" y="670251"/>
                </a:lnTo>
                <a:moveTo>
                  <a:pt x="2534702" y="670251"/>
                </a:moveTo>
                <a:lnTo>
                  <a:pt x="2542413" y="556399"/>
                </a:lnTo>
                <a:moveTo>
                  <a:pt x="2003931" y="534570"/>
                </a:moveTo>
                <a:lnTo>
                  <a:pt x="2102621" y="440331"/>
                </a:lnTo>
                <a:moveTo>
                  <a:pt x="2102621" y="440331"/>
                </a:moveTo>
                <a:lnTo>
                  <a:pt x="2231802" y="409529"/>
                </a:lnTo>
                <a:moveTo>
                  <a:pt x="1371904" y="721584"/>
                </a:moveTo>
                <a:lnTo>
                  <a:pt x="1298793" y="652666"/>
                </a:lnTo>
                <a:moveTo>
                  <a:pt x="2578578" y="814358"/>
                </a:moveTo>
                <a:lnTo>
                  <a:pt x="2631972" y="841493"/>
                </a:lnTo>
                <a:moveTo>
                  <a:pt x="2102621" y="440331"/>
                </a:moveTo>
                <a:lnTo>
                  <a:pt x="2042238" y="393473"/>
                </a:lnTo>
                <a:moveTo>
                  <a:pt x="2542413" y="556399"/>
                </a:moveTo>
                <a:lnTo>
                  <a:pt x="2595299" y="584918"/>
                </a:lnTo>
                <a:moveTo>
                  <a:pt x="426016" y="1225776"/>
                </a:moveTo>
                <a:lnTo>
                  <a:pt x="538784" y="1233365"/>
                </a:lnTo>
                <a:moveTo>
                  <a:pt x="2631972" y="841493"/>
                </a:moveTo>
                <a:lnTo>
                  <a:pt x="2639810" y="727565"/>
                </a:lnTo>
                <a:moveTo>
                  <a:pt x="1298793" y="652666"/>
                </a:moveTo>
                <a:lnTo>
                  <a:pt x="1388534" y="678570"/>
                </a:lnTo>
                <a:moveTo>
                  <a:pt x="2639810" y="727565"/>
                </a:moveTo>
                <a:lnTo>
                  <a:pt x="2595299" y="584918"/>
                </a:lnTo>
                <a:moveTo>
                  <a:pt x="789552" y="655484"/>
                </a:moveTo>
                <a:lnTo>
                  <a:pt x="929801" y="712453"/>
                </a:lnTo>
                <a:moveTo>
                  <a:pt x="668186" y="750123"/>
                </a:moveTo>
                <a:lnTo>
                  <a:pt x="789552" y="655484"/>
                </a:lnTo>
                <a:moveTo>
                  <a:pt x="517292" y="724174"/>
                </a:moveTo>
                <a:lnTo>
                  <a:pt x="668186" y="750123"/>
                </a:lnTo>
                <a:moveTo>
                  <a:pt x="440875" y="852730"/>
                </a:moveTo>
                <a:lnTo>
                  <a:pt x="517292" y="724174"/>
                </a:lnTo>
                <a:moveTo>
                  <a:pt x="951221" y="860546"/>
                </a:moveTo>
                <a:lnTo>
                  <a:pt x="929801" y="712453"/>
                </a:lnTo>
                <a:moveTo>
                  <a:pt x="686162" y="899662"/>
                </a:moveTo>
                <a:lnTo>
                  <a:pt x="668186" y="750123"/>
                </a:lnTo>
                <a:moveTo>
                  <a:pt x="1388534" y="678570"/>
                </a:moveTo>
                <a:lnTo>
                  <a:pt x="1486525" y="775256"/>
                </a:lnTo>
                <a:moveTo>
                  <a:pt x="539298" y="963047"/>
                </a:moveTo>
                <a:lnTo>
                  <a:pt x="440875" y="852730"/>
                </a:lnTo>
                <a:moveTo>
                  <a:pt x="538784" y="1233365"/>
                </a:moveTo>
                <a:lnTo>
                  <a:pt x="502291" y="1119233"/>
                </a:lnTo>
                <a:moveTo>
                  <a:pt x="539298" y="963047"/>
                </a:moveTo>
                <a:lnTo>
                  <a:pt x="686162" y="899662"/>
                </a:lnTo>
                <a:moveTo>
                  <a:pt x="831078" y="954794"/>
                </a:moveTo>
                <a:lnTo>
                  <a:pt x="951221" y="860546"/>
                </a:lnTo>
                <a:moveTo>
                  <a:pt x="686162" y="899662"/>
                </a:moveTo>
                <a:lnTo>
                  <a:pt x="831078" y="954794"/>
                </a:lnTo>
                <a:moveTo>
                  <a:pt x="1388534" y="678570"/>
                </a:moveTo>
                <a:lnTo>
                  <a:pt x="1356884" y="590965"/>
                </a:lnTo>
                <a:moveTo>
                  <a:pt x="502291" y="1119233"/>
                </a:moveTo>
                <a:lnTo>
                  <a:pt x="539298" y="963047"/>
                </a:lnTo>
                <a:moveTo>
                  <a:pt x="1128981" y="897494"/>
                </a:moveTo>
                <a:lnTo>
                  <a:pt x="1271185" y="871647"/>
                </a:lnTo>
                <a:moveTo>
                  <a:pt x="1376816" y="803503"/>
                </a:moveTo>
                <a:lnTo>
                  <a:pt x="1271185" y="871647"/>
                </a:lnTo>
                <a:moveTo>
                  <a:pt x="1092482" y="855072"/>
                </a:moveTo>
                <a:lnTo>
                  <a:pt x="1128981" y="897494"/>
                </a:lnTo>
                <a:moveTo>
                  <a:pt x="1339752" y="761212"/>
                </a:moveTo>
                <a:lnTo>
                  <a:pt x="1376816" y="803503"/>
                </a:lnTo>
                <a:moveTo>
                  <a:pt x="1197113" y="785801"/>
                </a:moveTo>
                <a:lnTo>
                  <a:pt x="1092482" y="855072"/>
                </a:lnTo>
                <a:moveTo>
                  <a:pt x="1197113" y="785801"/>
                </a:moveTo>
                <a:lnTo>
                  <a:pt x="1339752" y="761212"/>
                </a:lnTo>
                <a:moveTo>
                  <a:pt x="1157640" y="740468"/>
                </a:moveTo>
                <a:lnTo>
                  <a:pt x="1197113" y="785801"/>
                </a:lnTo>
                <a:moveTo>
                  <a:pt x="1575717" y="1151744"/>
                </a:moveTo>
                <a:lnTo>
                  <a:pt x="1452153" y="1125854"/>
                </a:lnTo>
                <a:moveTo>
                  <a:pt x="1719929" y="1111709"/>
                </a:moveTo>
                <a:lnTo>
                  <a:pt x="1575717" y="1151744"/>
                </a:lnTo>
                <a:moveTo>
                  <a:pt x="1224267" y="843833"/>
                </a:moveTo>
                <a:lnTo>
                  <a:pt x="1157640" y="740468"/>
                </a:lnTo>
                <a:moveTo>
                  <a:pt x="1784135" y="963500"/>
                </a:moveTo>
                <a:lnTo>
                  <a:pt x="1697559" y="828992"/>
                </a:lnTo>
                <a:moveTo>
                  <a:pt x="1719929" y="1111709"/>
                </a:moveTo>
                <a:lnTo>
                  <a:pt x="1784135" y="963500"/>
                </a:lnTo>
                <a:moveTo>
                  <a:pt x="1697559" y="828992"/>
                </a:moveTo>
                <a:lnTo>
                  <a:pt x="1749148" y="695558"/>
                </a:lnTo>
                <a:moveTo>
                  <a:pt x="1831665" y="1230203"/>
                </a:moveTo>
                <a:lnTo>
                  <a:pt x="1719929" y="1111709"/>
                </a:lnTo>
                <a:moveTo>
                  <a:pt x="2649407" y="447015"/>
                </a:moveTo>
                <a:lnTo>
                  <a:pt x="2589456" y="502511"/>
                </a:lnTo>
                <a:moveTo>
                  <a:pt x="1157519" y="993756"/>
                </a:moveTo>
                <a:lnTo>
                  <a:pt x="1224267" y="843833"/>
                </a:lnTo>
                <a:moveTo>
                  <a:pt x="1697559" y="828992"/>
                </a:moveTo>
                <a:lnTo>
                  <a:pt x="1585393" y="844434"/>
                </a:lnTo>
                <a:moveTo>
                  <a:pt x="1224267" y="843833"/>
                </a:moveTo>
                <a:lnTo>
                  <a:pt x="1209269" y="774553"/>
                </a:lnTo>
                <a:moveTo>
                  <a:pt x="1209269" y="774553"/>
                </a:moveTo>
                <a:lnTo>
                  <a:pt x="1195430" y="637838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410" name="9lfa_0_tuned_ExperimentalDensity">
            <a:extLst>
              <a:ext uri="{FF2B5EF4-FFF2-40B4-BE49-F238E27FC236}">
                <a16:creationId xmlns:a16="http://schemas.microsoft.com/office/drawing/2014/main" id="{9146B325-8AEA-4DED-A061-33D1BB445DB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765" y="401956"/>
                </a:moveTo>
                <a:lnTo>
                  <a:pt x="1652128" y="292515"/>
                </a:lnTo>
                <a:moveTo>
                  <a:pt x="1756560" y="294118"/>
                </a:moveTo>
                <a:lnTo>
                  <a:pt x="1652128" y="292515"/>
                </a:lnTo>
                <a:moveTo>
                  <a:pt x="1652128" y="292515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652128" y="292515"/>
                </a:lnTo>
                <a:moveTo>
                  <a:pt x="1747034" y="404348"/>
                </a:moveTo>
                <a:lnTo>
                  <a:pt x="1640765" y="401956"/>
                </a:lnTo>
                <a:moveTo>
                  <a:pt x="1756560" y="294118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756560" y="294118"/>
                </a:lnTo>
                <a:moveTo>
                  <a:pt x="1647481" y="169279"/>
                </a:moveTo>
                <a:lnTo>
                  <a:pt x="1756560" y="294118"/>
                </a:lnTo>
                <a:moveTo>
                  <a:pt x="1631670" y="152947"/>
                </a:moveTo>
                <a:lnTo>
                  <a:pt x="1635004" y="170848"/>
                </a:lnTo>
                <a:moveTo>
                  <a:pt x="1647481" y="169279"/>
                </a:moveTo>
                <a:lnTo>
                  <a:pt x="1635004" y="170848"/>
                </a:lnTo>
                <a:moveTo>
                  <a:pt x="1609625" y="479657"/>
                </a:moveTo>
                <a:lnTo>
                  <a:pt x="1640765" y="401956"/>
                </a:lnTo>
                <a:moveTo>
                  <a:pt x="1647481" y="169279"/>
                </a:moveTo>
                <a:lnTo>
                  <a:pt x="1631670" y="152947"/>
                </a:lnTo>
                <a:moveTo>
                  <a:pt x="1854560" y="407279"/>
                </a:moveTo>
                <a:lnTo>
                  <a:pt x="1756560" y="294118"/>
                </a:lnTo>
                <a:moveTo>
                  <a:pt x="1732993" y="215815"/>
                </a:moveTo>
                <a:lnTo>
                  <a:pt x="1756560" y="294118"/>
                </a:lnTo>
                <a:moveTo>
                  <a:pt x="1854560" y="407279"/>
                </a:moveTo>
                <a:lnTo>
                  <a:pt x="1747034" y="404348"/>
                </a:lnTo>
                <a:moveTo>
                  <a:pt x="1847984" y="290139"/>
                </a:moveTo>
                <a:lnTo>
                  <a:pt x="1756560" y="294118"/>
                </a:lnTo>
                <a:moveTo>
                  <a:pt x="1713844" y="499594"/>
                </a:moveTo>
                <a:lnTo>
                  <a:pt x="1640765" y="401956"/>
                </a:lnTo>
                <a:moveTo>
                  <a:pt x="1732993" y="215815"/>
                </a:moveTo>
                <a:lnTo>
                  <a:pt x="1647481" y="169279"/>
                </a:lnTo>
                <a:moveTo>
                  <a:pt x="2093959" y="423590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2093959" y="423590"/>
                </a:lnTo>
                <a:moveTo>
                  <a:pt x="1967058" y="413489"/>
                </a:moveTo>
                <a:lnTo>
                  <a:pt x="1854560" y="407279"/>
                </a:lnTo>
                <a:moveTo>
                  <a:pt x="1854560" y="40727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854560" y="407279"/>
                </a:lnTo>
                <a:moveTo>
                  <a:pt x="2203303" y="541619"/>
                </a:moveTo>
                <a:lnTo>
                  <a:pt x="2093959" y="423590"/>
                </a:lnTo>
                <a:moveTo>
                  <a:pt x="1713844" y="499594"/>
                </a:moveTo>
                <a:lnTo>
                  <a:pt x="1747034" y="404348"/>
                </a:lnTo>
                <a:moveTo>
                  <a:pt x="1967058" y="413489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1970509" y="413825"/>
                </a:lnTo>
                <a:moveTo>
                  <a:pt x="1969770" y="414755"/>
                </a:moveTo>
                <a:lnTo>
                  <a:pt x="1970509" y="413825"/>
                </a:lnTo>
                <a:moveTo>
                  <a:pt x="1967058" y="41348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967058" y="413489"/>
                </a:lnTo>
                <a:moveTo>
                  <a:pt x="1854560" y="407279"/>
                </a:moveTo>
                <a:lnTo>
                  <a:pt x="1847984" y="290139"/>
                </a:lnTo>
                <a:moveTo>
                  <a:pt x="1730114" y="504605"/>
                </a:moveTo>
                <a:lnTo>
                  <a:pt x="1747034" y="404348"/>
                </a:lnTo>
                <a:moveTo>
                  <a:pt x="2285210" y="546426"/>
                </a:moveTo>
                <a:lnTo>
                  <a:pt x="2326752" y="551384"/>
                </a:lnTo>
                <a:moveTo>
                  <a:pt x="1732993" y="215815"/>
                </a:moveTo>
                <a:lnTo>
                  <a:pt x="1847984" y="290139"/>
                </a:lnTo>
                <a:moveTo>
                  <a:pt x="1594872" y="119249"/>
                </a:moveTo>
                <a:lnTo>
                  <a:pt x="1631670" y="152947"/>
                </a:lnTo>
                <a:moveTo>
                  <a:pt x="2079504" y="352954"/>
                </a:moveTo>
                <a:lnTo>
                  <a:pt x="2093959" y="423590"/>
                </a:lnTo>
                <a:moveTo>
                  <a:pt x="1824825" y="508835"/>
                </a:moveTo>
                <a:lnTo>
                  <a:pt x="1747034" y="404348"/>
                </a:lnTo>
                <a:moveTo>
                  <a:pt x="2317517" y="533582"/>
                </a:moveTo>
                <a:lnTo>
                  <a:pt x="2326752" y="551384"/>
                </a:lnTo>
                <a:moveTo>
                  <a:pt x="2285210" y="546426"/>
                </a:moveTo>
                <a:lnTo>
                  <a:pt x="2203303" y="541619"/>
                </a:lnTo>
                <a:moveTo>
                  <a:pt x="2073748" y="529234"/>
                </a:moveTo>
                <a:lnTo>
                  <a:pt x="2093959" y="423590"/>
                </a:lnTo>
                <a:moveTo>
                  <a:pt x="2195359" y="423892"/>
                </a:moveTo>
                <a:lnTo>
                  <a:pt x="2093959" y="423590"/>
                </a:lnTo>
                <a:moveTo>
                  <a:pt x="2079504" y="352954"/>
                </a:moveTo>
                <a:lnTo>
                  <a:pt x="1970089" y="410015"/>
                </a:lnTo>
                <a:moveTo>
                  <a:pt x="2312814" y="603273"/>
                </a:moveTo>
                <a:lnTo>
                  <a:pt x="2326752" y="551384"/>
                </a:lnTo>
                <a:moveTo>
                  <a:pt x="2203303" y="541619"/>
                </a:moveTo>
                <a:lnTo>
                  <a:pt x="2317517" y="533582"/>
                </a:lnTo>
                <a:moveTo>
                  <a:pt x="1627351" y="153326"/>
                </a:moveTo>
                <a:lnTo>
                  <a:pt x="1631670" y="152947"/>
                </a:lnTo>
                <a:moveTo>
                  <a:pt x="2073748" y="529234"/>
                </a:moveTo>
                <a:lnTo>
                  <a:pt x="1970509" y="413825"/>
                </a:lnTo>
                <a:moveTo>
                  <a:pt x="2285210" y="546426"/>
                </a:moveTo>
                <a:lnTo>
                  <a:pt x="2317517" y="533582"/>
                </a:lnTo>
                <a:moveTo>
                  <a:pt x="2359751" y="547862"/>
                </a:moveTo>
                <a:lnTo>
                  <a:pt x="2326752" y="551384"/>
                </a:lnTo>
                <a:moveTo>
                  <a:pt x="1713844" y="499594"/>
                </a:moveTo>
                <a:lnTo>
                  <a:pt x="1609625" y="479657"/>
                </a:lnTo>
                <a:moveTo>
                  <a:pt x="1627351" y="153326"/>
                </a:moveTo>
                <a:lnTo>
                  <a:pt x="1647481" y="169279"/>
                </a:lnTo>
                <a:moveTo>
                  <a:pt x="2312814" y="603273"/>
                </a:moveTo>
                <a:lnTo>
                  <a:pt x="2203303" y="541619"/>
                </a:lnTo>
                <a:moveTo>
                  <a:pt x="2044198" y="526219"/>
                </a:moveTo>
                <a:lnTo>
                  <a:pt x="1970509" y="413825"/>
                </a:lnTo>
                <a:moveTo>
                  <a:pt x="2044198" y="526219"/>
                </a:moveTo>
                <a:lnTo>
                  <a:pt x="1969770" y="414755"/>
                </a:lnTo>
                <a:moveTo>
                  <a:pt x="2203303" y="541619"/>
                </a:moveTo>
                <a:lnTo>
                  <a:pt x="2073748" y="529234"/>
                </a:lnTo>
                <a:moveTo>
                  <a:pt x="2203303" y="541619"/>
                </a:moveTo>
                <a:lnTo>
                  <a:pt x="2195359" y="423892"/>
                </a:lnTo>
                <a:moveTo>
                  <a:pt x="2312814" y="603273"/>
                </a:moveTo>
                <a:lnTo>
                  <a:pt x="2285210" y="546426"/>
                </a:lnTo>
                <a:moveTo>
                  <a:pt x="1824825" y="50883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732993" y="215815"/>
                </a:lnTo>
                <a:moveTo>
                  <a:pt x="1942811" y="51625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847984" y="290139"/>
                </a:lnTo>
                <a:moveTo>
                  <a:pt x="2304597" y="656193"/>
                </a:moveTo>
                <a:lnTo>
                  <a:pt x="2203303" y="541619"/>
                </a:lnTo>
                <a:moveTo>
                  <a:pt x="2359751" y="547862"/>
                </a:moveTo>
                <a:lnTo>
                  <a:pt x="2317517" y="533582"/>
                </a:lnTo>
                <a:moveTo>
                  <a:pt x="2079504" y="352954"/>
                </a:moveTo>
                <a:lnTo>
                  <a:pt x="2195359" y="423892"/>
                </a:lnTo>
                <a:moveTo>
                  <a:pt x="1942811" y="516255"/>
                </a:moveTo>
                <a:lnTo>
                  <a:pt x="1969770" y="414755"/>
                </a:lnTo>
                <a:moveTo>
                  <a:pt x="1926040" y="285889"/>
                </a:moveTo>
                <a:lnTo>
                  <a:pt x="1854560" y="407279"/>
                </a:lnTo>
                <a:moveTo>
                  <a:pt x="737146" y="438787"/>
                </a:moveTo>
                <a:lnTo>
                  <a:pt x="759904" y="440747"/>
                </a:lnTo>
                <a:moveTo>
                  <a:pt x="2359751" y="547862"/>
                </a:moveTo>
                <a:lnTo>
                  <a:pt x="2312814" y="603273"/>
                </a:lnTo>
                <a:moveTo>
                  <a:pt x="756885" y="428886"/>
                </a:moveTo>
                <a:lnTo>
                  <a:pt x="759904" y="440747"/>
                </a:lnTo>
                <a:moveTo>
                  <a:pt x="1627351" y="153326"/>
                </a:moveTo>
                <a:lnTo>
                  <a:pt x="1732993" y="215815"/>
                </a:lnTo>
                <a:moveTo>
                  <a:pt x="2044198" y="526219"/>
                </a:moveTo>
                <a:lnTo>
                  <a:pt x="2073748" y="529234"/>
                </a:lnTo>
                <a:moveTo>
                  <a:pt x="737146" y="438787"/>
                </a:moveTo>
                <a:lnTo>
                  <a:pt x="756885" y="428886"/>
                </a:lnTo>
                <a:moveTo>
                  <a:pt x="1926040" y="285889"/>
                </a:moveTo>
                <a:lnTo>
                  <a:pt x="1970089" y="410015"/>
                </a:lnTo>
                <a:moveTo>
                  <a:pt x="2176681" y="644512"/>
                </a:moveTo>
                <a:lnTo>
                  <a:pt x="2203303" y="541619"/>
                </a:lnTo>
                <a:moveTo>
                  <a:pt x="2304597" y="656193"/>
                </a:moveTo>
                <a:lnTo>
                  <a:pt x="2312814" y="603273"/>
                </a:lnTo>
                <a:moveTo>
                  <a:pt x="1730114" y="504605"/>
                </a:moveTo>
                <a:lnTo>
                  <a:pt x="1713844" y="499594"/>
                </a:lnTo>
                <a:moveTo>
                  <a:pt x="1939194" y="288841"/>
                </a:moveTo>
                <a:lnTo>
                  <a:pt x="1970089" y="410015"/>
                </a:lnTo>
                <a:moveTo>
                  <a:pt x="1710044" y="502791"/>
                </a:moveTo>
                <a:lnTo>
                  <a:pt x="1713844" y="499594"/>
                </a:lnTo>
                <a:moveTo>
                  <a:pt x="2066157" y="550757"/>
                </a:moveTo>
                <a:lnTo>
                  <a:pt x="2073748" y="529234"/>
                </a:lnTo>
                <a:moveTo>
                  <a:pt x="2304597" y="656193"/>
                </a:moveTo>
                <a:lnTo>
                  <a:pt x="2359751" y="547862"/>
                </a:lnTo>
                <a:moveTo>
                  <a:pt x="632841" y="429431"/>
                </a:moveTo>
                <a:lnTo>
                  <a:pt x="737146" y="438787"/>
                </a:lnTo>
                <a:moveTo>
                  <a:pt x="385259" y="663933"/>
                </a:moveTo>
                <a:lnTo>
                  <a:pt x="278579" y="680473"/>
                </a:lnTo>
                <a:moveTo>
                  <a:pt x="1926040" y="285889"/>
                </a:moveTo>
                <a:lnTo>
                  <a:pt x="1847984" y="290139"/>
                </a:lnTo>
                <a:moveTo>
                  <a:pt x="1710044" y="502791"/>
                </a:moveTo>
                <a:lnTo>
                  <a:pt x="1730114" y="504605"/>
                </a:lnTo>
                <a:moveTo>
                  <a:pt x="868538" y="444153"/>
                </a:moveTo>
                <a:lnTo>
                  <a:pt x="759904" y="440747"/>
                </a:lnTo>
                <a:moveTo>
                  <a:pt x="2066157" y="550757"/>
                </a:moveTo>
                <a:lnTo>
                  <a:pt x="2044198" y="526219"/>
                </a:lnTo>
                <a:moveTo>
                  <a:pt x="2183033" y="383119"/>
                </a:moveTo>
                <a:lnTo>
                  <a:pt x="2079504" y="352954"/>
                </a:lnTo>
                <a:moveTo>
                  <a:pt x="1571357" y="467739"/>
                </a:moveTo>
                <a:lnTo>
                  <a:pt x="1609625" y="479657"/>
                </a:lnTo>
                <a:moveTo>
                  <a:pt x="2232444" y="418600"/>
                </a:moveTo>
                <a:lnTo>
                  <a:pt x="2203303" y="541619"/>
                </a:lnTo>
                <a:moveTo>
                  <a:pt x="2183033" y="383119"/>
                </a:moveTo>
                <a:lnTo>
                  <a:pt x="2195359" y="423892"/>
                </a:lnTo>
                <a:moveTo>
                  <a:pt x="756885" y="428886"/>
                </a:moveTo>
                <a:lnTo>
                  <a:pt x="868538" y="444153"/>
                </a:lnTo>
                <a:moveTo>
                  <a:pt x="1695540" y="191816"/>
                </a:moveTo>
                <a:lnTo>
                  <a:pt x="1732993" y="215815"/>
                </a:lnTo>
                <a:moveTo>
                  <a:pt x="506592" y="430251"/>
                </a:moveTo>
                <a:lnTo>
                  <a:pt x="400480" y="438367"/>
                </a:lnTo>
                <a:moveTo>
                  <a:pt x="1730114" y="504605"/>
                </a:moveTo>
                <a:lnTo>
                  <a:pt x="1824825" y="508835"/>
                </a:lnTo>
                <a:moveTo>
                  <a:pt x="1942811" y="516255"/>
                </a:moveTo>
                <a:lnTo>
                  <a:pt x="2044198" y="526219"/>
                </a:lnTo>
                <a:moveTo>
                  <a:pt x="2176681" y="644512"/>
                </a:moveTo>
                <a:lnTo>
                  <a:pt x="2073748" y="529234"/>
                </a:lnTo>
                <a:moveTo>
                  <a:pt x="867088" y="360131"/>
                </a:moveTo>
                <a:lnTo>
                  <a:pt x="756885" y="428886"/>
                </a:lnTo>
                <a:moveTo>
                  <a:pt x="867060" y="329201"/>
                </a:moveTo>
                <a:lnTo>
                  <a:pt x="756885" y="428886"/>
                </a:lnTo>
                <a:moveTo>
                  <a:pt x="2232444" y="418600"/>
                </a:moveTo>
                <a:lnTo>
                  <a:pt x="2317517" y="533582"/>
                </a:lnTo>
                <a:moveTo>
                  <a:pt x="2066157" y="550757"/>
                </a:moveTo>
                <a:lnTo>
                  <a:pt x="1942811" y="516255"/>
                </a:lnTo>
                <a:moveTo>
                  <a:pt x="382417" y="408388"/>
                </a:moveTo>
                <a:lnTo>
                  <a:pt x="400480" y="438367"/>
                </a:lnTo>
                <a:moveTo>
                  <a:pt x="156209" y="618958"/>
                </a:moveTo>
                <a:lnTo>
                  <a:pt x="278579" y="680473"/>
                </a:lnTo>
                <a:moveTo>
                  <a:pt x="2044532" y="292200"/>
                </a:moveTo>
                <a:lnTo>
                  <a:pt x="1970089" y="410015"/>
                </a:lnTo>
                <a:moveTo>
                  <a:pt x="2304597" y="656193"/>
                </a:moveTo>
                <a:lnTo>
                  <a:pt x="2176681" y="644512"/>
                </a:lnTo>
                <a:moveTo>
                  <a:pt x="2130550" y="639127"/>
                </a:moveTo>
                <a:lnTo>
                  <a:pt x="2073748" y="529234"/>
                </a:lnTo>
                <a:moveTo>
                  <a:pt x="506592" y="430251"/>
                </a:moveTo>
                <a:lnTo>
                  <a:pt x="632841" y="429431"/>
                </a:lnTo>
                <a:moveTo>
                  <a:pt x="499770" y="415537"/>
                </a:moveTo>
                <a:lnTo>
                  <a:pt x="400480" y="438367"/>
                </a:lnTo>
                <a:moveTo>
                  <a:pt x="2406740" y="542496"/>
                </a:moveTo>
                <a:lnTo>
                  <a:pt x="2317517" y="533582"/>
                </a:lnTo>
                <a:moveTo>
                  <a:pt x="1942811" y="516255"/>
                </a:moveTo>
                <a:lnTo>
                  <a:pt x="1824825" y="508835"/>
                </a:lnTo>
                <a:moveTo>
                  <a:pt x="2232444" y="418600"/>
                </a:moveTo>
                <a:lnTo>
                  <a:pt x="2195359" y="423892"/>
                </a:lnTo>
                <a:moveTo>
                  <a:pt x="1816346" y="544988"/>
                </a:moveTo>
                <a:lnTo>
                  <a:pt x="1730114" y="504605"/>
                </a:lnTo>
                <a:moveTo>
                  <a:pt x="1926040" y="285889"/>
                </a:moveTo>
                <a:lnTo>
                  <a:pt x="1835093" y="267150"/>
                </a:lnTo>
                <a:moveTo>
                  <a:pt x="522680" y="419091"/>
                </a:moveTo>
                <a:lnTo>
                  <a:pt x="632841" y="429431"/>
                </a:lnTo>
                <a:moveTo>
                  <a:pt x="1627351" y="153326"/>
                </a:moveTo>
                <a:lnTo>
                  <a:pt x="1594872" y="119249"/>
                </a:lnTo>
                <a:moveTo>
                  <a:pt x="1816346" y="544988"/>
                </a:moveTo>
                <a:lnTo>
                  <a:pt x="1710044" y="502791"/>
                </a:lnTo>
                <a:moveTo>
                  <a:pt x="867088" y="360131"/>
                </a:moveTo>
                <a:lnTo>
                  <a:pt x="868538" y="444153"/>
                </a:lnTo>
                <a:moveTo>
                  <a:pt x="255557" y="442612"/>
                </a:moveTo>
                <a:lnTo>
                  <a:pt x="400480" y="438367"/>
                </a:lnTo>
                <a:moveTo>
                  <a:pt x="2284378" y="445653"/>
                </a:moveTo>
                <a:lnTo>
                  <a:pt x="2317517" y="533582"/>
                </a:lnTo>
                <a:moveTo>
                  <a:pt x="2410079" y="658247"/>
                </a:moveTo>
                <a:lnTo>
                  <a:pt x="2304597" y="656193"/>
                </a:lnTo>
                <a:moveTo>
                  <a:pt x="801571" y="551272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713844" y="499594"/>
                </a:lnTo>
                <a:moveTo>
                  <a:pt x="2406740" y="542496"/>
                </a:moveTo>
                <a:lnTo>
                  <a:pt x="2359751" y="547862"/>
                </a:lnTo>
                <a:moveTo>
                  <a:pt x="867060" y="329201"/>
                </a:moveTo>
                <a:lnTo>
                  <a:pt x="867088" y="360131"/>
                </a:lnTo>
                <a:moveTo>
                  <a:pt x="1816346" y="544988"/>
                </a:moveTo>
                <a:lnTo>
                  <a:pt x="1824825" y="508835"/>
                </a:lnTo>
                <a:moveTo>
                  <a:pt x="2130550" y="639127"/>
                </a:moveTo>
                <a:lnTo>
                  <a:pt x="2066157" y="550757"/>
                </a:lnTo>
                <a:moveTo>
                  <a:pt x="801571" y="551272"/>
                </a:moveTo>
                <a:lnTo>
                  <a:pt x="742242" y="645898"/>
                </a:lnTo>
                <a:moveTo>
                  <a:pt x="506592" y="430251"/>
                </a:moveTo>
                <a:lnTo>
                  <a:pt x="522680" y="419091"/>
                </a:lnTo>
                <a:moveTo>
                  <a:pt x="897712" y="330634"/>
                </a:moveTo>
                <a:lnTo>
                  <a:pt x="867088" y="360131"/>
                </a:lnTo>
                <a:moveTo>
                  <a:pt x="859027" y="479604"/>
                </a:moveTo>
                <a:lnTo>
                  <a:pt x="868538" y="444153"/>
                </a:lnTo>
                <a:moveTo>
                  <a:pt x="897712" y="330634"/>
                </a:moveTo>
                <a:lnTo>
                  <a:pt x="867060" y="329201"/>
                </a:lnTo>
                <a:moveTo>
                  <a:pt x="1797444" y="246058"/>
                </a:moveTo>
                <a:lnTo>
                  <a:pt x="1732993" y="215815"/>
                </a:lnTo>
                <a:moveTo>
                  <a:pt x="2044532" y="292200"/>
                </a:moveTo>
                <a:lnTo>
                  <a:pt x="2079504" y="352954"/>
                </a:lnTo>
                <a:moveTo>
                  <a:pt x="2304597" y="656193"/>
                </a:moveTo>
                <a:lnTo>
                  <a:pt x="2406740" y="542496"/>
                </a:lnTo>
                <a:moveTo>
                  <a:pt x="737146" y="438787"/>
                </a:moveTo>
                <a:lnTo>
                  <a:pt x="730596" y="313851"/>
                </a:lnTo>
                <a:moveTo>
                  <a:pt x="615284" y="383894"/>
                </a:moveTo>
                <a:lnTo>
                  <a:pt x="632841" y="429431"/>
                </a:lnTo>
                <a:moveTo>
                  <a:pt x="735529" y="658921"/>
                </a:moveTo>
                <a:lnTo>
                  <a:pt x="742242" y="645898"/>
                </a:lnTo>
                <a:moveTo>
                  <a:pt x="1611755" y="486761"/>
                </a:moveTo>
                <a:lnTo>
                  <a:pt x="1713844" y="499594"/>
                </a:lnTo>
                <a:moveTo>
                  <a:pt x="905190" y="442023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468464" y="428159"/>
                </a:lnTo>
                <a:moveTo>
                  <a:pt x="730596" y="313851"/>
                </a:moveTo>
                <a:lnTo>
                  <a:pt x="756885" y="428886"/>
                </a:lnTo>
                <a:moveTo>
                  <a:pt x="499770" y="415537"/>
                </a:moveTo>
                <a:lnTo>
                  <a:pt x="506592" y="430251"/>
                </a:lnTo>
                <a:moveTo>
                  <a:pt x="2232444" y="418600"/>
                </a:moveTo>
                <a:lnTo>
                  <a:pt x="2183033" y="383119"/>
                </a:lnTo>
                <a:moveTo>
                  <a:pt x="801571" y="551272"/>
                </a:moveTo>
                <a:lnTo>
                  <a:pt x="859027" y="479604"/>
                </a:lnTo>
                <a:moveTo>
                  <a:pt x="238643" y="693276"/>
                </a:moveTo>
                <a:lnTo>
                  <a:pt x="278579" y="680473"/>
                </a:lnTo>
                <a:moveTo>
                  <a:pt x="2130550" y="639127"/>
                </a:moveTo>
                <a:lnTo>
                  <a:pt x="2176681" y="644512"/>
                </a:lnTo>
                <a:moveTo>
                  <a:pt x="490891" y="662931"/>
                </a:moveTo>
                <a:lnTo>
                  <a:pt x="385259" y="663933"/>
                </a:lnTo>
                <a:moveTo>
                  <a:pt x="499770" y="415537"/>
                </a:moveTo>
                <a:lnTo>
                  <a:pt x="522680" y="419091"/>
                </a:lnTo>
                <a:moveTo>
                  <a:pt x="1611755" y="486761"/>
                </a:moveTo>
                <a:lnTo>
                  <a:pt x="1710044" y="502791"/>
                </a:lnTo>
                <a:moveTo>
                  <a:pt x="1939194" y="288841"/>
                </a:moveTo>
                <a:lnTo>
                  <a:pt x="1926040" y="285889"/>
                </a:lnTo>
                <a:moveTo>
                  <a:pt x="632841" y="429431"/>
                </a:moveTo>
                <a:lnTo>
                  <a:pt x="730596" y="313851"/>
                </a:lnTo>
                <a:moveTo>
                  <a:pt x="499770" y="415537"/>
                </a:moveTo>
                <a:lnTo>
                  <a:pt x="382417" y="408388"/>
                </a:lnTo>
                <a:moveTo>
                  <a:pt x="1695540" y="191816"/>
                </a:moveTo>
                <a:lnTo>
                  <a:pt x="1627351" y="153326"/>
                </a:lnTo>
                <a:moveTo>
                  <a:pt x="1919679" y="578052"/>
                </a:moveTo>
                <a:lnTo>
                  <a:pt x="2066157" y="550757"/>
                </a:lnTo>
                <a:moveTo>
                  <a:pt x="522680" y="419091"/>
                </a:moveTo>
                <a:lnTo>
                  <a:pt x="615284" y="383894"/>
                </a:lnTo>
                <a:moveTo>
                  <a:pt x="712595" y="311504"/>
                </a:moveTo>
                <a:lnTo>
                  <a:pt x="632841" y="429431"/>
                </a:lnTo>
                <a:moveTo>
                  <a:pt x="2162902" y="681469"/>
                </a:moveTo>
                <a:lnTo>
                  <a:pt x="2176681" y="644512"/>
                </a:lnTo>
                <a:moveTo>
                  <a:pt x="1449374" y="132017"/>
                </a:moveTo>
                <a:lnTo>
                  <a:pt x="1594872" y="119249"/>
                </a:lnTo>
                <a:moveTo>
                  <a:pt x="156209" y="618958"/>
                </a:moveTo>
                <a:lnTo>
                  <a:pt x="189210" y="508349"/>
                </a:lnTo>
                <a:moveTo>
                  <a:pt x="905190" y="442023"/>
                </a:moveTo>
                <a:lnTo>
                  <a:pt x="859027" y="479604"/>
                </a:lnTo>
                <a:moveTo>
                  <a:pt x="2385502" y="511461"/>
                </a:moveTo>
                <a:lnTo>
                  <a:pt x="2317517" y="533582"/>
                </a:lnTo>
                <a:moveTo>
                  <a:pt x="1459251" y="134524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824825" y="508835"/>
                </a:lnTo>
                <a:moveTo>
                  <a:pt x="255557" y="442612"/>
                </a:moveTo>
                <a:lnTo>
                  <a:pt x="382417" y="408388"/>
                </a:lnTo>
                <a:moveTo>
                  <a:pt x="1566272" y="141351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942811" y="516255"/>
                </a:lnTo>
                <a:moveTo>
                  <a:pt x="867060" y="329201"/>
                </a:moveTo>
                <a:lnTo>
                  <a:pt x="730596" y="313851"/>
                </a:lnTo>
                <a:moveTo>
                  <a:pt x="189210" y="508349"/>
                </a:moveTo>
                <a:lnTo>
                  <a:pt x="255557" y="442612"/>
                </a:lnTo>
                <a:moveTo>
                  <a:pt x="2410079" y="658247"/>
                </a:moveTo>
                <a:lnTo>
                  <a:pt x="2406740" y="542496"/>
                </a:lnTo>
                <a:moveTo>
                  <a:pt x="2032891" y="626017"/>
                </a:moveTo>
                <a:lnTo>
                  <a:pt x="2066157" y="550757"/>
                </a:lnTo>
                <a:moveTo>
                  <a:pt x="1797444" y="246058"/>
                </a:moveTo>
                <a:lnTo>
                  <a:pt x="1835093" y="267150"/>
                </a:lnTo>
                <a:moveTo>
                  <a:pt x="2147847" y="325535"/>
                </a:moveTo>
                <a:lnTo>
                  <a:pt x="2079504" y="352954"/>
                </a:lnTo>
                <a:moveTo>
                  <a:pt x="1672633" y="531308"/>
                </a:moveTo>
                <a:lnTo>
                  <a:pt x="1710044" y="502791"/>
                </a:lnTo>
                <a:moveTo>
                  <a:pt x="2162902" y="681469"/>
                </a:moveTo>
                <a:lnTo>
                  <a:pt x="2130550" y="639127"/>
                </a:lnTo>
                <a:moveTo>
                  <a:pt x="843948" y="547918"/>
                </a:moveTo>
                <a:lnTo>
                  <a:pt x="801571" y="551272"/>
                </a:lnTo>
                <a:moveTo>
                  <a:pt x="2266682" y="707906"/>
                </a:moveTo>
                <a:lnTo>
                  <a:pt x="2304597" y="656193"/>
                </a:lnTo>
                <a:moveTo>
                  <a:pt x="343954" y="697032"/>
                </a:moveTo>
                <a:lnTo>
                  <a:pt x="278579" y="680473"/>
                </a:lnTo>
                <a:moveTo>
                  <a:pt x="726501" y="300126"/>
                </a:moveTo>
                <a:lnTo>
                  <a:pt x="867060" y="329201"/>
                </a:lnTo>
                <a:moveTo>
                  <a:pt x="1566272" y="141351"/>
                </a:moveTo>
                <a:lnTo>
                  <a:pt x="1627351" y="153326"/>
                </a:lnTo>
                <a:moveTo>
                  <a:pt x="327091" y="399759"/>
                </a:moveTo>
                <a:lnTo>
                  <a:pt x="382417" y="408388"/>
                </a:lnTo>
                <a:moveTo>
                  <a:pt x="1919679" y="578052"/>
                </a:moveTo>
                <a:lnTo>
                  <a:pt x="1816346" y="544988"/>
                </a:lnTo>
                <a:moveTo>
                  <a:pt x="2284378" y="445653"/>
                </a:moveTo>
                <a:lnTo>
                  <a:pt x="2232444" y="418600"/>
                </a:lnTo>
                <a:moveTo>
                  <a:pt x="843948" y="547918"/>
                </a:moveTo>
                <a:lnTo>
                  <a:pt x="859027" y="479604"/>
                </a:lnTo>
                <a:moveTo>
                  <a:pt x="2044532" y="292200"/>
                </a:moveTo>
                <a:lnTo>
                  <a:pt x="1939194" y="288841"/>
                </a:lnTo>
                <a:moveTo>
                  <a:pt x="365037" y="384583"/>
                </a:moveTo>
                <a:lnTo>
                  <a:pt x="382417" y="408388"/>
                </a:lnTo>
                <a:moveTo>
                  <a:pt x="1431451" y="397636"/>
                </a:moveTo>
                <a:lnTo>
                  <a:pt x="1468464" y="428159"/>
                </a:lnTo>
                <a:moveTo>
                  <a:pt x="1444855" y="134246"/>
                </a:moveTo>
                <a:lnTo>
                  <a:pt x="1339848" y="190729"/>
                </a:lnTo>
                <a:moveTo>
                  <a:pt x="843948" y="547918"/>
                </a:moveTo>
                <a:lnTo>
                  <a:pt x="905190" y="442023"/>
                </a:lnTo>
                <a:moveTo>
                  <a:pt x="1611755" y="486761"/>
                </a:moveTo>
                <a:lnTo>
                  <a:pt x="1571357" y="467739"/>
                </a:lnTo>
                <a:moveTo>
                  <a:pt x="2266682" y="707906"/>
                </a:moveTo>
                <a:lnTo>
                  <a:pt x="2176681" y="644512"/>
                </a:lnTo>
                <a:moveTo>
                  <a:pt x="365037" y="384583"/>
                </a:moveTo>
                <a:lnTo>
                  <a:pt x="499770" y="415537"/>
                </a:lnTo>
                <a:moveTo>
                  <a:pt x="327091" y="399759"/>
                </a:moveTo>
                <a:lnTo>
                  <a:pt x="255557" y="442612"/>
                </a:lnTo>
                <a:moveTo>
                  <a:pt x="1870853" y="269261"/>
                </a:moveTo>
                <a:lnTo>
                  <a:pt x="1835093" y="267150"/>
                </a:lnTo>
                <a:moveTo>
                  <a:pt x="238643" y="693276"/>
                </a:moveTo>
                <a:lnTo>
                  <a:pt x="156209" y="618958"/>
                </a:lnTo>
                <a:moveTo>
                  <a:pt x="2032891" y="626017"/>
                </a:moveTo>
                <a:lnTo>
                  <a:pt x="2130550" y="639127"/>
                </a:lnTo>
                <a:moveTo>
                  <a:pt x="1672633" y="531308"/>
                </a:moveTo>
                <a:lnTo>
                  <a:pt x="1816346" y="544988"/>
                </a:lnTo>
                <a:moveTo>
                  <a:pt x="837445" y="220403"/>
                </a:moveTo>
                <a:lnTo>
                  <a:pt x="867060" y="329201"/>
                </a:lnTo>
                <a:moveTo>
                  <a:pt x="615284" y="383894"/>
                </a:moveTo>
                <a:lnTo>
                  <a:pt x="712595" y="311504"/>
                </a:lnTo>
                <a:moveTo>
                  <a:pt x="961850" y="440984"/>
                </a:moveTo>
                <a:lnTo>
                  <a:pt x="905190" y="442023"/>
                </a:lnTo>
                <a:moveTo>
                  <a:pt x="1346456" y="354841"/>
                </a:moveTo>
                <a:lnTo>
                  <a:pt x="1331347" y="316716"/>
                </a:lnTo>
                <a:moveTo>
                  <a:pt x="2373815" y="684660"/>
                </a:moveTo>
                <a:lnTo>
                  <a:pt x="2304597" y="656193"/>
                </a:lnTo>
                <a:moveTo>
                  <a:pt x="1695540" y="191816"/>
                </a:moveTo>
                <a:lnTo>
                  <a:pt x="1566272" y="141351"/>
                </a:lnTo>
                <a:moveTo>
                  <a:pt x="343954" y="697032"/>
                </a:moveTo>
                <a:lnTo>
                  <a:pt x="385259" y="663933"/>
                </a:lnTo>
                <a:moveTo>
                  <a:pt x="2147847" y="325535"/>
                </a:moveTo>
                <a:lnTo>
                  <a:pt x="2183033" y="383119"/>
                </a:lnTo>
                <a:moveTo>
                  <a:pt x="875924" y="203404"/>
                </a:moveTo>
                <a:lnTo>
                  <a:pt x="867060" y="329201"/>
                </a:lnTo>
                <a:moveTo>
                  <a:pt x="471500" y="371261"/>
                </a:moveTo>
                <a:lnTo>
                  <a:pt x="522680" y="419091"/>
                </a:lnTo>
                <a:moveTo>
                  <a:pt x="712595" y="311504"/>
                </a:moveTo>
                <a:lnTo>
                  <a:pt x="730596" y="313851"/>
                </a:lnTo>
                <a:moveTo>
                  <a:pt x="1321913" y="351547"/>
                </a:moveTo>
                <a:lnTo>
                  <a:pt x="1331347" y="316716"/>
                </a:lnTo>
                <a:moveTo>
                  <a:pt x="2162902" y="681469"/>
                </a:moveTo>
                <a:lnTo>
                  <a:pt x="2032891" y="626017"/>
                </a:lnTo>
                <a:moveTo>
                  <a:pt x="726501" y="300126"/>
                </a:moveTo>
                <a:lnTo>
                  <a:pt x="730596" y="313851"/>
                </a:lnTo>
                <a:moveTo>
                  <a:pt x="1444855" y="134246"/>
                </a:moveTo>
                <a:lnTo>
                  <a:pt x="1449374" y="132017"/>
                </a:lnTo>
                <a:moveTo>
                  <a:pt x="1797444" y="246058"/>
                </a:moveTo>
                <a:lnTo>
                  <a:pt x="1695540" y="191816"/>
                </a:lnTo>
                <a:moveTo>
                  <a:pt x="1448085" y="133844"/>
                </a:moveTo>
                <a:lnTo>
                  <a:pt x="1444855" y="134246"/>
                </a:lnTo>
                <a:moveTo>
                  <a:pt x="1448085" y="133844"/>
                </a:moveTo>
                <a:lnTo>
                  <a:pt x="1449374" y="132017"/>
                </a:lnTo>
                <a:moveTo>
                  <a:pt x="327091" y="399759"/>
                </a:moveTo>
                <a:lnTo>
                  <a:pt x="365037" y="384583"/>
                </a:lnTo>
                <a:moveTo>
                  <a:pt x="1459251" y="134524"/>
                </a:moveTo>
                <a:lnTo>
                  <a:pt x="1449374" y="132017"/>
                </a:lnTo>
                <a:moveTo>
                  <a:pt x="843948" y="547918"/>
                </a:moveTo>
                <a:lnTo>
                  <a:pt x="961850" y="440984"/>
                </a:lnTo>
                <a:moveTo>
                  <a:pt x="712595" y="311504"/>
                </a:moveTo>
                <a:lnTo>
                  <a:pt x="726501" y="300126"/>
                </a:lnTo>
                <a:moveTo>
                  <a:pt x="1321913" y="351547"/>
                </a:moveTo>
                <a:lnTo>
                  <a:pt x="1346456" y="354841"/>
                </a:lnTo>
                <a:moveTo>
                  <a:pt x="1448085" y="133844"/>
                </a:moveTo>
                <a:lnTo>
                  <a:pt x="1459251" y="134524"/>
                </a:lnTo>
                <a:moveTo>
                  <a:pt x="2266682" y="707906"/>
                </a:moveTo>
                <a:lnTo>
                  <a:pt x="2162902" y="681469"/>
                </a:lnTo>
                <a:moveTo>
                  <a:pt x="471500" y="371261"/>
                </a:moveTo>
                <a:lnTo>
                  <a:pt x="499770" y="415537"/>
                </a:lnTo>
                <a:moveTo>
                  <a:pt x="1870853" y="269261"/>
                </a:moveTo>
                <a:lnTo>
                  <a:pt x="1926040" y="285889"/>
                </a:lnTo>
                <a:moveTo>
                  <a:pt x="748391" y="645928"/>
                </a:moveTo>
                <a:lnTo>
                  <a:pt x="742242" y="645898"/>
                </a:lnTo>
                <a:moveTo>
                  <a:pt x="1534330" y="437445"/>
                </a:moveTo>
                <a:lnTo>
                  <a:pt x="1468464" y="428159"/>
                </a:lnTo>
                <a:moveTo>
                  <a:pt x="1459251" y="134524"/>
                </a:moveTo>
                <a:lnTo>
                  <a:pt x="1566272" y="141351"/>
                </a:lnTo>
                <a:moveTo>
                  <a:pt x="1919679" y="578052"/>
                </a:moveTo>
                <a:lnTo>
                  <a:pt x="2032891" y="626017"/>
                </a:lnTo>
                <a:moveTo>
                  <a:pt x="1870853" y="269261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406740" y="542496"/>
                </a:lnTo>
                <a:moveTo>
                  <a:pt x="700916" y="679304"/>
                </a:moveTo>
                <a:lnTo>
                  <a:pt x="735529" y="658921"/>
                </a:lnTo>
                <a:moveTo>
                  <a:pt x="1672633" y="531308"/>
                </a:moveTo>
                <a:lnTo>
                  <a:pt x="1611755" y="486761"/>
                </a:lnTo>
                <a:moveTo>
                  <a:pt x="748391" y="645928"/>
                </a:moveTo>
                <a:lnTo>
                  <a:pt x="801571" y="551272"/>
                </a:lnTo>
                <a:moveTo>
                  <a:pt x="1553998" y="145958"/>
                </a:moveTo>
                <a:lnTo>
                  <a:pt x="1695540" y="191816"/>
                </a:lnTo>
                <a:moveTo>
                  <a:pt x="1081783" y="307278"/>
                </a:moveTo>
                <a:lnTo>
                  <a:pt x="1084653" y="336154"/>
                </a:lnTo>
                <a:moveTo>
                  <a:pt x="105309" y="604530"/>
                </a:moveTo>
                <a:lnTo>
                  <a:pt x="156209" y="618958"/>
                </a:lnTo>
                <a:moveTo>
                  <a:pt x="471500" y="371261"/>
                </a:moveTo>
                <a:lnTo>
                  <a:pt x="615284" y="383894"/>
                </a:lnTo>
                <a:moveTo>
                  <a:pt x="2373815" y="684660"/>
                </a:moveTo>
                <a:lnTo>
                  <a:pt x="2410079" y="658247"/>
                </a:lnTo>
                <a:moveTo>
                  <a:pt x="1774713" y="582938"/>
                </a:moveTo>
                <a:lnTo>
                  <a:pt x="1816346" y="544988"/>
                </a:lnTo>
                <a:moveTo>
                  <a:pt x="1078886" y="350215"/>
                </a:moveTo>
                <a:lnTo>
                  <a:pt x="1084653" y="336154"/>
                </a:lnTo>
                <a:moveTo>
                  <a:pt x="448892" y="706313"/>
                </a:moveTo>
                <a:lnTo>
                  <a:pt x="385259" y="663933"/>
                </a:lnTo>
                <a:moveTo>
                  <a:pt x="1978252" y="620629"/>
                </a:moveTo>
                <a:lnTo>
                  <a:pt x="1919679" y="578052"/>
                </a:lnTo>
                <a:moveTo>
                  <a:pt x="1900779" y="279109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284378" y="445653"/>
                </a:lnTo>
                <a:moveTo>
                  <a:pt x="748391" y="645928"/>
                </a:moveTo>
                <a:lnTo>
                  <a:pt x="735529" y="658921"/>
                </a:lnTo>
                <a:moveTo>
                  <a:pt x="961850" y="440984"/>
                </a:moveTo>
                <a:lnTo>
                  <a:pt x="1078886" y="350215"/>
                </a:lnTo>
                <a:moveTo>
                  <a:pt x="2020230" y="652357"/>
                </a:moveTo>
                <a:lnTo>
                  <a:pt x="2162902" y="681469"/>
                </a:lnTo>
                <a:moveTo>
                  <a:pt x="2422997" y="533514"/>
                </a:moveTo>
                <a:lnTo>
                  <a:pt x="2406740" y="542496"/>
                </a:lnTo>
                <a:moveTo>
                  <a:pt x="1431451" y="397636"/>
                </a:moveTo>
                <a:lnTo>
                  <a:pt x="1346456" y="354841"/>
                </a:lnTo>
                <a:moveTo>
                  <a:pt x="100396" y="598582"/>
                </a:moveTo>
                <a:lnTo>
                  <a:pt x="156209" y="618958"/>
                </a:lnTo>
                <a:moveTo>
                  <a:pt x="810989" y="612480"/>
                </a:moveTo>
                <a:lnTo>
                  <a:pt x="801571" y="551272"/>
                </a:lnTo>
                <a:moveTo>
                  <a:pt x="169614" y="492406"/>
                </a:moveTo>
                <a:lnTo>
                  <a:pt x="189210" y="508349"/>
                </a:lnTo>
                <a:moveTo>
                  <a:pt x="837445" y="220403"/>
                </a:moveTo>
                <a:lnTo>
                  <a:pt x="726501" y="300126"/>
                </a:lnTo>
                <a:moveTo>
                  <a:pt x="1193797" y="339779"/>
                </a:moveTo>
                <a:lnTo>
                  <a:pt x="1084653" y="336154"/>
                </a:lnTo>
                <a:moveTo>
                  <a:pt x="1978252" y="620629"/>
                </a:moveTo>
                <a:lnTo>
                  <a:pt x="2032891" y="626017"/>
                </a:lnTo>
                <a:moveTo>
                  <a:pt x="169614" y="492406"/>
                </a:moveTo>
                <a:lnTo>
                  <a:pt x="156209" y="618958"/>
                </a:lnTo>
                <a:moveTo>
                  <a:pt x="2147847" y="325535"/>
                </a:moveTo>
                <a:lnTo>
                  <a:pt x="2044532" y="292200"/>
                </a:lnTo>
                <a:moveTo>
                  <a:pt x="1321913" y="351547"/>
                </a:moveTo>
                <a:lnTo>
                  <a:pt x="1193797" y="339779"/>
                </a:lnTo>
                <a:moveTo>
                  <a:pt x="1553998" y="145958"/>
                </a:moveTo>
                <a:lnTo>
                  <a:pt x="1448085" y="133844"/>
                </a:lnTo>
                <a:moveTo>
                  <a:pt x="1553998" y="145958"/>
                </a:moveTo>
                <a:lnTo>
                  <a:pt x="1459251" y="134524"/>
                </a:lnTo>
                <a:moveTo>
                  <a:pt x="1431451" y="397636"/>
                </a:moveTo>
                <a:lnTo>
                  <a:pt x="1321913" y="351547"/>
                </a:lnTo>
                <a:moveTo>
                  <a:pt x="1300662" y="192418"/>
                </a:moveTo>
                <a:lnTo>
                  <a:pt x="1339848" y="190729"/>
                </a:lnTo>
                <a:moveTo>
                  <a:pt x="1553998" y="145958"/>
                </a:moveTo>
                <a:lnTo>
                  <a:pt x="1566272" y="141351"/>
                </a:lnTo>
                <a:moveTo>
                  <a:pt x="215708" y="454131"/>
                </a:moveTo>
                <a:lnTo>
                  <a:pt x="189210" y="508349"/>
                </a:lnTo>
                <a:moveTo>
                  <a:pt x="1081783" y="307278"/>
                </a:moveTo>
                <a:lnTo>
                  <a:pt x="1193797" y="339779"/>
                </a:lnTo>
                <a:moveTo>
                  <a:pt x="2484192" y="646838"/>
                </a:moveTo>
                <a:lnTo>
                  <a:pt x="2410079" y="658247"/>
                </a:lnTo>
                <a:moveTo>
                  <a:pt x="471500" y="371261"/>
                </a:moveTo>
                <a:lnTo>
                  <a:pt x="365037" y="384583"/>
                </a:lnTo>
                <a:moveTo>
                  <a:pt x="1534330" y="437445"/>
                </a:moveTo>
                <a:lnTo>
                  <a:pt x="1571357" y="467739"/>
                </a:lnTo>
                <a:moveTo>
                  <a:pt x="2481734" y="649772"/>
                </a:moveTo>
                <a:lnTo>
                  <a:pt x="2410079" y="658247"/>
                </a:lnTo>
                <a:moveTo>
                  <a:pt x="1189872" y="269865"/>
                </a:moveTo>
                <a:lnTo>
                  <a:pt x="1321913" y="351547"/>
                </a:lnTo>
                <a:moveTo>
                  <a:pt x="343954" y="697032"/>
                </a:moveTo>
                <a:lnTo>
                  <a:pt x="238643" y="693276"/>
                </a:lnTo>
                <a:moveTo>
                  <a:pt x="2020230" y="652357"/>
                </a:moveTo>
                <a:lnTo>
                  <a:pt x="2032891" y="626017"/>
                </a:lnTo>
                <a:moveTo>
                  <a:pt x="238643" y="693276"/>
                </a:moveTo>
                <a:lnTo>
                  <a:pt x="105309" y="604530"/>
                </a:lnTo>
                <a:moveTo>
                  <a:pt x="215708" y="454131"/>
                </a:moveTo>
                <a:lnTo>
                  <a:pt x="255557" y="442612"/>
                </a:lnTo>
                <a:moveTo>
                  <a:pt x="1656632" y="189383"/>
                </a:moveTo>
                <a:lnTo>
                  <a:pt x="1695540" y="191816"/>
                </a:lnTo>
                <a:moveTo>
                  <a:pt x="1189872" y="269865"/>
                </a:moveTo>
                <a:lnTo>
                  <a:pt x="1081783" y="307278"/>
                </a:lnTo>
                <a:moveTo>
                  <a:pt x="448892" y="706313"/>
                </a:moveTo>
                <a:lnTo>
                  <a:pt x="490891" y="662931"/>
                </a:lnTo>
                <a:moveTo>
                  <a:pt x="1183785" y="360075"/>
                </a:moveTo>
                <a:lnTo>
                  <a:pt x="1084653" y="336154"/>
                </a:lnTo>
                <a:moveTo>
                  <a:pt x="2484192" y="646838"/>
                </a:moveTo>
                <a:lnTo>
                  <a:pt x="2406740" y="542496"/>
                </a:lnTo>
                <a:moveTo>
                  <a:pt x="1774713" y="582938"/>
                </a:moveTo>
                <a:lnTo>
                  <a:pt x="1919679" y="578052"/>
                </a:lnTo>
                <a:moveTo>
                  <a:pt x="2005430" y="292637"/>
                </a:moveTo>
                <a:lnTo>
                  <a:pt x="1939194" y="288841"/>
                </a:lnTo>
                <a:moveTo>
                  <a:pt x="1187189" y="222625"/>
                </a:moveTo>
                <a:lnTo>
                  <a:pt x="1081783" y="307278"/>
                </a:lnTo>
                <a:moveTo>
                  <a:pt x="2020230" y="652357"/>
                </a:moveTo>
                <a:lnTo>
                  <a:pt x="1978252" y="620629"/>
                </a:lnTo>
                <a:moveTo>
                  <a:pt x="217600" y="723823"/>
                </a:moveTo>
                <a:lnTo>
                  <a:pt x="238643" y="693276"/>
                </a:lnTo>
                <a:moveTo>
                  <a:pt x="2121616" y="714281"/>
                </a:moveTo>
                <a:lnTo>
                  <a:pt x="2162902" y="681469"/>
                </a:lnTo>
                <a:moveTo>
                  <a:pt x="837445" y="220403"/>
                </a:moveTo>
                <a:lnTo>
                  <a:pt x="875924" y="203404"/>
                </a:lnTo>
                <a:moveTo>
                  <a:pt x="99313" y="614635"/>
                </a:moveTo>
                <a:lnTo>
                  <a:pt x="238643" y="693276"/>
                </a:lnTo>
                <a:moveTo>
                  <a:pt x="1870853" y="269261"/>
                </a:moveTo>
                <a:lnTo>
                  <a:pt x="1797444" y="246058"/>
                </a:lnTo>
                <a:moveTo>
                  <a:pt x="1408846" y="153601"/>
                </a:moveTo>
                <a:lnTo>
                  <a:pt x="1339848" y="190729"/>
                </a:lnTo>
                <a:moveTo>
                  <a:pt x="337133" y="388954"/>
                </a:moveTo>
                <a:lnTo>
                  <a:pt x="327091" y="399759"/>
                </a:lnTo>
                <a:moveTo>
                  <a:pt x="1183785" y="360075"/>
                </a:moveTo>
                <a:lnTo>
                  <a:pt x="1078886" y="350215"/>
                </a:lnTo>
                <a:moveTo>
                  <a:pt x="1189872" y="26986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961850" y="440984"/>
                </a:lnTo>
                <a:moveTo>
                  <a:pt x="810989" y="612480"/>
                </a:moveTo>
                <a:lnTo>
                  <a:pt x="843948" y="547918"/>
                </a:lnTo>
                <a:moveTo>
                  <a:pt x="2373815" y="684660"/>
                </a:moveTo>
                <a:lnTo>
                  <a:pt x="2266682" y="707906"/>
                </a:lnTo>
                <a:moveTo>
                  <a:pt x="1611205" y="471185"/>
                </a:moveTo>
                <a:lnTo>
                  <a:pt x="1571357" y="467739"/>
                </a:lnTo>
                <a:moveTo>
                  <a:pt x="1774713" y="582938"/>
                </a:moveTo>
                <a:lnTo>
                  <a:pt x="1672633" y="531308"/>
                </a:lnTo>
                <a:moveTo>
                  <a:pt x="337133" y="388954"/>
                </a:moveTo>
                <a:lnTo>
                  <a:pt x="365037" y="384583"/>
                </a:lnTo>
                <a:moveTo>
                  <a:pt x="2422997" y="533514"/>
                </a:moveTo>
                <a:lnTo>
                  <a:pt x="2385502" y="511461"/>
                </a:lnTo>
                <a:moveTo>
                  <a:pt x="325518" y="391201"/>
                </a:moveTo>
                <a:lnTo>
                  <a:pt x="255557" y="442612"/>
                </a:lnTo>
                <a:moveTo>
                  <a:pt x="1183785" y="36007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1078886" y="350215"/>
                </a:lnTo>
                <a:moveTo>
                  <a:pt x="650749" y="294747"/>
                </a:moveTo>
                <a:lnTo>
                  <a:pt x="712595" y="311504"/>
                </a:lnTo>
                <a:moveTo>
                  <a:pt x="1881836" y="604405"/>
                </a:moveTo>
                <a:lnTo>
                  <a:pt x="1919679" y="578052"/>
                </a:lnTo>
                <a:moveTo>
                  <a:pt x="1861510" y="602815"/>
                </a:moveTo>
                <a:lnTo>
                  <a:pt x="1919679" y="578052"/>
                </a:lnTo>
                <a:moveTo>
                  <a:pt x="1611205" y="471185"/>
                </a:moveTo>
                <a:lnTo>
                  <a:pt x="1611755" y="486761"/>
                </a:lnTo>
                <a:moveTo>
                  <a:pt x="1187189" y="222625"/>
                </a:moveTo>
                <a:lnTo>
                  <a:pt x="1189872" y="269865"/>
                </a:lnTo>
                <a:moveTo>
                  <a:pt x="552678" y="732679"/>
                </a:moveTo>
                <a:lnTo>
                  <a:pt x="490891" y="662931"/>
                </a:lnTo>
                <a:moveTo>
                  <a:pt x="2005430" y="292637"/>
                </a:moveTo>
                <a:lnTo>
                  <a:pt x="2044532" y="292200"/>
                </a:lnTo>
                <a:moveTo>
                  <a:pt x="923143" y="538690"/>
                </a:moveTo>
                <a:lnTo>
                  <a:pt x="843948" y="547918"/>
                </a:lnTo>
                <a:moveTo>
                  <a:pt x="1408846" y="153601"/>
                </a:moveTo>
                <a:lnTo>
                  <a:pt x="1444855" y="134246"/>
                </a:lnTo>
                <a:moveTo>
                  <a:pt x="1758250" y="247871"/>
                </a:moveTo>
                <a:lnTo>
                  <a:pt x="1695540" y="191816"/>
                </a:lnTo>
                <a:moveTo>
                  <a:pt x="689780" y="265282"/>
                </a:moveTo>
                <a:lnTo>
                  <a:pt x="712595" y="311504"/>
                </a:lnTo>
                <a:moveTo>
                  <a:pt x="325518" y="391201"/>
                </a:moveTo>
                <a:lnTo>
                  <a:pt x="327091" y="399759"/>
                </a:lnTo>
                <a:moveTo>
                  <a:pt x="921214" y="543401"/>
                </a:moveTo>
                <a:lnTo>
                  <a:pt x="843948" y="547918"/>
                </a:lnTo>
                <a:moveTo>
                  <a:pt x="689780" y="265282"/>
                </a:moveTo>
                <a:lnTo>
                  <a:pt x="726501" y="300126"/>
                </a:lnTo>
                <a:moveTo>
                  <a:pt x="1408846" y="153601"/>
                </a:moveTo>
                <a:lnTo>
                  <a:pt x="1448085" y="133844"/>
                </a:lnTo>
                <a:moveTo>
                  <a:pt x="1286685" y="399571"/>
                </a:moveTo>
                <a:lnTo>
                  <a:pt x="1321913" y="351547"/>
                </a:lnTo>
                <a:moveTo>
                  <a:pt x="1534330" y="437445"/>
                </a:moveTo>
                <a:lnTo>
                  <a:pt x="1431451" y="397636"/>
                </a:lnTo>
                <a:moveTo>
                  <a:pt x="217600" y="723823"/>
                </a:moveTo>
                <a:lnTo>
                  <a:pt x="343954" y="697032"/>
                </a:lnTo>
                <a:moveTo>
                  <a:pt x="2226640" y="722292"/>
                </a:moveTo>
                <a:lnTo>
                  <a:pt x="2162902" y="681469"/>
                </a:lnTo>
                <a:moveTo>
                  <a:pt x="96830" y="602249"/>
                </a:moveTo>
                <a:lnTo>
                  <a:pt x="105309" y="604530"/>
                </a:lnTo>
                <a:moveTo>
                  <a:pt x="923143" y="538690"/>
                </a:moveTo>
                <a:lnTo>
                  <a:pt x="961850" y="440984"/>
                </a:lnTo>
                <a:moveTo>
                  <a:pt x="100396" y="598582"/>
                </a:moveTo>
                <a:lnTo>
                  <a:pt x="105309" y="604530"/>
                </a:lnTo>
                <a:moveTo>
                  <a:pt x="99313" y="614635"/>
                </a:moveTo>
                <a:lnTo>
                  <a:pt x="105309" y="604530"/>
                </a:lnTo>
                <a:moveTo>
                  <a:pt x="1900779" y="279109"/>
                </a:moveTo>
                <a:lnTo>
                  <a:pt x="1870853" y="269261"/>
                </a:lnTo>
                <a:moveTo>
                  <a:pt x="748391" y="645928"/>
                </a:moveTo>
                <a:lnTo>
                  <a:pt x="700916" y="679304"/>
                </a:lnTo>
                <a:moveTo>
                  <a:pt x="1656632" y="189383"/>
                </a:moveTo>
                <a:lnTo>
                  <a:pt x="1553998" y="145958"/>
                </a:lnTo>
                <a:moveTo>
                  <a:pt x="1881836" y="604405"/>
                </a:moveTo>
                <a:lnTo>
                  <a:pt x="1978252" y="620629"/>
                </a:lnTo>
                <a:moveTo>
                  <a:pt x="2348758" y="476958"/>
                </a:moveTo>
                <a:lnTo>
                  <a:pt x="2284378" y="445653"/>
                </a:lnTo>
                <a:moveTo>
                  <a:pt x="96830" y="602249"/>
                </a:moveTo>
                <a:lnTo>
                  <a:pt x="100396" y="598582"/>
                </a:lnTo>
                <a:moveTo>
                  <a:pt x="99313" y="614635"/>
                </a:moveTo>
                <a:lnTo>
                  <a:pt x="96830" y="602249"/>
                </a:lnTo>
                <a:moveTo>
                  <a:pt x="99313" y="614635"/>
                </a:moveTo>
                <a:lnTo>
                  <a:pt x="217600" y="723823"/>
                </a:lnTo>
                <a:moveTo>
                  <a:pt x="1057535" y="438833"/>
                </a:moveTo>
                <a:lnTo>
                  <a:pt x="1183785" y="360075"/>
                </a:lnTo>
                <a:moveTo>
                  <a:pt x="1611205" y="471185"/>
                </a:moveTo>
                <a:lnTo>
                  <a:pt x="1672633" y="531308"/>
                </a:lnTo>
                <a:moveTo>
                  <a:pt x="448892" y="706313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93797" y="339779"/>
                </a:lnTo>
                <a:moveTo>
                  <a:pt x="1286685" y="399571"/>
                </a:moveTo>
                <a:lnTo>
                  <a:pt x="1431451" y="397636"/>
                </a:lnTo>
                <a:moveTo>
                  <a:pt x="169614" y="492406"/>
                </a:moveTo>
                <a:lnTo>
                  <a:pt x="100396" y="598582"/>
                </a:lnTo>
                <a:moveTo>
                  <a:pt x="689780" y="265282"/>
                </a:moveTo>
                <a:lnTo>
                  <a:pt x="837445" y="220403"/>
                </a:lnTo>
                <a:moveTo>
                  <a:pt x="2121616" y="714281"/>
                </a:moveTo>
                <a:lnTo>
                  <a:pt x="2020230" y="652357"/>
                </a:lnTo>
                <a:moveTo>
                  <a:pt x="2422997" y="533514"/>
                </a:moveTo>
                <a:lnTo>
                  <a:pt x="2484192" y="646838"/>
                </a:lnTo>
                <a:moveTo>
                  <a:pt x="809791" y="190305"/>
                </a:moveTo>
                <a:lnTo>
                  <a:pt x="837445" y="220403"/>
                </a:lnTo>
                <a:moveTo>
                  <a:pt x="1636467" y="488231"/>
                </a:moveTo>
                <a:lnTo>
                  <a:pt x="1672633" y="531308"/>
                </a:lnTo>
                <a:moveTo>
                  <a:pt x="2482264" y="641917"/>
                </a:moveTo>
                <a:lnTo>
                  <a:pt x="2422997" y="533514"/>
                </a:lnTo>
                <a:moveTo>
                  <a:pt x="2020230" y="652357"/>
                </a:moveTo>
                <a:lnTo>
                  <a:pt x="1881836" y="604405"/>
                </a:lnTo>
                <a:moveTo>
                  <a:pt x="2108507" y="329503"/>
                </a:moveTo>
                <a:lnTo>
                  <a:pt x="2044532" y="292200"/>
                </a:lnTo>
                <a:moveTo>
                  <a:pt x="1408846" y="153601"/>
                </a:moveTo>
                <a:lnTo>
                  <a:pt x="1553998" y="145958"/>
                </a:lnTo>
                <a:moveTo>
                  <a:pt x="93004" y="599248"/>
                </a:moveTo>
                <a:lnTo>
                  <a:pt x="96830" y="602249"/>
                </a:lnTo>
                <a:moveTo>
                  <a:pt x="93004" y="599248"/>
                </a:moveTo>
                <a:lnTo>
                  <a:pt x="100396" y="598582"/>
                </a:lnTo>
                <a:moveTo>
                  <a:pt x="748391" y="645928"/>
                </a:moveTo>
                <a:lnTo>
                  <a:pt x="810989" y="612480"/>
                </a:lnTo>
                <a:moveTo>
                  <a:pt x="99313" y="614635"/>
                </a:moveTo>
                <a:lnTo>
                  <a:pt x="93004" y="599248"/>
                </a:lnTo>
                <a:moveTo>
                  <a:pt x="2481734" y="649772"/>
                </a:moveTo>
                <a:lnTo>
                  <a:pt x="2373815" y="684660"/>
                </a:lnTo>
                <a:moveTo>
                  <a:pt x="1758250" y="247871"/>
                </a:moveTo>
                <a:lnTo>
                  <a:pt x="1797444" y="246058"/>
                </a:lnTo>
                <a:moveTo>
                  <a:pt x="809791" y="190305"/>
                </a:moveTo>
                <a:lnTo>
                  <a:pt x="875924" y="203404"/>
                </a:lnTo>
                <a:moveTo>
                  <a:pt x="1878647" y="607110"/>
                </a:moveTo>
                <a:lnTo>
                  <a:pt x="2020230" y="652357"/>
                </a:lnTo>
                <a:moveTo>
                  <a:pt x="1765963" y="251675"/>
                </a:moveTo>
                <a:lnTo>
                  <a:pt x="1797444" y="246058"/>
                </a:lnTo>
                <a:moveTo>
                  <a:pt x="2226640" y="722292"/>
                </a:moveTo>
                <a:lnTo>
                  <a:pt x="2266682" y="707906"/>
                </a:lnTo>
                <a:moveTo>
                  <a:pt x="126183" y="714060"/>
                </a:moveTo>
                <a:lnTo>
                  <a:pt x="217600" y="723823"/>
                </a:lnTo>
                <a:moveTo>
                  <a:pt x="169614" y="492406"/>
                </a:moveTo>
                <a:lnTo>
                  <a:pt x="215708" y="454131"/>
                </a:lnTo>
                <a:moveTo>
                  <a:pt x="431733" y="381565"/>
                </a:moveTo>
                <a:lnTo>
                  <a:pt x="365037" y="384583"/>
                </a:lnTo>
                <a:moveTo>
                  <a:pt x="126183" y="714060"/>
                </a:moveTo>
                <a:lnTo>
                  <a:pt x="99313" y="614635"/>
                </a:lnTo>
                <a:moveTo>
                  <a:pt x="320140" y="724615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83785" y="360075"/>
                </a:lnTo>
                <a:moveTo>
                  <a:pt x="1861510" y="602815"/>
                </a:moveTo>
                <a:lnTo>
                  <a:pt x="1774713" y="582938"/>
                </a:lnTo>
                <a:moveTo>
                  <a:pt x="2005430" y="292637"/>
                </a:moveTo>
                <a:lnTo>
                  <a:pt x="1900779" y="279109"/>
                </a:lnTo>
                <a:moveTo>
                  <a:pt x="2348758" y="476958"/>
                </a:moveTo>
                <a:lnTo>
                  <a:pt x="2385502" y="511461"/>
                </a:lnTo>
                <a:moveTo>
                  <a:pt x="320140" y="724615"/>
                </a:moveTo>
                <a:lnTo>
                  <a:pt x="217600" y="723823"/>
                </a:lnTo>
                <a:moveTo>
                  <a:pt x="801262" y="177586"/>
                </a:moveTo>
                <a:lnTo>
                  <a:pt x="875924" y="203404"/>
                </a:lnTo>
                <a:moveTo>
                  <a:pt x="2482264" y="641917"/>
                </a:moveTo>
                <a:lnTo>
                  <a:pt x="2484192" y="646838"/>
                </a:lnTo>
                <a:moveTo>
                  <a:pt x="1159987" y="439587"/>
                </a:moveTo>
                <a:lnTo>
                  <a:pt x="1183785" y="360075"/>
                </a:lnTo>
                <a:moveTo>
                  <a:pt x="1390224" y="429583"/>
                </a:moveTo>
                <a:lnTo>
                  <a:pt x="1431451" y="397636"/>
                </a:lnTo>
                <a:moveTo>
                  <a:pt x="2481734" y="649772"/>
                </a:moveTo>
                <a:lnTo>
                  <a:pt x="2484192" y="646838"/>
                </a:lnTo>
                <a:moveTo>
                  <a:pt x="923143" y="538690"/>
                </a:moveTo>
                <a:lnTo>
                  <a:pt x="1057535" y="438833"/>
                </a:lnTo>
                <a:moveTo>
                  <a:pt x="1408846" y="153601"/>
                </a:moveTo>
                <a:lnTo>
                  <a:pt x="1300662" y="192418"/>
                </a:lnTo>
                <a:moveTo>
                  <a:pt x="1515304" y="140360"/>
                </a:moveTo>
                <a:lnTo>
                  <a:pt x="1553998" y="145958"/>
                </a:lnTo>
                <a:moveTo>
                  <a:pt x="1765963" y="251675"/>
                </a:moveTo>
                <a:lnTo>
                  <a:pt x="1870853" y="269261"/>
                </a:lnTo>
                <a:moveTo>
                  <a:pt x="195721" y="750336"/>
                </a:moveTo>
                <a:lnTo>
                  <a:pt x="217600" y="723823"/>
                </a:lnTo>
                <a:moveTo>
                  <a:pt x="2506355" y="646365"/>
                </a:moveTo>
                <a:lnTo>
                  <a:pt x="2484192" y="646838"/>
                </a:lnTo>
                <a:moveTo>
                  <a:pt x="1611205" y="471185"/>
                </a:moveTo>
                <a:lnTo>
                  <a:pt x="1534330" y="437445"/>
                </a:lnTo>
                <a:moveTo>
                  <a:pt x="1738417" y="541795"/>
                </a:moveTo>
                <a:lnTo>
                  <a:pt x="1672633" y="531308"/>
                </a:lnTo>
                <a:moveTo>
                  <a:pt x="2108507" y="329503"/>
                </a:moveTo>
                <a:lnTo>
                  <a:pt x="2147847" y="325535"/>
                </a:lnTo>
                <a:moveTo>
                  <a:pt x="2333734" y="699613"/>
                </a:moveTo>
                <a:lnTo>
                  <a:pt x="2266682" y="707906"/>
                </a:lnTo>
                <a:moveTo>
                  <a:pt x="1159987" y="439587"/>
                </a:moveTo>
                <a:lnTo>
                  <a:pt x="1057535" y="438833"/>
                </a:lnTo>
                <a:moveTo>
                  <a:pt x="2506355" y="646365"/>
                </a:moveTo>
                <a:lnTo>
                  <a:pt x="2482264" y="641917"/>
                </a:lnTo>
                <a:moveTo>
                  <a:pt x="2506355" y="646365"/>
                </a:moveTo>
                <a:lnTo>
                  <a:pt x="2481734" y="649772"/>
                </a:lnTo>
                <a:moveTo>
                  <a:pt x="431733" y="381565"/>
                </a:moveTo>
                <a:lnTo>
                  <a:pt x="471500" y="371261"/>
                </a:lnTo>
                <a:moveTo>
                  <a:pt x="921214" y="543401"/>
                </a:moveTo>
                <a:lnTo>
                  <a:pt x="810989" y="612480"/>
                </a:lnTo>
                <a:moveTo>
                  <a:pt x="325518" y="391201"/>
                </a:moveTo>
                <a:lnTo>
                  <a:pt x="337133" y="388954"/>
                </a:lnTo>
                <a:moveTo>
                  <a:pt x="325518" y="391201"/>
                </a:moveTo>
                <a:lnTo>
                  <a:pt x="215708" y="454131"/>
                </a:lnTo>
                <a:moveTo>
                  <a:pt x="1765963" y="251675"/>
                </a:moveTo>
                <a:lnTo>
                  <a:pt x="1900779" y="279109"/>
                </a:lnTo>
                <a:moveTo>
                  <a:pt x="320140" y="724615"/>
                </a:moveTo>
                <a:lnTo>
                  <a:pt x="448892" y="706313"/>
                </a:lnTo>
                <a:moveTo>
                  <a:pt x="1981084" y="653458"/>
                </a:moveTo>
                <a:lnTo>
                  <a:pt x="2020230" y="652357"/>
                </a:lnTo>
                <a:moveTo>
                  <a:pt x="1861510" y="602815"/>
                </a:moveTo>
                <a:lnTo>
                  <a:pt x="1881836" y="604405"/>
                </a:lnTo>
                <a:moveTo>
                  <a:pt x="650749" y="294747"/>
                </a:moveTo>
                <a:lnTo>
                  <a:pt x="689780" y="265282"/>
                </a:lnTo>
                <a:moveTo>
                  <a:pt x="1868670" y="598754"/>
                </a:moveTo>
                <a:lnTo>
                  <a:pt x="1774713" y="582938"/>
                </a:lnTo>
                <a:moveTo>
                  <a:pt x="2422229" y="517934"/>
                </a:moveTo>
                <a:lnTo>
                  <a:pt x="2385502" y="511461"/>
                </a:lnTo>
                <a:moveTo>
                  <a:pt x="1878647" y="607110"/>
                </a:moveTo>
                <a:lnTo>
                  <a:pt x="1881836" y="604405"/>
                </a:lnTo>
                <a:moveTo>
                  <a:pt x="788556" y="638463"/>
                </a:moveTo>
                <a:lnTo>
                  <a:pt x="748391" y="645928"/>
                </a:lnTo>
                <a:moveTo>
                  <a:pt x="1878647" y="607110"/>
                </a:moveTo>
                <a:lnTo>
                  <a:pt x="1861510" y="602815"/>
                </a:lnTo>
                <a:moveTo>
                  <a:pt x="1758250" y="247871"/>
                </a:moveTo>
                <a:lnTo>
                  <a:pt x="1656632" y="189383"/>
                </a:lnTo>
                <a:moveTo>
                  <a:pt x="195721" y="750336"/>
                </a:moveTo>
                <a:lnTo>
                  <a:pt x="126183" y="714060"/>
                </a:lnTo>
                <a:moveTo>
                  <a:pt x="689780" y="265282"/>
                </a:moveTo>
                <a:lnTo>
                  <a:pt x="809791" y="190305"/>
                </a:lnTo>
                <a:moveTo>
                  <a:pt x="552678" y="732679"/>
                </a:moveTo>
                <a:lnTo>
                  <a:pt x="448892" y="706313"/>
                </a:lnTo>
                <a:moveTo>
                  <a:pt x="386243" y="385333"/>
                </a:moveTo>
                <a:lnTo>
                  <a:pt x="337133" y="388954"/>
                </a:lnTo>
                <a:moveTo>
                  <a:pt x="1494992" y="441391"/>
                </a:moveTo>
                <a:lnTo>
                  <a:pt x="1431451" y="397636"/>
                </a:lnTo>
                <a:moveTo>
                  <a:pt x="1028977" y="510821"/>
                </a:moveTo>
                <a:lnTo>
                  <a:pt x="1057535" y="438833"/>
                </a:lnTo>
                <a:moveTo>
                  <a:pt x="921214" y="543401"/>
                </a:moveTo>
                <a:lnTo>
                  <a:pt x="923143" y="538690"/>
                </a:lnTo>
                <a:moveTo>
                  <a:pt x="2169927" y="386265"/>
                </a:moveTo>
                <a:lnTo>
                  <a:pt x="2147847" y="325535"/>
                </a:lnTo>
                <a:moveTo>
                  <a:pt x="657999" y="736279"/>
                </a:moveTo>
                <a:lnTo>
                  <a:pt x="700916" y="679304"/>
                </a:lnTo>
                <a:moveTo>
                  <a:pt x="1159987" y="439587"/>
                </a:moveTo>
                <a:lnTo>
                  <a:pt x="1286685" y="399571"/>
                </a:lnTo>
                <a:moveTo>
                  <a:pt x="934956" y="538276"/>
                </a:moveTo>
                <a:lnTo>
                  <a:pt x="923143" y="538690"/>
                </a:lnTo>
                <a:moveTo>
                  <a:pt x="2422229" y="517934"/>
                </a:moveTo>
                <a:lnTo>
                  <a:pt x="2422997" y="533514"/>
                </a:lnTo>
                <a:moveTo>
                  <a:pt x="2226640" y="722292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53998" y="145958"/>
                </a:lnTo>
                <a:moveTo>
                  <a:pt x="301082" y="753352"/>
                </a:moveTo>
                <a:lnTo>
                  <a:pt x="217600" y="723823"/>
                </a:lnTo>
                <a:moveTo>
                  <a:pt x="2333734" y="699613"/>
                </a:moveTo>
                <a:lnTo>
                  <a:pt x="2373815" y="684660"/>
                </a:lnTo>
                <a:moveTo>
                  <a:pt x="788556" y="638463"/>
                </a:moveTo>
                <a:lnTo>
                  <a:pt x="810989" y="612480"/>
                </a:lnTo>
                <a:moveTo>
                  <a:pt x="189473" y="483117"/>
                </a:moveTo>
                <a:lnTo>
                  <a:pt x="169614" y="492406"/>
                </a:lnTo>
                <a:moveTo>
                  <a:pt x="934956" y="538276"/>
                </a:moveTo>
                <a:lnTo>
                  <a:pt x="921214" y="543401"/>
                </a:lnTo>
                <a:moveTo>
                  <a:pt x="431733" y="381565"/>
                </a:moveTo>
                <a:lnTo>
                  <a:pt x="337133" y="388954"/>
                </a:lnTo>
                <a:moveTo>
                  <a:pt x="1636467" y="488231"/>
                </a:moveTo>
                <a:lnTo>
                  <a:pt x="1611205" y="471185"/>
                </a:lnTo>
                <a:moveTo>
                  <a:pt x="1738417" y="541795"/>
                </a:moveTo>
                <a:lnTo>
                  <a:pt x="1774713" y="582938"/>
                </a:lnTo>
                <a:moveTo>
                  <a:pt x="791361" y="186210"/>
                </a:moveTo>
                <a:lnTo>
                  <a:pt x="689780" y="265282"/>
                </a:lnTo>
                <a:moveTo>
                  <a:pt x="189473" y="483117"/>
                </a:moveTo>
                <a:lnTo>
                  <a:pt x="215708" y="454131"/>
                </a:lnTo>
                <a:moveTo>
                  <a:pt x="1868670" y="598754"/>
                </a:moveTo>
                <a:lnTo>
                  <a:pt x="1861510" y="602815"/>
                </a:lnTo>
                <a:moveTo>
                  <a:pt x="75443" y="586272"/>
                </a:moveTo>
                <a:lnTo>
                  <a:pt x="100396" y="598582"/>
                </a:lnTo>
                <a:moveTo>
                  <a:pt x="791361" y="186210"/>
                </a:moveTo>
                <a:lnTo>
                  <a:pt x="809791" y="190305"/>
                </a:lnTo>
                <a:moveTo>
                  <a:pt x="1860139" y="302337"/>
                </a:moveTo>
                <a:lnTo>
                  <a:pt x="1900779" y="279109"/>
                </a:lnTo>
                <a:moveTo>
                  <a:pt x="75443" y="586272"/>
                </a:moveTo>
                <a:lnTo>
                  <a:pt x="99313" y="614635"/>
                </a:lnTo>
                <a:moveTo>
                  <a:pt x="801262" y="177586"/>
                </a:moveTo>
                <a:lnTo>
                  <a:pt x="809791" y="190305"/>
                </a:lnTo>
                <a:moveTo>
                  <a:pt x="674435" y="289748"/>
                </a:moveTo>
                <a:lnTo>
                  <a:pt x="650749" y="294747"/>
                </a:lnTo>
                <a:moveTo>
                  <a:pt x="2083355" y="702260"/>
                </a:moveTo>
                <a:lnTo>
                  <a:pt x="2020230" y="652357"/>
                </a:lnTo>
                <a:moveTo>
                  <a:pt x="1878647" y="607110"/>
                </a:moveTo>
                <a:lnTo>
                  <a:pt x="1868670" y="598754"/>
                </a:lnTo>
                <a:moveTo>
                  <a:pt x="1390224" y="429583"/>
                </a:moveTo>
                <a:lnTo>
                  <a:pt x="1286685" y="399571"/>
                </a:lnTo>
                <a:moveTo>
                  <a:pt x="75443" y="586272"/>
                </a:moveTo>
                <a:lnTo>
                  <a:pt x="169614" y="492406"/>
                </a:lnTo>
                <a:moveTo>
                  <a:pt x="325518" y="391201"/>
                </a:moveTo>
                <a:lnTo>
                  <a:pt x="386243" y="385333"/>
                </a:lnTo>
                <a:moveTo>
                  <a:pt x="1268890" y="443109"/>
                </a:moveTo>
                <a:lnTo>
                  <a:pt x="1286685" y="399571"/>
                </a:lnTo>
                <a:moveTo>
                  <a:pt x="674435" y="289748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00916" y="679304"/>
                </a:lnTo>
                <a:moveTo>
                  <a:pt x="1515304" y="140360"/>
                </a:moveTo>
                <a:lnTo>
                  <a:pt x="1408846" y="153601"/>
                </a:lnTo>
                <a:moveTo>
                  <a:pt x="2108507" y="329503"/>
                </a:moveTo>
                <a:lnTo>
                  <a:pt x="2005430" y="292637"/>
                </a:lnTo>
                <a:moveTo>
                  <a:pt x="1028977" y="510821"/>
                </a:moveTo>
                <a:lnTo>
                  <a:pt x="923143" y="538690"/>
                </a:lnTo>
                <a:moveTo>
                  <a:pt x="418988" y="723821"/>
                </a:moveTo>
                <a:lnTo>
                  <a:pt x="448892" y="706313"/>
                </a:lnTo>
                <a:moveTo>
                  <a:pt x="75443" y="586272"/>
                </a:moveTo>
                <a:lnTo>
                  <a:pt x="93004" y="599248"/>
                </a:lnTo>
                <a:moveTo>
                  <a:pt x="1133088" y="532360"/>
                </a:moveTo>
                <a:lnTo>
                  <a:pt x="1057535" y="438833"/>
                </a:lnTo>
                <a:moveTo>
                  <a:pt x="1981084" y="653458"/>
                </a:moveTo>
                <a:lnTo>
                  <a:pt x="1878647" y="607110"/>
                </a:lnTo>
                <a:moveTo>
                  <a:pt x="1765963" y="251675"/>
                </a:moveTo>
                <a:lnTo>
                  <a:pt x="1758250" y="247871"/>
                </a:lnTo>
                <a:moveTo>
                  <a:pt x="1494992" y="441391"/>
                </a:moveTo>
                <a:lnTo>
                  <a:pt x="1534330" y="437445"/>
                </a:lnTo>
                <a:moveTo>
                  <a:pt x="1614024" y="461582"/>
                </a:moveTo>
                <a:lnTo>
                  <a:pt x="1534330" y="437445"/>
                </a:lnTo>
                <a:moveTo>
                  <a:pt x="2422229" y="517934"/>
                </a:moveTo>
                <a:lnTo>
                  <a:pt x="2482264" y="641917"/>
                </a:lnTo>
                <a:moveTo>
                  <a:pt x="2440189" y="686417"/>
                </a:moveTo>
                <a:lnTo>
                  <a:pt x="2373815" y="684660"/>
                </a:lnTo>
                <a:moveTo>
                  <a:pt x="791361" y="186210"/>
                </a:moveTo>
                <a:lnTo>
                  <a:pt x="801262" y="177586"/>
                </a:lnTo>
                <a:moveTo>
                  <a:pt x="934956" y="538276"/>
                </a:moveTo>
                <a:lnTo>
                  <a:pt x="1028977" y="510821"/>
                </a:lnTo>
                <a:moveTo>
                  <a:pt x="767379" y="679741"/>
                </a:moveTo>
                <a:lnTo>
                  <a:pt x="748391" y="645928"/>
                </a:lnTo>
                <a:moveTo>
                  <a:pt x="75443" y="586272"/>
                </a:moveTo>
                <a:lnTo>
                  <a:pt x="126183" y="714060"/>
                </a:lnTo>
                <a:moveTo>
                  <a:pt x="1268890" y="443109"/>
                </a:moveTo>
                <a:lnTo>
                  <a:pt x="1159987" y="439587"/>
                </a:lnTo>
                <a:moveTo>
                  <a:pt x="1619405" y="162053"/>
                </a:moveTo>
                <a:lnTo>
                  <a:pt x="1656632" y="189383"/>
                </a:lnTo>
                <a:moveTo>
                  <a:pt x="172917" y="509253"/>
                </a:moveTo>
                <a:lnTo>
                  <a:pt x="169614" y="492406"/>
                </a:lnTo>
                <a:moveTo>
                  <a:pt x="429278" y="385284"/>
                </a:moveTo>
                <a:lnTo>
                  <a:pt x="325518" y="391201"/>
                </a:lnTo>
                <a:moveTo>
                  <a:pt x="301082" y="753352"/>
                </a:moveTo>
                <a:lnTo>
                  <a:pt x="320140" y="724615"/>
                </a:lnTo>
                <a:moveTo>
                  <a:pt x="1841704" y="575550"/>
                </a:moveTo>
                <a:lnTo>
                  <a:pt x="1774713" y="582938"/>
                </a:lnTo>
                <a:moveTo>
                  <a:pt x="795672" y="184245"/>
                </a:moveTo>
                <a:lnTo>
                  <a:pt x="791361" y="186210"/>
                </a:lnTo>
                <a:moveTo>
                  <a:pt x="418988" y="723821"/>
                </a:moveTo>
                <a:lnTo>
                  <a:pt x="320140" y="724615"/>
                </a:lnTo>
                <a:moveTo>
                  <a:pt x="2448686" y="560491"/>
                </a:moveTo>
                <a:lnTo>
                  <a:pt x="2482264" y="641917"/>
                </a:lnTo>
                <a:moveTo>
                  <a:pt x="795672" y="184245"/>
                </a:moveTo>
                <a:lnTo>
                  <a:pt x="801262" y="177586"/>
                </a:lnTo>
                <a:moveTo>
                  <a:pt x="1963290" y="338117"/>
                </a:moveTo>
                <a:lnTo>
                  <a:pt x="1900779" y="279109"/>
                </a:lnTo>
                <a:moveTo>
                  <a:pt x="301082" y="753352"/>
                </a:moveTo>
                <a:lnTo>
                  <a:pt x="195721" y="750336"/>
                </a:lnTo>
                <a:moveTo>
                  <a:pt x="386243" y="385333"/>
                </a:moveTo>
                <a:lnTo>
                  <a:pt x="431733" y="381565"/>
                </a:lnTo>
                <a:moveTo>
                  <a:pt x="88307" y="697765"/>
                </a:moveTo>
                <a:lnTo>
                  <a:pt x="126183" y="714060"/>
                </a:lnTo>
                <a:moveTo>
                  <a:pt x="2083355" y="702260"/>
                </a:moveTo>
                <a:lnTo>
                  <a:pt x="2121616" y="714281"/>
                </a:lnTo>
                <a:moveTo>
                  <a:pt x="1738417" y="541795"/>
                </a:moveTo>
                <a:lnTo>
                  <a:pt x="1636467" y="488231"/>
                </a:lnTo>
                <a:moveTo>
                  <a:pt x="429278" y="385284"/>
                </a:moveTo>
                <a:lnTo>
                  <a:pt x="386243" y="385333"/>
                </a:lnTo>
                <a:moveTo>
                  <a:pt x="1745750" y="246263"/>
                </a:moveTo>
                <a:lnTo>
                  <a:pt x="1758250" y="247871"/>
                </a:lnTo>
                <a:moveTo>
                  <a:pt x="1268890" y="443109"/>
                </a:moveTo>
                <a:lnTo>
                  <a:pt x="1390224" y="429583"/>
                </a:lnTo>
                <a:moveTo>
                  <a:pt x="1614024" y="461582"/>
                </a:moveTo>
                <a:lnTo>
                  <a:pt x="1611205" y="471185"/>
                </a:lnTo>
                <a:moveTo>
                  <a:pt x="1745750" y="246263"/>
                </a:moveTo>
                <a:lnTo>
                  <a:pt x="1765963" y="251675"/>
                </a:lnTo>
                <a:moveTo>
                  <a:pt x="910712" y="119990"/>
                </a:moveTo>
                <a:lnTo>
                  <a:pt x="801262" y="177586"/>
                </a:lnTo>
                <a:moveTo>
                  <a:pt x="418988" y="723821"/>
                </a:moveTo>
                <a:lnTo>
                  <a:pt x="552678" y="732679"/>
                </a:lnTo>
                <a:moveTo>
                  <a:pt x="657999" y="736279"/>
                </a:moveTo>
                <a:lnTo>
                  <a:pt x="552678" y="732679"/>
                </a:lnTo>
                <a:moveTo>
                  <a:pt x="2440189" y="686417"/>
                </a:moveTo>
                <a:lnTo>
                  <a:pt x="2481734" y="649772"/>
                </a:lnTo>
                <a:moveTo>
                  <a:pt x="2333734" y="699613"/>
                </a:moveTo>
                <a:lnTo>
                  <a:pt x="2226640" y="722292"/>
                </a:lnTo>
                <a:moveTo>
                  <a:pt x="1600397" y="443755"/>
                </a:moveTo>
                <a:lnTo>
                  <a:pt x="1534330" y="437445"/>
                </a:lnTo>
                <a:moveTo>
                  <a:pt x="2440189" y="686417"/>
                </a:moveTo>
                <a:lnTo>
                  <a:pt x="2506355" y="646365"/>
                </a:lnTo>
                <a:moveTo>
                  <a:pt x="1133088" y="532360"/>
                </a:moveTo>
                <a:lnTo>
                  <a:pt x="1159987" y="439587"/>
                </a:lnTo>
                <a:moveTo>
                  <a:pt x="1860139" y="302337"/>
                </a:moveTo>
                <a:lnTo>
                  <a:pt x="1765963" y="251675"/>
                </a:lnTo>
                <a:moveTo>
                  <a:pt x="1636467" y="488231"/>
                </a:moveTo>
                <a:lnTo>
                  <a:pt x="1614024" y="461582"/>
                </a:lnTo>
                <a:moveTo>
                  <a:pt x="429278" y="385284"/>
                </a:moveTo>
                <a:lnTo>
                  <a:pt x="431733" y="381565"/>
                </a:lnTo>
                <a:moveTo>
                  <a:pt x="878999" y="589991"/>
                </a:moveTo>
                <a:lnTo>
                  <a:pt x="810989" y="612480"/>
                </a:lnTo>
                <a:moveTo>
                  <a:pt x="407645" y="738560"/>
                </a:moveTo>
                <a:lnTo>
                  <a:pt x="320140" y="724615"/>
                </a:lnTo>
                <a:moveTo>
                  <a:pt x="2422229" y="517934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215708" y="454131"/>
                </a:lnTo>
                <a:moveTo>
                  <a:pt x="1619405" y="162053"/>
                </a:moveTo>
                <a:lnTo>
                  <a:pt x="1758250" y="247871"/>
                </a:lnTo>
                <a:moveTo>
                  <a:pt x="531377" y="72883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159987" y="439587"/>
                </a:lnTo>
                <a:moveTo>
                  <a:pt x="646107" y="333467"/>
                </a:moveTo>
                <a:lnTo>
                  <a:pt x="650749" y="294747"/>
                </a:lnTo>
                <a:moveTo>
                  <a:pt x="88307" y="697765"/>
                </a:moveTo>
                <a:lnTo>
                  <a:pt x="195721" y="750336"/>
                </a:lnTo>
                <a:moveTo>
                  <a:pt x="1246777" y="547936"/>
                </a:moveTo>
                <a:lnTo>
                  <a:pt x="1159987" y="439587"/>
                </a:lnTo>
                <a:moveTo>
                  <a:pt x="1377521" y="446514"/>
                </a:moveTo>
                <a:lnTo>
                  <a:pt x="1390224" y="429583"/>
                </a:lnTo>
                <a:moveTo>
                  <a:pt x="1963290" y="338117"/>
                </a:moveTo>
                <a:lnTo>
                  <a:pt x="2005430" y="292637"/>
                </a:lnTo>
                <a:moveTo>
                  <a:pt x="2549888" y="625154"/>
                </a:moveTo>
                <a:lnTo>
                  <a:pt x="2482264" y="641917"/>
                </a:lnTo>
                <a:moveTo>
                  <a:pt x="1377521" y="446514"/>
                </a:moveTo>
                <a:lnTo>
                  <a:pt x="1268890" y="443109"/>
                </a:lnTo>
                <a:moveTo>
                  <a:pt x="2169927" y="386265"/>
                </a:moveTo>
                <a:lnTo>
                  <a:pt x="2108507" y="329503"/>
                </a:lnTo>
                <a:moveTo>
                  <a:pt x="1862289" y="587265"/>
                </a:moveTo>
                <a:lnTo>
                  <a:pt x="1878647" y="607110"/>
                </a:lnTo>
                <a:moveTo>
                  <a:pt x="1494992" y="441391"/>
                </a:moveTo>
                <a:lnTo>
                  <a:pt x="1390224" y="429583"/>
                </a:lnTo>
                <a:moveTo>
                  <a:pt x="2187757" y="719488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15304" y="140360"/>
                </a:lnTo>
                <a:moveTo>
                  <a:pt x="1133088" y="532360"/>
                </a:moveTo>
                <a:lnTo>
                  <a:pt x="1028977" y="510821"/>
                </a:lnTo>
                <a:moveTo>
                  <a:pt x="878999" y="589991"/>
                </a:moveTo>
                <a:lnTo>
                  <a:pt x="921214" y="543401"/>
                </a:lnTo>
                <a:moveTo>
                  <a:pt x="1860139" y="302337"/>
                </a:moveTo>
                <a:lnTo>
                  <a:pt x="1745750" y="246263"/>
                </a:lnTo>
                <a:moveTo>
                  <a:pt x="707214" y="280270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88556" y="638463"/>
                </a:lnTo>
                <a:moveTo>
                  <a:pt x="281458" y="465131"/>
                </a:moveTo>
                <a:lnTo>
                  <a:pt x="325518" y="391201"/>
                </a:lnTo>
                <a:moveTo>
                  <a:pt x="1841704" y="575550"/>
                </a:moveTo>
                <a:lnTo>
                  <a:pt x="1868670" y="598754"/>
                </a:lnTo>
                <a:moveTo>
                  <a:pt x="157562" y="736818"/>
                </a:moveTo>
                <a:lnTo>
                  <a:pt x="195721" y="750336"/>
                </a:lnTo>
                <a:moveTo>
                  <a:pt x="2083355" y="702260"/>
                </a:moveTo>
                <a:lnTo>
                  <a:pt x="1981084" y="653458"/>
                </a:lnTo>
                <a:moveTo>
                  <a:pt x="172917" y="509253"/>
                </a:moveTo>
                <a:lnTo>
                  <a:pt x="189473" y="483117"/>
                </a:lnTo>
                <a:moveTo>
                  <a:pt x="815115" y="631648"/>
                </a:moveTo>
                <a:lnTo>
                  <a:pt x="788556" y="638463"/>
                </a:lnTo>
                <a:moveTo>
                  <a:pt x="1246777" y="547936"/>
                </a:moveTo>
                <a:lnTo>
                  <a:pt x="1268890" y="443109"/>
                </a:lnTo>
                <a:moveTo>
                  <a:pt x="531377" y="728839"/>
                </a:moveTo>
                <a:lnTo>
                  <a:pt x="418988" y="723821"/>
                </a:lnTo>
                <a:moveTo>
                  <a:pt x="1862289" y="587265"/>
                </a:moveTo>
                <a:lnTo>
                  <a:pt x="1868670" y="598754"/>
                </a:lnTo>
                <a:moveTo>
                  <a:pt x="1706481" y="234965"/>
                </a:moveTo>
                <a:lnTo>
                  <a:pt x="1758250" y="247871"/>
                </a:lnTo>
                <a:moveTo>
                  <a:pt x="2448686" y="560491"/>
                </a:moveTo>
                <a:lnTo>
                  <a:pt x="2422229" y="517934"/>
                </a:lnTo>
                <a:moveTo>
                  <a:pt x="407645" y="738560"/>
                </a:moveTo>
                <a:lnTo>
                  <a:pt x="301082" y="753352"/>
                </a:lnTo>
                <a:moveTo>
                  <a:pt x="532068" y="386182"/>
                </a:moveTo>
                <a:lnTo>
                  <a:pt x="429278" y="385284"/>
                </a:lnTo>
                <a:moveTo>
                  <a:pt x="326598" y="479864"/>
                </a:moveTo>
                <a:lnTo>
                  <a:pt x="325518" y="391201"/>
                </a:lnTo>
                <a:moveTo>
                  <a:pt x="1377521" y="446514"/>
                </a:moveTo>
                <a:lnTo>
                  <a:pt x="1494992" y="441391"/>
                </a:lnTo>
                <a:moveTo>
                  <a:pt x="1944384" y="618303"/>
                </a:moveTo>
                <a:lnTo>
                  <a:pt x="1878647" y="607110"/>
                </a:lnTo>
                <a:moveTo>
                  <a:pt x="1017315" y="104610"/>
                </a:moveTo>
                <a:lnTo>
                  <a:pt x="910712" y="119990"/>
                </a:lnTo>
                <a:moveTo>
                  <a:pt x="407645" y="738560"/>
                </a:moveTo>
                <a:lnTo>
                  <a:pt x="418988" y="723821"/>
                </a:lnTo>
                <a:moveTo>
                  <a:pt x="707214" y="280270"/>
                </a:moveTo>
                <a:lnTo>
                  <a:pt x="791361" y="186210"/>
                </a:lnTo>
                <a:moveTo>
                  <a:pt x="767379" y="679741"/>
                </a:moveTo>
                <a:lnTo>
                  <a:pt x="657999" y="736279"/>
                </a:lnTo>
                <a:moveTo>
                  <a:pt x="1963290" y="338117"/>
                </a:moveTo>
                <a:lnTo>
                  <a:pt x="2108507" y="329503"/>
                </a:lnTo>
                <a:moveTo>
                  <a:pt x="646107" y="333467"/>
                </a:moveTo>
                <a:lnTo>
                  <a:pt x="674435" y="289748"/>
                </a:lnTo>
                <a:moveTo>
                  <a:pt x="988855" y="526380"/>
                </a:moveTo>
                <a:lnTo>
                  <a:pt x="921214" y="543401"/>
                </a:lnTo>
                <a:moveTo>
                  <a:pt x="990383" y="524332"/>
                </a:moveTo>
                <a:lnTo>
                  <a:pt x="934956" y="538276"/>
                </a:lnTo>
                <a:moveTo>
                  <a:pt x="878999" y="589991"/>
                </a:moveTo>
                <a:lnTo>
                  <a:pt x="788556" y="638463"/>
                </a:lnTo>
                <a:moveTo>
                  <a:pt x="1711386" y="460151"/>
                </a:moveTo>
                <a:lnTo>
                  <a:pt x="1636467" y="488231"/>
                </a:lnTo>
                <a:moveTo>
                  <a:pt x="88307" y="697765"/>
                </a:moveTo>
                <a:lnTo>
                  <a:pt x="75443" y="586272"/>
                </a:lnTo>
                <a:moveTo>
                  <a:pt x="2187757" y="719488"/>
                </a:moveTo>
                <a:lnTo>
                  <a:pt x="2226640" y="722292"/>
                </a:lnTo>
                <a:moveTo>
                  <a:pt x="2440189" y="686417"/>
                </a:moveTo>
                <a:lnTo>
                  <a:pt x="2333734" y="699613"/>
                </a:lnTo>
                <a:moveTo>
                  <a:pt x="75443" y="586272"/>
                </a:moveTo>
                <a:lnTo>
                  <a:pt x="172917" y="509253"/>
                </a:lnTo>
                <a:moveTo>
                  <a:pt x="988855" y="526380"/>
                </a:moveTo>
                <a:lnTo>
                  <a:pt x="934956" y="538276"/>
                </a:lnTo>
                <a:moveTo>
                  <a:pt x="243705" y="478268"/>
                </a:moveTo>
                <a:lnTo>
                  <a:pt x="189473" y="483117"/>
                </a:lnTo>
                <a:moveTo>
                  <a:pt x="2079249" y="374061"/>
                </a:moveTo>
                <a:lnTo>
                  <a:pt x="2108507" y="329503"/>
                </a:lnTo>
                <a:moveTo>
                  <a:pt x="758757" y="228464"/>
                </a:moveTo>
                <a:lnTo>
                  <a:pt x="791361" y="186210"/>
                </a:lnTo>
                <a:moveTo>
                  <a:pt x="2208622" y="410271"/>
                </a:moveTo>
                <a:lnTo>
                  <a:pt x="2169927" y="386265"/>
                </a:lnTo>
                <a:moveTo>
                  <a:pt x="1080019" y="652315"/>
                </a:moveTo>
                <a:lnTo>
                  <a:pt x="1131489" y="556067"/>
                </a:lnTo>
                <a:moveTo>
                  <a:pt x="1841704" y="575550"/>
                </a:moveTo>
                <a:lnTo>
                  <a:pt x="1738417" y="541795"/>
                </a:lnTo>
                <a:moveTo>
                  <a:pt x="707214" y="280270"/>
                </a:moveTo>
                <a:lnTo>
                  <a:pt x="674435" y="289748"/>
                </a:lnTo>
                <a:moveTo>
                  <a:pt x="2310186" y="469555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189473" y="483117"/>
                </a:lnTo>
                <a:moveTo>
                  <a:pt x="1155530" y="542524"/>
                </a:moveTo>
                <a:lnTo>
                  <a:pt x="1133088" y="532360"/>
                </a:lnTo>
                <a:moveTo>
                  <a:pt x="263703" y="728269"/>
                </a:moveTo>
                <a:lnTo>
                  <a:pt x="195721" y="750336"/>
                </a:lnTo>
                <a:moveTo>
                  <a:pt x="2008394" y="367589"/>
                </a:moveTo>
                <a:lnTo>
                  <a:pt x="2108507" y="329503"/>
                </a:lnTo>
                <a:moveTo>
                  <a:pt x="1155530" y="542524"/>
                </a:moveTo>
                <a:lnTo>
                  <a:pt x="1131489" y="556067"/>
                </a:lnTo>
                <a:moveTo>
                  <a:pt x="1706481" y="234965"/>
                </a:moveTo>
                <a:lnTo>
                  <a:pt x="1745750" y="246263"/>
                </a:lnTo>
                <a:moveTo>
                  <a:pt x="1963290" y="338117"/>
                </a:moveTo>
                <a:lnTo>
                  <a:pt x="1860139" y="302337"/>
                </a:lnTo>
                <a:moveTo>
                  <a:pt x="758757" y="228464"/>
                </a:moveTo>
                <a:lnTo>
                  <a:pt x="795672" y="184245"/>
                </a:lnTo>
                <a:moveTo>
                  <a:pt x="990383" y="524332"/>
                </a:moveTo>
                <a:lnTo>
                  <a:pt x="1028977" y="510821"/>
                </a:lnTo>
                <a:moveTo>
                  <a:pt x="620565" y="71200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246777" y="547936"/>
                </a:lnTo>
                <a:moveTo>
                  <a:pt x="1718103" y="263810"/>
                </a:moveTo>
                <a:lnTo>
                  <a:pt x="1745750" y="246263"/>
                </a:lnTo>
                <a:moveTo>
                  <a:pt x="513638" y="732199"/>
                </a:moveTo>
                <a:lnTo>
                  <a:pt x="418988" y="723821"/>
                </a:lnTo>
                <a:moveTo>
                  <a:pt x="871311" y="124877"/>
                </a:moveTo>
                <a:lnTo>
                  <a:pt x="801262" y="177586"/>
                </a:lnTo>
                <a:moveTo>
                  <a:pt x="2079249" y="374061"/>
                </a:moveTo>
                <a:lnTo>
                  <a:pt x="2169927" y="386265"/>
                </a:lnTo>
                <a:moveTo>
                  <a:pt x="326598" y="479864"/>
                </a:moveTo>
                <a:lnTo>
                  <a:pt x="429278" y="385284"/>
                </a:lnTo>
                <a:moveTo>
                  <a:pt x="818455" y="171167"/>
                </a:moveTo>
                <a:lnTo>
                  <a:pt x="795672" y="184245"/>
                </a:lnTo>
                <a:moveTo>
                  <a:pt x="2294098" y="707983"/>
                </a:moveTo>
                <a:lnTo>
                  <a:pt x="2226640" y="722292"/>
                </a:lnTo>
                <a:moveTo>
                  <a:pt x="815115" y="631648"/>
                </a:moveTo>
                <a:lnTo>
                  <a:pt x="767379" y="679741"/>
                </a:lnTo>
                <a:moveTo>
                  <a:pt x="1944384" y="618303"/>
                </a:moveTo>
                <a:lnTo>
                  <a:pt x="1981084" y="653458"/>
                </a:lnTo>
                <a:moveTo>
                  <a:pt x="1600397" y="443755"/>
                </a:moveTo>
                <a:lnTo>
                  <a:pt x="1494992" y="441391"/>
                </a:lnTo>
                <a:moveTo>
                  <a:pt x="1600397" y="443755"/>
                </a:moveTo>
                <a:lnTo>
                  <a:pt x="1614024" y="461582"/>
                </a:lnTo>
                <a:moveTo>
                  <a:pt x="1718103" y="263810"/>
                </a:moveTo>
                <a:lnTo>
                  <a:pt x="1860139" y="302337"/>
                </a:lnTo>
                <a:moveTo>
                  <a:pt x="1476562" y="445803"/>
                </a:moveTo>
                <a:lnTo>
                  <a:pt x="1377521" y="446514"/>
                </a:lnTo>
                <a:moveTo>
                  <a:pt x="1738417" y="541795"/>
                </a:moveTo>
                <a:lnTo>
                  <a:pt x="1711386" y="460151"/>
                </a:lnTo>
                <a:moveTo>
                  <a:pt x="1706481" y="234965"/>
                </a:moveTo>
                <a:lnTo>
                  <a:pt x="1619405" y="162053"/>
                </a:lnTo>
                <a:moveTo>
                  <a:pt x="243705" y="478268"/>
                </a:moveTo>
                <a:lnTo>
                  <a:pt x="172917" y="509253"/>
                </a:lnTo>
                <a:moveTo>
                  <a:pt x="2391241" y="501772"/>
                </a:moveTo>
                <a:lnTo>
                  <a:pt x="2348758" y="476958"/>
                </a:lnTo>
                <a:moveTo>
                  <a:pt x="389811" y="482664"/>
                </a:moveTo>
                <a:lnTo>
                  <a:pt x="429278" y="385284"/>
                </a:lnTo>
                <a:moveTo>
                  <a:pt x="407645" y="738560"/>
                </a:moveTo>
                <a:lnTo>
                  <a:pt x="399970" y="715659"/>
                </a:lnTo>
                <a:moveTo>
                  <a:pt x="871311" y="124877"/>
                </a:moveTo>
                <a:lnTo>
                  <a:pt x="795672" y="184245"/>
                </a:lnTo>
                <a:moveTo>
                  <a:pt x="1476562" y="445803"/>
                </a:moveTo>
                <a:lnTo>
                  <a:pt x="1494992" y="441391"/>
                </a:lnTo>
                <a:moveTo>
                  <a:pt x="2549888" y="625154"/>
                </a:moveTo>
                <a:lnTo>
                  <a:pt x="2448686" y="560491"/>
                </a:lnTo>
                <a:moveTo>
                  <a:pt x="513638" y="732199"/>
                </a:moveTo>
                <a:lnTo>
                  <a:pt x="531377" y="728839"/>
                </a:lnTo>
                <a:moveTo>
                  <a:pt x="157562" y="736818"/>
                </a:moveTo>
                <a:lnTo>
                  <a:pt x="88307" y="697765"/>
                </a:lnTo>
                <a:moveTo>
                  <a:pt x="2208622" y="410271"/>
                </a:moveTo>
                <a:lnTo>
                  <a:pt x="2079249" y="374061"/>
                </a:lnTo>
                <a:moveTo>
                  <a:pt x="532068" y="386182"/>
                </a:moveTo>
                <a:lnTo>
                  <a:pt x="646107" y="333467"/>
                </a:lnTo>
                <a:moveTo>
                  <a:pt x="263703" y="728269"/>
                </a:moveTo>
                <a:lnTo>
                  <a:pt x="301082" y="753352"/>
                </a:lnTo>
                <a:moveTo>
                  <a:pt x="1829842" y="353455"/>
                </a:moveTo>
                <a:lnTo>
                  <a:pt x="1860139" y="302337"/>
                </a:lnTo>
                <a:moveTo>
                  <a:pt x="1862289" y="587265"/>
                </a:moveTo>
                <a:lnTo>
                  <a:pt x="1841704" y="575550"/>
                </a:lnTo>
                <a:moveTo>
                  <a:pt x="1711386" y="460151"/>
                </a:moveTo>
                <a:lnTo>
                  <a:pt x="1614024" y="461582"/>
                </a:lnTo>
                <a:moveTo>
                  <a:pt x="513638" y="732199"/>
                </a:moveTo>
                <a:lnTo>
                  <a:pt x="407645" y="738560"/>
                </a:lnTo>
                <a:moveTo>
                  <a:pt x="815115" y="631648"/>
                </a:moveTo>
                <a:lnTo>
                  <a:pt x="878999" y="589991"/>
                </a:lnTo>
                <a:moveTo>
                  <a:pt x="871311" y="124877"/>
                </a:moveTo>
                <a:lnTo>
                  <a:pt x="910712" y="119990"/>
                </a:lnTo>
                <a:moveTo>
                  <a:pt x="550829" y="722238"/>
                </a:moveTo>
                <a:lnTo>
                  <a:pt x="531377" y="728839"/>
                </a:lnTo>
                <a:moveTo>
                  <a:pt x="2187757" y="719488"/>
                </a:moveTo>
                <a:lnTo>
                  <a:pt x="2083355" y="702260"/>
                </a:lnTo>
                <a:moveTo>
                  <a:pt x="512282" y="720644"/>
                </a:moveTo>
                <a:lnTo>
                  <a:pt x="407645" y="738560"/>
                </a:lnTo>
                <a:moveTo>
                  <a:pt x="1095535" y="509849"/>
                </a:moveTo>
                <a:lnTo>
                  <a:pt x="1028977" y="510821"/>
                </a:lnTo>
                <a:moveTo>
                  <a:pt x="1122739" y="106683"/>
                </a:moveTo>
                <a:lnTo>
                  <a:pt x="1017315" y="104610"/>
                </a:lnTo>
                <a:moveTo>
                  <a:pt x="620565" y="712009"/>
                </a:moveTo>
                <a:lnTo>
                  <a:pt x="657999" y="736279"/>
                </a:lnTo>
                <a:moveTo>
                  <a:pt x="501174" y="487241"/>
                </a:moveTo>
                <a:lnTo>
                  <a:pt x="429278" y="385284"/>
                </a:lnTo>
                <a:moveTo>
                  <a:pt x="2310186" y="469555"/>
                </a:moveTo>
                <a:lnTo>
                  <a:pt x="2208622" y="410271"/>
                </a:lnTo>
                <a:moveTo>
                  <a:pt x="2294098" y="707983"/>
                </a:moveTo>
                <a:lnTo>
                  <a:pt x="2333734" y="699613"/>
                </a:lnTo>
                <a:moveTo>
                  <a:pt x="2521183" y="742330"/>
                </a:moveTo>
                <a:lnTo>
                  <a:pt x="2440189" y="686417"/>
                </a:lnTo>
                <a:moveTo>
                  <a:pt x="243705" y="478268"/>
                </a:moveTo>
                <a:lnTo>
                  <a:pt x="281458" y="465131"/>
                </a:lnTo>
                <a:moveTo>
                  <a:pt x="2391241" y="501772"/>
                </a:moveTo>
                <a:lnTo>
                  <a:pt x="2422229" y="517934"/>
                </a:lnTo>
                <a:moveTo>
                  <a:pt x="2046578" y="668246"/>
                </a:moveTo>
                <a:lnTo>
                  <a:pt x="1981084" y="653458"/>
                </a:lnTo>
                <a:moveTo>
                  <a:pt x="1816630" y="462102"/>
                </a:moveTo>
                <a:lnTo>
                  <a:pt x="1738417" y="541795"/>
                </a:lnTo>
                <a:moveTo>
                  <a:pt x="140670" y="576490"/>
                </a:moveTo>
                <a:lnTo>
                  <a:pt x="75443" y="586272"/>
                </a:lnTo>
                <a:moveTo>
                  <a:pt x="707214" y="280270"/>
                </a:moveTo>
                <a:lnTo>
                  <a:pt x="646107" y="333467"/>
                </a:lnTo>
                <a:moveTo>
                  <a:pt x="2008394" y="367589"/>
                </a:moveTo>
                <a:lnTo>
                  <a:pt x="1963290" y="338117"/>
                </a:lnTo>
                <a:moveTo>
                  <a:pt x="137808" y="689579"/>
                </a:moveTo>
                <a:lnTo>
                  <a:pt x="75443" y="586272"/>
                </a:lnTo>
                <a:moveTo>
                  <a:pt x="620565" y="712009"/>
                </a:moveTo>
                <a:lnTo>
                  <a:pt x="531377" y="728839"/>
                </a:lnTo>
                <a:moveTo>
                  <a:pt x="512282" y="720644"/>
                </a:moveTo>
                <a:lnTo>
                  <a:pt x="399970" y="715659"/>
                </a:lnTo>
                <a:moveTo>
                  <a:pt x="2064865" y="397227"/>
                </a:moveTo>
                <a:lnTo>
                  <a:pt x="2208622" y="410271"/>
                </a:lnTo>
                <a:moveTo>
                  <a:pt x="263703" y="728269"/>
                </a:moveTo>
                <a:lnTo>
                  <a:pt x="407645" y="738560"/>
                </a:lnTo>
                <a:moveTo>
                  <a:pt x="275455" y="476801"/>
                </a:moveTo>
                <a:lnTo>
                  <a:pt x="243705" y="478268"/>
                </a:lnTo>
                <a:moveTo>
                  <a:pt x="2008394" y="367589"/>
                </a:moveTo>
                <a:lnTo>
                  <a:pt x="2079249" y="374061"/>
                </a:lnTo>
                <a:moveTo>
                  <a:pt x="2391241" y="501772"/>
                </a:moveTo>
                <a:lnTo>
                  <a:pt x="2448686" y="560491"/>
                </a:lnTo>
                <a:moveTo>
                  <a:pt x="731566" y="631442"/>
                </a:moveTo>
                <a:lnTo>
                  <a:pt x="657999" y="736279"/>
                </a:lnTo>
                <a:moveTo>
                  <a:pt x="1718103" y="263810"/>
                </a:moveTo>
                <a:lnTo>
                  <a:pt x="1706481" y="234965"/>
                </a:lnTo>
                <a:moveTo>
                  <a:pt x="1951025" y="362247"/>
                </a:moveTo>
                <a:lnTo>
                  <a:pt x="1963290" y="338117"/>
                </a:lnTo>
                <a:moveTo>
                  <a:pt x="978637" y="98769"/>
                </a:moveTo>
                <a:lnTo>
                  <a:pt x="910712" y="119990"/>
                </a:lnTo>
                <a:moveTo>
                  <a:pt x="1600397" y="443755"/>
                </a:moveTo>
                <a:lnTo>
                  <a:pt x="1711386" y="460151"/>
                </a:lnTo>
                <a:moveTo>
                  <a:pt x="2554932" y="631735"/>
                </a:moveTo>
                <a:lnTo>
                  <a:pt x="2549888" y="625154"/>
                </a:lnTo>
                <a:moveTo>
                  <a:pt x="1829842" y="353455"/>
                </a:moveTo>
                <a:lnTo>
                  <a:pt x="1963290" y="338117"/>
                </a:lnTo>
                <a:moveTo>
                  <a:pt x="1944384" y="618303"/>
                </a:moveTo>
                <a:lnTo>
                  <a:pt x="1862289" y="587265"/>
                </a:lnTo>
                <a:moveTo>
                  <a:pt x="512282" y="720644"/>
                </a:moveTo>
                <a:lnTo>
                  <a:pt x="513638" y="732199"/>
                </a:lnTo>
                <a:moveTo>
                  <a:pt x="275455" y="476801"/>
                </a:moveTo>
                <a:lnTo>
                  <a:pt x="281458" y="465131"/>
                </a:lnTo>
                <a:moveTo>
                  <a:pt x="2412268" y="521158"/>
                </a:moveTo>
                <a:lnTo>
                  <a:pt x="2448686" y="560491"/>
                </a:lnTo>
                <a:moveTo>
                  <a:pt x="625859" y="383219"/>
                </a:moveTo>
                <a:lnTo>
                  <a:pt x="532068" y="386182"/>
                </a:lnTo>
                <a:moveTo>
                  <a:pt x="326598" y="479864"/>
                </a:moveTo>
                <a:lnTo>
                  <a:pt x="281458" y="465131"/>
                </a:lnTo>
                <a:moveTo>
                  <a:pt x="1095535" y="509849"/>
                </a:moveTo>
                <a:lnTo>
                  <a:pt x="1133088" y="532360"/>
                </a:lnTo>
                <a:moveTo>
                  <a:pt x="140670" y="576490"/>
                </a:moveTo>
                <a:lnTo>
                  <a:pt x="172917" y="509253"/>
                </a:lnTo>
                <a:moveTo>
                  <a:pt x="137808" y="689579"/>
                </a:moveTo>
                <a:lnTo>
                  <a:pt x="88307" y="697765"/>
                </a:lnTo>
                <a:moveTo>
                  <a:pt x="988855" y="526380"/>
                </a:moveTo>
                <a:lnTo>
                  <a:pt x="878999" y="589991"/>
                </a:lnTo>
                <a:moveTo>
                  <a:pt x="2399576" y="709258"/>
                </a:moveTo>
                <a:lnTo>
                  <a:pt x="2333734" y="699613"/>
                </a:lnTo>
                <a:moveTo>
                  <a:pt x="707214" y="280270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600397" y="443755"/>
                </a:lnTo>
                <a:moveTo>
                  <a:pt x="550829" y="722238"/>
                </a:moveTo>
                <a:lnTo>
                  <a:pt x="513638" y="732199"/>
                </a:lnTo>
                <a:moveTo>
                  <a:pt x="263703" y="728269"/>
                </a:moveTo>
                <a:lnTo>
                  <a:pt x="399970" y="715659"/>
                </a:lnTo>
                <a:moveTo>
                  <a:pt x="501174" y="487241"/>
                </a:moveTo>
                <a:lnTo>
                  <a:pt x="532068" y="386182"/>
                </a:lnTo>
                <a:moveTo>
                  <a:pt x="1060881" y="636381"/>
                </a:moveTo>
                <a:lnTo>
                  <a:pt x="1080019" y="652315"/>
                </a:lnTo>
                <a:moveTo>
                  <a:pt x="512282" y="720644"/>
                </a:moveTo>
                <a:lnTo>
                  <a:pt x="550829" y="722238"/>
                </a:lnTo>
                <a:moveTo>
                  <a:pt x="1951025" y="362247"/>
                </a:moveTo>
                <a:lnTo>
                  <a:pt x="2008394" y="367589"/>
                </a:lnTo>
                <a:moveTo>
                  <a:pt x="1060881" y="636381"/>
                </a:moveTo>
                <a:lnTo>
                  <a:pt x="1131489" y="556067"/>
                </a:lnTo>
                <a:moveTo>
                  <a:pt x="2064865" y="397227"/>
                </a:moveTo>
                <a:lnTo>
                  <a:pt x="2079249" y="374061"/>
                </a:lnTo>
                <a:moveTo>
                  <a:pt x="1210661" y="532436"/>
                </a:moveTo>
                <a:lnTo>
                  <a:pt x="1133088" y="532360"/>
                </a:lnTo>
                <a:moveTo>
                  <a:pt x="1090997" y="577103"/>
                </a:moveTo>
                <a:lnTo>
                  <a:pt x="1131489" y="556067"/>
                </a:lnTo>
                <a:moveTo>
                  <a:pt x="295047" y="701746"/>
                </a:moveTo>
                <a:lnTo>
                  <a:pt x="399970" y="715659"/>
                </a:lnTo>
                <a:moveTo>
                  <a:pt x="263703" y="728269"/>
                </a:moveTo>
                <a:lnTo>
                  <a:pt x="157562" y="736818"/>
                </a:lnTo>
                <a:moveTo>
                  <a:pt x="1718103" y="263810"/>
                </a:moveTo>
                <a:lnTo>
                  <a:pt x="1829842" y="353455"/>
                </a:lnTo>
                <a:moveTo>
                  <a:pt x="275455" y="476801"/>
                </a:moveTo>
                <a:lnTo>
                  <a:pt x="326598" y="479864"/>
                </a:lnTo>
                <a:moveTo>
                  <a:pt x="625859" y="383219"/>
                </a:moveTo>
                <a:lnTo>
                  <a:pt x="646107" y="333467"/>
                </a:lnTo>
                <a:moveTo>
                  <a:pt x="1841704" y="575550"/>
                </a:moveTo>
                <a:lnTo>
                  <a:pt x="1816630" y="462102"/>
                </a:lnTo>
                <a:moveTo>
                  <a:pt x="2539441" y="779968"/>
                </a:moveTo>
                <a:lnTo>
                  <a:pt x="2521183" y="742330"/>
                </a:lnTo>
                <a:moveTo>
                  <a:pt x="2046578" y="668246"/>
                </a:moveTo>
                <a:lnTo>
                  <a:pt x="2083355" y="702260"/>
                </a:lnTo>
                <a:moveTo>
                  <a:pt x="731566" y="631442"/>
                </a:moveTo>
                <a:lnTo>
                  <a:pt x="767379" y="679741"/>
                </a:lnTo>
                <a:moveTo>
                  <a:pt x="2575976" y="743385"/>
                </a:moveTo>
                <a:lnTo>
                  <a:pt x="2554932" y="631735"/>
                </a:lnTo>
                <a:moveTo>
                  <a:pt x="1210661" y="532436"/>
                </a:moveTo>
                <a:lnTo>
                  <a:pt x="1155530" y="542524"/>
                </a:lnTo>
                <a:moveTo>
                  <a:pt x="140670" y="576490"/>
                </a:moveTo>
                <a:lnTo>
                  <a:pt x="243705" y="478268"/>
                </a:lnTo>
                <a:moveTo>
                  <a:pt x="1711386" y="460151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2008394" y="367589"/>
                </a:lnTo>
                <a:moveTo>
                  <a:pt x="399970" y="715659"/>
                </a:moveTo>
                <a:lnTo>
                  <a:pt x="379168" y="592414"/>
                </a:lnTo>
                <a:moveTo>
                  <a:pt x="1760995" y="347260"/>
                </a:moveTo>
                <a:lnTo>
                  <a:pt x="1718103" y="263810"/>
                </a:lnTo>
                <a:moveTo>
                  <a:pt x="818455" y="171167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711386" y="460151"/>
                </a:lnTo>
                <a:moveTo>
                  <a:pt x="1951025" y="362247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1017315" y="104610"/>
                </a:lnTo>
                <a:moveTo>
                  <a:pt x="988855" y="526380"/>
                </a:moveTo>
                <a:lnTo>
                  <a:pt x="990383" y="524332"/>
                </a:lnTo>
                <a:moveTo>
                  <a:pt x="2166901" y="449523"/>
                </a:moveTo>
                <a:lnTo>
                  <a:pt x="2208622" y="410271"/>
                </a:lnTo>
                <a:moveTo>
                  <a:pt x="731566" y="631442"/>
                </a:moveTo>
                <a:lnTo>
                  <a:pt x="815115" y="631648"/>
                </a:lnTo>
                <a:moveTo>
                  <a:pt x="1564703" y="393683"/>
                </a:moveTo>
                <a:lnTo>
                  <a:pt x="1494992" y="441391"/>
                </a:lnTo>
                <a:moveTo>
                  <a:pt x="326598" y="479864"/>
                </a:moveTo>
                <a:lnTo>
                  <a:pt x="389811" y="482664"/>
                </a:lnTo>
                <a:moveTo>
                  <a:pt x="743037" y="614694"/>
                </a:moveTo>
                <a:lnTo>
                  <a:pt x="815115" y="631648"/>
                </a:lnTo>
                <a:moveTo>
                  <a:pt x="625859" y="383219"/>
                </a:moveTo>
                <a:lnTo>
                  <a:pt x="707214" y="280270"/>
                </a:lnTo>
                <a:moveTo>
                  <a:pt x="997367" y="523913"/>
                </a:moveTo>
                <a:lnTo>
                  <a:pt x="990383" y="524332"/>
                </a:lnTo>
                <a:moveTo>
                  <a:pt x="157562" y="736818"/>
                </a:moveTo>
                <a:lnTo>
                  <a:pt x="137808" y="689579"/>
                </a:lnTo>
                <a:moveTo>
                  <a:pt x="988855" y="526380"/>
                </a:moveTo>
                <a:lnTo>
                  <a:pt x="988389" y="523476"/>
                </a:lnTo>
                <a:moveTo>
                  <a:pt x="988855" y="526380"/>
                </a:moveTo>
                <a:lnTo>
                  <a:pt x="997367" y="523913"/>
                </a:lnTo>
                <a:moveTo>
                  <a:pt x="2294098" y="707983"/>
                </a:moveTo>
                <a:lnTo>
                  <a:pt x="2187757" y="719488"/>
                </a:lnTo>
                <a:moveTo>
                  <a:pt x="1707424" y="422068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1951025" y="362247"/>
                </a:lnTo>
                <a:moveTo>
                  <a:pt x="988389" y="523476"/>
                </a:moveTo>
                <a:lnTo>
                  <a:pt x="997367" y="523913"/>
                </a:lnTo>
                <a:moveTo>
                  <a:pt x="1227906" y="112582"/>
                </a:moveTo>
                <a:lnTo>
                  <a:pt x="1122739" y="106683"/>
                </a:lnTo>
                <a:moveTo>
                  <a:pt x="2539441" y="779968"/>
                </a:moveTo>
                <a:lnTo>
                  <a:pt x="2575976" y="743385"/>
                </a:lnTo>
                <a:moveTo>
                  <a:pt x="1201145" y="509182"/>
                </a:moveTo>
                <a:lnTo>
                  <a:pt x="1133088" y="532360"/>
                </a:lnTo>
                <a:moveTo>
                  <a:pt x="2399576" y="709258"/>
                </a:moveTo>
                <a:lnTo>
                  <a:pt x="2440189" y="686417"/>
                </a:lnTo>
                <a:moveTo>
                  <a:pt x="550829" y="722238"/>
                </a:moveTo>
                <a:lnTo>
                  <a:pt x="620565" y="712009"/>
                </a:lnTo>
                <a:moveTo>
                  <a:pt x="743143" y="276020"/>
                </a:moveTo>
                <a:lnTo>
                  <a:pt x="707214" y="280270"/>
                </a:lnTo>
                <a:moveTo>
                  <a:pt x="1760995" y="347260"/>
                </a:moveTo>
                <a:lnTo>
                  <a:pt x="1829842" y="353455"/>
                </a:lnTo>
                <a:moveTo>
                  <a:pt x="2391241" y="501772"/>
                </a:moveTo>
                <a:lnTo>
                  <a:pt x="2310186" y="469555"/>
                </a:lnTo>
                <a:moveTo>
                  <a:pt x="2514023" y="577623"/>
                </a:moveTo>
                <a:lnTo>
                  <a:pt x="2448686" y="560491"/>
                </a:lnTo>
                <a:moveTo>
                  <a:pt x="512282" y="720644"/>
                </a:moveTo>
                <a:lnTo>
                  <a:pt x="379168" y="592414"/>
                </a:lnTo>
                <a:moveTo>
                  <a:pt x="252822" y="695724"/>
                </a:moveTo>
                <a:lnTo>
                  <a:pt x="157562" y="736818"/>
                </a:lnTo>
                <a:moveTo>
                  <a:pt x="1198925" y="542086"/>
                </a:moveTo>
                <a:lnTo>
                  <a:pt x="1131489" y="556067"/>
                </a:lnTo>
                <a:moveTo>
                  <a:pt x="1760995" y="347260"/>
                </a:moveTo>
                <a:lnTo>
                  <a:pt x="1707424" y="422068"/>
                </a:lnTo>
                <a:moveTo>
                  <a:pt x="140670" y="576490"/>
                </a:moveTo>
                <a:lnTo>
                  <a:pt x="275455" y="476801"/>
                </a:lnTo>
                <a:moveTo>
                  <a:pt x="605245" y="488689"/>
                </a:moveTo>
                <a:lnTo>
                  <a:pt x="532068" y="386182"/>
                </a:lnTo>
                <a:moveTo>
                  <a:pt x="512282" y="720644"/>
                </a:moveTo>
                <a:lnTo>
                  <a:pt x="496768" y="599668"/>
                </a:lnTo>
                <a:moveTo>
                  <a:pt x="1454598" y="460974"/>
                </a:moveTo>
                <a:lnTo>
                  <a:pt x="1476562" y="445803"/>
                </a:lnTo>
                <a:moveTo>
                  <a:pt x="818455" y="171167"/>
                </a:moveTo>
                <a:lnTo>
                  <a:pt x="871311" y="124877"/>
                </a:lnTo>
                <a:moveTo>
                  <a:pt x="374345" y="592029"/>
                </a:moveTo>
                <a:lnTo>
                  <a:pt x="275455" y="476801"/>
                </a:lnTo>
                <a:moveTo>
                  <a:pt x="2514205" y="730821"/>
                </a:moveTo>
                <a:lnTo>
                  <a:pt x="2440189" y="686417"/>
                </a:lnTo>
                <a:moveTo>
                  <a:pt x="844751" y="518505"/>
                </a:moveTo>
                <a:lnTo>
                  <a:pt x="815115" y="631648"/>
                </a:lnTo>
                <a:moveTo>
                  <a:pt x="1816630" y="462102"/>
                </a:moveTo>
                <a:lnTo>
                  <a:pt x="1711386" y="460151"/>
                </a:lnTo>
                <a:moveTo>
                  <a:pt x="1198925" y="542086"/>
                </a:moveTo>
                <a:lnTo>
                  <a:pt x="1155530" y="542524"/>
                </a:lnTo>
                <a:moveTo>
                  <a:pt x="743143" y="276020"/>
                </a:moveTo>
                <a:lnTo>
                  <a:pt x="758757" y="228464"/>
                </a:lnTo>
                <a:moveTo>
                  <a:pt x="374345" y="592029"/>
                </a:moveTo>
                <a:lnTo>
                  <a:pt x="326598" y="479864"/>
                </a:lnTo>
                <a:moveTo>
                  <a:pt x="1920592" y="577822"/>
                </a:moveTo>
                <a:lnTo>
                  <a:pt x="1841704" y="575550"/>
                </a:lnTo>
                <a:moveTo>
                  <a:pt x="295047" y="701746"/>
                </a:moveTo>
                <a:lnTo>
                  <a:pt x="263703" y="728269"/>
                </a:lnTo>
                <a:moveTo>
                  <a:pt x="1694174" y="338446"/>
                </a:moveTo>
                <a:lnTo>
                  <a:pt x="1718103" y="263810"/>
                </a:lnTo>
                <a:moveTo>
                  <a:pt x="1490509" y="437730"/>
                </a:moveTo>
                <a:lnTo>
                  <a:pt x="1476562" y="445803"/>
                </a:lnTo>
                <a:moveTo>
                  <a:pt x="2150037" y="699461"/>
                </a:moveTo>
                <a:lnTo>
                  <a:pt x="2083355" y="702260"/>
                </a:lnTo>
                <a:moveTo>
                  <a:pt x="1816630" y="462102"/>
                </a:moveTo>
                <a:lnTo>
                  <a:pt x="1829842" y="353455"/>
                </a:lnTo>
                <a:moveTo>
                  <a:pt x="1920592" y="577822"/>
                </a:moveTo>
                <a:lnTo>
                  <a:pt x="1862289" y="587265"/>
                </a:lnTo>
                <a:moveTo>
                  <a:pt x="501174" y="487241"/>
                </a:moveTo>
                <a:lnTo>
                  <a:pt x="389811" y="482664"/>
                </a:lnTo>
                <a:moveTo>
                  <a:pt x="1095535" y="509849"/>
                </a:moveTo>
                <a:lnTo>
                  <a:pt x="990383" y="524332"/>
                </a:lnTo>
                <a:moveTo>
                  <a:pt x="379168" y="592414"/>
                </a:moveTo>
                <a:lnTo>
                  <a:pt x="389811" y="482664"/>
                </a:lnTo>
                <a:moveTo>
                  <a:pt x="374345" y="592029"/>
                </a:moveTo>
                <a:lnTo>
                  <a:pt x="389811" y="482664"/>
                </a:lnTo>
                <a:moveTo>
                  <a:pt x="743143" y="276020"/>
                </a:moveTo>
                <a:lnTo>
                  <a:pt x="818455" y="171167"/>
                </a:lnTo>
                <a:moveTo>
                  <a:pt x="1083209" y="113473"/>
                </a:moveTo>
                <a:lnTo>
                  <a:pt x="1017315" y="104610"/>
                </a:lnTo>
                <a:moveTo>
                  <a:pt x="1564703" y="393683"/>
                </a:moveTo>
                <a:lnTo>
                  <a:pt x="1600397" y="443755"/>
                </a:lnTo>
                <a:moveTo>
                  <a:pt x="844751" y="518505"/>
                </a:moveTo>
                <a:lnTo>
                  <a:pt x="878999" y="589991"/>
                </a:lnTo>
                <a:moveTo>
                  <a:pt x="496768" y="599668"/>
                </a:moveTo>
                <a:lnTo>
                  <a:pt x="389811" y="482664"/>
                </a:lnTo>
                <a:moveTo>
                  <a:pt x="997367" y="523913"/>
                </a:moveTo>
                <a:lnTo>
                  <a:pt x="1095535" y="509849"/>
                </a:lnTo>
                <a:moveTo>
                  <a:pt x="2166901" y="449523"/>
                </a:moveTo>
                <a:lnTo>
                  <a:pt x="2310186" y="469555"/>
                </a:lnTo>
                <a:moveTo>
                  <a:pt x="2046578" y="668246"/>
                </a:moveTo>
                <a:lnTo>
                  <a:pt x="1944384" y="618303"/>
                </a:lnTo>
                <a:moveTo>
                  <a:pt x="295047" y="701746"/>
                </a:moveTo>
                <a:lnTo>
                  <a:pt x="379168" y="592414"/>
                </a:lnTo>
                <a:moveTo>
                  <a:pt x="295047" y="701746"/>
                </a:moveTo>
                <a:lnTo>
                  <a:pt x="374345" y="592029"/>
                </a:lnTo>
                <a:moveTo>
                  <a:pt x="2505232" y="707902"/>
                </a:moveTo>
                <a:lnTo>
                  <a:pt x="2440189" y="686417"/>
                </a:lnTo>
                <a:moveTo>
                  <a:pt x="512282" y="720644"/>
                </a:moveTo>
                <a:lnTo>
                  <a:pt x="605947" y="603309"/>
                </a:lnTo>
                <a:moveTo>
                  <a:pt x="1564703" y="393683"/>
                </a:moveTo>
                <a:lnTo>
                  <a:pt x="1476562" y="445803"/>
                </a:lnTo>
                <a:moveTo>
                  <a:pt x="1694174" y="338446"/>
                </a:moveTo>
                <a:lnTo>
                  <a:pt x="1707424" y="422068"/>
                </a:lnTo>
                <a:moveTo>
                  <a:pt x="625859" y="383219"/>
                </a:moveTo>
                <a:lnTo>
                  <a:pt x="743143" y="276020"/>
                </a:lnTo>
                <a:moveTo>
                  <a:pt x="252822" y="695724"/>
                </a:moveTo>
                <a:lnTo>
                  <a:pt x="263703" y="728269"/>
                </a:lnTo>
                <a:moveTo>
                  <a:pt x="1664324" y="218588"/>
                </a:moveTo>
                <a:lnTo>
                  <a:pt x="1706481" y="234965"/>
                </a:lnTo>
                <a:moveTo>
                  <a:pt x="247401" y="579080"/>
                </a:moveTo>
                <a:lnTo>
                  <a:pt x="275455" y="476801"/>
                </a:lnTo>
                <a:moveTo>
                  <a:pt x="550829" y="722238"/>
                </a:moveTo>
                <a:lnTo>
                  <a:pt x="605947" y="603309"/>
                </a:lnTo>
                <a:moveTo>
                  <a:pt x="137808" y="689579"/>
                </a:moveTo>
                <a:lnTo>
                  <a:pt x="140670" y="576490"/>
                </a:lnTo>
                <a:moveTo>
                  <a:pt x="1694174" y="338446"/>
                </a:moveTo>
                <a:lnTo>
                  <a:pt x="1760995" y="347260"/>
                </a:lnTo>
                <a:moveTo>
                  <a:pt x="374345" y="592029"/>
                </a:moveTo>
                <a:lnTo>
                  <a:pt x="379168" y="592414"/>
                </a:lnTo>
                <a:moveTo>
                  <a:pt x="2412268" y="521158"/>
                </a:moveTo>
                <a:lnTo>
                  <a:pt x="2391241" y="501772"/>
                </a:lnTo>
                <a:moveTo>
                  <a:pt x="252822" y="695724"/>
                </a:moveTo>
                <a:lnTo>
                  <a:pt x="295047" y="701746"/>
                </a:lnTo>
                <a:moveTo>
                  <a:pt x="1636355" y="329294"/>
                </a:moveTo>
                <a:lnTo>
                  <a:pt x="1706481" y="234965"/>
                </a:lnTo>
                <a:moveTo>
                  <a:pt x="2514205" y="730821"/>
                </a:moveTo>
                <a:lnTo>
                  <a:pt x="2521183" y="742330"/>
                </a:lnTo>
                <a:moveTo>
                  <a:pt x="2514023" y="577623"/>
                </a:moveTo>
                <a:lnTo>
                  <a:pt x="2549888" y="625154"/>
                </a:lnTo>
                <a:moveTo>
                  <a:pt x="731566" y="631442"/>
                </a:moveTo>
                <a:lnTo>
                  <a:pt x="620565" y="712009"/>
                </a:lnTo>
                <a:moveTo>
                  <a:pt x="496768" y="599668"/>
                </a:moveTo>
                <a:lnTo>
                  <a:pt x="501174" y="487241"/>
                </a:lnTo>
                <a:moveTo>
                  <a:pt x="1922893" y="464492"/>
                </a:moveTo>
                <a:lnTo>
                  <a:pt x="1951025" y="362247"/>
                </a:lnTo>
                <a:moveTo>
                  <a:pt x="496768" y="599668"/>
                </a:moveTo>
                <a:lnTo>
                  <a:pt x="379168" y="592414"/>
                </a:lnTo>
                <a:moveTo>
                  <a:pt x="2166901" y="449523"/>
                </a:moveTo>
                <a:lnTo>
                  <a:pt x="2064865" y="397227"/>
                </a:lnTo>
                <a:moveTo>
                  <a:pt x="2277559" y="487056"/>
                </a:moveTo>
                <a:lnTo>
                  <a:pt x="2310186" y="469555"/>
                </a:lnTo>
                <a:moveTo>
                  <a:pt x="1922893" y="464492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871311" y="124877"/>
                </a:lnTo>
                <a:moveTo>
                  <a:pt x="1944384" y="618303"/>
                </a:moveTo>
                <a:lnTo>
                  <a:pt x="1920592" y="577822"/>
                </a:lnTo>
                <a:moveTo>
                  <a:pt x="853025" y="165644"/>
                </a:moveTo>
                <a:lnTo>
                  <a:pt x="818455" y="171167"/>
                </a:lnTo>
                <a:moveTo>
                  <a:pt x="1636355" y="329294"/>
                </a:moveTo>
                <a:lnTo>
                  <a:pt x="1718103" y="263810"/>
                </a:lnTo>
                <a:moveTo>
                  <a:pt x="844751" y="518505"/>
                </a:moveTo>
                <a:lnTo>
                  <a:pt x="988855" y="526380"/>
                </a:lnTo>
                <a:moveTo>
                  <a:pt x="252822" y="695724"/>
                </a:moveTo>
                <a:lnTo>
                  <a:pt x="140670" y="576490"/>
                </a:lnTo>
                <a:moveTo>
                  <a:pt x="728624" y="612742"/>
                </a:moveTo>
                <a:lnTo>
                  <a:pt x="620565" y="712009"/>
                </a:lnTo>
                <a:moveTo>
                  <a:pt x="844751" y="518505"/>
                </a:moveTo>
                <a:lnTo>
                  <a:pt x="988389" y="523476"/>
                </a:lnTo>
                <a:moveTo>
                  <a:pt x="252822" y="695724"/>
                </a:moveTo>
                <a:lnTo>
                  <a:pt x="137808" y="689579"/>
                </a:lnTo>
                <a:moveTo>
                  <a:pt x="2150037" y="699461"/>
                </a:moveTo>
                <a:lnTo>
                  <a:pt x="2187757" y="719488"/>
                </a:lnTo>
                <a:moveTo>
                  <a:pt x="2539441" y="779968"/>
                </a:moveTo>
                <a:lnTo>
                  <a:pt x="2514205" y="730821"/>
                </a:lnTo>
                <a:moveTo>
                  <a:pt x="857038" y="505645"/>
                </a:moveTo>
                <a:lnTo>
                  <a:pt x="988389" y="523476"/>
                </a:lnTo>
                <a:moveTo>
                  <a:pt x="1564703" y="393683"/>
                </a:moveTo>
                <a:lnTo>
                  <a:pt x="1707424" y="422068"/>
                </a:lnTo>
                <a:moveTo>
                  <a:pt x="2532822" y="615744"/>
                </a:moveTo>
                <a:lnTo>
                  <a:pt x="2549888" y="625154"/>
                </a:lnTo>
                <a:moveTo>
                  <a:pt x="1083209" y="113473"/>
                </a:moveTo>
                <a:lnTo>
                  <a:pt x="1122739" y="106683"/>
                </a:lnTo>
                <a:moveTo>
                  <a:pt x="2532822" y="615744"/>
                </a:moveTo>
                <a:lnTo>
                  <a:pt x="2554932" y="631735"/>
                </a:lnTo>
                <a:moveTo>
                  <a:pt x="2247260" y="483434"/>
                </a:moveTo>
                <a:lnTo>
                  <a:pt x="2310186" y="469555"/>
                </a:lnTo>
                <a:moveTo>
                  <a:pt x="620565" y="712009"/>
                </a:moveTo>
                <a:lnTo>
                  <a:pt x="605947" y="603309"/>
                </a:lnTo>
                <a:moveTo>
                  <a:pt x="2514205" y="730821"/>
                </a:moveTo>
                <a:lnTo>
                  <a:pt x="2575976" y="743385"/>
                </a:lnTo>
                <a:moveTo>
                  <a:pt x="2399576" y="709258"/>
                </a:moveTo>
                <a:lnTo>
                  <a:pt x="2294098" y="707983"/>
                </a:lnTo>
                <a:moveTo>
                  <a:pt x="295047" y="701746"/>
                </a:moveTo>
                <a:lnTo>
                  <a:pt x="247401" y="579080"/>
                </a:lnTo>
                <a:moveTo>
                  <a:pt x="853025" y="165644"/>
                </a:moveTo>
                <a:lnTo>
                  <a:pt x="871311" y="124877"/>
                </a:lnTo>
                <a:moveTo>
                  <a:pt x="1490509" y="437730"/>
                </a:moveTo>
                <a:lnTo>
                  <a:pt x="1454598" y="460974"/>
                </a:lnTo>
                <a:moveTo>
                  <a:pt x="2033118" y="468581"/>
                </a:moveTo>
                <a:lnTo>
                  <a:pt x="1951025" y="362247"/>
                </a:lnTo>
                <a:moveTo>
                  <a:pt x="605245" y="488689"/>
                </a:moveTo>
                <a:lnTo>
                  <a:pt x="625859" y="383219"/>
                </a:lnTo>
                <a:moveTo>
                  <a:pt x="247401" y="579080"/>
                </a:moveTo>
                <a:lnTo>
                  <a:pt x="140670" y="576490"/>
                </a:lnTo>
                <a:moveTo>
                  <a:pt x="605947" y="603309"/>
                </a:moveTo>
                <a:lnTo>
                  <a:pt x="501174" y="487241"/>
                </a:lnTo>
                <a:moveTo>
                  <a:pt x="1060881" y="636381"/>
                </a:moveTo>
                <a:lnTo>
                  <a:pt x="1090997" y="577103"/>
                </a:lnTo>
                <a:moveTo>
                  <a:pt x="743037" y="614694"/>
                </a:moveTo>
                <a:lnTo>
                  <a:pt x="731566" y="631442"/>
                </a:lnTo>
                <a:moveTo>
                  <a:pt x="247401" y="579080"/>
                </a:moveTo>
                <a:lnTo>
                  <a:pt x="374345" y="592029"/>
                </a:lnTo>
                <a:moveTo>
                  <a:pt x="743143" y="276020"/>
                </a:moveTo>
                <a:lnTo>
                  <a:pt x="853025" y="165644"/>
                </a:lnTo>
                <a:moveTo>
                  <a:pt x="605947" y="603309"/>
                </a:moveTo>
                <a:lnTo>
                  <a:pt x="496768" y="599668"/>
                </a:lnTo>
                <a:moveTo>
                  <a:pt x="1922893" y="464492"/>
                </a:moveTo>
                <a:lnTo>
                  <a:pt x="1816630" y="462102"/>
                </a:lnTo>
                <a:moveTo>
                  <a:pt x="728624" y="612742"/>
                </a:moveTo>
                <a:lnTo>
                  <a:pt x="731566" y="631442"/>
                </a:lnTo>
                <a:moveTo>
                  <a:pt x="1920592" y="577822"/>
                </a:moveTo>
                <a:lnTo>
                  <a:pt x="1816630" y="462102"/>
                </a:lnTo>
                <a:moveTo>
                  <a:pt x="605245" y="488689"/>
                </a:moveTo>
                <a:lnTo>
                  <a:pt x="501174" y="487241"/>
                </a:lnTo>
                <a:moveTo>
                  <a:pt x="955559" y="440786"/>
                </a:moveTo>
                <a:lnTo>
                  <a:pt x="988389" y="523476"/>
                </a:lnTo>
                <a:moveTo>
                  <a:pt x="728624" y="612742"/>
                </a:moveTo>
                <a:lnTo>
                  <a:pt x="743037" y="614694"/>
                </a:lnTo>
                <a:moveTo>
                  <a:pt x="2532822" y="615744"/>
                </a:moveTo>
                <a:lnTo>
                  <a:pt x="2575976" y="743385"/>
                </a:lnTo>
                <a:moveTo>
                  <a:pt x="2277559" y="487056"/>
                </a:moveTo>
                <a:lnTo>
                  <a:pt x="2391241" y="501772"/>
                </a:lnTo>
                <a:moveTo>
                  <a:pt x="2033118" y="468581"/>
                </a:moveTo>
                <a:lnTo>
                  <a:pt x="2064865" y="397227"/>
                </a:lnTo>
                <a:moveTo>
                  <a:pt x="252822" y="695724"/>
                </a:moveTo>
                <a:lnTo>
                  <a:pt x="247401" y="579080"/>
                </a:lnTo>
                <a:moveTo>
                  <a:pt x="2505232" y="707902"/>
                </a:moveTo>
                <a:lnTo>
                  <a:pt x="2575976" y="743385"/>
                </a:lnTo>
                <a:moveTo>
                  <a:pt x="720115" y="380455"/>
                </a:moveTo>
                <a:lnTo>
                  <a:pt x="625859" y="383219"/>
                </a:lnTo>
                <a:moveTo>
                  <a:pt x="2255540" y="700359"/>
                </a:moveTo>
                <a:lnTo>
                  <a:pt x="2187757" y="719488"/>
                </a:lnTo>
                <a:moveTo>
                  <a:pt x="988389" y="523476"/>
                </a:moveTo>
                <a:lnTo>
                  <a:pt x="1071456" y="401592"/>
                </a:lnTo>
                <a:moveTo>
                  <a:pt x="2412268" y="521158"/>
                </a:moveTo>
                <a:lnTo>
                  <a:pt x="2277559" y="487056"/>
                </a:lnTo>
                <a:moveTo>
                  <a:pt x="997367" y="523913"/>
                </a:moveTo>
                <a:lnTo>
                  <a:pt x="1071456" y="401592"/>
                </a:lnTo>
                <a:moveTo>
                  <a:pt x="1201145" y="509182"/>
                </a:moveTo>
                <a:lnTo>
                  <a:pt x="1095535" y="509849"/>
                </a:lnTo>
                <a:moveTo>
                  <a:pt x="1564703" y="393683"/>
                </a:moveTo>
                <a:lnTo>
                  <a:pt x="1694174" y="338446"/>
                </a:lnTo>
                <a:moveTo>
                  <a:pt x="743037" y="614694"/>
                </a:moveTo>
                <a:lnTo>
                  <a:pt x="844751" y="518505"/>
                </a:lnTo>
                <a:moveTo>
                  <a:pt x="2514023" y="577623"/>
                </a:moveTo>
                <a:lnTo>
                  <a:pt x="2412268" y="521158"/>
                </a:lnTo>
                <a:moveTo>
                  <a:pt x="853025" y="165644"/>
                </a:moveTo>
                <a:lnTo>
                  <a:pt x="978637" y="98769"/>
                </a:lnTo>
                <a:moveTo>
                  <a:pt x="728624" y="612742"/>
                </a:moveTo>
                <a:lnTo>
                  <a:pt x="605947" y="603309"/>
                </a:lnTo>
                <a:moveTo>
                  <a:pt x="1441265" y="430655"/>
                </a:moveTo>
                <a:lnTo>
                  <a:pt x="1454598" y="460974"/>
                </a:lnTo>
                <a:moveTo>
                  <a:pt x="1490509" y="437730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060881" y="636381"/>
                </a:lnTo>
                <a:moveTo>
                  <a:pt x="1186202" y="151585"/>
                </a:moveTo>
                <a:lnTo>
                  <a:pt x="1122739" y="106683"/>
                </a:lnTo>
                <a:moveTo>
                  <a:pt x="1031701" y="397764"/>
                </a:moveTo>
                <a:lnTo>
                  <a:pt x="988389" y="523476"/>
                </a:lnTo>
                <a:moveTo>
                  <a:pt x="1079502" y="633681"/>
                </a:moveTo>
                <a:lnTo>
                  <a:pt x="1090997" y="577103"/>
                </a:lnTo>
                <a:moveTo>
                  <a:pt x="720115" y="380455"/>
                </a:moveTo>
                <a:lnTo>
                  <a:pt x="743143" y="276020"/>
                </a:lnTo>
                <a:moveTo>
                  <a:pt x="713080" y="491753"/>
                </a:moveTo>
                <a:lnTo>
                  <a:pt x="625859" y="383219"/>
                </a:lnTo>
                <a:moveTo>
                  <a:pt x="1201145" y="509182"/>
                </a:moveTo>
                <a:lnTo>
                  <a:pt x="1210661" y="532436"/>
                </a:lnTo>
                <a:moveTo>
                  <a:pt x="728624" y="612742"/>
                </a:moveTo>
                <a:lnTo>
                  <a:pt x="605245" y="488689"/>
                </a:lnTo>
                <a:moveTo>
                  <a:pt x="743037" y="614694"/>
                </a:moveTo>
                <a:lnTo>
                  <a:pt x="841478" y="503642"/>
                </a:lnTo>
                <a:moveTo>
                  <a:pt x="1198925" y="542086"/>
                </a:moveTo>
                <a:lnTo>
                  <a:pt x="1090997" y="577103"/>
                </a:lnTo>
                <a:moveTo>
                  <a:pt x="1441265" y="430655"/>
                </a:moveTo>
                <a:lnTo>
                  <a:pt x="1490509" y="437730"/>
                </a:lnTo>
                <a:moveTo>
                  <a:pt x="1198925" y="542086"/>
                </a:moveTo>
                <a:lnTo>
                  <a:pt x="1210661" y="532436"/>
                </a:lnTo>
                <a:moveTo>
                  <a:pt x="1636355" y="329294"/>
                </a:moveTo>
                <a:lnTo>
                  <a:pt x="1694174" y="338446"/>
                </a:lnTo>
                <a:moveTo>
                  <a:pt x="728624" y="612742"/>
                </a:moveTo>
                <a:lnTo>
                  <a:pt x="841478" y="503642"/>
                </a:lnTo>
                <a:moveTo>
                  <a:pt x="605947" y="603309"/>
                </a:moveTo>
                <a:lnTo>
                  <a:pt x="605245" y="488689"/>
                </a:lnTo>
                <a:moveTo>
                  <a:pt x="2150037" y="699461"/>
                </a:moveTo>
                <a:lnTo>
                  <a:pt x="2046578" y="668246"/>
                </a:lnTo>
                <a:moveTo>
                  <a:pt x="2269122" y="499077"/>
                </a:moveTo>
                <a:lnTo>
                  <a:pt x="2412268" y="521158"/>
                </a:lnTo>
                <a:moveTo>
                  <a:pt x="1920592" y="577822"/>
                </a:moveTo>
                <a:lnTo>
                  <a:pt x="1922893" y="464492"/>
                </a:lnTo>
                <a:moveTo>
                  <a:pt x="2006511" y="574478"/>
                </a:moveTo>
                <a:lnTo>
                  <a:pt x="1944384" y="618303"/>
                </a:lnTo>
                <a:moveTo>
                  <a:pt x="857038" y="505645"/>
                </a:moveTo>
                <a:lnTo>
                  <a:pt x="844751" y="518505"/>
                </a:lnTo>
                <a:moveTo>
                  <a:pt x="2013644" y="577292"/>
                </a:moveTo>
                <a:lnTo>
                  <a:pt x="1944384" y="618303"/>
                </a:lnTo>
                <a:moveTo>
                  <a:pt x="1083209" y="113473"/>
                </a:moveTo>
                <a:lnTo>
                  <a:pt x="978637" y="98769"/>
                </a:lnTo>
                <a:moveTo>
                  <a:pt x="2247260" y="483434"/>
                </a:moveTo>
                <a:lnTo>
                  <a:pt x="2166901" y="449523"/>
                </a:lnTo>
                <a:moveTo>
                  <a:pt x="1095535" y="509849"/>
                </a:moveTo>
                <a:lnTo>
                  <a:pt x="1071456" y="401592"/>
                </a:lnTo>
                <a:moveTo>
                  <a:pt x="841478" y="503642"/>
                </a:moveTo>
                <a:lnTo>
                  <a:pt x="844751" y="518505"/>
                </a:lnTo>
                <a:moveTo>
                  <a:pt x="1190626" y="409520"/>
                </a:moveTo>
                <a:lnTo>
                  <a:pt x="1095535" y="509849"/>
                </a:lnTo>
                <a:moveTo>
                  <a:pt x="2255540" y="700359"/>
                </a:moveTo>
                <a:lnTo>
                  <a:pt x="2294098" y="707983"/>
                </a:lnTo>
                <a:moveTo>
                  <a:pt x="2033118" y="468581"/>
                </a:moveTo>
                <a:lnTo>
                  <a:pt x="2166901" y="449523"/>
                </a:lnTo>
                <a:moveTo>
                  <a:pt x="841478" y="503642"/>
                </a:moveTo>
                <a:lnTo>
                  <a:pt x="857038" y="505645"/>
                </a:lnTo>
                <a:moveTo>
                  <a:pt x="1636355" y="329294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198925" y="542086"/>
                </a:lnTo>
                <a:moveTo>
                  <a:pt x="2150028" y="475539"/>
                </a:moveTo>
                <a:lnTo>
                  <a:pt x="2166901" y="449523"/>
                </a:lnTo>
                <a:moveTo>
                  <a:pt x="728624" y="612742"/>
                </a:moveTo>
                <a:lnTo>
                  <a:pt x="713080" y="491753"/>
                </a:lnTo>
                <a:moveTo>
                  <a:pt x="828877" y="269599"/>
                </a:moveTo>
                <a:lnTo>
                  <a:pt x="743143" y="276020"/>
                </a:lnTo>
                <a:moveTo>
                  <a:pt x="2505232" y="707902"/>
                </a:moveTo>
                <a:lnTo>
                  <a:pt x="2399576" y="709258"/>
                </a:lnTo>
                <a:moveTo>
                  <a:pt x="1186202" y="151585"/>
                </a:moveTo>
                <a:lnTo>
                  <a:pt x="1227906" y="112582"/>
                </a:lnTo>
                <a:moveTo>
                  <a:pt x="2033118" y="468581"/>
                </a:moveTo>
                <a:lnTo>
                  <a:pt x="1922893" y="464492"/>
                </a:lnTo>
                <a:moveTo>
                  <a:pt x="1920592" y="577822"/>
                </a:moveTo>
                <a:lnTo>
                  <a:pt x="2033118" y="468581"/>
                </a:lnTo>
                <a:moveTo>
                  <a:pt x="1636355" y="329294"/>
                </a:moveTo>
                <a:lnTo>
                  <a:pt x="1664324" y="218588"/>
                </a:lnTo>
                <a:moveTo>
                  <a:pt x="823247" y="381500"/>
                </a:moveTo>
                <a:lnTo>
                  <a:pt x="743143" y="276020"/>
                </a:lnTo>
                <a:moveTo>
                  <a:pt x="841478" y="503642"/>
                </a:moveTo>
                <a:lnTo>
                  <a:pt x="720115" y="380455"/>
                </a:lnTo>
                <a:moveTo>
                  <a:pt x="857038" y="505645"/>
                </a:moveTo>
                <a:lnTo>
                  <a:pt x="955559" y="440786"/>
                </a:lnTo>
                <a:moveTo>
                  <a:pt x="2247260" y="483434"/>
                </a:moveTo>
                <a:lnTo>
                  <a:pt x="2277559" y="487056"/>
                </a:lnTo>
                <a:moveTo>
                  <a:pt x="2505232" y="707902"/>
                </a:moveTo>
                <a:lnTo>
                  <a:pt x="2514205" y="730821"/>
                </a:lnTo>
                <a:moveTo>
                  <a:pt x="713080" y="491753"/>
                </a:moveTo>
                <a:lnTo>
                  <a:pt x="605245" y="488689"/>
                </a:lnTo>
                <a:moveTo>
                  <a:pt x="2532822" y="615744"/>
                </a:moveTo>
                <a:lnTo>
                  <a:pt x="2514023" y="577623"/>
                </a:lnTo>
                <a:moveTo>
                  <a:pt x="2372547" y="530781"/>
                </a:moveTo>
                <a:lnTo>
                  <a:pt x="2412268" y="521158"/>
                </a:lnTo>
                <a:moveTo>
                  <a:pt x="2269122" y="499077"/>
                </a:moveTo>
                <a:lnTo>
                  <a:pt x="2277559" y="487056"/>
                </a:lnTo>
                <a:moveTo>
                  <a:pt x="841478" y="503642"/>
                </a:moveTo>
                <a:lnTo>
                  <a:pt x="713080" y="491753"/>
                </a:lnTo>
                <a:moveTo>
                  <a:pt x="1310314" y="455760"/>
                </a:moveTo>
                <a:lnTo>
                  <a:pt x="1201145" y="509182"/>
                </a:lnTo>
                <a:moveTo>
                  <a:pt x="1201145" y="509182"/>
                </a:moveTo>
                <a:lnTo>
                  <a:pt x="1190626" y="409520"/>
                </a:lnTo>
                <a:moveTo>
                  <a:pt x="2013644" y="577292"/>
                </a:moveTo>
                <a:lnTo>
                  <a:pt x="2046578" y="668246"/>
                </a:lnTo>
                <a:moveTo>
                  <a:pt x="2360650" y="707103"/>
                </a:moveTo>
                <a:lnTo>
                  <a:pt x="2294098" y="707983"/>
                </a:lnTo>
                <a:moveTo>
                  <a:pt x="828877" y="269599"/>
                </a:moveTo>
                <a:lnTo>
                  <a:pt x="853025" y="165644"/>
                </a:lnTo>
                <a:moveTo>
                  <a:pt x="2150028" y="475539"/>
                </a:moveTo>
                <a:lnTo>
                  <a:pt x="2247260" y="483434"/>
                </a:lnTo>
                <a:moveTo>
                  <a:pt x="2269122" y="499077"/>
                </a:moveTo>
                <a:lnTo>
                  <a:pt x="2247260" y="483434"/>
                </a:lnTo>
                <a:moveTo>
                  <a:pt x="2532822" y="615744"/>
                </a:moveTo>
                <a:lnTo>
                  <a:pt x="2505232" y="707902"/>
                </a:lnTo>
                <a:moveTo>
                  <a:pt x="713080" y="491753"/>
                </a:moveTo>
                <a:lnTo>
                  <a:pt x="720115" y="380455"/>
                </a:lnTo>
                <a:moveTo>
                  <a:pt x="944708" y="161776"/>
                </a:moveTo>
                <a:lnTo>
                  <a:pt x="978637" y="98769"/>
                </a:lnTo>
                <a:moveTo>
                  <a:pt x="2150028" y="475539"/>
                </a:moveTo>
                <a:lnTo>
                  <a:pt x="2033118" y="468581"/>
                </a:lnTo>
                <a:moveTo>
                  <a:pt x="1360584" y="419663"/>
                </a:moveTo>
                <a:lnTo>
                  <a:pt x="1441265" y="430655"/>
                </a:lnTo>
                <a:moveTo>
                  <a:pt x="1490509" y="437730"/>
                </a:moveTo>
                <a:lnTo>
                  <a:pt x="1536807" y="314125"/>
                </a:lnTo>
                <a:moveTo>
                  <a:pt x="1304806" y="415307"/>
                </a:moveTo>
                <a:lnTo>
                  <a:pt x="1201145" y="509182"/>
                </a:lnTo>
                <a:moveTo>
                  <a:pt x="2269122" y="499077"/>
                </a:moveTo>
                <a:lnTo>
                  <a:pt x="2150028" y="475539"/>
                </a:lnTo>
                <a:moveTo>
                  <a:pt x="2006511" y="574478"/>
                </a:moveTo>
                <a:lnTo>
                  <a:pt x="1920592" y="577822"/>
                </a:lnTo>
                <a:moveTo>
                  <a:pt x="944708" y="161776"/>
                </a:moveTo>
                <a:lnTo>
                  <a:pt x="853025" y="165644"/>
                </a:lnTo>
                <a:moveTo>
                  <a:pt x="2014033" y="571515"/>
                </a:moveTo>
                <a:lnTo>
                  <a:pt x="1920592" y="577822"/>
                </a:lnTo>
                <a:moveTo>
                  <a:pt x="857038" y="505645"/>
                </a:moveTo>
                <a:lnTo>
                  <a:pt x="941638" y="389094"/>
                </a:lnTo>
                <a:moveTo>
                  <a:pt x="841478" y="503642"/>
                </a:moveTo>
                <a:lnTo>
                  <a:pt x="823247" y="381500"/>
                </a:lnTo>
                <a:moveTo>
                  <a:pt x="1031701" y="397764"/>
                </a:moveTo>
                <a:lnTo>
                  <a:pt x="955559" y="440786"/>
                </a:lnTo>
                <a:moveTo>
                  <a:pt x="1420380" y="389046"/>
                </a:moveTo>
                <a:lnTo>
                  <a:pt x="1441265" y="430655"/>
                </a:lnTo>
                <a:moveTo>
                  <a:pt x="2255540" y="700359"/>
                </a:moveTo>
                <a:lnTo>
                  <a:pt x="2150037" y="699461"/>
                </a:lnTo>
                <a:moveTo>
                  <a:pt x="841478" y="503642"/>
                </a:moveTo>
                <a:lnTo>
                  <a:pt x="941638" y="389094"/>
                </a:lnTo>
                <a:moveTo>
                  <a:pt x="2476831" y="549759"/>
                </a:moveTo>
                <a:lnTo>
                  <a:pt x="2412268" y="521158"/>
                </a:lnTo>
                <a:moveTo>
                  <a:pt x="1190626" y="409520"/>
                </a:moveTo>
                <a:lnTo>
                  <a:pt x="1071456" y="401592"/>
                </a:lnTo>
                <a:moveTo>
                  <a:pt x="1536807" y="314125"/>
                </a:moveTo>
                <a:lnTo>
                  <a:pt x="1564703" y="393683"/>
                </a:lnTo>
                <a:moveTo>
                  <a:pt x="823247" y="381500"/>
                </a:moveTo>
                <a:lnTo>
                  <a:pt x="720115" y="380455"/>
                </a:lnTo>
                <a:moveTo>
                  <a:pt x="2360650" y="707103"/>
                </a:moveTo>
                <a:lnTo>
                  <a:pt x="2399576" y="709258"/>
                </a:lnTo>
                <a:moveTo>
                  <a:pt x="2118562" y="586873"/>
                </a:moveTo>
                <a:lnTo>
                  <a:pt x="2046578" y="668246"/>
                </a:lnTo>
                <a:moveTo>
                  <a:pt x="1031701" y="397764"/>
                </a:moveTo>
                <a:lnTo>
                  <a:pt x="1071456" y="401592"/>
                </a:lnTo>
                <a:moveTo>
                  <a:pt x="1360584" y="419663"/>
                </a:moveTo>
                <a:lnTo>
                  <a:pt x="1310314" y="455760"/>
                </a:lnTo>
                <a:moveTo>
                  <a:pt x="1441265" y="430655"/>
                </a:moveTo>
                <a:lnTo>
                  <a:pt x="1536807" y="314125"/>
                </a:lnTo>
                <a:moveTo>
                  <a:pt x="1186202" y="151585"/>
                </a:moveTo>
                <a:lnTo>
                  <a:pt x="1083209" y="113473"/>
                </a:lnTo>
                <a:moveTo>
                  <a:pt x="1543709" y="200699"/>
                </a:moveTo>
                <a:lnTo>
                  <a:pt x="1664324" y="218588"/>
                </a:lnTo>
                <a:moveTo>
                  <a:pt x="1304806" y="415307"/>
                </a:moveTo>
                <a:lnTo>
                  <a:pt x="1310314" y="455760"/>
                </a:lnTo>
                <a:moveTo>
                  <a:pt x="2014033" y="571515"/>
                </a:moveTo>
                <a:lnTo>
                  <a:pt x="2033118" y="468581"/>
                </a:lnTo>
                <a:moveTo>
                  <a:pt x="944708" y="161776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955559" y="440786"/>
                </a:lnTo>
                <a:moveTo>
                  <a:pt x="1304806" y="415307"/>
                </a:moveTo>
                <a:lnTo>
                  <a:pt x="1190626" y="409520"/>
                </a:lnTo>
                <a:moveTo>
                  <a:pt x="1536807" y="314125"/>
                </a:moveTo>
                <a:lnTo>
                  <a:pt x="1636355" y="329294"/>
                </a:lnTo>
                <a:moveTo>
                  <a:pt x="1065573" y="374849"/>
                </a:moveTo>
                <a:lnTo>
                  <a:pt x="1071456" y="401592"/>
                </a:lnTo>
                <a:moveTo>
                  <a:pt x="1065573" y="374849"/>
                </a:moveTo>
                <a:lnTo>
                  <a:pt x="1190626" y="409520"/>
                </a:lnTo>
                <a:moveTo>
                  <a:pt x="1543709" y="200699"/>
                </a:moveTo>
                <a:lnTo>
                  <a:pt x="1636355" y="329294"/>
                </a:lnTo>
                <a:moveTo>
                  <a:pt x="1518552" y="311460"/>
                </a:moveTo>
                <a:lnTo>
                  <a:pt x="1441265" y="430655"/>
                </a:lnTo>
                <a:moveTo>
                  <a:pt x="1536984" y="225437"/>
                </a:moveTo>
                <a:lnTo>
                  <a:pt x="1636355" y="329294"/>
                </a:lnTo>
                <a:moveTo>
                  <a:pt x="929373" y="269513"/>
                </a:moveTo>
                <a:lnTo>
                  <a:pt x="853025" y="165644"/>
                </a:lnTo>
                <a:moveTo>
                  <a:pt x="2372547" y="530781"/>
                </a:moveTo>
                <a:lnTo>
                  <a:pt x="2269122" y="499077"/>
                </a:lnTo>
                <a:moveTo>
                  <a:pt x="1031701" y="397764"/>
                </a:moveTo>
                <a:lnTo>
                  <a:pt x="1065573" y="374849"/>
                </a:lnTo>
                <a:moveTo>
                  <a:pt x="1304806" y="415307"/>
                </a:moveTo>
                <a:lnTo>
                  <a:pt x="1360584" y="419663"/>
                </a:lnTo>
                <a:moveTo>
                  <a:pt x="1056783" y="166659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1031701" y="397764"/>
                </a:lnTo>
                <a:moveTo>
                  <a:pt x="1360584" y="419663"/>
                </a:moveTo>
                <a:lnTo>
                  <a:pt x="1420380" y="389046"/>
                </a:lnTo>
                <a:moveTo>
                  <a:pt x="2469702" y="655409"/>
                </a:moveTo>
                <a:lnTo>
                  <a:pt x="2399576" y="709258"/>
                </a:lnTo>
                <a:moveTo>
                  <a:pt x="823247" y="381500"/>
                </a:moveTo>
                <a:lnTo>
                  <a:pt x="828877" y="269599"/>
                </a:lnTo>
                <a:moveTo>
                  <a:pt x="941638" y="389094"/>
                </a:moveTo>
                <a:lnTo>
                  <a:pt x="828877" y="269599"/>
                </a:lnTo>
                <a:moveTo>
                  <a:pt x="2476831" y="549759"/>
                </a:moveTo>
                <a:lnTo>
                  <a:pt x="2514023" y="577623"/>
                </a:lnTo>
                <a:moveTo>
                  <a:pt x="1174633" y="323035"/>
                </a:moveTo>
                <a:lnTo>
                  <a:pt x="1190626" y="409520"/>
                </a:lnTo>
                <a:moveTo>
                  <a:pt x="2118562" y="586873"/>
                </a:moveTo>
                <a:lnTo>
                  <a:pt x="2150037" y="699461"/>
                </a:lnTo>
                <a:moveTo>
                  <a:pt x="2119623" y="571142"/>
                </a:moveTo>
                <a:lnTo>
                  <a:pt x="2033118" y="468581"/>
                </a:lnTo>
                <a:moveTo>
                  <a:pt x="941638" y="389094"/>
                </a:moveTo>
                <a:lnTo>
                  <a:pt x="823247" y="381500"/>
                </a:lnTo>
                <a:moveTo>
                  <a:pt x="2006511" y="574478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06511" y="574478"/>
                </a:lnTo>
                <a:moveTo>
                  <a:pt x="2119623" y="571142"/>
                </a:moveTo>
                <a:lnTo>
                  <a:pt x="2150028" y="475539"/>
                </a:lnTo>
                <a:moveTo>
                  <a:pt x="2119623" y="571142"/>
                </a:moveTo>
                <a:lnTo>
                  <a:pt x="2269122" y="499077"/>
                </a:lnTo>
                <a:moveTo>
                  <a:pt x="2494889" y="599448"/>
                </a:moveTo>
                <a:lnTo>
                  <a:pt x="2514023" y="577623"/>
                </a:lnTo>
                <a:moveTo>
                  <a:pt x="2012735" y="574151"/>
                </a:moveTo>
                <a:lnTo>
                  <a:pt x="2006511" y="574478"/>
                </a:lnTo>
                <a:moveTo>
                  <a:pt x="1174633" y="323035"/>
                </a:moveTo>
                <a:lnTo>
                  <a:pt x="1304806" y="415307"/>
                </a:lnTo>
                <a:moveTo>
                  <a:pt x="2012735" y="574151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12735" y="574151"/>
                </a:lnTo>
                <a:moveTo>
                  <a:pt x="1174633" y="323035"/>
                </a:moveTo>
                <a:lnTo>
                  <a:pt x="1065573" y="374849"/>
                </a:lnTo>
                <a:moveTo>
                  <a:pt x="2469702" y="655409"/>
                </a:moveTo>
                <a:lnTo>
                  <a:pt x="2532822" y="615744"/>
                </a:lnTo>
                <a:moveTo>
                  <a:pt x="2494889" y="599448"/>
                </a:moveTo>
                <a:lnTo>
                  <a:pt x="2532822" y="615744"/>
                </a:lnTo>
                <a:moveTo>
                  <a:pt x="2360650" y="707103"/>
                </a:moveTo>
                <a:lnTo>
                  <a:pt x="2255540" y="700359"/>
                </a:lnTo>
                <a:moveTo>
                  <a:pt x="1177131" y="175093"/>
                </a:moveTo>
                <a:lnTo>
                  <a:pt x="1186202" y="151585"/>
                </a:lnTo>
                <a:moveTo>
                  <a:pt x="2469702" y="655409"/>
                </a:moveTo>
                <a:lnTo>
                  <a:pt x="2505232" y="707902"/>
                </a:lnTo>
                <a:moveTo>
                  <a:pt x="1056783" y="166659"/>
                </a:moveTo>
                <a:lnTo>
                  <a:pt x="1186202" y="151585"/>
                </a:lnTo>
                <a:moveTo>
                  <a:pt x="1518552" y="311460"/>
                </a:moveTo>
                <a:lnTo>
                  <a:pt x="1420380" y="389046"/>
                </a:lnTo>
                <a:moveTo>
                  <a:pt x="1543709" y="200699"/>
                </a:moveTo>
                <a:lnTo>
                  <a:pt x="1539582" y="186938"/>
                </a:lnTo>
                <a:moveTo>
                  <a:pt x="1257181" y="179616"/>
                </a:moveTo>
                <a:lnTo>
                  <a:pt x="1186202" y="151585"/>
                </a:lnTo>
                <a:moveTo>
                  <a:pt x="1537624" y="200158"/>
                </a:moveTo>
                <a:lnTo>
                  <a:pt x="1539582" y="186938"/>
                </a:lnTo>
                <a:moveTo>
                  <a:pt x="929373" y="269513"/>
                </a:moveTo>
                <a:lnTo>
                  <a:pt x="828877" y="269599"/>
                </a:lnTo>
                <a:moveTo>
                  <a:pt x="1056783" y="166659"/>
                </a:moveTo>
                <a:lnTo>
                  <a:pt x="944708" y="161776"/>
                </a:lnTo>
                <a:moveTo>
                  <a:pt x="1536984" y="225437"/>
                </a:moveTo>
                <a:lnTo>
                  <a:pt x="1536807" y="314125"/>
                </a:lnTo>
                <a:moveTo>
                  <a:pt x="1537624" y="200158"/>
                </a:moveTo>
                <a:lnTo>
                  <a:pt x="1543709" y="200699"/>
                </a:lnTo>
                <a:moveTo>
                  <a:pt x="1543709" y="200699"/>
                </a:moveTo>
                <a:lnTo>
                  <a:pt x="1536984" y="225437"/>
                </a:lnTo>
                <a:moveTo>
                  <a:pt x="2118562" y="586873"/>
                </a:moveTo>
                <a:lnTo>
                  <a:pt x="2255540" y="700359"/>
                </a:lnTo>
                <a:moveTo>
                  <a:pt x="1031701" y="397764"/>
                </a:moveTo>
                <a:lnTo>
                  <a:pt x="1044477" y="275696"/>
                </a:lnTo>
                <a:moveTo>
                  <a:pt x="1537624" y="200158"/>
                </a:moveTo>
                <a:lnTo>
                  <a:pt x="1536984" y="225437"/>
                </a:lnTo>
                <a:moveTo>
                  <a:pt x="1518552" y="311460"/>
                </a:moveTo>
                <a:lnTo>
                  <a:pt x="1536807" y="314125"/>
                </a:lnTo>
                <a:moveTo>
                  <a:pt x="2226861" y="579616"/>
                </a:moveTo>
                <a:lnTo>
                  <a:pt x="2269122" y="499077"/>
                </a:lnTo>
                <a:moveTo>
                  <a:pt x="1165344" y="284352"/>
                </a:moveTo>
                <a:lnTo>
                  <a:pt x="1065573" y="374849"/>
                </a:lnTo>
                <a:moveTo>
                  <a:pt x="1518552" y="311460"/>
                </a:moveTo>
                <a:lnTo>
                  <a:pt x="1537624" y="200158"/>
                </a:lnTo>
                <a:moveTo>
                  <a:pt x="1518552" y="311460"/>
                </a:moveTo>
                <a:lnTo>
                  <a:pt x="1536984" y="225437"/>
                </a:lnTo>
                <a:moveTo>
                  <a:pt x="941638" y="389094"/>
                </a:moveTo>
                <a:lnTo>
                  <a:pt x="929373" y="269513"/>
                </a:lnTo>
                <a:moveTo>
                  <a:pt x="1065573" y="374849"/>
                </a:moveTo>
                <a:lnTo>
                  <a:pt x="1044477" y="275696"/>
                </a:lnTo>
                <a:moveTo>
                  <a:pt x="1282298" y="291913"/>
                </a:moveTo>
                <a:lnTo>
                  <a:pt x="1304806" y="415307"/>
                </a:lnTo>
                <a:moveTo>
                  <a:pt x="1283878" y="291375"/>
                </a:moveTo>
                <a:lnTo>
                  <a:pt x="1304806" y="415307"/>
                </a:lnTo>
                <a:moveTo>
                  <a:pt x="2119623" y="571142"/>
                </a:moveTo>
                <a:lnTo>
                  <a:pt x="2014033" y="571515"/>
                </a:lnTo>
                <a:moveTo>
                  <a:pt x="929373" y="269513"/>
                </a:moveTo>
                <a:lnTo>
                  <a:pt x="944708" y="161776"/>
                </a:lnTo>
                <a:moveTo>
                  <a:pt x="1360584" y="419663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056783" y="166659"/>
                </a:lnTo>
                <a:moveTo>
                  <a:pt x="2118562" y="586873"/>
                </a:moveTo>
                <a:lnTo>
                  <a:pt x="2013644" y="577292"/>
                </a:lnTo>
                <a:moveTo>
                  <a:pt x="2012735" y="574151"/>
                </a:moveTo>
                <a:lnTo>
                  <a:pt x="2119623" y="571142"/>
                </a:lnTo>
                <a:moveTo>
                  <a:pt x="1410488" y="188811"/>
                </a:moveTo>
                <a:lnTo>
                  <a:pt x="1539582" y="186938"/>
                </a:lnTo>
                <a:moveTo>
                  <a:pt x="1304806" y="415307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257181" y="179616"/>
                </a:lnTo>
                <a:moveTo>
                  <a:pt x="2116868" y="575626"/>
                </a:moveTo>
                <a:lnTo>
                  <a:pt x="2013644" y="577292"/>
                </a:lnTo>
                <a:moveTo>
                  <a:pt x="941638" y="389094"/>
                </a:moveTo>
                <a:lnTo>
                  <a:pt x="1044477" y="275696"/>
                </a:lnTo>
                <a:moveTo>
                  <a:pt x="2476831" y="549759"/>
                </a:moveTo>
                <a:lnTo>
                  <a:pt x="2372547" y="530781"/>
                </a:lnTo>
                <a:moveTo>
                  <a:pt x="1537624" y="200158"/>
                </a:moveTo>
                <a:lnTo>
                  <a:pt x="1410488" y="188811"/>
                </a:lnTo>
                <a:moveTo>
                  <a:pt x="2116868" y="575626"/>
                </a:moveTo>
                <a:lnTo>
                  <a:pt x="2012735" y="574151"/>
                </a:lnTo>
                <a:moveTo>
                  <a:pt x="1044477" y="275696"/>
                </a:moveTo>
                <a:lnTo>
                  <a:pt x="944708" y="161776"/>
                </a:lnTo>
                <a:moveTo>
                  <a:pt x="1257181" y="179616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420380" y="389046"/>
                </a:lnTo>
                <a:moveTo>
                  <a:pt x="2255540" y="700359"/>
                </a:moveTo>
                <a:lnTo>
                  <a:pt x="2226861" y="579616"/>
                </a:lnTo>
                <a:moveTo>
                  <a:pt x="1410488" y="188811"/>
                </a:moveTo>
                <a:lnTo>
                  <a:pt x="1293385" y="181770"/>
                </a:lnTo>
                <a:moveTo>
                  <a:pt x="1174633" y="323035"/>
                </a:moveTo>
                <a:lnTo>
                  <a:pt x="1165344" y="284352"/>
                </a:lnTo>
                <a:moveTo>
                  <a:pt x="1165344" y="284352"/>
                </a:moveTo>
                <a:lnTo>
                  <a:pt x="1177131" y="175093"/>
                </a:lnTo>
                <a:moveTo>
                  <a:pt x="1165344" y="284352"/>
                </a:moveTo>
                <a:lnTo>
                  <a:pt x="1056783" y="166659"/>
                </a:lnTo>
                <a:moveTo>
                  <a:pt x="1282298" y="291913"/>
                </a:moveTo>
                <a:lnTo>
                  <a:pt x="1174633" y="323035"/>
                </a:lnTo>
                <a:moveTo>
                  <a:pt x="1282683" y="286208"/>
                </a:moveTo>
                <a:lnTo>
                  <a:pt x="1177131" y="175093"/>
                </a:lnTo>
                <a:moveTo>
                  <a:pt x="1044477" y="275696"/>
                </a:moveTo>
                <a:lnTo>
                  <a:pt x="1056783" y="166659"/>
                </a:lnTo>
                <a:moveTo>
                  <a:pt x="1282124" y="291255"/>
                </a:moveTo>
                <a:lnTo>
                  <a:pt x="1174633" y="323035"/>
                </a:lnTo>
                <a:moveTo>
                  <a:pt x="1282124" y="291255"/>
                </a:moveTo>
                <a:lnTo>
                  <a:pt x="1177131" y="175093"/>
                </a:lnTo>
                <a:moveTo>
                  <a:pt x="1399152" y="298264"/>
                </a:moveTo>
                <a:lnTo>
                  <a:pt x="1537624" y="200158"/>
                </a:lnTo>
                <a:moveTo>
                  <a:pt x="2226861" y="579616"/>
                </a:moveTo>
                <a:lnTo>
                  <a:pt x="2372547" y="530781"/>
                </a:lnTo>
                <a:moveTo>
                  <a:pt x="1282683" y="286208"/>
                </a:moveTo>
                <a:lnTo>
                  <a:pt x="1257181" y="179616"/>
                </a:lnTo>
                <a:moveTo>
                  <a:pt x="1282683" y="286208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518552" y="311460"/>
                </a:lnTo>
                <a:moveTo>
                  <a:pt x="1283878" y="291375"/>
                </a:moveTo>
                <a:lnTo>
                  <a:pt x="1293385" y="181770"/>
                </a:lnTo>
                <a:moveTo>
                  <a:pt x="2116868" y="575626"/>
                </a:moveTo>
                <a:lnTo>
                  <a:pt x="2119623" y="571142"/>
                </a:lnTo>
                <a:moveTo>
                  <a:pt x="2469702" y="655409"/>
                </a:moveTo>
                <a:lnTo>
                  <a:pt x="2360650" y="707103"/>
                </a:lnTo>
                <a:moveTo>
                  <a:pt x="2336849" y="583603"/>
                </a:moveTo>
                <a:lnTo>
                  <a:pt x="2255540" y="700359"/>
                </a:lnTo>
                <a:moveTo>
                  <a:pt x="2116868" y="575626"/>
                </a:moveTo>
                <a:lnTo>
                  <a:pt x="2118562" y="586873"/>
                </a:lnTo>
                <a:moveTo>
                  <a:pt x="1044477" y="275696"/>
                </a:moveTo>
                <a:lnTo>
                  <a:pt x="929373" y="269513"/>
                </a:lnTo>
                <a:moveTo>
                  <a:pt x="1399152" y="298264"/>
                </a:moveTo>
                <a:lnTo>
                  <a:pt x="1293385" y="181770"/>
                </a:lnTo>
                <a:moveTo>
                  <a:pt x="2165275" y="577535"/>
                </a:moveTo>
                <a:lnTo>
                  <a:pt x="2119623" y="571142"/>
                </a:lnTo>
                <a:moveTo>
                  <a:pt x="1399152" y="298264"/>
                </a:moveTo>
                <a:lnTo>
                  <a:pt x="1410488" y="188811"/>
                </a:lnTo>
                <a:moveTo>
                  <a:pt x="1165344" y="284352"/>
                </a:moveTo>
                <a:lnTo>
                  <a:pt x="1044477" y="275696"/>
                </a:lnTo>
                <a:moveTo>
                  <a:pt x="2165275" y="577535"/>
                </a:moveTo>
                <a:lnTo>
                  <a:pt x="2118562" y="586873"/>
                </a:lnTo>
                <a:moveTo>
                  <a:pt x="1282124" y="291255"/>
                </a:moveTo>
                <a:lnTo>
                  <a:pt x="1165344" y="284352"/>
                </a:lnTo>
                <a:moveTo>
                  <a:pt x="2336849" y="583603"/>
                </a:moveTo>
                <a:lnTo>
                  <a:pt x="2372547" y="530781"/>
                </a:lnTo>
                <a:moveTo>
                  <a:pt x="2116868" y="575626"/>
                </a:moveTo>
                <a:lnTo>
                  <a:pt x="2165275" y="577535"/>
                </a:lnTo>
                <a:moveTo>
                  <a:pt x="2494889" y="599448"/>
                </a:moveTo>
                <a:lnTo>
                  <a:pt x="2476831" y="549759"/>
                </a:lnTo>
                <a:moveTo>
                  <a:pt x="1283878" y="291375"/>
                </a:moveTo>
                <a:lnTo>
                  <a:pt x="1282683" y="286208"/>
                </a:lnTo>
                <a:moveTo>
                  <a:pt x="1282124" y="291255"/>
                </a:moveTo>
                <a:lnTo>
                  <a:pt x="1282683" y="286208"/>
                </a:lnTo>
                <a:moveTo>
                  <a:pt x="1283878" y="29137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3878" y="291375"/>
                </a:lnTo>
                <a:moveTo>
                  <a:pt x="2119623" y="571142"/>
                </a:moveTo>
                <a:lnTo>
                  <a:pt x="2226861" y="579616"/>
                </a:lnTo>
                <a:moveTo>
                  <a:pt x="2118562" y="586873"/>
                </a:moveTo>
                <a:lnTo>
                  <a:pt x="2226861" y="579616"/>
                </a:lnTo>
                <a:moveTo>
                  <a:pt x="1283878" y="291375"/>
                </a:moveTo>
                <a:lnTo>
                  <a:pt x="1399152" y="298264"/>
                </a:lnTo>
                <a:moveTo>
                  <a:pt x="2494889" y="599448"/>
                </a:moveTo>
                <a:lnTo>
                  <a:pt x="2469702" y="655409"/>
                </a:lnTo>
                <a:moveTo>
                  <a:pt x="2360650" y="707103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757499" y="665361"/>
                </a:lnTo>
                <a:moveTo>
                  <a:pt x="2455565" y="591337"/>
                </a:moveTo>
                <a:lnTo>
                  <a:pt x="2360650" y="707103"/>
                </a:lnTo>
                <a:moveTo>
                  <a:pt x="2165275" y="577535"/>
                </a:moveTo>
                <a:lnTo>
                  <a:pt x="2226861" y="579616"/>
                </a:lnTo>
                <a:moveTo>
                  <a:pt x="2336849" y="583603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69702" y="655409"/>
                </a:lnTo>
                <a:moveTo>
                  <a:pt x="2455565" y="591337"/>
                </a:moveTo>
                <a:lnTo>
                  <a:pt x="2494889" y="599448"/>
                </a:lnTo>
                <a:moveTo>
                  <a:pt x="2336849" y="583603"/>
                </a:moveTo>
                <a:lnTo>
                  <a:pt x="2226861" y="579616"/>
                </a:lnTo>
                <a:moveTo>
                  <a:pt x="1757499" y="665361"/>
                </a:moveTo>
                <a:lnTo>
                  <a:pt x="1837930" y="542346"/>
                </a:lnTo>
                <a:moveTo>
                  <a:pt x="2455565" y="591337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7930" y="542346"/>
                </a:lnTo>
                <a:moveTo>
                  <a:pt x="1832992" y="532002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2992" y="532002"/>
                </a:lnTo>
                <a:moveTo>
                  <a:pt x="1850028" y="540334"/>
                </a:moveTo>
                <a:lnTo>
                  <a:pt x="1837930" y="542346"/>
                </a:lnTo>
                <a:moveTo>
                  <a:pt x="1850028" y="540334"/>
                </a:moveTo>
                <a:lnTo>
                  <a:pt x="1832992" y="53200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411" name="9lfa_0_tuned_ReferenceLigand_0">
            <a:extLst>
              <a:ext uri="{FF2B5EF4-FFF2-40B4-BE49-F238E27FC236}">
                <a16:creationId xmlns:a16="http://schemas.microsoft.com/office/drawing/2014/main" id="{506A43F8-2B72-41FB-B670-DE048D4F18A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5689" y="293908"/>
                </a:moveTo>
                <a:lnTo>
                  <a:pt x="1741569" y="3590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2" name="9lfa_0_tuned_ReferenceLigand_1">
            <a:extLst>
              <a:ext uri="{FF2B5EF4-FFF2-40B4-BE49-F238E27FC236}">
                <a16:creationId xmlns:a16="http://schemas.microsoft.com/office/drawing/2014/main" id="{A41E34B4-53C7-4B78-BA50-AEF8369E72D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1499" y="281863"/>
                </a:moveTo>
                <a:lnTo>
                  <a:pt x="1605689" y="2939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3" name="9lfa_0_tuned_ReferenceLigand_2">
            <a:extLst>
              <a:ext uri="{FF2B5EF4-FFF2-40B4-BE49-F238E27FC236}">
                <a16:creationId xmlns:a16="http://schemas.microsoft.com/office/drawing/2014/main" id="{94604DB3-11EA-4F15-ACB7-2EBF70B4DEB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037691" y="4748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4" name="9lfa_0_tuned_ReferenceLigand_3">
            <a:extLst>
              <a:ext uri="{FF2B5EF4-FFF2-40B4-BE49-F238E27FC236}">
                <a16:creationId xmlns:a16="http://schemas.microsoft.com/office/drawing/2014/main" id="{CE75780B-2660-4234-91F0-3D766FC83A3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569" y="359028"/>
                </a:moveTo>
                <a:lnTo>
                  <a:pt x="1761979" y="413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5" name="9lfa_0_tuned_ReferenceLigand_4">
            <a:extLst>
              <a:ext uri="{FF2B5EF4-FFF2-40B4-BE49-F238E27FC236}">
                <a16:creationId xmlns:a16="http://schemas.microsoft.com/office/drawing/2014/main" id="{5E076BD5-4757-4F2A-A4F7-1C90E893FD0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3507" y="596329"/>
                </a:moveTo>
                <a:lnTo>
                  <a:pt x="423177" y="556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6" name="9lfa_0_tuned_ReferenceLigand_5">
            <a:extLst>
              <a:ext uri="{FF2B5EF4-FFF2-40B4-BE49-F238E27FC236}">
                <a16:creationId xmlns:a16="http://schemas.microsoft.com/office/drawing/2014/main" id="{968D196A-C70F-42F0-8A37-5C8ACC1F67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2579" y="6030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7" name="9lfa_0_tuned_ReferenceLigand_6">
            <a:extLst>
              <a:ext uri="{FF2B5EF4-FFF2-40B4-BE49-F238E27FC236}">
                <a16:creationId xmlns:a16="http://schemas.microsoft.com/office/drawing/2014/main" id="{80B82FD0-0CE9-494A-A609-E087BF5F4AA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717" y="500506"/>
                </a:moveTo>
                <a:lnTo>
                  <a:pt x="812028" y="354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8" name="9lfa_0_tuned_ReferenceLigand_7">
            <a:extLst>
              <a:ext uri="{FF2B5EF4-FFF2-40B4-BE49-F238E27FC236}">
                <a16:creationId xmlns:a16="http://schemas.microsoft.com/office/drawing/2014/main" id="{78234F4A-2CAD-4E21-B31C-9AFC794F589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77" y="681250"/>
                </a:moveTo>
                <a:lnTo>
                  <a:pt x="273507" y="5963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19" name="9lfa_0_tuned_ReferenceLigand_8">
            <a:extLst>
              <a:ext uri="{FF2B5EF4-FFF2-40B4-BE49-F238E27FC236}">
                <a16:creationId xmlns:a16="http://schemas.microsoft.com/office/drawing/2014/main" id="{15F86410-A29D-4BEF-99FF-CCA8AD9A380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3177" y="556473"/>
                </a:moveTo>
                <a:lnTo>
                  <a:pt x="508460" y="6073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0" name="9lfa_0_tuned_ReferenceLigand_9">
            <a:extLst>
              <a:ext uri="{FF2B5EF4-FFF2-40B4-BE49-F238E27FC236}">
                <a16:creationId xmlns:a16="http://schemas.microsoft.com/office/drawing/2014/main" id="{50AADAB6-11BB-4BFA-AF55-BF3E7751AF6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360" y="336972"/>
                </a:moveTo>
                <a:lnTo>
                  <a:pt x="1491499" y="2818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1" name="9lfa_0_tuned_ReferenceLigand_10">
            <a:extLst>
              <a:ext uri="{FF2B5EF4-FFF2-40B4-BE49-F238E27FC236}">
                <a16:creationId xmlns:a16="http://schemas.microsoft.com/office/drawing/2014/main" id="{9BB78CED-3731-43FD-AE0C-1BE731ACF86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0650" y="570093"/>
                </a:moveTo>
                <a:lnTo>
                  <a:pt x="741717" y="500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2" name="9lfa_0_tuned_ReferenceLigand_11">
            <a:extLst>
              <a:ext uri="{FF2B5EF4-FFF2-40B4-BE49-F238E27FC236}">
                <a16:creationId xmlns:a16="http://schemas.microsoft.com/office/drawing/2014/main" id="{270C6893-E704-4F78-8F25-8ED48BC9217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9362" y="480864"/>
                </a:moveTo>
                <a:lnTo>
                  <a:pt x="2024745" y="506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3" name="9lfa_0_tuned_ReferenceLigand_12">
            <a:extLst>
              <a:ext uri="{FF2B5EF4-FFF2-40B4-BE49-F238E27FC236}">
                <a16:creationId xmlns:a16="http://schemas.microsoft.com/office/drawing/2014/main" id="{A0CF50E0-720A-44C7-9396-F44B12F0D3B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4" name="9lfa_0_tuned_ReferenceLigand_13">
            <a:extLst>
              <a:ext uri="{FF2B5EF4-FFF2-40B4-BE49-F238E27FC236}">
                <a16:creationId xmlns:a16="http://schemas.microsoft.com/office/drawing/2014/main" id="{C7944C12-E0D5-41F1-9C6B-294F84FD5CA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5" name="9lfa_0_tuned_ReferenceLigand_14">
            <a:extLst>
              <a:ext uri="{FF2B5EF4-FFF2-40B4-BE49-F238E27FC236}">
                <a16:creationId xmlns:a16="http://schemas.microsoft.com/office/drawing/2014/main" id="{092478BC-4036-410B-9A14-FAAB23AA196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737" y="574642"/>
                </a:moveTo>
                <a:lnTo>
                  <a:pt x="2284233" y="6203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6" name="9lfa_0_tuned_ReferenceLigand_15">
            <a:extLst>
              <a:ext uri="{FF2B5EF4-FFF2-40B4-BE49-F238E27FC236}">
                <a16:creationId xmlns:a16="http://schemas.microsoft.com/office/drawing/2014/main" id="{C72AAED9-BAF3-4A11-8F4D-B51153244F4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862" y="405468"/>
                </a:moveTo>
                <a:lnTo>
                  <a:pt x="1040679" y="490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7" name="9lfa_0_tuned_ReferenceLigand_16">
            <a:extLst>
              <a:ext uri="{FF2B5EF4-FFF2-40B4-BE49-F238E27FC236}">
                <a16:creationId xmlns:a16="http://schemas.microsoft.com/office/drawing/2014/main" id="{B1835D26-D4CC-4DEA-8F48-AA3D622BCA6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647112" y="4017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8" name="9lfa_0_tuned_ReferenceLigand_17">
            <a:extLst>
              <a:ext uri="{FF2B5EF4-FFF2-40B4-BE49-F238E27FC236}">
                <a16:creationId xmlns:a16="http://schemas.microsoft.com/office/drawing/2014/main" id="{2581692B-3A9D-485A-A63C-AA3484CC925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2028" y="354686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29" name="9lfa_0_tuned_ReferenceLigand_18">
            <a:extLst>
              <a:ext uri="{FF2B5EF4-FFF2-40B4-BE49-F238E27FC236}">
                <a16:creationId xmlns:a16="http://schemas.microsoft.com/office/drawing/2014/main" id="{DBF0A6A6-C6D1-4D53-9709-0DAB2D44EED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0" name="9lfa_0_tuned_ReferenceLigand_19">
            <a:extLst>
              <a:ext uri="{FF2B5EF4-FFF2-40B4-BE49-F238E27FC236}">
                <a16:creationId xmlns:a16="http://schemas.microsoft.com/office/drawing/2014/main" id="{BEBDC07D-ACE2-4C76-8164-3EB65608BD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7112" y="401762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1" name="9lfa_0_tuned_ReferenceLigand_20">
            <a:extLst>
              <a:ext uri="{FF2B5EF4-FFF2-40B4-BE49-F238E27FC236}">
                <a16:creationId xmlns:a16="http://schemas.microsoft.com/office/drawing/2014/main" id="{71FC4E2B-564D-46C6-9E03-D236C6ACD86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9118" y="729250"/>
                </a:moveTo>
                <a:lnTo>
                  <a:pt x="205677" y="681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2" name="9lfa_0_tuned_ReferenceLigand_21">
            <a:extLst>
              <a:ext uri="{FF2B5EF4-FFF2-40B4-BE49-F238E27FC236}">
                <a16:creationId xmlns:a16="http://schemas.microsoft.com/office/drawing/2014/main" id="{A2D6C56D-9649-4CED-85A2-1A546B63710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176862" y="40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3" name="9lfa_0_tuned_ReferenceLigand_22">
            <a:extLst>
              <a:ext uri="{FF2B5EF4-FFF2-40B4-BE49-F238E27FC236}">
                <a16:creationId xmlns:a16="http://schemas.microsoft.com/office/drawing/2014/main" id="{3EA778D8-431F-41D0-8112-B86EFE97AA7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8715" y="6811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4" name="9lfa_0_tuned_ReferenceLigand_23">
            <a:extLst>
              <a:ext uri="{FF2B5EF4-FFF2-40B4-BE49-F238E27FC236}">
                <a16:creationId xmlns:a16="http://schemas.microsoft.com/office/drawing/2014/main" id="{3B60A7E1-A24A-418A-9A96-850E2D664C7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679" y="490862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5" name="9lfa_0_tuned_ReferenceLigand_24">
            <a:extLst>
              <a:ext uri="{FF2B5EF4-FFF2-40B4-BE49-F238E27FC236}">
                <a16:creationId xmlns:a16="http://schemas.microsoft.com/office/drawing/2014/main" id="{6002FCCE-3B8A-4379-87F8-6D3EE03ECDC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439585" y="6959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6" name="9lfa_0_tuned_ReferenceLigand_25">
            <a:extLst>
              <a:ext uri="{FF2B5EF4-FFF2-40B4-BE49-F238E27FC236}">
                <a16:creationId xmlns:a16="http://schemas.microsoft.com/office/drawing/2014/main" id="{53BCCE46-7527-421D-901E-058A811DEA9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531" y="531578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7" name="9lfa_0_tuned_ReferenceLigand_26">
            <a:extLst>
              <a:ext uri="{FF2B5EF4-FFF2-40B4-BE49-F238E27FC236}">
                <a16:creationId xmlns:a16="http://schemas.microsoft.com/office/drawing/2014/main" id="{B274C860-5D0E-4901-9EC6-5BFD2735B17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8" name="9lfa_0_tuned_ReferenceLigand_27">
            <a:extLst>
              <a:ext uri="{FF2B5EF4-FFF2-40B4-BE49-F238E27FC236}">
                <a16:creationId xmlns:a16="http://schemas.microsoft.com/office/drawing/2014/main" id="{E17B3B35-02EE-4410-BF41-5A7DF5FF34E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187" y="596344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39" name="9lfa_0_tuned_ReferenceLigand_28">
            <a:extLst>
              <a:ext uri="{FF2B5EF4-FFF2-40B4-BE49-F238E27FC236}">
                <a16:creationId xmlns:a16="http://schemas.microsoft.com/office/drawing/2014/main" id="{5B8301E1-989E-41B4-98B0-09EC02E0E52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0" name="9lfa_0_tuned_ReferenceLigand_29">
            <a:extLst>
              <a:ext uri="{FF2B5EF4-FFF2-40B4-BE49-F238E27FC236}">
                <a16:creationId xmlns:a16="http://schemas.microsoft.com/office/drawing/2014/main" id="{AAA7D8C4-6FEE-4BAC-A8D0-E9B8FFA6CA0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987981" y="2316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1" name="9lfa_0_tuned_ReferenceLigand_30">
            <a:extLst>
              <a:ext uri="{FF2B5EF4-FFF2-40B4-BE49-F238E27FC236}">
                <a16:creationId xmlns:a16="http://schemas.microsoft.com/office/drawing/2014/main" id="{4371AEEE-AD39-43CF-ACB5-3D1BDD6A39C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9585" y="695965"/>
                </a:moveTo>
                <a:lnTo>
                  <a:pt x="289118" y="72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2" name="9lfa_0_tuned_ReferenceLigand_31">
            <a:extLst>
              <a:ext uri="{FF2B5EF4-FFF2-40B4-BE49-F238E27FC236}">
                <a16:creationId xmlns:a16="http://schemas.microsoft.com/office/drawing/2014/main" id="{F24EDC54-FB20-40D2-BCB9-0694B16C18D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393101" y="328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3" name="9lfa_0_tuned_ReferenceLigand_32">
            <a:extLst>
              <a:ext uri="{FF2B5EF4-FFF2-40B4-BE49-F238E27FC236}">
                <a16:creationId xmlns:a16="http://schemas.microsoft.com/office/drawing/2014/main" id="{0CE6BD2F-C195-4DD7-9681-FE76A88FA2F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822000" y="4516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4" name="9lfa_0_tuned_ReferenceLigand_33">
            <a:extLst>
              <a:ext uri="{FF2B5EF4-FFF2-40B4-BE49-F238E27FC236}">
                <a16:creationId xmlns:a16="http://schemas.microsoft.com/office/drawing/2014/main" id="{1F8E171C-DEE8-4C16-A9A1-41184AAF11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8817" y="248816"/>
                </a:moveTo>
                <a:lnTo>
                  <a:pt x="1246786" y="32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5" name="9lfa_0_tuned_ReferenceLigand_34">
            <a:extLst>
              <a:ext uri="{FF2B5EF4-FFF2-40B4-BE49-F238E27FC236}">
                <a16:creationId xmlns:a16="http://schemas.microsoft.com/office/drawing/2014/main" id="{A3EF5046-F802-4908-A84A-59AEB05DD88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1918531" y="531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6" name="9lfa_0_tuned_ReferenceLigand_35">
            <a:extLst>
              <a:ext uri="{FF2B5EF4-FFF2-40B4-BE49-F238E27FC236}">
                <a16:creationId xmlns:a16="http://schemas.microsoft.com/office/drawing/2014/main" id="{26A09B0D-B44B-4441-A1BE-0232B94FCDB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7981" y="231670"/>
                </a:moveTo>
                <a:lnTo>
                  <a:pt x="1138817" y="248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7" name="9lfa_0_tuned_ReferenceLigand_36">
            <a:extLst>
              <a:ext uri="{FF2B5EF4-FFF2-40B4-BE49-F238E27FC236}">
                <a16:creationId xmlns:a16="http://schemas.microsoft.com/office/drawing/2014/main" id="{B2007B07-76A3-4725-92B9-1206479BF713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715" y="681145"/>
                </a:moveTo>
                <a:lnTo>
                  <a:pt x="2306591" y="695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8" name="9lfa_0_tuned_ReferenceLigand_37">
            <a:extLst>
              <a:ext uri="{FF2B5EF4-FFF2-40B4-BE49-F238E27FC236}">
                <a16:creationId xmlns:a16="http://schemas.microsoft.com/office/drawing/2014/main" id="{08ABF337-7476-4F7D-BC72-DB3C16021C35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000" y="451604"/>
                </a:moveTo>
                <a:lnTo>
                  <a:pt x="750187" y="5963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49" name="9lfa_0_tuned_ReferenceLigand_38">
            <a:extLst>
              <a:ext uri="{FF2B5EF4-FFF2-40B4-BE49-F238E27FC236}">
                <a16:creationId xmlns:a16="http://schemas.microsoft.com/office/drawing/2014/main" id="{C1FC5B35-4F81-4F10-A2EB-30EA415D322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435395" y="3240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0" name="9lfa_0_tuned_ReferenceLigand_39">
            <a:extLst>
              <a:ext uri="{FF2B5EF4-FFF2-40B4-BE49-F238E27FC236}">
                <a16:creationId xmlns:a16="http://schemas.microsoft.com/office/drawing/2014/main" id="{666ADF6E-EA00-4F6C-8C3B-4B29F905F21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0337" y="650108"/>
                </a:moveTo>
                <a:lnTo>
                  <a:pt x="2076377" y="5892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1" name="9lfa_0_tuned_ReferenceLigand_40">
            <a:extLst>
              <a:ext uri="{FF2B5EF4-FFF2-40B4-BE49-F238E27FC236}">
                <a16:creationId xmlns:a16="http://schemas.microsoft.com/office/drawing/2014/main" id="{01D5FFA6-B0A5-4F61-9467-E43A076D11F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6591" y="695368"/>
                </a:moveTo>
                <a:lnTo>
                  <a:pt x="2160337" y="650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452" name="9lfa_0_tuned_PredictedLigand_0">
            <a:extLst>
              <a:ext uri="{FF2B5EF4-FFF2-40B4-BE49-F238E27FC236}">
                <a16:creationId xmlns:a16="http://schemas.microsoft.com/office/drawing/2014/main" id="{6CD6180F-BF85-432F-BD60-52E1CE72599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0333" y="268187"/>
                </a:moveTo>
                <a:lnTo>
                  <a:pt x="1697232" y="32783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3" name="9lfa_0_tuned_PredictedLigand_1">
            <a:extLst>
              <a:ext uri="{FF2B5EF4-FFF2-40B4-BE49-F238E27FC236}">
                <a16:creationId xmlns:a16="http://schemas.microsoft.com/office/drawing/2014/main" id="{C356432C-523F-4CE0-BA52-B372A2FE042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2966" y="259237"/>
                </a:moveTo>
                <a:lnTo>
                  <a:pt x="1560333" y="26818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4" name="9lfa_0_tuned_PredictedLigand_2">
            <a:extLst>
              <a:ext uri="{FF2B5EF4-FFF2-40B4-BE49-F238E27FC236}">
                <a16:creationId xmlns:a16="http://schemas.microsoft.com/office/drawing/2014/main" id="{94E6BC77-1E7B-418D-B93E-B60B74DB2FB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5786" y="606417"/>
                </a:moveTo>
                <a:lnTo>
                  <a:pt x="2274743" y="6204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5" name="9lfa_0_tuned_PredictedLigand_3">
            <a:extLst>
              <a:ext uri="{FF2B5EF4-FFF2-40B4-BE49-F238E27FC236}">
                <a16:creationId xmlns:a16="http://schemas.microsoft.com/office/drawing/2014/main" id="{53D12E69-61D2-4A6B-B1E5-F312F75E213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94" y="442532"/>
                </a:moveTo>
                <a:lnTo>
                  <a:pt x="2005468" y="3855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6" name="9lfa_0_tuned_PredictedLigand_4">
            <a:extLst>
              <a:ext uri="{FF2B5EF4-FFF2-40B4-BE49-F238E27FC236}">
                <a16:creationId xmlns:a16="http://schemas.microsoft.com/office/drawing/2014/main" id="{C728654C-6443-464F-8023-9BAB3DDC8EF4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30073" y="521905"/>
                </a:moveTo>
                <a:lnTo>
                  <a:pt x="181541" y="57608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7" name="9lfa_0_tuned_PredictedLigand_5">
            <a:extLst>
              <a:ext uri="{FF2B5EF4-FFF2-40B4-BE49-F238E27FC236}">
                <a16:creationId xmlns:a16="http://schemas.microsoft.com/office/drawing/2014/main" id="{582E16C9-58E2-4D98-AF24-2C5D97619DC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541" y="576086"/>
                </a:moveTo>
                <a:lnTo>
                  <a:pt x="149408" y="7171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8" name="9lfa_0_tuned_PredictedLigand_6">
            <a:extLst>
              <a:ext uri="{FF2B5EF4-FFF2-40B4-BE49-F238E27FC236}">
                <a16:creationId xmlns:a16="http://schemas.microsoft.com/office/drawing/2014/main" id="{2AC1C052-D9B8-47EE-8187-D8EB4606539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7232" y="327835"/>
                </a:moveTo>
                <a:lnTo>
                  <a:pt x="1720340" y="37310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59" name="9lfa_0_tuned_PredictedLigand_7">
            <a:extLst>
              <a:ext uri="{FF2B5EF4-FFF2-40B4-BE49-F238E27FC236}">
                <a16:creationId xmlns:a16="http://schemas.microsoft.com/office/drawing/2014/main" id="{91A6B4BA-4AB0-4235-A29E-E8BECD36DED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7706" y="597644"/>
                </a:moveTo>
                <a:lnTo>
                  <a:pt x="330073" y="52190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0" name="9lfa_0_tuned_PredictedLigand_8">
            <a:extLst>
              <a:ext uri="{FF2B5EF4-FFF2-40B4-BE49-F238E27FC236}">
                <a16:creationId xmlns:a16="http://schemas.microsoft.com/office/drawing/2014/main" id="{09039FE6-72AA-4347-A822-BB107A35964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353" y="327823"/>
                </a:moveTo>
                <a:lnTo>
                  <a:pt x="633035" y="40297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1" name="9lfa_0_tuned_PredictedLigand_9">
            <a:extLst>
              <a:ext uri="{FF2B5EF4-FFF2-40B4-BE49-F238E27FC236}">
                <a16:creationId xmlns:a16="http://schemas.microsoft.com/office/drawing/2014/main" id="{057DD717-F9E8-475B-BCFB-8A566678E6E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3035" y="402973"/>
                </a:moveTo>
                <a:lnTo>
                  <a:pt x="581666" y="5403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2" name="9lfa_0_tuned_PredictedLigand_10">
            <a:extLst>
              <a:ext uri="{FF2B5EF4-FFF2-40B4-BE49-F238E27FC236}">
                <a16:creationId xmlns:a16="http://schemas.microsoft.com/office/drawing/2014/main" id="{21F18CAB-619C-4241-B2F4-7D1576330CE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13907" y="311319"/>
                </a:moveTo>
                <a:lnTo>
                  <a:pt x="1006149" y="43057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3" name="9lfa_0_tuned_PredictedLigand_11">
            <a:extLst>
              <a:ext uri="{FF2B5EF4-FFF2-40B4-BE49-F238E27FC236}">
                <a16:creationId xmlns:a16="http://schemas.microsoft.com/office/drawing/2014/main" id="{B38136AE-50DA-4135-AD35-88BCB705C79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2294" y="442532"/>
                </a:moveTo>
                <a:lnTo>
                  <a:pt x="2102480" y="5325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4" name="9lfa_0_tuned_PredictedLigand_12">
            <a:extLst>
              <a:ext uri="{FF2B5EF4-FFF2-40B4-BE49-F238E27FC236}">
                <a16:creationId xmlns:a16="http://schemas.microsoft.com/office/drawing/2014/main" id="{FD702147-75BE-48B2-AB02-92D075FC993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408" y="717191"/>
                </a:moveTo>
                <a:lnTo>
                  <a:pt x="260216" y="80184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5" name="9lfa_0_tuned_PredictedLigand_13">
            <a:extLst>
              <a:ext uri="{FF2B5EF4-FFF2-40B4-BE49-F238E27FC236}">
                <a16:creationId xmlns:a16="http://schemas.microsoft.com/office/drawing/2014/main" id="{950F182D-F798-45CA-A4F9-F9BF71C1AD41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1756" y="425102"/>
                </a:moveTo>
                <a:lnTo>
                  <a:pt x="1992294" y="4425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6" name="9lfa_0_tuned_PredictedLigand_14">
            <a:extLst>
              <a:ext uri="{FF2B5EF4-FFF2-40B4-BE49-F238E27FC236}">
                <a16:creationId xmlns:a16="http://schemas.microsoft.com/office/drawing/2014/main" id="{DBF5985E-4DC7-4B42-8E8D-C6705003FC6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1895" y="312721"/>
                </a:moveTo>
                <a:lnTo>
                  <a:pt x="1452966" y="25923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7" name="9lfa_0_tuned_PredictedLigand_15">
            <a:extLst>
              <a:ext uri="{FF2B5EF4-FFF2-40B4-BE49-F238E27FC236}">
                <a16:creationId xmlns:a16="http://schemas.microsoft.com/office/drawing/2014/main" id="{B6CDC4FF-4892-4977-A944-0E182D9D9B1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7706" y="597644"/>
                </a:moveTo>
                <a:lnTo>
                  <a:pt x="581666" y="5403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8" name="9lfa_0_tuned_PredictedLigand_16">
            <a:extLst>
              <a:ext uri="{FF2B5EF4-FFF2-40B4-BE49-F238E27FC236}">
                <a16:creationId xmlns:a16="http://schemas.microsoft.com/office/drawing/2014/main" id="{398F001A-DE14-47E8-8F1B-3FB9AEBBFCC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2480" y="532598"/>
                </a:moveTo>
                <a:lnTo>
                  <a:pt x="2235786" y="60641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69" name="9lfa_0_tuned_PredictedLigand_17">
            <a:extLst>
              <a:ext uri="{FF2B5EF4-FFF2-40B4-BE49-F238E27FC236}">
                <a16:creationId xmlns:a16="http://schemas.microsoft.com/office/drawing/2014/main" id="{61F53A53-5A95-4073-8734-51E6B8544207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7406" y="735114"/>
                </a:moveTo>
                <a:lnTo>
                  <a:pt x="437706" y="59764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0" name="9lfa_0_tuned_PredictedLigand_18">
            <a:extLst>
              <a:ext uri="{FF2B5EF4-FFF2-40B4-BE49-F238E27FC236}">
                <a16:creationId xmlns:a16="http://schemas.microsoft.com/office/drawing/2014/main" id="{ECE58A71-C014-4C3F-9318-7D1E13F76C40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340" y="373101"/>
                </a:moveTo>
                <a:lnTo>
                  <a:pt x="1861756" y="4251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1" name="9lfa_0_tuned_PredictedLigand_19">
            <a:extLst>
              <a:ext uri="{FF2B5EF4-FFF2-40B4-BE49-F238E27FC236}">
                <a16:creationId xmlns:a16="http://schemas.microsoft.com/office/drawing/2014/main" id="{0894A57B-FCF9-46D9-BC4F-588AE35B6EA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06149" y="430575"/>
                </a:moveTo>
                <a:lnTo>
                  <a:pt x="879000" y="422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2" name="9lfa_0_tuned_PredictedLigand_20">
            <a:extLst>
              <a:ext uri="{FF2B5EF4-FFF2-40B4-BE49-F238E27FC236}">
                <a16:creationId xmlns:a16="http://schemas.microsoft.com/office/drawing/2014/main" id="{1ADC03CC-8D84-4219-A9FF-60A205C4371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35786" y="606417"/>
                </a:moveTo>
                <a:lnTo>
                  <a:pt x="2327072" y="67574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3" name="9lfa_0_tuned_PredictedLigand_21">
            <a:extLst>
              <a:ext uri="{FF2B5EF4-FFF2-40B4-BE49-F238E27FC236}">
                <a16:creationId xmlns:a16="http://schemas.microsoft.com/office/drawing/2014/main" id="{469F2AB7-9E7F-4EB1-8ECE-AC101D1D561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60216" y="801846"/>
                </a:moveTo>
                <a:lnTo>
                  <a:pt x="397406" y="7351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4" name="9lfa_0_tuned_PredictedLigand_22">
            <a:extLst>
              <a:ext uri="{FF2B5EF4-FFF2-40B4-BE49-F238E27FC236}">
                <a16:creationId xmlns:a16="http://schemas.microsoft.com/office/drawing/2014/main" id="{B0AF3E0C-B223-4A0D-9F86-4935BC7CE19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00" y="422359"/>
                </a:moveTo>
                <a:lnTo>
                  <a:pt x="763353" y="32782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5" name="9lfa_0_tuned_PredictedLigand_23">
            <a:extLst>
              <a:ext uri="{FF2B5EF4-FFF2-40B4-BE49-F238E27FC236}">
                <a16:creationId xmlns:a16="http://schemas.microsoft.com/office/drawing/2014/main" id="{0CF83E55-BBCD-4307-8C81-0E65EFF2B2F2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0340" y="373101"/>
                </a:moveTo>
                <a:lnTo>
                  <a:pt x="1610241" y="3714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6" name="9lfa_0_tuned_PredictedLigand_24">
            <a:extLst>
              <a:ext uri="{FF2B5EF4-FFF2-40B4-BE49-F238E27FC236}">
                <a16:creationId xmlns:a16="http://schemas.microsoft.com/office/drawing/2014/main" id="{E9F5E195-4400-495A-8CD8-1CA5A7151AE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273" y="319562"/>
                </a:moveTo>
                <a:lnTo>
                  <a:pt x="1113907" y="3113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7" name="9lfa_0_tuned_PredictedLigand_25">
            <a:extLst>
              <a:ext uri="{FF2B5EF4-FFF2-40B4-BE49-F238E27FC236}">
                <a16:creationId xmlns:a16="http://schemas.microsoft.com/office/drawing/2014/main" id="{44A5272B-4CEC-4394-B35F-8D44A5B4FCB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1666" y="540389"/>
                </a:moveTo>
                <a:lnTo>
                  <a:pt x="674915" y="61199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8" name="9lfa_0_tuned_PredictedLigand_26">
            <a:extLst>
              <a:ext uri="{FF2B5EF4-FFF2-40B4-BE49-F238E27FC236}">
                <a16:creationId xmlns:a16="http://schemas.microsoft.com/office/drawing/2014/main" id="{4B425492-19D1-40A9-8698-9213AB97BF2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0241" y="371449"/>
                </a:moveTo>
                <a:lnTo>
                  <a:pt x="1471895" y="3127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79" name="9lfa_0_tuned_PredictedLigand_27">
            <a:extLst>
              <a:ext uri="{FF2B5EF4-FFF2-40B4-BE49-F238E27FC236}">
                <a16:creationId xmlns:a16="http://schemas.microsoft.com/office/drawing/2014/main" id="{27533BAC-0AC9-40C9-93B7-20687970296F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0677" y="551721"/>
                </a:moveTo>
                <a:lnTo>
                  <a:pt x="2102480" y="5325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0" name="9lfa_0_tuned_PredictedLigand_28">
            <a:extLst>
              <a:ext uri="{FF2B5EF4-FFF2-40B4-BE49-F238E27FC236}">
                <a16:creationId xmlns:a16="http://schemas.microsoft.com/office/drawing/2014/main" id="{104F203D-E74B-4980-9E81-A3B9022DFAD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5932" y="574748"/>
                </a:moveTo>
                <a:lnTo>
                  <a:pt x="879000" y="4223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1" name="9lfa_0_tuned_PredictedLigand_29">
            <a:extLst>
              <a:ext uri="{FF2B5EF4-FFF2-40B4-BE49-F238E27FC236}">
                <a16:creationId xmlns:a16="http://schemas.microsoft.com/office/drawing/2014/main" id="{A2D623A0-BC99-4A8E-8FEE-9E439F2381F8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674" y="500714"/>
                </a:moveTo>
                <a:lnTo>
                  <a:pt x="1861756" y="42510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2" name="9lfa_0_tuned_PredictedLigand_30">
            <a:extLst>
              <a:ext uri="{FF2B5EF4-FFF2-40B4-BE49-F238E27FC236}">
                <a16:creationId xmlns:a16="http://schemas.microsoft.com/office/drawing/2014/main" id="{46E209AA-64E8-4323-A41A-D66F8E415CD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4390" y="306871"/>
                </a:moveTo>
                <a:lnTo>
                  <a:pt x="1471895" y="3127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3" name="9lfa_0_tuned_PredictedLigand_31">
            <a:extLst>
              <a:ext uri="{FF2B5EF4-FFF2-40B4-BE49-F238E27FC236}">
                <a16:creationId xmlns:a16="http://schemas.microsoft.com/office/drawing/2014/main" id="{1F2A00CF-6552-46BF-8912-E52361CA09D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4915" y="611990"/>
                </a:moveTo>
                <a:lnTo>
                  <a:pt x="835932" y="57474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4" name="9lfa_0_tuned_PredictedLigand_32">
            <a:extLst>
              <a:ext uri="{FF2B5EF4-FFF2-40B4-BE49-F238E27FC236}">
                <a16:creationId xmlns:a16="http://schemas.microsoft.com/office/drawing/2014/main" id="{8B8E9179-206A-4DE1-9F19-CC776365F6CB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79000" y="422359"/>
                </a:moveTo>
                <a:lnTo>
                  <a:pt x="942388" y="34477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5" name="9lfa_0_tuned_PredictedLigand_33">
            <a:extLst>
              <a:ext uri="{FF2B5EF4-FFF2-40B4-BE49-F238E27FC236}">
                <a16:creationId xmlns:a16="http://schemas.microsoft.com/office/drawing/2014/main" id="{7C89911C-1200-4AA0-BCC6-BBDD01B4E5B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09273" y="319562"/>
                </a:moveTo>
                <a:lnTo>
                  <a:pt x="1364390" y="3068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6" name="9lfa_0_tuned_PredictedLigand_34">
            <a:extLst>
              <a:ext uri="{FF2B5EF4-FFF2-40B4-BE49-F238E27FC236}">
                <a16:creationId xmlns:a16="http://schemas.microsoft.com/office/drawing/2014/main" id="{0232ECED-DAFA-4D9E-8BBB-086C045764F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7072" y="675743"/>
                </a:moveTo>
                <a:lnTo>
                  <a:pt x="2284192" y="67732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7" name="9lfa_0_tuned_PredictedLigand_35">
            <a:extLst>
              <a:ext uri="{FF2B5EF4-FFF2-40B4-BE49-F238E27FC236}">
                <a16:creationId xmlns:a16="http://schemas.microsoft.com/office/drawing/2014/main" id="{A3120F44-AB97-4CC7-B91D-6F852CC49E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0677" y="551721"/>
                </a:moveTo>
                <a:lnTo>
                  <a:pt x="1895674" y="50071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8" name="9lfa_0_tuned_PredictedLigand_36">
            <a:extLst>
              <a:ext uri="{FF2B5EF4-FFF2-40B4-BE49-F238E27FC236}">
                <a16:creationId xmlns:a16="http://schemas.microsoft.com/office/drawing/2014/main" id="{5B206B18-C28D-4021-A627-215D2D61A4FC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94683" y="385406"/>
                </a:moveTo>
                <a:lnTo>
                  <a:pt x="1209273" y="3195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89" name="9lfa_0_tuned_PredictedLigand_37">
            <a:extLst>
              <a:ext uri="{FF2B5EF4-FFF2-40B4-BE49-F238E27FC236}">
                <a16:creationId xmlns:a16="http://schemas.microsoft.com/office/drawing/2014/main" id="{30BD24F9-AC9F-4EAB-83AA-07342D954219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2388" y="344779"/>
                </a:moveTo>
                <a:lnTo>
                  <a:pt x="1094683" y="3854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0" name="9lfa_0_tuned_PredictedLigand_38">
            <a:extLst>
              <a:ext uri="{FF2B5EF4-FFF2-40B4-BE49-F238E27FC236}">
                <a16:creationId xmlns:a16="http://schemas.microsoft.com/office/drawing/2014/main" id="{61732AD0-713E-49A9-84F3-56B796D3945E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46683" y="618742"/>
                </a:moveTo>
                <a:lnTo>
                  <a:pt x="2050677" y="55172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1" name="9lfa_0_tuned_PredictedLigand_39">
            <a:extLst>
              <a:ext uri="{FF2B5EF4-FFF2-40B4-BE49-F238E27FC236}">
                <a16:creationId xmlns:a16="http://schemas.microsoft.com/office/drawing/2014/main" id="{6A700EFE-C861-4623-AABD-3652A90F0386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64390" y="306871"/>
                </a:moveTo>
                <a:lnTo>
                  <a:pt x="1392862" y="2997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2" name="9lfa_0_tuned_PredictedLigand_40">
            <a:extLst>
              <a:ext uri="{FF2B5EF4-FFF2-40B4-BE49-F238E27FC236}">
                <a16:creationId xmlns:a16="http://schemas.microsoft.com/office/drawing/2014/main" id="{55820FC0-C9AC-43C9-93C8-E7F24C0B31FD}"/>
              </a:ext>
            </a:extLst>
          </p:cNvPr>
          <p:cNvSpPr>
            <a:spLocks noGrp="1"/>
          </p:cNvSpPr>
          <p:nvPr/>
        </p:nvSpPr>
        <p:spPr>
          <a:xfrm>
            <a:off x="32004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192" y="677328"/>
                </a:moveTo>
                <a:lnTo>
                  <a:pt x="2146683" y="6187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493" name="9lfa_0_tuned_PredictedAtoms_0">
            <a:extLst>
              <a:ext uri="{FF2B5EF4-FFF2-40B4-BE49-F238E27FC236}">
                <a16:creationId xmlns:a16="http://schemas.microsoft.com/office/drawing/2014/main" id="{83F5EE1B-7737-43C1-8482-EF97B3ED31A7}"/>
              </a:ext>
            </a:extLst>
          </p:cNvPr>
          <p:cNvSpPr>
            <a:spLocks noGrp="1"/>
          </p:cNvSpPr>
          <p:nvPr/>
        </p:nvSpPr>
        <p:spPr>
          <a:xfrm>
            <a:off x="3365748" y="314116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4" name="9lfa_0_tuned_PredictedAtoms_1">
            <a:extLst>
              <a:ext uri="{FF2B5EF4-FFF2-40B4-BE49-F238E27FC236}">
                <a16:creationId xmlns:a16="http://schemas.microsoft.com/office/drawing/2014/main" id="{0ADD70F5-DD1B-4423-B104-4C624A55FAA2}"/>
              </a:ext>
            </a:extLst>
          </p:cNvPr>
          <p:cNvSpPr>
            <a:spLocks noGrp="1"/>
          </p:cNvSpPr>
          <p:nvPr/>
        </p:nvSpPr>
        <p:spPr>
          <a:xfrm>
            <a:off x="3333616" y="328227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5" name="9lfa_0_tuned_PredictedAtoms_2">
            <a:extLst>
              <a:ext uri="{FF2B5EF4-FFF2-40B4-BE49-F238E27FC236}">
                <a16:creationId xmlns:a16="http://schemas.microsoft.com/office/drawing/2014/main" id="{CDC81D9E-C893-4697-B757-71EA7F77635B}"/>
              </a:ext>
            </a:extLst>
          </p:cNvPr>
          <p:cNvSpPr>
            <a:spLocks noGrp="1"/>
          </p:cNvSpPr>
          <p:nvPr/>
        </p:nvSpPr>
        <p:spPr>
          <a:xfrm>
            <a:off x="3444424" y="336692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6" name="9lfa_0_tuned_PredictedAtoms_3">
            <a:extLst>
              <a:ext uri="{FF2B5EF4-FFF2-40B4-BE49-F238E27FC236}">
                <a16:creationId xmlns:a16="http://schemas.microsoft.com/office/drawing/2014/main" id="{9C8B0C27-19EE-4841-9795-D4B2A2041C30}"/>
              </a:ext>
            </a:extLst>
          </p:cNvPr>
          <p:cNvSpPr>
            <a:spLocks noGrp="1"/>
          </p:cNvSpPr>
          <p:nvPr/>
        </p:nvSpPr>
        <p:spPr>
          <a:xfrm>
            <a:off x="3581614" y="33001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7" name="9lfa_0_tuned_PredictedAtoms_4">
            <a:extLst>
              <a:ext uri="{FF2B5EF4-FFF2-40B4-BE49-F238E27FC236}">
                <a16:creationId xmlns:a16="http://schemas.microsoft.com/office/drawing/2014/main" id="{B92E01A7-8C7D-472F-9866-B63315F3F2A5}"/>
              </a:ext>
            </a:extLst>
          </p:cNvPr>
          <p:cNvSpPr>
            <a:spLocks noGrp="1"/>
          </p:cNvSpPr>
          <p:nvPr/>
        </p:nvSpPr>
        <p:spPr>
          <a:xfrm>
            <a:off x="3621913" y="31627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8" name="9lfa_0_tuned_PredictedAtoms_5">
            <a:extLst>
              <a:ext uri="{FF2B5EF4-FFF2-40B4-BE49-F238E27FC236}">
                <a16:creationId xmlns:a16="http://schemas.microsoft.com/office/drawing/2014/main" id="{599969A6-AEBD-46B5-8870-3BBCCE9A386A}"/>
              </a:ext>
            </a:extLst>
          </p:cNvPr>
          <p:cNvSpPr>
            <a:spLocks noGrp="1"/>
          </p:cNvSpPr>
          <p:nvPr/>
        </p:nvSpPr>
        <p:spPr>
          <a:xfrm>
            <a:off x="3765873" y="31054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499" name="9lfa_0_tuned_PredictedAtoms_6">
            <a:extLst>
              <a:ext uri="{FF2B5EF4-FFF2-40B4-BE49-F238E27FC236}">
                <a16:creationId xmlns:a16="http://schemas.microsoft.com/office/drawing/2014/main" id="{9041FAAA-44C9-4214-8D1C-FF067E739987}"/>
              </a:ext>
            </a:extLst>
          </p:cNvPr>
          <p:cNvSpPr>
            <a:spLocks noGrp="1"/>
          </p:cNvSpPr>
          <p:nvPr/>
        </p:nvSpPr>
        <p:spPr>
          <a:xfrm>
            <a:off x="3859123" y="31770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0" name="9lfa_0_tuned_PredictedAtoms_7">
            <a:extLst>
              <a:ext uri="{FF2B5EF4-FFF2-40B4-BE49-F238E27FC236}">
                <a16:creationId xmlns:a16="http://schemas.microsoft.com/office/drawing/2014/main" id="{4DBDB712-736B-4F63-9DAB-BDF86D6CC99B}"/>
              </a:ext>
            </a:extLst>
          </p:cNvPr>
          <p:cNvSpPr>
            <a:spLocks noGrp="1"/>
          </p:cNvSpPr>
          <p:nvPr/>
        </p:nvSpPr>
        <p:spPr>
          <a:xfrm>
            <a:off x="4020139" y="31398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1" name="9lfa_0_tuned_PredictedAtoms_8">
            <a:extLst>
              <a:ext uri="{FF2B5EF4-FFF2-40B4-BE49-F238E27FC236}">
                <a16:creationId xmlns:a16="http://schemas.microsoft.com/office/drawing/2014/main" id="{C3A93C48-6BCD-4EB3-A35E-65C201BE5548}"/>
              </a:ext>
            </a:extLst>
          </p:cNvPr>
          <p:cNvSpPr>
            <a:spLocks noGrp="1"/>
          </p:cNvSpPr>
          <p:nvPr/>
        </p:nvSpPr>
        <p:spPr>
          <a:xfrm>
            <a:off x="4063208" y="29874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2" name="9lfa_0_tuned_PredictedAtoms_9">
            <a:extLst>
              <a:ext uri="{FF2B5EF4-FFF2-40B4-BE49-F238E27FC236}">
                <a16:creationId xmlns:a16="http://schemas.microsoft.com/office/drawing/2014/main" id="{3B45EDD1-551B-4F11-B3FC-34E833C715A7}"/>
              </a:ext>
            </a:extLst>
          </p:cNvPr>
          <p:cNvSpPr>
            <a:spLocks noGrp="1"/>
          </p:cNvSpPr>
          <p:nvPr/>
        </p:nvSpPr>
        <p:spPr>
          <a:xfrm>
            <a:off x="4126596" y="290986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3" name="9lfa_0_tuned_PredictedAtoms_10">
            <a:extLst>
              <a:ext uri="{FF2B5EF4-FFF2-40B4-BE49-F238E27FC236}">
                <a16:creationId xmlns:a16="http://schemas.microsoft.com/office/drawing/2014/main" id="{DDB9028D-65CA-4BC3-8AA0-25A09F582FBA}"/>
              </a:ext>
            </a:extLst>
          </p:cNvPr>
          <p:cNvSpPr>
            <a:spLocks noGrp="1"/>
          </p:cNvSpPr>
          <p:nvPr/>
        </p:nvSpPr>
        <p:spPr>
          <a:xfrm>
            <a:off x="4278890" y="29504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4" name="9lfa_0_tuned_PredictedAtoms_11">
            <a:extLst>
              <a:ext uri="{FF2B5EF4-FFF2-40B4-BE49-F238E27FC236}">
                <a16:creationId xmlns:a16="http://schemas.microsoft.com/office/drawing/2014/main" id="{C2106FA5-F59D-4DC7-BD6E-6509E762E00E}"/>
              </a:ext>
            </a:extLst>
          </p:cNvPr>
          <p:cNvSpPr>
            <a:spLocks noGrp="1"/>
          </p:cNvSpPr>
          <p:nvPr/>
        </p:nvSpPr>
        <p:spPr>
          <a:xfrm>
            <a:off x="4393480" y="28846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5" name="9lfa_0_tuned_PredictedAtoms_12">
            <a:extLst>
              <a:ext uri="{FF2B5EF4-FFF2-40B4-BE49-F238E27FC236}">
                <a16:creationId xmlns:a16="http://schemas.microsoft.com/office/drawing/2014/main" id="{053B419C-168F-43CB-952F-3F143B4576B2}"/>
              </a:ext>
            </a:extLst>
          </p:cNvPr>
          <p:cNvSpPr>
            <a:spLocks noGrp="1"/>
          </p:cNvSpPr>
          <p:nvPr/>
        </p:nvSpPr>
        <p:spPr>
          <a:xfrm>
            <a:off x="4548598" y="287195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6" name="9lfa_0_tuned_PredictedAtoms_13">
            <a:extLst>
              <a:ext uri="{FF2B5EF4-FFF2-40B4-BE49-F238E27FC236}">
                <a16:creationId xmlns:a16="http://schemas.microsoft.com/office/drawing/2014/main" id="{27F06DDD-46B8-4D89-AE83-495ECC6CB2EF}"/>
              </a:ext>
            </a:extLst>
          </p:cNvPr>
          <p:cNvSpPr>
            <a:spLocks noGrp="1"/>
          </p:cNvSpPr>
          <p:nvPr/>
        </p:nvSpPr>
        <p:spPr>
          <a:xfrm>
            <a:off x="4577070" y="286482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7" name="9lfa_0_tuned_PredictedAtoms_14">
            <a:extLst>
              <a:ext uri="{FF2B5EF4-FFF2-40B4-BE49-F238E27FC236}">
                <a16:creationId xmlns:a16="http://schemas.microsoft.com/office/drawing/2014/main" id="{5BA94296-09DC-457D-B82F-A47324920C34}"/>
              </a:ext>
            </a:extLst>
          </p:cNvPr>
          <p:cNvSpPr>
            <a:spLocks noGrp="1"/>
          </p:cNvSpPr>
          <p:nvPr/>
        </p:nvSpPr>
        <p:spPr>
          <a:xfrm>
            <a:off x="4656103" y="28778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8" name="9lfa_0_tuned_PredictedAtoms_15">
            <a:extLst>
              <a:ext uri="{FF2B5EF4-FFF2-40B4-BE49-F238E27FC236}">
                <a16:creationId xmlns:a16="http://schemas.microsoft.com/office/drawing/2014/main" id="{DB962048-DD03-443A-9C1D-137B7A79A3A0}"/>
              </a:ext>
            </a:extLst>
          </p:cNvPr>
          <p:cNvSpPr>
            <a:spLocks noGrp="1"/>
          </p:cNvSpPr>
          <p:nvPr/>
        </p:nvSpPr>
        <p:spPr>
          <a:xfrm>
            <a:off x="4637173" y="28243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09" name="9lfa_0_tuned_PredictedAtoms_16">
            <a:extLst>
              <a:ext uri="{FF2B5EF4-FFF2-40B4-BE49-F238E27FC236}">
                <a16:creationId xmlns:a16="http://schemas.microsoft.com/office/drawing/2014/main" id="{AB564BB5-7565-401E-8E3C-2CAE390B97E4}"/>
              </a:ext>
            </a:extLst>
          </p:cNvPr>
          <p:cNvSpPr>
            <a:spLocks noGrp="1"/>
          </p:cNvSpPr>
          <p:nvPr/>
        </p:nvSpPr>
        <p:spPr>
          <a:xfrm>
            <a:off x="4744540" y="28332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0" name="9lfa_0_tuned_PredictedAtoms_17">
            <a:extLst>
              <a:ext uri="{FF2B5EF4-FFF2-40B4-BE49-F238E27FC236}">
                <a16:creationId xmlns:a16="http://schemas.microsoft.com/office/drawing/2014/main" id="{7A3AE403-CDA8-427D-B3BF-645CEF028C40}"/>
              </a:ext>
            </a:extLst>
          </p:cNvPr>
          <p:cNvSpPr>
            <a:spLocks noGrp="1"/>
          </p:cNvSpPr>
          <p:nvPr/>
        </p:nvSpPr>
        <p:spPr>
          <a:xfrm>
            <a:off x="4881439" y="289291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1" name="9lfa_0_tuned_PredictedAtoms_18">
            <a:extLst>
              <a:ext uri="{FF2B5EF4-FFF2-40B4-BE49-F238E27FC236}">
                <a16:creationId xmlns:a16="http://schemas.microsoft.com/office/drawing/2014/main" id="{E6A25E01-6B6A-497E-92F0-6691E4A16397}"/>
              </a:ext>
            </a:extLst>
          </p:cNvPr>
          <p:cNvSpPr>
            <a:spLocks noGrp="1"/>
          </p:cNvSpPr>
          <p:nvPr/>
        </p:nvSpPr>
        <p:spPr>
          <a:xfrm>
            <a:off x="4904548" y="293818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2" name="9lfa_0_tuned_PredictedAtoms_19">
            <a:extLst>
              <a:ext uri="{FF2B5EF4-FFF2-40B4-BE49-F238E27FC236}">
                <a16:creationId xmlns:a16="http://schemas.microsoft.com/office/drawing/2014/main" id="{3D7EF951-259B-4885-8F60-8FD4BC501C24}"/>
              </a:ext>
            </a:extLst>
          </p:cNvPr>
          <p:cNvSpPr>
            <a:spLocks noGrp="1"/>
          </p:cNvSpPr>
          <p:nvPr/>
        </p:nvSpPr>
        <p:spPr>
          <a:xfrm>
            <a:off x="5045964" y="299018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3" name="9lfa_0_tuned_PredictedAtoms_20">
            <a:extLst>
              <a:ext uri="{FF2B5EF4-FFF2-40B4-BE49-F238E27FC236}">
                <a16:creationId xmlns:a16="http://schemas.microsoft.com/office/drawing/2014/main" id="{29F560B1-E5B4-411D-A938-3ECAAED48CF8}"/>
              </a:ext>
            </a:extLst>
          </p:cNvPr>
          <p:cNvSpPr>
            <a:spLocks noGrp="1"/>
          </p:cNvSpPr>
          <p:nvPr/>
        </p:nvSpPr>
        <p:spPr>
          <a:xfrm>
            <a:off x="5176501" y="30076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4" name="9lfa_0_tuned_PredictedAtoms_21">
            <a:extLst>
              <a:ext uri="{FF2B5EF4-FFF2-40B4-BE49-F238E27FC236}">
                <a16:creationId xmlns:a16="http://schemas.microsoft.com/office/drawing/2014/main" id="{09BDA4BA-27AD-47C6-84E6-16B288887A57}"/>
              </a:ext>
            </a:extLst>
          </p:cNvPr>
          <p:cNvSpPr>
            <a:spLocks noGrp="1"/>
          </p:cNvSpPr>
          <p:nvPr/>
        </p:nvSpPr>
        <p:spPr>
          <a:xfrm>
            <a:off x="5189675" y="295059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5" name="9lfa_0_tuned_PredictedAtoms_22">
            <a:extLst>
              <a:ext uri="{FF2B5EF4-FFF2-40B4-BE49-F238E27FC236}">
                <a16:creationId xmlns:a16="http://schemas.microsoft.com/office/drawing/2014/main" id="{BAC42A01-5AB4-412F-B3B7-0AC0E37E210A}"/>
              </a:ext>
            </a:extLst>
          </p:cNvPr>
          <p:cNvSpPr>
            <a:spLocks noGrp="1"/>
          </p:cNvSpPr>
          <p:nvPr/>
        </p:nvSpPr>
        <p:spPr>
          <a:xfrm>
            <a:off x="5286687" y="30976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6" name="9lfa_0_tuned_PredictedAtoms_23">
            <a:extLst>
              <a:ext uri="{FF2B5EF4-FFF2-40B4-BE49-F238E27FC236}">
                <a16:creationId xmlns:a16="http://schemas.microsoft.com/office/drawing/2014/main" id="{89B34607-CC81-4BE5-BBA2-1E49C2E3121F}"/>
              </a:ext>
            </a:extLst>
          </p:cNvPr>
          <p:cNvSpPr>
            <a:spLocks noGrp="1"/>
          </p:cNvSpPr>
          <p:nvPr/>
        </p:nvSpPr>
        <p:spPr>
          <a:xfrm>
            <a:off x="5419993" y="317150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7" name="9lfa_0_tuned_PredictedAtoms_24">
            <a:extLst>
              <a:ext uri="{FF2B5EF4-FFF2-40B4-BE49-F238E27FC236}">
                <a16:creationId xmlns:a16="http://schemas.microsoft.com/office/drawing/2014/main" id="{D6EFFFAA-1C88-464C-9489-EEDD15572552}"/>
              </a:ext>
            </a:extLst>
          </p:cNvPr>
          <p:cNvSpPr>
            <a:spLocks noGrp="1"/>
          </p:cNvSpPr>
          <p:nvPr/>
        </p:nvSpPr>
        <p:spPr>
          <a:xfrm>
            <a:off x="5458950" y="318550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8" name="9lfa_0_tuned_PredictedAtoms_25">
            <a:extLst>
              <a:ext uri="{FF2B5EF4-FFF2-40B4-BE49-F238E27FC236}">
                <a16:creationId xmlns:a16="http://schemas.microsoft.com/office/drawing/2014/main" id="{78AD81FB-0499-4474-A98F-BE043266338F}"/>
              </a:ext>
            </a:extLst>
          </p:cNvPr>
          <p:cNvSpPr>
            <a:spLocks noGrp="1"/>
          </p:cNvSpPr>
          <p:nvPr/>
        </p:nvSpPr>
        <p:spPr>
          <a:xfrm>
            <a:off x="5511280" y="32408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19" name="9lfa_0_tuned_PredictedAtoms_26">
            <a:extLst>
              <a:ext uri="{FF2B5EF4-FFF2-40B4-BE49-F238E27FC236}">
                <a16:creationId xmlns:a16="http://schemas.microsoft.com/office/drawing/2014/main" id="{0C2E5058-09BB-46AA-A204-331DF9CE0E06}"/>
              </a:ext>
            </a:extLst>
          </p:cNvPr>
          <p:cNvSpPr>
            <a:spLocks noGrp="1"/>
          </p:cNvSpPr>
          <p:nvPr/>
        </p:nvSpPr>
        <p:spPr>
          <a:xfrm>
            <a:off x="5468399" y="32424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0" name="9lfa_0_tuned_PredictedAtoms_27">
            <a:extLst>
              <a:ext uri="{FF2B5EF4-FFF2-40B4-BE49-F238E27FC236}">
                <a16:creationId xmlns:a16="http://schemas.microsoft.com/office/drawing/2014/main" id="{0143268A-E130-4890-B731-887F0FBC397E}"/>
              </a:ext>
            </a:extLst>
          </p:cNvPr>
          <p:cNvSpPr>
            <a:spLocks noGrp="1"/>
          </p:cNvSpPr>
          <p:nvPr/>
        </p:nvSpPr>
        <p:spPr>
          <a:xfrm>
            <a:off x="5330891" y="31838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1" name="9lfa_0_tuned_PredictedAtoms_28">
            <a:extLst>
              <a:ext uri="{FF2B5EF4-FFF2-40B4-BE49-F238E27FC236}">
                <a16:creationId xmlns:a16="http://schemas.microsoft.com/office/drawing/2014/main" id="{B5E92A2E-914D-42F9-8D37-D22D5C0E4CBE}"/>
              </a:ext>
            </a:extLst>
          </p:cNvPr>
          <p:cNvSpPr>
            <a:spLocks noGrp="1"/>
          </p:cNvSpPr>
          <p:nvPr/>
        </p:nvSpPr>
        <p:spPr>
          <a:xfrm>
            <a:off x="5234885" y="311680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2" name="9lfa_0_tuned_PredictedAtoms_29">
            <a:extLst>
              <a:ext uri="{FF2B5EF4-FFF2-40B4-BE49-F238E27FC236}">
                <a16:creationId xmlns:a16="http://schemas.microsoft.com/office/drawing/2014/main" id="{C65672B6-AEED-46CC-B5DC-319D26A8B472}"/>
              </a:ext>
            </a:extLst>
          </p:cNvPr>
          <p:cNvSpPr>
            <a:spLocks noGrp="1"/>
          </p:cNvSpPr>
          <p:nvPr/>
        </p:nvSpPr>
        <p:spPr>
          <a:xfrm>
            <a:off x="5079881" y="30657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3" name="9lfa_0_tuned_PredictedAtoms_30">
            <a:extLst>
              <a:ext uri="{FF2B5EF4-FFF2-40B4-BE49-F238E27FC236}">
                <a16:creationId xmlns:a16="http://schemas.microsoft.com/office/drawing/2014/main" id="{EC138F11-3F99-448F-B4F9-9F1E0EC7ACC5}"/>
              </a:ext>
            </a:extLst>
          </p:cNvPr>
          <p:cNvSpPr>
            <a:spLocks noGrp="1"/>
          </p:cNvSpPr>
          <p:nvPr/>
        </p:nvSpPr>
        <p:spPr>
          <a:xfrm>
            <a:off x="4794449" y="29365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4" name="9lfa_0_tuned_PredictedAtoms_31">
            <a:extLst>
              <a:ext uri="{FF2B5EF4-FFF2-40B4-BE49-F238E27FC236}">
                <a16:creationId xmlns:a16="http://schemas.microsoft.com/office/drawing/2014/main" id="{66CFB046-7C15-4D1E-8B49-E3B22BB7AA57}"/>
              </a:ext>
            </a:extLst>
          </p:cNvPr>
          <p:cNvSpPr>
            <a:spLocks noGrp="1"/>
          </p:cNvSpPr>
          <p:nvPr/>
        </p:nvSpPr>
        <p:spPr>
          <a:xfrm>
            <a:off x="4298114" y="28764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5" name="9lfa_0_tuned_PredictedAtoms_32">
            <a:extLst>
              <a:ext uri="{FF2B5EF4-FFF2-40B4-BE49-F238E27FC236}">
                <a16:creationId xmlns:a16="http://schemas.microsoft.com/office/drawing/2014/main" id="{63C9BB1C-A114-47A1-B8DE-9E03C3EF52EF}"/>
              </a:ext>
            </a:extLst>
          </p:cNvPr>
          <p:cNvSpPr>
            <a:spLocks noGrp="1"/>
          </p:cNvSpPr>
          <p:nvPr/>
        </p:nvSpPr>
        <p:spPr>
          <a:xfrm>
            <a:off x="4190357" y="299565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6" name="9lfa_0_tuned_PredictedAtoms_33">
            <a:extLst>
              <a:ext uri="{FF2B5EF4-FFF2-40B4-BE49-F238E27FC236}">
                <a16:creationId xmlns:a16="http://schemas.microsoft.com/office/drawing/2014/main" id="{F53994DE-D130-4E2C-B05A-77E97CA834C9}"/>
              </a:ext>
            </a:extLst>
          </p:cNvPr>
          <p:cNvSpPr>
            <a:spLocks noGrp="1"/>
          </p:cNvSpPr>
          <p:nvPr/>
        </p:nvSpPr>
        <p:spPr>
          <a:xfrm>
            <a:off x="3947561" y="289290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7" name="9lfa_0_tuned_PredictedAtoms_34">
            <a:extLst>
              <a:ext uri="{FF2B5EF4-FFF2-40B4-BE49-F238E27FC236}">
                <a16:creationId xmlns:a16="http://schemas.microsoft.com/office/drawing/2014/main" id="{C7CE7D56-E30C-440C-82FF-733857495191}"/>
              </a:ext>
            </a:extLst>
          </p:cNvPr>
          <p:cNvSpPr>
            <a:spLocks noGrp="1"/>
          </p:cNvSpPr>
          <p:nvPr/>
        </p:nvSpPr>
        <p:spPr>
          <a:xfrm>
            <a:off x="3817243" y="296805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8" name="9lfa_0_tuned_PredictedAtoms_35">
            <a:extLst>
              <a:ext uri="{FF2B5EF4-FFF2-40B4-BE49-F238E27FC236}">
                <a16:creationId xmlns:a16="http://schemas.microsoft.com/office/drawing/2014/main" id="{E5DB2C74-7418-4A90-BA0A-8FCA70C32E8F}"/>
              </a:ext>
            </a:extLst>
          </p:cNvPr>
          <p:cNvSpPr>
            <a:spLocks noGrp="1"/>
          </p:cNvSpPr>
          <p:nvPr/>
        </p:nvSpPr>
        <p:spPr>
          <a:xfrm>
            <a:off x="3514280" y="30869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529" name="stage3-cases-alternatives_18">
            <a:extLst>
              <a:ext uri="{FF2B5EF4-FFF2-40B4-BE49-F238E27FC236}">
                <a16:creationId xmlns:a16="http://schemas.microsoft.com/office/drawing/2014/main" id="{3D70706B-3674-4F7B-B0A7-B35A7B1E0A59}"/>
              </a:ext>
            </a:extLst>
          </p:cNvPr>
          <p:cNvSpPr>
            <a:spLocks noGrp="1"/>
          </p:cNvSpPr>
          <p:nvPr/>
        </p:nvSpPr>
        <p:spPr>
          <a:xfrm>
            <a:off x="32004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0.78 Å   D 81%   Clash 0</a:t>
            </a:r>
          </a:p>
        </p:txBody>
      </p:sp>
      <p:sp>
        <p:nvSpPr>
          <p:cNvPr id="530" name="9lfa_0_build_Receptor">
            <a:extLst>
              <a:ext uri="{FF2B5EF4-FFF2-40B4-BE49-F238E27FC236}">
                <a16:creationId xmlns:a16="http://schemas.microsoft.com/office/drawing/2014/main" id="{F992C176-7DE3-4FE9-B8A9-E786EDCB24F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55074" y="805872"/>
                </a:moveTo>
                <a:lnTo>
                  <a:pt x="2650242" y="901348"/>
                </a:lnTo>
                <a:moveTo>
                  <a:pt x="1948399" y="509012"/>
                </a:moveTo>
                <a:lnTo>
                  <a:pt x="2065157" y="547881"/>
                </a:lnTo>
                <a:moveTo>
                  <a:pt x="2123186" y="705789"/>
                </a:moveTo>
                <a:lnTo>
                  <a:pt x="2259507" y="733410"/>
                </a:lnTo>
                <a:moveTo>
                  <a:pt x="2065157" y="547881"/>
                </a:moveTo>
                <a:lnTo>
                  <a:pt x="2123186" y="705789"/>
                </a:lnTo>
                <a:moveTo>
                  <a:pt x="2650242" y="901348"/>
                </a:moveTo>
                <a:lnTo>
                  <a:pt x="2570381" y="938542"/>
                </a:lnTo>
                <a:moveTo>
                  <a:pt x="1579960" y="710722"/>
                </a:moveTo>
                <a:lnTo>
                  <a:pt x="1707015" y="762930"/>
                </a:lnTo>
                <a:moveTo>
                  <a:pt x="1498707" y="626205"/>
                </a:moveTo>
                <a:lnTo>
                  <a:pt x="1579960" y="710722"/>
                </a:lnTo>
                <a:moveTo>
                  <a:pt x="2065157" y="547881"/>
                </a:moveTo>
                <a:lnTo>
                  <a:pt x="2003931" y="534570"/>
                </a:lnTo>
                <a:moveTo>
                  <a:pt x="1439319" y="483433"/>
                </a:moveTo>
                <a:lnTo>
                  <a:pt x="1498707" y="626205"/>
                </a:lnTo>
                <a:moveTo>
                  <a:pt x="2570381" y="938542"/>
                </a:moveTo>
                <a:lnTo>
                  <a:pt x="2578578" y="814358"/>
                </a:lnTo>
                <a:moveTo>
                  <a:pt x="1498707" y="626205"/>
                </a:moveTo>
                <a:lnTo>
                  <a:pt x="1371904" y="721584"/>
                </a:lnTo>
                <a:moveTo>
                  <a:pt x="2578578" y="814358"/>
                </a:moveTo>
                <a:lnTo>
                  <a:pt x="2534702" y="670251"/>
                </a:lnTo>
                <a:moveTo>
                  <a:pt x="2534702" y="670251"/>
                </a:moveTo>
                <a:lnTo>
                  <a:pt x="2542413" y="556399"/>
                </a:lnTo>
                <a:moveTo>
                  <a:pt x="2003931" y="534570"/>
                </a:moveTo>
                <a:lnTo>
                  <a:pt x="2102621" y="440331"/>
                </a:lnTo>
                <a:moveTo>
                  <a:pt x="2102621" y="440331"/>
                </a:moveTo>
                <a:lnTo>
                  <a:pt x="2231802" y="409529"/>
                </a:lnTo>
                <a:moveTo>
                  <a:pt x="1371904" y="721584"/>
                </a:moveTo>
                <a:lnTo>
                  <a:pt x="1298793" y="652666"/>
                </a:lnTo>
                <a:moveTo>
                  <a:pt x="2578578" y="814358"/>
                </a:moveTo>
                <a:lnTo>
                  <a:pt x="2631972" y="841493"/>
                </a:lnTo>
                <a:moveTo>
                  <a:pt x="2102621" y="440331"/>
                </a:moveTo>
                <a:lnTo>
                  <a:pt x="2042238" y="393473"/>
                </a:lnTo>
                <a:moveTo>
                  <a:pt x="2542413" y="556399"/>
                </a:moveTo>
                <a:lnTo>
                  <a:pt x="2595299" y="584918"/>
                </a:lnTo>
                <a:moveTo>
                  <a:pt x="426016" y="1225776"/>
                </a:moveTo>
                <a:lnTo>
                  <a:pt x="538784" y="1233365"/>
                </a:lnTo>
                <a:moveTo>
                  <a:pt x="2631972" y="841493"/>
                </a:moveTo>
                <a:lnTo>
                  <a:pt x="2639810" y="727565"/>
                </a:lnTo>
                <a:moveTo>
                  <a:pt x="1298793" y="652666"/>
                </a:moveTo>
                <a:lnTo>
                  <a:pt x="1388534" y="678570"/>
                </a:lnTo>
                <a:moveTo>
                  <a:pt x="2639810" y="727565"/>
                </a:moveTo>
                <a:lnTo>
                  <a:pt x="2595299" y="584918"/>
                </a:lnTo>
                <a:moveTo>
                  <a:pt x="789552" y="655484"/>
                </a:moveTo>
                <a:lnTo>
                  <a:pt x="929801" y="712453"/>
                </a:lnTo>
                <a:moveTo>
                  <a:pt x="668186" y="750123"/>
                </a:moveTo>
                <a:lnTo>
                  <a:pt x="789552" y="655484"/>
                </a:lnTo>
                <a:moveTo>
                  <a:pt x="517292" y="724174"/>
                </a:moveTo>
                <a:lnTo>
                  <a:pt x="668186" y="750123"/>
                </a:lnTo>
                <a:moveTo>
                  <a:pt x="440875" y="852730"/>
                </a:moveTo>
                <a:lnTo>
                  <a:pt x="517292" y="724174"/>
                </a:lnTo>
                <a:moveTo>
                  <a:pt x="951221" y="860546"/>
                </a:moveTo>
                <a:lnTo>
                  <a:pt x="929801" y="712453"/>
                </a:lnTo>
                <a:moveTo>
                  <a:pt x="686162" y="899662"/>
                </a:moveTo>
                <a:lnTo>
                  <a:pt x="668186" y="750123"/>
                </a:lnTo>
                <a:moveTo>
                  <a:pt x="1388534" y="678570"/>
                </a:moveTo>
                <a:lnTo>
                  <a:pt x="1486525" y="775256"/>
                </a:lnTo>
                <a:moveTo>
                  <a:pt x="539298" y="963047"/>
                </a:moveTo>
                <a:lnTo>
                  <a:pt x="440875" y="852730"/>
                </a:lnTo>
                <a:moveTo>
                  <a:pt x="538784" y="1233365"/>
                </a:moveTo>
                <a:lnTo>
                  <a:pt x="502291" y="1119233"/>
                </a:lnTo>
                <a:moveTo>
                  <a:pt x="539298" y="963047"/>
                </a:moveTo>
                <a:lnTo>
                  <a:pt x="686162" y="899662"/>
                </a:lnTo>
                <a:moveTo>
                  <a:pt x="831078" y="954794"/>
                </a:moveTo>
                <a:lnTo>
                  <a:pt x="951221" y="860546"/>
                </a:lnTo>
                <a:moveTo>
                  <a:pt x="686162" y="899662"/>
                </a:moveTo>
                <a:lnTo>
                  <a:pt x="831078" y="954794"/>
                </a:lnTo>
                <a:moveTo>
                  <a:pt x="1388534" y="678570"/>
                </a:moveTo>
                <a:lnTo>
                  <a:pt x="1356884" y="590965"/>
                </a:lnTo>
                <a:moveTo>
                  <a:pt x="502291" y="1119233"/>
                </a:moveTo>
                <a:lnTo>
                  <a:pt x="539298" y="963047"/>
                </a:lnTo>
                <a:moveTo>
                  <a:pt x="1128981" y="897494"/>
                </a:moveTo>
                <a:lnTo>
                  <a:pt x="1271185" y="871647"/>
                </a:lnTo>
                <a:moveTo>
                  <a:pt x="1376816" y="803503"/>
                </a:moveTo>
                <a:lnTo>
                  <a:pt x="1271185" y="871647"/>
                </a:lnTo>
                <a:moveTo>
                  <a:pt x="1092482" y="855072"/>
                </a:moveTo>
                <a:lnTo>
                  <a:pt x="1128981" y="897494"/>
                </a:lnTo>
                <a:moveTo>
                  <a:pt x="1339752" y="761212"/>
                </a:moveTo>
                <a:lnTo>
                  <a:pt x="1376816" y="803503"/>
                </a:lnTo>
                <a:moveTo>
                  <a:pt x="1197113" y="785801"/>
                </a:moveTo>
                <a:lnTo>
                  <a:pt x="1092482" y="855072"/>
                </a:lnTo>
                <a:moveTo>
                  <a:pt x="1197113" y="785801"/>
                </a:moveTo>
                <a:lnTo>
                  <a:pt x="1339752" y="761212"/>
                </a:lnTo>
                <a:moveTo>
                  <a:pt x="1157640" y="740468"/>
                </a:moveTo>
                <a:lnTo>
                  <a:pt x="1197113" y="785801"/>
                </a:lnTo>
                <a:moveTo>
                  <a:pt x="1575717" y="1151744"/>
                </a:moveTo>
                <a:lnTo>
                  <a:pt x="1452153" y="1125854"/>
                </a:lnTo>
                <a:moveTo>
                  <a:pt x="1719929" y="1111709"/>
                </a:moveTo>
                <a:lnTo>
                  <a:pt x="1575717" y="1151744"/>
                </a:lnTo>
                <a:moveTo>
                  <a:pt x="1224267" y="843833"/>
                </a:moveTo>
                <a:lnTo>
                  <a:pt x="1157640" y="740468"/>
                </a:lnTo>
                <a:moveTo>
                  <a:pt x="1784135" y="963500"/>
                </a:moveTo>
                <a:lnTo>
                  <a:pt x="1697559" y="828992"/>
                </a:lnTo>
                <a:moveTo>
                  <a:pt x="1719929" y="1111709"/>
                </a:moveTo>
                <a:lnTo>
                  <a:pt x="1784135" y="963500"/>
                </a:lnTo>
                <a:moveTo>
                  <a:pt x="1697559" y="828992"/>
                </a:moveTo>
                <a:lnTo>
                  <a:pt x="1749148" y="695558"/>
                </a:lnTo>
                <a:moveTo>
                  <a:pt x="1831665" y="1230203"/>
                </a:moveTo>
                <a:lnTo>
                  <a:pt x="1719929" y="1111709"/>
                </a:lnTo>
                <a:moveTo>
                  <a:pt x="2649407" y="447015"/>
                </a:moveTo>
                <a:lnTo>
                  <a:pt x="2589456" y="502511"/>
                </a:lnTo>
                <a:moveTo>
                  <a:pt x="1157519" y="993756"/>
                </a:moveTo>
                <a:lnTo>
                  <a:pt x="1224267" y="843833"/>
                </a:lnTo>
                <a:moveTo>
                  <a:pt x="1697559" y="828992"/>
                </a:moveTo>
                <a:lnTo>
                  <a:pt x="1585393" y="844434"/>
                </a:lnTo>
                <a:moveTo>
                  <a:pt x="1224267" y="843833"/>
                </a:moveTo>
                <a:lnTo>
                  <a:pt x="1209269" y="774553"/>
                </a:lnTo>
                <a:moveTo>
                  <a:pt x="1209269" y="774553"/>
                </a:moveTo>
                <a:lnTo>
                  <a:pt x="1195430" y="637838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531" name="9lfa_0_build_ExperimentalDensity">
            <a:extLst>
              <a:ext uri="{FF2B5EF4-FFF2-40B4-BE49-F238E27FC236}">
                <a16:creationId xmlns:a16="http://schemas.microsoft.com/office/drawing/2014/main" id="{6271511C-7020-414D-B0EF-6AFD252EEB5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765" y="401956"/>
                </a:moveTo>
                <a:lnTo>
                  <a:pt x="1652128" y="292515"/>
                </a:lnTo>
                <a:moveTo>
                  <a:pt x="1756560" y="294118"/>
                </a:moveTo>
                <a:lnTo>
                  <a:pt x="1652128" y="292515"/>
                </a:lnTo>
                <a:moveTo>
                  <a:pt x="1652128" y="292515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652128" y="292515"/>
                </a:lnTo>
                <a:moveTo>
                  <a:pt x="1747034" y="404348"/>
                </a:moveTo>
                <a:lnTo>
                  <a:pt x="1640765" y="401956"/>
                </a:lnTo>
                <a:moveTo>
                  <a:pt x="1756560" y="294118"/>
                </a:moveTo>
                <a:lnTo>
                  <a:pt x="1635004" y="170848"/>
                </a:lnTo>
                <a:moveTo>
                  <a:pt x="1747034" y="404348"/>
                </a:moveTo>
                <a:lnTo>
                  <a:pt x="1756560" y="294118"/>
                </a:lnTo>
                <a:moveTo>
                  <a:pt x="1647481" y="169279"/>
                </a:moveTo>
                <a:lnTo>
                  <a:pt x="1756560" y="294118"/>
                </a:lnTo>
                <a:moveTo>
                  <a:pt x="1631670" y="152947"/>
                </a:moveTo>
                <a:lnTo>
                  <a:pt x="1635004" y="170848"/>
                </a:lnTo>
                <a:moveTo>
                  <a:pt x="1647481" y="169279"/>
                </a:moveTo>
                <a:lnTo>
                  <a:pt x="1635004" y="170848"/>
                </a:lnTo>
                <a:moveTo>
                  <a:pt x="1609625" y="479657"/>
                </a:moveTo>
                <a:lnTo>
                  <a:pt x="1640765" y="401956"/>
                </a:lnTo>
                <a:moveTo>
                  <a:pt x="1647481" y="169279"/>
                </a:moveTo>
                <a:lnTo>
                  <a:pt x="1631670" y="152947"/>
                </a:lnTo>
                <a:moveTo>
                  <a:pt x="1854560" y="407279"/>
                </a:moveTo>
                <a:lnTo>
                  <a:pt x="1756560" y="294118"/>
                </a:lnTo>
                <a:moveTo>
                  <a:pt x="1732993" y="215815"/>
                </a:moveTo>
                <a:lnTo>
                  <a:pt x="1756560" y="294118"/>
                </a:lnTo>
                <a:moveTo>
                  <a:pt x="1854560" y="407279"/>
                </a:moveTo>
                <a:lnTo>
                  <a:pt x="1747034" y="404348"/>
                </a:lnTo>
                <a:moveTo>
                  <a:pt x="1847984" y="290139"/>
                </a:moveTo>
                <a:lnTo>
                  <a:pt x="1756560" y="294118"/>
                </a:lnTo>
                <a:moveTo>
                  <a:pt x="1713844" y="499594"/>
                </a:moveTo>
                <a:lnTo>
                  <a:pt x="1640765" y="401956"/>
                </a:lnTo>
                <a:moveTo>
                  <a:pt x="1732993" y="215815"/>
                </a:moveTo>
                <a:lnTo>
                  <a:pt x="1647481" y="169279"/>
                </a:lnTo>
                <a:moveTo>
                  <a:pt x="2093959" y="423590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2093959" y="423590"/>
                </a:lnTo>
                <a:moveTo>
                  <a:pt x="1967058" y="413489"/>
                </a:moveTo>
                <a:lnTo>
                  <a:pt x="1854560" y="407279"/>
                </a:lnTo>
                <a:moveTo>
                  <a:pt x="1854560" y="40727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854560" y="407279"/>
                </a:lnTo>
                <a:moveTo>
                  <a:pt x="2203303" y="541619"/>
                </a:moveTo>
                <a:lnTo>
                  <a:pt x="2093959" y="423590"/>
                </a:lnTo>
                <a:moveTo>
                  <a:pt x="1713844" y="499594"/>
                </a:moveTo>
                <a:lnTo>
                  <a:pt x="1747034" y="404348"/>
                </a:lnTo>
                <a:moveTo>
                  <a:pt x="1967058" y="413489"/>
                </a:moveTo>
                <a:lnTo>
                  <a:pt x="1970509" y="413825"/>
                </a:lnTo>
                <a:moveTo>
                  <a:pt x="1970089" y="410015"/>
                </a:moveTo>
                <a:lnTo>
                  <a:pt x="1970509" y="413825"/>
                </a:lnTo>
                <a:moveTo>
                  <a:pt x="1969770" y="414755"/>
                </a:moveTo>
                <a:lnTo>
                  <a:pt x="1970509" y="413825"/>
                </a:lnTo>
                <a:moveTo>
                  <a:pt x="1967058" y="413489"/>
                </a:moveTo>
                <a:lnTo>
                  <a:pt x="1970089" y="410015"/>
                </a:lnTo>
                <a:moveTo>
                  <a:pt x="1969770" y="414755"/>
                </a:moveTo>
                <a:lnTo>
                  <a:pt x="1967058" y="413489"/>
                </a:lnTo>
                <a:moveTo>
                  <a:pt x="1854560" y="407279"/>
                </a:moveTo>
                <a:lnTo>
                  <a:pt x="1847984" y="290139"/>
                </a:lnTo>
                <a:moveTo>
                  <a:pt x="1730114" y="504605"/>
                </a:moveTo>
                <a:lnTo>
                  <a:pt x="1747034" y="404348"/>
                </a:lnTo>
                <a:moveTo>
                  <a:pt x="2285210" y="546426"/>
                </a:moveTo>
                <a:lnTo>
                  <a:pt x="2326752" y="551384"/>
                </a:lnTo>
                <a:moveTo>
                  <a:pt x="1732993" y="215815"/>
                </a:moveTo>
                <a:lnTo>
                  <a:pt x="1847984" y="290139"/>
                </a:lnTo>
                <a:moveTo>
                  <a:pt x="1594872" y="119249"/>
                </a:moveTo>
                <a:lnTo>
                  <a:pt x="1631670" y="152947"/>
                </a:lnTo>
                <a:moveTo>
                  <a:pt x="2079504" y="352954"/>
                </a:moveTo>
                <a:lnTo>
                  <a:pt x="2093959" y="423590"/>
                </a:lnTo>
                <a:moveTo>
                  <a:pt x="1824825" y="508835"/>
                </a:moveTo>
                <a:lnTo>
                  <a:pt x="1747034" y="404348"/>
                </a:lnTo>
                <a:moveTo>
                  <a:pt x="2317517" y="533582"/>
                </a:moveTo>
                <a:lnTo>
                  <a:pt x="2326752" y="551384"/>
                </a:lnTo>
                <a:moveTo>
                  <a:pt x="2285210" y="546426"/>
                </a:moveTo>
                <a:lnTo>
                  <a:pt x="2203303" y="541619"/>
                </a:lnTo>
                <a:moveTo>
                  <a:pt x="2073748" y="529234"/>
                </a:moveTo>
                <a:lnTo>
                  <a:pt x="2093959" y="423590"/>
                </a:lnTo>
                <a:moveTo>
                  <a:pt x="2195359" y="423892"/>
                </a:moveTo>
                <a:lnTo>
                  <a:pt x="2093959" y="423590"/>
                </a:lnTo>
                <a:moveTo>
                  <a:pt x="2079504" y="352954"/>
                </a:moveTo>
                <a:lnTo>
                  <a:pt x="1970089" y="410015"/>
                </a:lnTo>
                <a:moveTo>
                  <a:pt x="2312814" y="603273"/>
                </a:moveTo>
                <a:lnTo>
                  <a:pt x="2326752" y="551384"/>
                </a:lnTo>
                <a:moveTo>
                  <a:pt x="2203303" y="541619"/>
                </a:moveTo>
                <a:lnTo>
                  <a:pt x="2317517" y="533582"/>
                </a:lnTo>
                <a:moveTo>
                  <a:pt x="1627351" y="153326"/>
                </a:moveTo>
                <a:lnTo>
                  <a:pt x="1631670" y="152947"/>
                </a:lnTo>
                <a:moveTo>
                  <a:pt x="2073748" y="529234"/>
                </a:moveTo>
                <a:lnTo>
                  <a:pt x="1970509" y="413825"/>
                </a:lnTo>
                <a:moveTo>
                  <a:pt x="2285210" y="546426"/>
                </a:moveTo>
                <a:lnTo>
                  <a:pt x="2317517" y="533582"/>
                </a:lnTo>
                <a:moveTo>
                  <a:pt x="2359751" y="547862"/>
                </a:moveTo>
                <a:lnTo>
                  <a:pt x="2326752" y="551384"/>
                </a:lnTo>
                <a:moveTo>
                  <a:pt x="1713844" y="499594"/>
                </a:moveTo>
                <a:lnTo>
                  <a:pt x="1609625" y="479657"/>
                </a:lnTo>
                <a:moveTo>
                  <a:pt x="1627351" y="153326"/>
                </a:moveTo>
                <a:lnTo>
                  <a:pt x="1647481" y="169279"/>
                </a:lnTo>
                <a:moveTo>
                  <a:pt x="2312814" y="603273"/>
                </a:moveTo>
                <a:lnTo>
                  <a:pt x="2203303" y="541619"/>
                </a:lnTo>
                <a:moveTo>
                  <a:pt x="2044198" y="526219"/>
                </a:moveTo>
                <a:lnTo>
                  <a:pt x="1970509" y="413825"/>
                </a:lnTo>
                <a:moveTo>
                  <a:pt x="2044198" y="526219"/>
                </a:moveTo>
                <a:lnTo>
                  <a:pt x="1969770" y="414755"/>
                </a:lnTo>
                <a:moveTo>
                  <a:pt x="2203303" y="541619"/>
                </a:moveTo>
                <a:lnTo>
                  <a:pt x="2073748" y="529234"/>
                </a:lnTo>
                <a:moveTo>
                  <a:pt x="2203303" y="541619"/>
                </a:moveTo>
                <a:lnTo>
                  <a:pt x="2195359" y="423892"/>
                </a:lnTo>
                <a:moveTo>
                  <a:pt x="2312814" y="603273"/>
                </a:moveTo>
                <a:lnTo>
                  <a:pt x="2285210" y="546426"/>
                </a:lnTo>
                <a:moveTo>
                  <a:pt x="1824825" y="50883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732993" y="215815"/>
                </a:lnTo>
                <a:moveTo>
                  <a:pt x="1942811" y="516255"/>
                </a:moveTo>
                <a:lnTo>
                  <a:pt x="1854560" y="407279"/>
                </a:lnTo>
                <a:moveTo>
                  <a:pt x="1835093" y="267150"/>
                </a:moveTo>
                <a:lnTo>
                  <a:pt x="1847984" y="290139"/>
                </a:lnTo>
                <a:moveTo>
                  <a:pt x="2304597" y="656193"/>
                </a:moveTo>
                <a:lnTo>
                  <a:pt x="2203303" y="541619"/>
                </a:lnTo>
                <a:moveTo>
                  <a:pt x="2359751" y="547862"/>
                </a:moveTo>
                <a:lnTo>
                  <a:pt x="2317517" y="533582"/>
                </a:lnTo>
                <a:moveTo>
                  <a:pt x="2079504" y="352954"/>
                </a:moveTo>
                <a:lnTo>
                  <a:pt x="2195359" y="423892"/>
                </a:lnTo>
                <a:moveTo>
                  <a:pt x="1942811" y="516255"/>
                </a:moveTo>
                <a:lnTo>
                  <a:pt x="1969770" y="414755"/>
                </a:lnTo>
                <a:moveTo>
                  <a:pt x="1926040" y="285889"/>
                </a:moveTo>
                <a:lnTo>
                  <a:pt x="1854560" y="407279"/>
                </a:lnTo>
                <a:moveTo>
                  <a:pt x="737146" y="438787"/>
                </a:moveTo>
                <a:lnTo>
                  <a:pt x="759904" y="440747"/>
                </a:lnTo>
                <a:moveTo>
                  <a:pt x="2359751" y="547862"/>
                </a:moveTo>
                <a:lnTo>
                  <a:pt x="2312814" y="603273"/>
                </a:lnTo>
                <a:moveTo>
                  <a:pt x="756885" y="428886"/>
                </a:moveTo>
                <a:lnTo>
                  <a:pt x="759904" y="440747"/>
                </a:lnTo>
                <a:moveTo>
                  <a:pt x="1627351" y="153326"/>
                </a:moveTo>
                <a:lnTo>
                  <a:pt x="1732993" y="215815"/>
                </a:lnTo>
                <a:moveTo>
                  <a:pt x="2044198" y="526219"/>
                </a:moveTo>
                <a:lnTo>
                  <a:pt x="2073748" y="529234"/>
                </a:lnTo>
                <a:moveTo>
                  <a:pt x="737146" y="438787"/>
                </a:moveTo>
                <a:lnTo>
                  <a:pt x="756885" y="428886"/>
                </a:lnTo>
                <a:moveTo>
                  <a:pt x="1926040" y="285889"/>
                </a:moveTo>
                <a:lnTo>
                  <a:pt x="1970089" y="410015"/>
                </a:lnTo>
                <a:moveTo>
                  <a:pt x="2176681" y="644512"/>
                </a:moveTo>
                <a:lnTo>
                  <a:pt x="2203303" y="541619"/>
                </a:lnTo>
                <a:moveTo>
                  <a:pt x="2304597" y="656193"/>
                </a:moveTo>
                <a:lnTo>
                  <a:pt x="2312814" y="603273"/>
                </a:lnTo>
                <a:moveTo>
                  <a:pt x="1730114" y="504605"/>
                </a:moveTo>
                <a:lnTo>
                  <a:pt x="1713844" y="499594"/>
                </a:lnTo>
                <a:moveTo>
                  <a:pt x="1939194" y="288841"/>
                </a:moveTo>
                <a:lnTo>
                  <a:pt x="1970089" y="410015"/>
                </a:lnTo>
                <a:moveTo>
                  <a:pt x="1710044" y="502791"/>
                </a:moveTo>
                <a:lnTo>
                  <a:pt x="1713844" y="499594"/>
                </a:lnTo>
                <a:moveTo>
                  <a:pt x="2066157" y="550757"/>
                </a:moveTo>
                <a:lnTo>
                  <a:pt x="2073748" y="529234"/>
                </a:lnTo>
                <a:moveTo>
                  <a:pt x="2304597" y="656193"/>
                </a:moveTo>
                <a:lnTo>
                  <a:pt x="2359751" y="547862"/>
                </a:lnTo>
                <a:moveTo>
                  <a:pt x="632841" y="429431"/>
                </a:moveTo>
                <a:lnTo>
                  <a:pt x="737146" y="438787"/>
                </a:lnTo>
                <a:moveTo>
                  <a:pt x="385259" y="663933"/>
                </a:moveTo>
                <a:lnTo>
                  <a:pt x="278579" y="680473"/>
                </a:lnTo>
                <a:moveTo>
                  <a:pt x="1926040" y="285889"/>
                </a:moveTo>
                <a:lnTo>
                  <a:pt x="1847984" y="290139"/>
                </a:lnTo>
                <a:moveTo>
                  <a:pt x="1710044" y="502791"/>
                </a:moveTo>
                <a:lnTo>
                  <a:pt x="1730114" y="504605"/>
                </a:lnTo>
                <a:moveTo>
                  <a:pt x="868538" y="444153"/>
                </a:moveTo>
                <a:lnTo>
                  <a:pt x="759904" y="440747"/>
                </a:lnTo>
                <a:moveTo>
                  <a:pt x="2066157" y="550757"/>
                </a:moveTo>
                <a:lnTo>
                  <a:pt x="2044198" y="526219"/>
                </a:lnTo>
                <a:moveTo>
                  <a:pt x="2183033" y="383119"/>
                </a:moveTo>
                <a:lnTo>
                  <a:pt x="2079504" y="352954"/>
                </a:lnTo>
                <a:moveTo>
                  <a:pt x="1571357" y="467739"/>
                </a:moveTo>
                <a:lnTo>
                  <a:pt x="1609625" y="479657"/>
                </a:lnTo>
                <a:moveTo>
                  <a:pt x="2232444" y="418600"/>
                </a:moveTo>
                <a:lnTo>
                  <a:pt x="2203303" y="541619"/>
                </a:lnTo>
                <a:moveTo>
                  <a:pt x="2183033" y="383119"/>
                </a:moveTo>
                <a:lnTo>
                  <a:pt x="2195359" y="423892"/>
                </a:lnTo>
                <a:moveTo>
                  <a:pt x="756885" y="428886"/>
                </a:moveTo>
                <a:lnTo>
                  <a:pt x="868538" y="444153"/>
                </a:lnTo>
                <a:moveTo>
                  <a:pt x="1695540" y="191816"/>
                </a:moveTo>
                <a:lnTo>
                  <a:pt x="1732993" y="215815"/>
                </a:lnTo>
                <a:moveTo>
                  <a:pt x="506592" y="430251"/>
                </a:moveTo>
                <a:lnTo>
                  <a:pt x="400480" y="438367"/>
                </a:lnTo>
                <a:moveTo>
                  <a:pt x="1730114" y="504605"/>
                </a:moveTo>
                <a:lnTo>
                  <a:pt x="1824825" y="508835"/>
                </a:lnTo>
                <a:moveTo>
                  <a:pt x="1942811" y="516255"/>
                </a:moveTo>
                <a:lnTo>
                  <a:pt x="2044198" y="526219"/>
                </a:lnTo>
                <a:moveTo>
                  <a:pt x="2176681" y="644512"/>
                </a:moveTo>
                <a:lnTo>
                  <a:pt x="2073748" y="529234"/>
                </a:lnTo>
                <a:moveTo>
                  <a:pt x="867088" y="360131"/>
                </a:moveTo>
                <a:lnTo>
                  <a:pt x="756885" y="428886"/>
                </a:lnTo>
                <a:moveTo>
                  <a:pt x="867060" y="329201"/>
                </a:moveTo>
                <a:lnTo>
                  <a:pt x="756885" y="428886"/>
                </a:lnTo>
                <a:moveTo>
                  <a:pt x="2232444" y="418600"/>
                </a:moveTo>
                <a:lnTo>
                  <a:pt x="2317517" y="533582"/>
                </a:lnTo>
                <a:moveTo>
                  <a:pt x="2066157" y="550757"/>
                </a:moveTo>
                <a:lnTo>
                  <a:pt x="1942811" y="516255"/>
                </a:lnTo>
                <a:moveTo>
                  <a:pt x="382417" y="408388"/>
                </a:moveTo>
                <a:lnTo>
                  <a:pt x="400480" y="438367"/>
                </a:lnTo>
                <a:moveTo>
                  <a:pt x="156209" y="618958"/>
                </a:moveTo>
                <a:lnTo>
                  <a:pt x="278579" y="680473"/>
                </a:lnTo>
                <a:moveTo>
                  <a:pt x="2044532" y="292200"/>
                </a:moveTo>
                <a:lnTo>
                  <a:pt x="1970089" y="410015"/>
                </a:lnTo>
                <a:moveTo>
                  <a:pt x="2304597" y="656193"/>
                </a:moveTo>
                <a:lnTo>
                  <a:pt x="2176681" y="644512"/>
                </a:lnTo>
                <a:moveTo>
                  <a:pt x="2130550" y="639127"/>
                </a:moveTo>
                <a:lnTo>
                  <a:pt x="2073748" y="529234"/>
                </a:lnTo>
                <a:moveTo>
                  <a:pt x="506592" y="430251"/>
                </a:moveTo>
                <a:lnTo>
                  <a:pt x="632841" y="429431"/>
                </a:lnTo>
                <a:moveTo>
                  <a:pt x="499770" y="415537"/>
                </a:moveTo>
                <a:lnTo>
                  <a:pt x="400480" y="438367"/>
                </a:lnTo>
                <a:moveTo>
                  <a:pt x="2406740" y="542496"/>
                </a:moveTo>
                <a:lnTo>
                  <a:pt x="2317517" y="533582"/>
                </a:lnTo>
                <a:moveTo>
                  <a:pt x="1942811" y="516255"/>
                </a:moveTo>
                <a:lnTo>
                  <a:pt x="1824825" y="508835"/>
                </a:lnTo>
                <a:moveTo>
                  <a:pt x="2232444" y="418600"/>
                </a:moveTo>
                <a:lnTo>
                  <a:pt x="2195359" y="423892"/>
                </a:lnTo>
                <a:moveTo>
                  <a:pt x="1816346" y="544988"/>
                </a:moveTo>
                <a:lnTo>
                  <a:pt x="1730114" y="504605"/>
                </a:lnTo>
                <a:moveTo>
                  <a:pt x="1926040" y="285889"/>
                </a:moveTo>
                <a:lnTo>
                  <a:pt x="1835093" y="267150"/>
                </a:lnTo>
                <a:moveTo>
                  <a:pt x="522680" y="419091"/>
                </a:moveTo>
                <a:lnTo>
                  <a:pt x="632841" y="429431"/>
                </a:lnTo>
                <a:moveTo>
                  <a:pt x="1627351" y="153326"/>
                </a:moveTo>
                <a:lnTo>
                  <a:pt x="1594872" y="119249"/>
                </a:lnTo>
                <a:moveTo>
                  <a:pt x="1816346" y="544988"/>
                </a:moveTo>
                <a:lnTo>
                  <a:pt x="1710044" y="502791"/>
                </a:lnTo>
                <a:moveTo>
                  <a:pt x="867088" y="360131"/>
                </a:moveTo>
                <a:lnTo>
                  <a:pt x="868538" y="444153"/>
                </a:lnTo>
                <a:moveTo>
                  <a:pt x="255557" y="442612"/>
                </a:moveTo>
                <a:lnTo>
                  <a:pt x="400480" y="438367"/>
                </a:lnTo>
                <a:moveTo>
                  <a:pt x="2284378" y="445653"/>
                </a:moveTo>
                <a:lnTo>
                  <a:pt x="2317517" y="533582"/>
                </a:lnTo>
                <a:moveTo>
                  <a:pt x="2410079" y="658247"/>
                </a:moveTo>
                <a:lnTo>
                  <a:pt x="2304597" y="656193"/>
                </a:lnTo>
                <a:moveTo>
                  <a:pt x="801571" y="551272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713844" y="499594"/>
                </a:lnTo>
                <a:moveTo>
                  <a:pt x="2406740" y="542496"/>
                </a:moveTo>
                <a:lnTo>
                  <a:pt x="2359751" y="547862"/>
                </a:lnTo>
                <a:moveTo>
                  <a:pt x="867060" y="329201"/>
                </a:moveTo>
                <a:lnTo>
                  <a:pt x="867088" y="360131"/>
                </a:lnTo>
                <a:moveTo>
                  <a:pt x="1816346" y="544988"/>
                </a:moveTo>
                <a:lnTo>
                  <a:pt x="1824825" y="508835"/>
                </a:lnTo>
                <a:moveTo>
                  <a:pt x="2130550" y="639127"/>
                </a:moveTo>
                <a:lnTo>
                  <a:pt x="2066157" y="550757"/>
                </a:lnTo>
                <a:moveTo>
                  <a:pt x="801571" y="551272"/>
                </a:moveTo>
                <a:lnTo>
                  <a:pt x="742242" y="645898"/>
                </a:lnTo>
                <a:moveTo>
                  <a:pt x="506592" y="430251"/>
                </a:moveTo>
                <a:lnTo>
                  <a:pt x="522680" y="419091"/>
                </a:lnTo>
                <a:moveTo>
                  <a:pt x="897712" y="330634"/>
                </a:moveTo>
                <a:lnTo>
                  <a:pt x="867088" y="360131"/>
                </a:lnTo>
                <a:moveTo>
                  <a:pt x="859027" y="479604"/>
                </a:moveTo>
                <a:lnTo>
                  <a:pt x="868538" y="444153"/>
                </a:lnTo>
                <a:moveTo>
                  <a:pt x="897712" y="330634"/>
                </a:moveTo>
                <a:lnTo>
                  <a:pt x="867060" y="329201"/>
                </a:lnTo>
                <a:moveTo>
                  <a:pt x="1797444" y="246058"/>
                </a:moveTo>
                <a:lnTo>
                  <a:pt x="1732993" y="215815"/>
                </a:lnTo>
                <a:moveTo>
                  <a:pt x="2044532" y="292200"/>
                </a:moveTo>
                <a:lnTo>
                  <a:pt x="2079504" y="352954"/>
                </a:lnTo>
                <a:moveTo>
                  <a:pt x="2304597" y="656193"/>
                </a:moveTo>
                <a:lnTo>
                  <a:pt x="2406740" y="542496"/>
                </a:lnTo>
                <a:moveTo>
                  <a:pt x="737146" y="438787"/>
                </a:moveTo>
                <a:lnTo>
                  <a:pt x="730596" y="313851"/>
                </a:lnTo>
                <a:moveTo>
                  <a:pt x="615284" y="383894"/>
                </a:moveTo>
                <a:lnTo>
                  <a:pt x="632841" y="429431"/>
                </a:lnTo>
                <a:moveTo>
                  <a:pt x="735529" y="658921"/>
                </a:moveTo>
                <a:lnTo>
                  <a:pt x="742242" y="645898"/>
                </a:lnTo>
                <a:moveTo>
                  <a:pt x="1611755" y="486761"/>
                </a:moveTo>
                <a:lnTo>
                  <a:pt x="1713844" y="499594"/>
                </a:lnTo>
                <a:moveTo>
                  <a:pt x="905190" y="442023"/>
                </a:moveTo>
                <a:lnTo>
                  <a:pt x="868538" y="444153"/>
                </a:lnTo>
                <a:moveTo>
                  <a:pt x="1571357" y="467739"/>
                </a:moveTo>
                <a:lnTo>
                  <a:pt x="1468464" y="428159"/>
                </a:lnTo>
                <a:moveTo>
                  <a:pt x="730596" y="313851"/>
                </a:moveTo>
                <a:lnTo>
                  <a:pt x="756885" y="428886"/>
                </a:lnTo>
                <a:moveTo>
                  <a:pt x="499770" y="415537"/>
                </a:moveTo>
                <a:lnTo>
                  <a:pt x="506592" y="430251"/>
                </a:lnTo>
                <a:moveTo>
                  <a:pt x="2232444" y="418600"/>
                </a:moveTo>
                <a:lnTo>
                  <a:pt x="2183033" y="383119"/>
                </a:lnTo>
                <a:moveTo>
                  <a:pt x="801571" y="551272"/>
                </a:moveTo>
                <a:lnTo>
                  <a:pt x="859027" y="479604"/>
                </a:lnTo>
                <a:moveTo>
                  <a:pt x="238643" y="693276"/>
                </a:moveTo>
                <a:lnTo>
                  <a:pt x="278579" y="680473"/>
                </a:lnTo>
                <a:moveTo>
                  <a:pt x="2130550" y="639127"/>
                </a:moveTo>
                <a:lnTo>
                  <a:pt x="2176681" y="644512"/>
                </a:lnTo>
                <a:moveTo>
                  <a:pt x="490891" y="662931"/>
                </a:moveTo>
                <a:lnTo>
                  <a:pt x="385259" y="663933"/>
                </a:lnTo>
                <a:moveTo>
                  <a:pt x="499770" y="415537"/>
                </a:moveTo>
                <a:lnTo>
                  <a:pt x="522680" y="419091"/>
                </a:lnTo>
                <a:moveTo>
                  <a:pt x="1611755" y="486761"/>
                </a:moveTo>
                <a:lnTo>
                  <a:pt x="1710044" y="502791"/>
                </a:lnTo>
                <a:moveTo>
                  <a:pt x="1939194" y="288841"/>
                </a:moveTo>
                <a:lnTo>
                  <a:pt x="1926040" y="285889"/>
                </a:lnTo>
                <a:moveTo>
                  <a:pt x="632841" y="429431"/>
                </a:moveTo>
                <a:lnTo>
                  <a:pt x="730596" y="313851"/>
                </a:lnTo>
                <a:moveTo>
                  <a:pt x="499770" y="415537"/>
                </a:moveTo>
                <a:lnTo>
                  <a:pt x="382417" y="408388"/>
                </a:lnTo>
                <a:moveTo>
                  <a:pt x="1695540" y="191816"/>
                </a:moveTo>
                <a:lnTo>
                  <a:pt x="1627351" y="153326"/>
                </a:lnTo>
                <a:moveTo>
                  <a:pt x="1919679" y="578052"/>
                </a:moveTo>
                <a:lnTo>
                  <a:pt x="2066157" y="550757"/>
                </a:lnTo>
                <a:moveTo>
                  <a:pt x="522680" y="419091"/>
                </a:moveTo>
                <a:lnTo>
                  <a:pt x="615284" y="383894"/>
                </a:lnTo>
                <a:moveTo>
                  <a:pt x="712595" y="311504"/>
                </a:moveTo>
                <a:lnTo>
                  <a:pt x="632841" y="429431"/>
                </a:lnTo>
                <a:moveTo>
                  <a:pt x="2162902" y="681469"/>
                </a:moveTo>
                <a:lnTo>
                  <a:pt x="2176681" y="644512"/>
                </a:lnTo>
                <a:moveTo>
                  <a:pt x="1449374" y="132017"/>
                </a:moveTo>
                <a:lnTo>
                  <a:pt x="1594872" y="119249"/>
                </a:lnTo>
                <a:moveTo>
                  <a:pt x="156209" y="618958"/>
                </a:moveTo>
                <a:lnTo>
                  <a:pt x="189210" y="508349"/>
                </a:lnTo>
                <a:moveTo>
                  <a:pt x="905190" y="442023"/>
                </a:moveTo>
                <a:lnTo>
                  <a:pt x="859027" y="479604"/>
                </a:lnTo>
                <a:moveTo>
                  <a:pt x="2385502" y="511461"/>
                </a:moveTo>
                <a:lnTo>
                  <a:pt x="2317517" y="533582"/>
                </a:lnTo>
                <a:moveTo>
                  <a:pt x="1459251" y="134524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824825" y="508835"/>
                </a:lnTo>
                <a:moveTo>
                  <a:pt x="255557" y="442612"/>
                </a:moveTo>
                <a:lnTo>
                  <a:pt x="382417" y="408388"/>
                </a:lnTo>
                <a:moveTo>
                  <a:pt x="1566272" y="141351"/>
                </a:moveTo>
                <a:lnTo>
                  <a:pt x="1594872" y="119249"/>
                </a:lnTo>
                <a:moveTo>
                  <a:pt x="1919679" y="578052"/>
                </a:moveTo>
                <a:lnTo>
                  <a:pt x="1942811" y="516255"/>
                </a:lnTo>
                <a:moveTo>
                  <a:pt x="867060" y="329201"/>
                </a:moveTo>
                <a:lnTo>
                  <a:pt x="730596" y="313851"/>
                </a:lnTo>
                <a:moveTo>
                  <a:pt x="189210" y="508349"/>
                </a:moveTo>
                <a:lnTo>
                  <a:pt x="255557" y="442612"/>
                </a:lnTo>
                <a:moveTo>
                  <a:pt x="2410079" y="658247"/>
                </a:moveTo>
                <a:lnTo>
                  <a:pt x="2406740" y="542496"/>
                </a:lnTo>
                <a:moveTo>
                  <a:pt x="2032891" y="626017"/>
                </a:moveTo>
                <a:lnTo>
                  <a:pt x="2066157" y="550757"/>
                </a:lnTo>
                <a:moveTo>
                  <a:pt x="1797444" y="246058"/>
                </a:moveTo>
                <a:lnTo>
                  <a:pt x="1835093" y="267150"/>
                </a:lnTo>
                <a:moveTo>
                  <a:pt x="2147847" y="325535"/>
                </a:moveTo>
                <a:lnTo>
                  <a:pt x="2079504" y="352954"/>
                </a:lnTo>
                <a:moveTo>
                  <a:pt x="1672633" y="531308"/>
                </a:moveTo>
                <a:lnTo>
                  <a:pt x="1710044" y="502791"/>
                </a:lnTo>
                <a:moveTo>
                  <a:pt x="2162902" y="681469"/>
                </a:moveTo>
                <a:lnTo>
                  <a:pt x="2130550" y="639127"/>
                </a:lnTo>
                <a:moveTo>
                  <a:pt x="843948" y="547918"/>
                </a:moveTo>
                <a:lnTo>
                  <a:pt x="801571" y="551272"/>
                </a:lnTo>
                <a:moveTo>
                  <a:pt x="2266682" y="707906"/>
                </a:moveTo>
                <a:lnTo>
                  <a:pt x="2304597" y="656193"/>
                </a:lnTo>
                <a:moveTo>
                  <a:pt x="343954" y="697032"/>
                </a:moveTo>
                <a:lnTo>
                  <a:pt x="278579" y="680473"/>
                </a:lnTo>
                <a:moveTo>
                  <a:pt x="726501" y="300126"/>
                </a:moveTo>
                <a:lnTo>
                  <a:pt x="867060" y="329201"/>
                </a:lnTo>
                <a:moveTo>
                  <a:pt x="1566272" y="141351"/>
                </a:moveTo>
                <a:lnTo>
                  <a:pt x="1627351" y="153326"/>
                </a:lnTo>
                <a:moveTo>
                  <a:pt x="327091" y="399759"/>
                </a:moveTo>
                <a:lnTo>
                  <a:pt x="382417" y="408388"/>
                </a:lnTo>
                <a:moveTo>
                  <a:pt x="1919679" y="578052"/>
                </a:moveTo>
                <a:lnTo>
                  <a:pt x="1816346" y="544988"/>
                </a:lnTo>
                <a:moveTo>
                  <a:pt x="2284378" y="445653"/>
                </a:moveTo>
                <a:lnTo>
                  <a:pt x="2232444" y="418600"/>
                </a:lnTo>
                <a:moveTo>
                  <a:pt x="843948" y="547918"/>
                </a:moveTo>
                <a:lnTo>
                  <a:pt x="859027" y="479604"/>
                </a:lnTo>
                <a:moveTo>
                  <a:pt x="2044532" y="292200"/>
                </a:moveTo>
                <a:lnTo>
                  <a:pt x="1939194" y="288841"/>
                </a:lnTo>
                <a:moveTo>
                  <a:pt x="365037" y="384583"/>
                </a:moveTo>
                <a:lnTo>
                  <a:pt x="382417" y="408388"/>
                </a:lnTo>
                <a:moveTo>
                  <a:pt x="1431451" y="397636"/>
                </a:moveTo>
                <a:lnTo>
                  <a:pt x="1468464" y="428159"/>
                </a:lnTo>
                <a:moveTo>
                  <a:pt x="1444855" y="134246"/>
                </a:moveTo>
                <a:lnTo>
                  <a:pt x="1339848" y="190729"/>
                </a:lnTo>
                <a:moveTo>
                  <a:pt x="843948" y="547918"/>
                </a:moveTo>
                <a:lnTo>
                  <a:pt x="905190" y="442023"/>
                </a:lnTo>
                <a:moveTo>
                  <a:pt x="1611755" y="486761"/>
                </a:moveTo>
                <a:lnTo>
                  <a:pt x="1571357" y="467739"/>
                </a:lnTo>
                <a:moveTo>
                  <a:pt x="2266682" y="707906"/>
                </a:moveTo>
                <a:lnTo>
                  <a:pt x="2176681" y="644512"/>
                </a:lnTo>
                <a:moveTo>
                  <a:pt x="365037" y="384583"/>
                </a:moveTo>
                <a:lnTo>
                  <a:pt x="499770" y="415537"/>
                </a:lnTo>
                <a:moveTo>
                  <a:pt x="327091" y="399759"/>
                </a:moveTo>
                <a:lnTo>
                  <a:pt x="255557" y="442612"/>
                </a:lnTo>
                <a:moveTo>
                  <a:pt x="1870853" y="269261"/>
                </a:moveTo>
                <a:lnTo>
                  <a:pt x="1835093" y="267150"/>
                </a:lnTo>
                <a:moveTo>
                  <a:pt x="238643" y="693276"/>
                </a:moveTo>
                <a:lnTo>
                  <a:pt x="156209" y="618958"/>
                </a:lnTo>
                <a:moveTo>
                  <a:pt x="2032891" y="626017"/>
                </a:moveTo>
                <a:lnTo>
                  <a:pt x="2130550" y="639127"/>
                </a:lnTo>
                <a:moveTo>
                  <a:pt x="1672633" y="531308"/>
                </a:moveTo>
                <a:lnTo>
                  <a:pt x="1816346" y="544988"/>
                </a:lnTo>
                <a:moveTo>
                  <a:pt x="837445" y="220403"/>
                </a:moveTo>
                <a:lnTo>
                  <a:pt x="867060" y="329201"/>
                </a:lnTo>
                <a:moveTo>
                  <a:pt x="615284" y="383894"/>
                </a:moveTo>
                <a:lnTo>
                  <a:pt x="712595" y="311504"/>
                </a:lnTo>
                <a:moveTo>
                  <a:pt x="961850" y="440984"/>
                </a:moveTo>
                <a:lnTo>
                  <a:pt x="905190" y="442023"/>
                </a:lnTo>
                <a:moveTo>
                  <a:pt x="1346456" y="354841"/>
                </a:moveTo>
                <a:lnTo>
                  <a:pt x="1331347" y="316716"/>
                </a:lnTo>
                <a:moveTo>
                  <a:pt x="2373815" y="684660"/>
                </a:moveTo>
                <a:lnTo>
                  <a:pt x="2304597" y="656193"/>
                </a:lnTo>
                <a:moveTo>
                  <a:pt x="1695540" y="191816"/>
                </a:moveTo>
                <a:lnTo>
                  <a:pt x="1566272" y="141351"/>
                </a:lnTo>
                <a:moveTo>
                  <a:pt x="343954" y="697032"/>
                </a:moveTo>
                <a:lnTo>
                  <a:pt x="385259" y="663933"/>
                </a:lnTo>
                <a:moveTo>
                  <a:pt x="2147847" y="325535"/>
                </a:moveTo>
                <a:lnTo>
                  <a:pt x="2183033" y="383119"/>
                </a:lnTo>
                <a:moveTo>
                  <a:pt x="875924" y="203404"/>
                </a:moveTo>
                <a:lnTo>
                  <a:pt x="867060" y="329201"/>
                </a:lnTo>
                <a:moveTo>
                  <a:pt x="471500" y="371261"/>
                </a:moveTo>
                <a:lnTo>
                  <a:pt x="522680" y="419091"/>
                </a:lnTo>
                <a:moveTo>
                  <a:pt x="712595" y="311504"/>
                </a:moveTo>
                <a:lnTo>
                  <a:pt x="730596" y="313851"/>
                </a:lnTo>
                <a:moveTo>
                  <a:pt x="1321913" y="351547"/>
                </a:moveTo>
                <a:lnTo>
                  <a:pt x="1331347" y="316716"/>
                </a:lnTo>
                <a:moveTo>
                  <a:pt x="2162902" y="681469"/>
                </a:moveTo>
                <a:lnTo>
                  <a:pt x="2032891" y="626017"/>
                </a:lnTo>
                <a:moveTo>
                  <a:pt x="726501" y="300126"/>
                </a:moveTo>
                <a:lnTo>
                  <a:pt x="730596" y="313851"/>
                </a:lnTo>
                <a:moveTo>
                  <a:pt x="1444855" y="134246"/>
                </a:moveTo>
                <a:lnTo>
                  <a:pt x="1449374" y="132017"/>
                </a:lnTo>
                <a:moveTo>
                  <a:pt x="1797444" y="246058"/>
                </a:moveTo>
                <a:lnTo>
                  <a:pt x="1695540" y="191816"/>
                </a:lnTo>
                <a:moveTo>
                  <a:pt x="1448085" y="133844"/>
                </a:moveTo>
                <a:lnTo>
                  <a:pt x="1444855" y="134246"/>
                </a:lnTo>
                <a:moveTo>
                  <a:pt x="1448085" y="133844"/>
                </a:moveTo>
                <a:lnTo>
                  <a:pt x="1449374" y="132017"/>
                </a:lnTo>
                <a:moveTo>
                  <a:pt x="327091" y="399759"/>
                </a:moveTo>
                <a:lnTo>
                  <a:pt x="365037" y="384583"/>
                </a:lnTo>
                <a:moveTo>
                  <a:pt x="1459251" y="134524"/>
                </a:moveTo>
                <a:lnTo>
                  <a:pt x="1449374" y="132017"/>
                </a:lnTo>
                <a:moveTo>
                  <a:pt x="843948" y="547918"/>
                </a:moveTo>
                <a:lnTo>
                  <a:pt x="961850" y="440984"/>
                </a:lnTo>
                <a:moveTo>
                  <a:pt x="712595" y="311504"/>
                </a:moveTo>
                <a:lnTo>
                  <a:pt x="726501" y="300126"/>
                </a:lnTo>
                <a:moveTo>
                  <a:pt x="1321913" y="351547"/>
                </a:moveTo>
                <a:lnTo>
                  <a:pt x="1346456" y="354841"/>
                </a:lnTo>
                <a:moveTo>
                  <a:pt x="1448085" y="133844"/>
                </a:moveTo>
                <a:lnTo>
                  <a:pt x="1459251" y="134524"/>
                </a:lnTo>
                <a:moveTo>
                  <a:pt x="2266682" y="707906"/>
                </a:moveTo>
                <a:lnTo>
                  <a:pt x="2162902" y="681469"/>
                </a:lnTo>
                <a:moveTo>
                  <a:pt x="471500" y="371261"/>
                </a:moveTo>
                <a:lnTo>
                  <a:pt x="499770" y="415537"/>
                </a:lnTo>
                <a:moveTo>
                  <a:pt x="1870853" y="269261"/>
                </a:moveTo>
                <a:lnTo>
                  <a:pt x="1926040" y="285889"/>
                </a:lnTo>
                <a:moveTo>
                  <a:pt x="748391" y="645928"/>
                </a:moveTo>
                <a:lnTo>
                  <a:pt x="742242" y="645898"/>
                </a:lnTo>
                <a:moveTo>
                  <a:pt x="1534330" y="437445"/>
                </a:moveTo>
                <a:lnTo>
                  <a:pt x="1468464" y="428159"/>
                </a:lnTo>
                <a:moveTo>
                  <a:pt x="1459251" y="134524"/>
                </a:moveTo>
                <a:lnTo>
                  <a:pt x="1566272" y="141351"/>
                </a:lnTo>
                <a:moveTo>
                  <a:pt x="1919679" y="578052"/>
                </a:moveTo>
                <a:lnTo>
                  <a:pt x="2032891" y="626017"/>
                </a:lnTo>
                <a:moveTo>
                  <a:pt x="1870853" y="269261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406740" y="542496"/>
                </a:lnTo>
                <a:moveTo>
                  <a:pt x="700916" y="679304"/>
                </a:moveTo>
                <a:lnTo>
                  <a:pt x="735529" y="658921"/>
                </a:lnTo>
                <a:moveTo>
                  <a:pt x="1672633" y="531308"/>
                </a:moveTo>
                <a:lnTo>
                  <a:pt x="1611755" y="486761"/>
                </a:lnTo>
                <a:moveTo>
                  <a:pt x="748391" y="645928"/>
                </a:moveTo>
                <a:lnTo>
                  <a:pt x="801571" y="551272"/>
                </a:lnTo>
                <a:moveTo>
                  <a:pt x="1553998" y="145958"/>
                </a:moveTo>
                <a:lnTo>
                  <a:pt x="1695540" y="191816"/>
                </a:lnTo>
                <a:moveTo>
                  <a:pt x="1081783" y="307278"/>
                </a:moveTo>
                <a:lnTo>
                  <a:pt x="1084653" y="336154"/>
                </a:lnTo>
                <a:moveTo>
                  <a:pt x="105309" y="604530"/>
                </a:moveTo>
                <a:lnTo>
                  <a:pt x="156209" y="618958"/>
                </a:lnTo>
                <a:moveTo>
                  <a:pt x="471500" y="371261"/>
                </a:moveTo>
                <a:lnTo>
                  <a:pt x="615284" y="383894"/>
                </a:lnTo>
                <a:moveTo>
                  <a:pt x="2373815" y="684660"/>
                </a:moveTo>
                <a:lnTo>
                  <a:pt x="2410079" y="658247"/>
                </a:lnTo>
                <a:moveTo>
                  <a:pt x="1774713" y="582938"/>
                </a:moveTo>
                <a:lnTo>
                  <a:pt x="1816346" y="544988"/>
                </a:lnTo>
                <a:moveTo>
                  <a:pt x="1078886" y="350215"/>
                </a:moveTo>
                <a:lnTo>
                  <a:pt x="1084653" y="336154"/>
                </a:lnTo>
                <a:moveTo>
                  <a:pt x="448892" y="706313"/>
                </a:moveTo>
                <a:lnTo>
                  <a:pt x="385259" y="663933"/>
                </a:lnTo>
                <a:moveTo>
                  <a:pt x="1978252" y="620629"/>
                </a:moveTo>
                <a:lnTo>
                  <a:pt x="1919679" y="578052"/>
                </a:lnTo>
                <a:moveTo>
                  <a:pt x="1900779" y="279109"/>
                </a:moveTo>
                <a:lnTo>
                  <a:pt x="1939194" y="288841"/>
                </a:lnTo>
                <a:moveTo>
                  <a:pt x="2385502" y="511461"/>
                </a:moveTo>
                <a:lnTo>
                  <a:pt x="2284378" y="445653"/>
                </a:lnTo>
                <a:moveTo>
                  <a:pt x="748391" y="645928"/>
                </a:moveTo>
                <a:lnTo>
                  <a:pt x="735529" y="658921"/>
                </a:lnTo>
                <a:moveTo>
                  <a:pt x="961850" y="440984"/>
                </a:moveTo>
                <a:lnTo>
                  <a:pt x="1078886" y="350215"/>
                </a:lnTo>
                <a:moveTo>
                  <a:pt x="2020230" y="652357"/>
                </a:moveTo>
                <a:lnTo>
                  <a:pt x="2162902" y="681469"/>
                </a:lnTo>
                <a:moveTo>
                  <a:pt x="2422997" y="533514"/>
                </a:moveTo>
                <a:lnTo>
                  <a:pt x="2406740" y="542496"/>
                </a:lnTo>
                <a:moveTo>
                  <a:pt x="1431451" y="397636"/>
                </a:moveTo>
                <a:lnTo>
                  <a:pt x="1346456" y="354841"/>
                </a:lnTo>
                <a:moveTo>
                  <a:pt x="100396" y="598582"/>
                </a:moveTo>
                <a:lnTo>
                  <a:pt x="156209" y="618958"/>
                </a:lnTo>
                <a:moveTo>
                  <a:pt x="810989" y="612480"/>
                </a:moveTo>
                <a:lnTo>
                  <a:pt x="801571" y="551272"/>
                </a:lnTo>
                <a:moveTo>
                  <a:pt x="169614" y="492406"/>
                </a:moveTo>
                <a:lnTo>
                  <a:pt x="189210" y="508349"/>
                </a:lnTo>
                <a:moveTo>
                  <a:pt x="837445" y="220403"/>
                </a:moveTo>
                <a:lnTo>
                  <a:pt x="726501" y="300126"/>
                </a:lnTo>
                <a:moveTo>
                  <a:pt x="1193797" y="339779"/>
                </a:moveTo>
                <a:lnTo>
                  <a:pt x="1084653" y="336154"/>
                </a:lnTo>
                <a:moveTo>
                  <a:pt x="1978252" y="620629"/>
                </a:moveTo>
                <a:lnTo>
                  <a:pt x="2032891" y="626017"/>
                </a:lnTo>
                <a:moveTo>
                  <a:pt x="169614" y="492406"/>
                </a:moveTo>
                <a:lnTo>
                  <a:pt x="156209" y="618958"/>
                </a:lnTo>
                <a:moveTo>
                  <a:pt x="2147847" y="325535"/>
                </a:moveTo>
                <a:lnTo>
                  <a:pt x="2044532" y="292200"/>
                </a:lnTo>
                <a:moveTo>
                  <a:pt x="1321913" y="351547"/>
                </a:moveTo>
                <a:lnTo>
                  <a:pt x="1193797" y="339779"/>
                </a:lnTo>
                <a:moveTo>
                  <a:pt x="1553998" y="145958"/>
                </a:moveTo>
                <a:lnTo>
                  <a:pt x="1448085" y="133844"/>
                </a:lnTo>
                <a:moveTo>
                  <a:pt x="1553998" y="145958"/>
                </a:moveTo>
                <a:lnTo>
                  <a:pt x="1459251" y="134524"/>
                </a:lnTo>
                <a:moveTo>
                  <a:pt x="1431451" y="397636"/>
                </a:moveTo>
                <a:lnTo>
                  <a:pt x="1321913" y="351547"/>
                </a:lnTo>
                <a:moveTo>
                  <a:pt x="1300662" y="192418"/>
                </a:moveTo>
                <a:lnTo>
                  <a:pt x="1339848" y="190729"/>
                </a:lnTo>
                <a:moveTo>
                  <a:pt x="1553998" y="145958"/>
                </a:moveTo>
                <a:lnTo>
                  <a:pt x="1566272" y="141351"/>
                </a:lnTo>
                <a:moveTo>
                  <a:pt x="215708" y="454131"/>
                </a:moveTo>
                <a:lnTo>
                  <a:pt x="189210" y="508349"/>
                </a:lnTo>
                <a:moveTo>
                  <a:pt x="1081783" y="307278"/>
                </a:moveTo>
                <a:lnTo>
                  <a:pt x="1193797" y="339779"/>
                </a:lnTo>
                <a:moveTo>
                  <a:pt x="2484192" y="646838"/>
                </a:moveTo>
                <a:lnTo>
                  <a:pt x="2410079" y="658247"/>
                </a:lnTo>
                <a:moveTo>
                  <a:pt x="471500" y="371261"/>
                </a:moveTo>
                <a:lnTo>
                  <a:pt x="365037" y="384583"/>
                </a:lnTo>
                <a:moveTo>
                  <a:pt x="1534330" y="437445"/>
                </a:moveTo>
                <a:lnTo>
                  <a:pt x="1571357" y="467739"/>
                </a:lnTo>
                <a:moveTo>
                  <a:pt x="2481734" y="649772"/>
                </a:moveTo>
                <a:lnTo>
                  <a:pt x="2410079" y="658247"/>
                </a:lnTo>
                <a:moveTo>
                  <a:pt x="1189872" y="269865"/>
                </a:moveTo>
                <a:lnTo>
                  <a:pt x="1321913" y="351547"/>
                </a:lnTo>
                <a:moveTo>
                  <a:pt x="343954" y="697032"/>
                </a:moveTo>
                <a:lnTo>
                  <a:pt x="238643" y="693276"/>
                </a:lnTo>
                <a:moveTo>
                  <a:pt x="2020230" y="652357"/>
                </a:moveTo>
                <a:lnTo>
                  <a:pt x="2032891" y="626017"/>
                </a:lnTo>
                <a:moveTo>
                  <a:pt x="238643" y="693276"/>
                </a:moveTo>
                <a:lnTo>
                  <a:pt x="105309" y="604530"/>
                </a:lnTo>
                <a:moveTo>
                  <a:pt x="215708" y="454131"/>
                </a:moveTo>
                <a:lnTo>
                  <a:pt x="255557" y="442612"/>
                </a:lnTo>
                <a:moveTo>
                  <a:pt x="1656632" y="189383"/>
                </a:moveTo>
                <a:lnTo>
                  <a:pt x="1695540" y="191816"/>
                </a:lnTo>
                <a:moveTo>
                  <a:pt x="1189872" y="269865"/>
                </a:moveTo>
                <a:lnTo>
                  <a:pt x="1081783" y="307278"/>
                </a:lnTo>
                <a:moveTo>
                  <a:pt x="448892" y="706313"/>
                </a:moveTo>
                <a:lnTo>
                  <a:pt x="490891" y="662931"/>
                </a:lnTo>
                <a:moveTo>
                  <a:pt x="1183785" y="360075"/>
                </a:moveTo>
                <a:lnTo>
                  <a:pt x="1084653" y="336154"/>
                </a:lnTo>
                <a:moveTo>
                  <a:pt x="2484192" y="646838"/>
                </a:moveTo>
                <a:lnTo>
                  <a:pt x="2406740" y="542496"/>
                </a:lnTo>
                <a:moveTo>
                  <a:pt x="1774713" y="582938"/>
                </a:moveTo>
                <a:lnTo>
                  <a:pt x="1919679" y="578052"/>
                </a:lnTo>
                <a:moveTo>
                  <a:pt x="2005430" y="292637"/>
                </a:moveTo>
                <a:lnTo>
                  <a:pt x="1939194" y="288841"/>
                </a:lnTo>
                <a:moveTo>
                  <a:pt x="1187189" y="222625"/>
                </a:moveTo>
                <a:lnTo>
                  <a:pt x="1081783" y="307278"/>
                </a:lnTo>
                <a:moveTo>
                  <a:pt x="2020230" y="652357"/>
                </a:moveTo>
                <a:lnTo>
                  <a:pt x="1978252" y="620629"/>
                </a:lnTo>
                <a:moveTo>
                  <a:pt x="217600" y="723823"/>
                </a:moveTo>
                <a:lnTo>
                  <a:pt x="238643" y="693276"/>
                </a:lnTo>
                <a:moveTo>
                  <a:pt x="2121616" y="714281"/>
                </a:moveTo>
                <a:lnTo>
                  <a:pt x="2162902" y="681469"/>
                </a:lnTo>
                <a:moveTo>
                  <a:pt x="837445" y="220403"/>
                </a:moveTo>
                <a:lnTo>
                  <a:pt x="875924" y="203404"/>
                </a:lnTo>
                <a:moveTo>
                  <a:pt x="99313" y="614635"/>
                </a:moveTo>
                <a:lnTo>
                  <a:pt x="238643" y="693276"/>
                </a:lnTo>
                <a:moveTo>
                  <a:pt x="1870853" y="269261"/>
                </a:moveTo>
                <a:lnTo>
                  <a:pt x="1797444" y="246058"/>
                </a:lnTo>
                <a:moveTo>
                  <a:pt x="1408846" y="153601"/>
                </a:moveTo>
                <a:lnTo>
                  <a:pt x="1339848" y="190729"/>
                </a:lnTo>
                <a:moveTo>
                  <a:pt x="337133" y="388954"/>
                </a:moveTo>
                <a:lnTo>
                  <a:pt x="327091" y="399759"/>
                </a:lnTo>
                <a:moveTo>
                  <a:pt x="1183785" y="360075"/>
                </a:moveTo>
                <a:lnTo>
                  <a:pt x="1078886" y="350215"/>
                </a:lnTo>
                <a:moveTo>
                  <a:pt x="1189872" y="26986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961850" y="440984"/>
                </a:lnTo>
                <a:moveTo>
                  <a:pt x="810989" y="612480"/>
                </a:moveTo>
                <a:lnTo>
                  <a:pt x="843948" y="547918"/>
                </a:lnTo>
                <a:moveTo>
                  <a:pt x="2373815" y="684660"/>
                </a:moveTo>
                <a:lnTo>
                  <a:pt x="2266682" y="707906"/>
                </a:lnTo>
                <a:moveTo>
                  <a:pt x="1611205" y="471185"/>
                </a:moveTo>
                <a:lnTo>
                  <a:pt x="1571357" y="467739"/>
                </a:lnTo>
                <a:moveTo>
                  <a:pt x="1774713" y="582938"/>
                </a:moveTo>
                <a:lnTo>
                  <a:pt x="1672633" y="531308"/>
                </a:lnTo>
                <a:moveTo>
                  <a:pt x="337133" y="388954"/>
                </a:moveTo>
                <a:lnTo>
                  <a:pt x="365037" y="384583"/>
                </a:lnTo>
                <a:moveTo>
                  <a:pt x="2422997" y="533514"/>
                </a:moveTo>
                <a:lnTo>
                  <a:pt x="2385502" y="511461"/>
                </a:lnTo>
                <a:moveTo>
                  <a:pt x="325518" y="391201"/>
                </a:moveTo>
                <a:lnTo>
                  <a:pt x="255557" y="442612"/>
                </a:lnTo>
                <a:moveTo>
                  <a:pt x="1183785" y="360075"/>
                </a:moveTo>
                <a:lnTo>
                  <a:pt x="1193797" y="339779"/>
                </a:lnTo>
                <a:moveTo>
                  <a:pt x="1057535" y="438833"/>
                </a:moveTo>
                <a:lnTo>
                  <a:pt x="1078886" y="350215"/>
                </a:lnTo>
                <a:moveTo>
                  <a:pt x="650749" y="294747"/>
                </a:moveTo>
                <a:lnTo>
                  <a:pt x="712595" y="311504"/>
                </a:lnTo>
                <a:moveTo>
                  <a:pt x="1881836" y="604405"/>
                </a:moveTo>
                <a:lnTo>
                  <a:pt x="1919679" y="578052"/>
                </a:lnTo>
                <a:moveTo>
                  <a:pt x="1861510" y="602815"/>
                </a:moveTo>
                <a:lnTo>
                  <a:pt x="1919679" y="578052"/>
                </a:lnTo>
                <a:moveTo>
                  <a:pt x="1611205" y="471185"/>
                </a:moveTo>
                <a:lnTo>
                  <a:pt x="1611755" y="486761"/>
                </a:lnTo>
                <a:moveTo>
                  <a:pt x="1187189" y="222625"/>
                </a:moveTo>
                <a:lnTo>
                  <a:pt x="1189872" y="269865"/>
                </a:lnTo>
                <a:moveTo>
                  <a:pt x="552678" y="732679"/>
                </a:moveTo>
                <a:lnTo>
                  <a:pt x="490891" y="662931"/>
                </a:lnTo>
                <a:moveTo>
                  <a:pt x="2005430" y="292637"/>
                </a:moveTo>
                <a:lnTo>
                  <a:pt x="2044532" y="292200"/>
                </a:lnTo>
                <a:moveTo>
                  <a:pt x="923143" y="538690"/>
                </a:moveTo>
                <a:lnTo>
                  <a:pt x="843948" y="547918"/>
                </a:lnTo>
                <a:moveTo>
                  <a:pt x="1408846" y="153601"/>
                </a:moveTo>
                <a:lnTo>
                  <a:pt x="1444855" y="134246"/>
                </a:lnTo>
                <a:moveTo>
                  <a:pt x="1758250" y="247871"/>
                </a:moveTo>
                <a:lnTo>
                  <a:pt x="1695540" y="191816"/>
                </a:lnTo>
                <a:moveTo>
                  <a:pt x="689780" y="265282"/>
                </a:moveTo>
                <a:lnTo>
                  <a:pt x="712595" y="311504"/>
                </a:lnTo>
                <a:moveTo>
                  <a:pt x="325518" y="391201"/>
                </a:moveTo>
                <a:lnTo>
                  <a:pt x="327091" y="399759"/>
                </a:lnTo>
                <a:moveTo>
                  <a:pt x="921214" y="543401"/>
                </a:moveTo>
                <a:lnTo>
                  <a:pt x="843948" y="547918"/>
                </a:lnTo>
                <a:moveTo>
                  <a:pt x="689780" y="265282"/>
                </a:moveTo>
                <a:lnTo>
                  <a:pt x="726501" y="300126"/>
                </a:lnTo>
                <a:moveTo>
                  <a:pt x="1408846" y="153601"/>
                </a:moveTo>
                <a:lnTo>
                  <a:pt x="1448085" y="133844"/>
                </a:lnTo>
                <a:moveTo>
                  <a:pt x="1286685" y="399571"/>
                </a:moveTo>
                <a:lnTo>
                  <a:pt x="1321913" y="351547"/>
                </a:lnTo>
                <a:moveTo>
                  <a:pt x="1534330" y="437445"/>
                </a:moveTo>
                <a:lnTo>
                  <a:pt x="1431451" y="397636"/>
                </a:lnTo>
                <a:moveTo>
                  <a:pt x="217600" y="723823"/>
                </a:moveTo>
                <a:lnTo>
                  <a:pt x="343954" y="697032"/>
                </a:lnTo>
                <a:moveTo>
                  <a:pt x="2226640" y="722292"/>
                </a:moveTo>
                <a:lnTo>
                  <a:pt x="2162902" y="681469"/>
                </a:lnTo>
                <a:moveTo>
                  <a:pt x="96830" y="602249"/>
                </a:moveTo>
                <a:lnTo>
                  <a:pt x="105309" y="604530"/>
                </a:lnTo>
                <a:moveTo>
                  <a:pt x="923143" y="538690"/>
                </a:moveTo>
                <a:lnTo>
                  <a:pt x="961850" y="440984"/>
                </a:lnTo>
                <a:moveTo>
                  <a:pt x="100396" y="598582"/>
                </a:moveTo>
                <a:lnTo>
                  <a:pt x="105309" y="604530"/>
                </a:lnTo>
                <a:moveTo>
                  <a:pt x="99313" y="614635"/>
                </a:moveTo>
                <a:lnTo>
                  <a:pt x="105309" y="604530"/>
                </a:lnTo>
                <a:moveTo>
                  <a:pt x="1900779" y="279109"/>
                </a:moveTo>
                <a:lnTo>
                  <a:pt x="1870853" y="269261"/>
                </a:lnTo>
                <a:moveTo>
                  <a:pt x="748391" y="645928"/>
                </a:moveTo>
                <a:lnTo>
                  <a:pt x="700916" y="679304"/>
                </a:lnTo>
                <a:moveTo>
                  <a:pt x="1656632" y="189383"/>
                </a:moveTo>
                <a:lnTo>
                  <a:pt x="1553998" y="145958"/>
                </a:lnTo>
                <a:moveTo>
                  <a:pt x="1881836" y="604405"/>
                </a:moveTo>
                <a:lnTo>
                  <a:pt x="1978252" y="620629"/>
                </a:lnTo>
                <a:moveTo>
                  <a:pt x="2348758" y="476958"/>
                </a:moveTo>
                <a:lnTo>
                  <a:pt x="2284378" y="445653"/>
                </a:lnTo>
                <a:moveTo>
                  <a:pt x="96830" y="602249"/>
                </a:moveTo>
                <a:lnTo>
                  <a:pt x="100396" y="598582"/>
                </a:lnTo>
                <a:moveTo>
                  <a:pt x="99313" y="614635"/>
                </a:moveTo>
                <a:lnTo>
                  <a:pt x="96830" y="602249"/>
                </a:lnTo>
                <a:moveTo>
                  <a:pt x="99313" y="614635"/>
                </a:moveTo>
                <a:lnTo>
                  <a:pt x="217600" y="723823"/>
                </a:lnTo>
                <a:moveTo>
                  <a:pt x="1057535" y="438833"/>
                </a:moveTo>
                <a:lnTo>
                  <a:pt x="1183785" y="360075"/>
                </a:lnTo>
                <a:moveTo>
                  <a:pt x="1611205" y="471185"/>
                </a:moveTo>
                <a:lnTo>
                  <a:pt x="1672633" y="531308"/>
                </a:lnTo>
                <a:moveTo>
                  <a:pt x="448892" y="706313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93797" y="339779"/>
                </a:lnTo>
                <a:moveTo>
                  <a:pt x="1286685" y="399571"/>
                </a:moveTo>
                <a:lnTo>
                  <a:pt x="1431451" y="397636"/>
                </a:lnTo>
                <a:moveTo>
                  <a:pt x="169614" y="492406"/>
                </a:moveTo>
                <a:lnTo>
                  <a:pt x="100396" y="598582"/>
                </a:lnTo>
                <a:moveTo>
                  <a:pt x="689780" y="265282"/>
                </a:moveTo>
                <a:lnTo>
                  <a:pt x="837445" y="220403"/>
                </a:lnTo>
                <a:moveTo>
                  <a:pt x="2121616" y="714281"/>
                </a:moveTo>
                <a:lnTo>
                  <a:pt x="2020230" y="652357"/>
                </a:lnTo>
                <a:moveTo>
                  <a:pt x="2422997" y="533514"/>
                </a:moveTo>
                <a:lnTo>
                  <a:pt x="2484192" y="646838"/>
                </a:lnTo>
                <a:moveTo>
                  <a:pt x="809791" y="190305"/>
                </a:moveTo>
                <a:lnTo>
                  <a:pt x="837445" y="220403"/>
                </a:lnTo>
                <a:moveTo>
                  <a:pt x="1636467" y="488231"/>
                </a:moveTo>
                <a:lnTo>
                  <a:pt x="1672633" y="531308"/>
                </a:lnTo>
                <a:moveTo>
                  <a:pt x="2482264" y="641917"/>
                </a:moveTo>
                <a:lnTo>
                  <a:pt x="2422997" y="533514"/>
                </a:lnTo>
                <a:moveTo>
                  <a:pt x="2020230" y="652357"/>
                </a:moveTo>
                <a:lnTo>
                  <a:pt x="1881836" y="604405"/>
                </a:lnTo>
                <a:moveTo>
                  <a:pt x="2108507" y="329503"/>
                </a:moveTo>
                <a:lnTo>
                  <a:pt x="2044532" y="292200"/>
                </a:lnTo>
                <a:moveTo>
                  <a:pt x="1408846" y="153601"/>
                </a:moveTo>
                <a:lnTo>
                  <a:pt x="1553998" y="145958"/>
                </a:lnTo>
                <a:moveTo>
                  <a:pt x="93004" y="599248"/>
                </a:moveTo>
                <a:lnTo>
                  <a:pt x="96830" y="602249"/>
                </a:lnTo>
                <a:moveTo>
                  <a:pt x="93004" y="599248"/>
                </a:moveTo>
                <a:lnTo>
                  <a:pt x="100396" y="598582"/>
                </a:lnTo>
                <a:moveTo>
                  <a:pt x="748391" y="645928"/>
                </a:moveTo>
                <a:lnTo>
                  <a:pt x="810989" y="612480"/>
                </a:lnTo>
                <a:moveTo>
                  <a:pt x="99313" y="614635"/>
                </a:moveTo>
                <a:lnTo>
                  <a:pt x="93004" y="599248"/>
                </a:lnTo>
                <a:moveTo>
                  <a:pt x="2481734" y="649772"/>
                </a:moveTo>
                <a:lnTo>
                  <a:pt x="2373815" y="684660"/>
                </a:lnTo>
                <a:moveTo>
                  <a:pt x="1758250" y="247871"/>
                </a:moveTo>
                <a:lnTo>
                  <a:pt x="1797444" y="246058"/>
                </a:lnTo>
                <a:moveTo>
                  <a:pt x="809791" y="190305"/>
                </a:moveTo>
                <a:lnTo>
                  <a:pt x="875924" y="203404"/>
                </a:lnTo>
                <a:moveTo>
                  <a:pt x="1878647" y="607110"/>
                </a:moveTo>
                <a:lnTo>
                  <a:pt x="2020230" y="652357"/>
                </a:lnTo>
                <a:moveTo>
                  <a:pt x="1765963" y="251675"/>
                </a:moveTo>
                <a:lnTo>
                  <a:pt x="1797444" y="246058"/>
                </a:lnTo>
                <a:moveTo>
                  <a:pt x="2226640" y="722292"/>
                </a:moveTo>
                <a:lnTo>
                  <a:pt x="2266682" y="707906"/>
                </a:lnTo>
                <a:moveTo>
                  <a:pt x="126183" y="714060"/>
                </a:moveTo>
                <a:lnTo>
                  <a:pt x="217600" y="723823"/>
                </a:lnTo>
                <a:moveTo>
                  <a:pt x="169614" y="492406"/>
                </a:moveTo>
                <a:lnTo>
                  <a:pt x="215708" y="454131"/>
                </a:lnTo>
                <a:moveTo>
                  <a:pt x="431733" y="381565"/>
                </a:moveTo>
                <a:lnTo>
                  <a:pt x="365037" y="384583"/>
                </a:lnTo>
                <a:moveTo>
                  <a:pt x="126183" y="714060"/>
                </a:moveTo>
                <a:lnTo>
                  <a:pt x="99313" y="614635"/>
                </a:lnTo>
                <a:moveTo>
                  <a:pt x="320140" y="724615"/>
                </a:moveTo>
                <a:lnTo>
                  <a:pt x="343954" y="697032"/>
                </a:lnTo>
                <a:moveTo>
                  <a:pt x="1286685" y="399571"/>
                </a:moveTo>
                <a:lnTo>
                  <a:pt x="1183785" y="360075"/>
                </a:lnTo>
                <a:moveTo>
                  <a:pt x="1861510" y="602815"/>
                </a:moveTo>
                <a:lnTo>
                  <a:pt x="1774713" y="582938"/>
                </a:lnTo>
                <a:moveTo>
                  <a:pt x="2005430" y="292637"/>
                </a:moveTo>
                <a:lnTo>
                  <a:pt x="1900779" y="279109"/>
                </a:lnTo>
                <a:moveTo>
                  <a:pt x="2348758" y="476958"/>
                </a:moveTo>
                <a:lnTo>
                  <a:pt x="2385502" y="511461"/>
                </a:lnTo>
                <a:moveTo>
                  <a:pt x="320140" y="724615"/>
                </a:moveTo>
                <a:lnTo>
                  <a:pt x="217600" y="723823"/>
                </a:lnTo>
                <a:moveTo>
                  <a:pt x="801262" y="177586"/>
                </a:moveTo>
                <a:lnTo>
                  <a:pt x="875924" y="203404"/>
                </a:lnTo>
                <a:moveTo>
                  <a:pt x="2482264" y="641917"/>
                </a:moveTo>
                <a:lnTo>
                  <a:pt x="2484192" y="646838"/>
                </a:lnTo>
                <a:moveTo>
                  <a:pt x="1159987" y="439587"/>
                </a:moveTo>
                <a:lnTo>
                  <a:pt x="1183785" y="360075"/>
                </a:lnTo>
                <a:moveTo>
                  <a:pt x="1390224" y="429583"/>
                </a:moveTo>
                <a:lnTo>
                  <a:pt x="1431451" y="397636"/>
                </a:lnTo>
                <a:moveTo>
                  <a:pt x="2481734" y="649772"/>
                </a:moveTo>
                <a:lnTo>
                  <a:pt x="2484192" y="646838"/>
                </a:lnTo>
                <a:moveTo>
                  <a:pt x="923143" y="538690"/>
                </a:moveTo>
                <a:lnTo>
                  <a:pt x="1057535" y="438833"/>
                </a:lnTo>
                <a:moveTo>
                  <a:pt x="1408846" y="153601"/>
                </a:moveTo>
                <a:lnTo>
                  <a:pt x="1300662" y="192418"/>
                </a:lnTo>
                <a:moveTo>
                  <a:pt x="1515304" y="140360"/>
                </a:moveTo>
                <a:lnTo>
                  <a:pt x="1553998" y="145958"/>
                </a:lnTo>
                <a:moveTo>
                  <a:pt x="1765963" y="251675"/>
                </a:moveTo>
                <a:lnTo>
                  <a:pt x="1870853" y="269261"/>
                </a:lnTo>
                <a:moveTo>
                  <a:pt x="195721" y="750336"/>
                </a:moveTo>
                <a:lnTo>
                  <a:pt x="217600" y="723823"/>
                </a:lnTo>
                <a:moveTo>
                  <a:pt x="2506355" y="646365"/>
                </a:moveTo>
                <a:lnTo>
                  <a:pt x="2484192" y="646838"/>
                </a:lnTo>
                <a:moveTo>
                  <a:pt x="1611205" y="471185"/>
                </a:moveTo>
                <a:lnTo>
                  <a:pt x="1534330" y="437445"/>
                </a:lnTo>
                <a:moveTo>
                  <a:pt x="1738417" y="541795"/>
                </a:moveTo>
                <a:lnTo>
                  <a:pt x="1672633" y="531308"/>
                </a:lnTo>
                <a:moveTo>
                  <a:pt x="2108507" y="329503"/>
                </a:moveTo>
                <a:lnTo>
                  <a:pt x="2147847" y="325535"/>
                </a:lnTo>
                <a:moveTo>
                  <a:pt x="2333734" y="699613"/>
                </a:moveTo>
                <a:lnTo>
                  <a:pt x="2266682" y="707906"/>
                </a:lnTo>
                <a:moveTo>
                  <a:pt x="1159987" y="439587"/>
                </a:moveTo>
                <a:lnTo>
                  <a:pt x="1057535" y="438833"/>
                </a:lnTo>
                <a:moveTo>
                  <a:pt x="2506355" y="646365"/>
                </a:moveTo>
                <a:lnTo>
                  <a:pt x="2482264" y="641917"/>
                </a:lnTo>
                <a:moveTo>
                  <a:pt x="2506355" y="646365"/>
                </a:moveTo>
                <a:lnTo>
                  <a:pt x="2481734" y="649772"/>
                </a:lnTo>
                <a:moveTo>
                  <a:pt x="431733" y="381565"/>
                </a:moveTo>
                <a:lnTo>
                  <a:pt x="471500" y="371261"/>
                </a:lnTo>
                <a:moveTo>
                  <a:pt x="921214" y="543401"/>
                </a:moveTo>
                <a:lnTo>
                  <a:pt x="810989" y="612480"/>
                </a:lnTo>
                <a:moveTo>
                  <a:pt x="325518" y="391201"/>
                </a:moveTo>
                <a:lnTo>
                  <a:pt x="337133" y="388954"/>
                </a:lnTo>
                <a:moveTo>
                  <a:pt x="325518" y="391201"/>
                </a:moveTo>
                <a:lnTo>
                  <a:pt x="215708" y="454131"/>
                </a:lnTo>
                <a:moveTo>
                  <a:pt x="1765963" y="251675"/>
                </a:moveTo>
                <a:lnTo>
                  <a:pt x="1900779" y="279109"/>
                </a:lnTo>
                <a:moveTo>
                  <a:pt x="320140" y="724615"/>
                </a:moveTo>
                <a:lnTo>
                  <a:pt x="448892" y="706313"/>
                </a:lnTo>
                <a:moveTo>
                  <a:pt x="1981084" y="653458"/>
                </a:moveTo>
                <a:lnTo>
                  <a:pt x="2020230" y="652357"/>
                </a:lnTo>
                <a:moveTo>
                  <a:pt x="1861510" y="602815"/>
                </a:moveTo>
                <a:lnTo>
                  <a:pt x="1881836" y="604405"/>
                </a:lnTo>
                <a:moveTo>
                  <a:pt x="650749" y="294747"/>
                </a:moveTo>
                <a:lnTo>
                  <a:pt x="689780" y="265282"/>
                </a:lnTo>
                <a:moveTo>
                  <a:pt x="1868670" y="598754"/>
                </a:moveTo>
                <a:lnTo>
                  <a:pt x="1774713" y="582938"/>
                </a:lnTo>
                <a:moveTo>
                  <a:pt x="2422229" y="517934"/>
                </a:moveTo>
                <a:lnTo>
                  <a:pt x="2385502" y="511461"/>
                </a:lnTo>
                <a:moveTo>
                  <a:pt x="1878647" y="607110"/>
                </a:moveTo>
                <a:lnTo>
                  <a:pt x="1881836" y="604405"/>
                </a:lnTo>
                <a:moveTo>
                  <a:pt x="788556" y="638463"/>
                </a:moveTo>
                <a:lnTo>
                  <a:pt x="748391" y="645928"/>
                </a:lnTo>
                <a:moveTo>
                  <a:pt x="1878647" y="607110"/>
                </a:moveTo>
                <a:lnTo>
                  <a:pt x="1861510" y="602815"/>
                </a:lnTo>
                <a:moveTo>
                  <a:pt x="1758250" y="247871"/>
                </a:moveTo>
                <a:lnTo>
                  <a:pt x="1656632" y="189383"/>
                </a:lnTo>
                <a:moveTo>
                  <a:pt x="195721" y="750336"/>
                </a:moveTo>
                <a:lnTo>
                  <a:pt x="126183" y="714060"/>
                </a:lnTo>
                <a:moveTo>
                  <a:pt x="689780" y="265282"/>
                </a:moveTo>
                <a:lnTo>
                  <a:pt x="809791" y="190305"/>
                </a:lnTo>
                <a:moveTo>
                  <a:pt x="552678" y="732679"/>
                </a:moveTo>
                <a:lnTo>
                  <a:pt x="448892" y="706313"/>
                </a:lnTo>
                <a:moveTo>
                  <a:pt x="386243" y="385333"/>
                </a:moveTo>
                <a:lnTo>
                  <a:pt x="337133" y="388954"/>
                </a:lnTo>
                <a:moveTo>
                  <a:pt x="1494992" y="441391"/>
                </a:moveTo>
                <a:lnTo>
                  <a:pt x="1431451" y="397636"/>
                </a:lnTo>
                <a:moveTo>
                  <a:pt x="1028977" y="510821"/>
                </a:moveTo>
                <a:lnTo>
                  <a:pt x="1057535" y="438833"/>
                </a:lnTo>
                <a:moveTo>
                  <a:pt x="921214" y="543401"/>
                </a:moveTo>
                <a:lnTo>
                  <a:pt x="923143" y="538690"/>
                </a:lnTo>
                <a:moveTo>
                  <a:pt x="2169927" y="386265"/>
                </a:moveTo>
                <a:lnTo>
                  <a:pt x="2147847" y="325535"/>
                </a:lnTo>
                <a:moveTo>
                  <a:pt x="657999" y="736279"/>
                </a:moveTo>
                <a:lnTo>
                  <a:pt x="700916" y="679304"/>
                </a:lnTo>
                <a:moveTo>
                  <a:pt x="1159987" y="439587"/>
                </a:moveTo>
                <a:lnTo>
                  <a:pt x="1286685" y="399571"/>
                </a:lnTo>
                <a:moveTo>
                  <a:pt x="934956" y="538276"/>
                </a:moveTo>
                <a:lnTo>
                  <a:pt x="923143" y="538690"/>
                </a:lnTo>
                <a:moveTo>
                  <a:pt x="2422229" y="517934"/>
                </a:moveTo>
                <a:lnTo>
                  <a:pt x="2422997" y="533514"/>
                </a:lnTo>
                <a:moveTo>
                  <a:pt x="2226640" y="722292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53998" y="145958"/>
                </a:lnTo>
                <a:moveTo>
                  <a:pt x="301082" y="753352"/>
                </a:moveTo>
                <a:lnTo>
                  <a:pt x="217600" y="723823"/>
                </a:lnTo>
                <a:moveTo>
                  <a:pt x="2333734" y="699613"/>
                </a:moveTo>
                <a:lnTo>
                  <a:pt x="2373815" y="684660"/>
                </a:lnTo>
                <a:moveTo>
                  <a:pt x="788556" y="638463"/>
                </a:moveTo>
                <a:lnTo>
                  <a:pt x="810989" y="612480"/>
                </a:lnTo>
                <a:moveTo>
                  <a:pt x="189473" y="483117"/>
                </a:moveTo>
                <a:lnTo>
                  <a:pt x="169614" y="492406"/>
                </a:lnTo>
                <a:moveTo>
                  <a:pt x="934956" y="538276"/>
                </a:moveTo>
                <a:lnTo>
                  <a:pt x="921214" y="543401"/>
                </a:lnTo>
                <a:moveTo>
                  <a:pt x="431733" y="381565"/>
                </a:moveTo>
                <a:lnTo>
                  <a:pt x="337133" y="388954"/>
                </a:lnTo>
                <a:moveTo>
                  <a:pt x="1636467" y="488231"/>
                </a:moveTo>
                <a:lnTo>
                  <a:pt x="1611205" y="471185"/>
                </a:lnTo>
                <a:moveTo>
                  <a:pt x="1738417" y="541795"/>
                </a:moveTo>
                <a:lnTo>
                  <a:pt x="1774713" y="582938"/>
                </a:lnTo>
                <a:moveTo>
                  <a:pt x="791361" y="186210"/>
                </a:moveTo>
                <a:lnTo>
                  <a:pt x="689780" y="265282"/>
                </a:lnTo>
                <a:moveTo>
                  <a:pt x="189473" y="483117"/>
                </a:moveTo>
                <a:lnTo>
                  <a:pt x="215708" y="454131"/>
                </a:lnTo>
                <a:moveTo>
                  <a:pt x="1868670" y="598754"/>
                </a:moveTo>
                <a:lnTo>
                  <a:pt x="1861510" y="602815"/>
                </a:lnTo>
                <a:moveTo>
                  <a:pt x="75443" y="586272"/>
                </a:moveTo>
                <a:lnTo>
                  <a:pt x="100396" y="598582"/>
                </a:lnTo>
                <a:moveTo>
                  <a:pt x="791361" y="186210"/>
                </a:moveTo>
                <a:lnTo>
                  <a:pt x="809791" y="190305"/>
                </a:lnTo>
                <a:moveTo>
                  <a:pt x="1860139" y="302337"/>
                </a:moveTo>
                <a:lnTo>
                  <a:pt x="1900779" y="279109"/>
                </a:lnTo>
                <a:moveTo>
                  <a:pt x="75443" y="586272"/>
                </a:moveTo>
                <a:lnTo>
                  <a:pt x="99313" y="614635"/>
                </a:lnTo>
                <a:moveTo>
                  <a:pt x="801262" y="177586"/>
                </a:moveTo>
                <a:lnTo>
                  <a:pt x="809791" y="190305"/>
                </a:lnTo>
                <a:moveTo>
                  <a:pt x="674435" y="289748"/>
                </a:moveTo>
                <a:lnTo>
                  <a:pt x="650749" y="294747"/>
                </a:lnTo>
                <a:moveTo>
                  <a:pt x="2083355" y="702260"/>
                </a:moveTo>
                <a:lnTo>
                  <a:pt x="2020230" y="652357"/>
                </a:lnTo>
                <a:moveTo>
                  <a:pt x="1878647" y="607110"/>
                </a:moveTo>
                <a:lnTo>
                  <a:pt x="1868670" y="598754"/>
                </a:lnTo>
                <a:moveTo>
                  <a:pt x="1390224" y="429583"/>
                </a:moveTo>
                <a:lnTo>
                  <a:pt x="1286685" y="399571"/>
                </a:lnTo>
                <a:moveTo>
                  <a:pt x="75443" y="586272"/>
                </a:moveTo>
                <a:lnTo>
                  <a:pt x="169614" y="492406"/>
                </a:lnTo>
                <a:moveTo>
                  <a:pt x="325518" y="391201"/>
                </a:moveTo>
                <a:lnTo>
                  <a:pt x="386243" y="385333"/>
                </a:lnTo>
                <a:moveTo>
                  <a:pt x="1268890" y="443109"/>
                </a:moveTo>
                <a:lnTo>
                  <a:pt x="1286685" y="399571"/>
                </a:lnTo>
                <a:moveTo>
                  <a:pt x="674435" y="289748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00916" y="679304"/>
                </a:lnTo>
                <a:moveTo>
                  <a:pt x="1515304" y="140360"/>
                </a:moveTo>
                <a:lnTo>
                  <a:pt x="1408846" y="153601"/>
                </a:lnTo>
                <a:moveTo>
                  <a:pt x="2108507" y="329503"/>
                </a:moveTo>
                <a:lnTo>
                  <a:pt x="2005430" y="292637"/>
                </a:lnTo>
                <a:moveTo>
                  <a:pt x="1028977" y="510821"/>
                </a:moveTo>
                <a:lnTo>
                  <a:pt x="923143" y="538690"/>
                </a:lnTo>
                <a:moveTo>
                  <a:pt x="418988" y="723821"/>
                </a:moveTo>
                <a:lnTo>
                  <a:pt x="448892" y="706313"/>
                </a:lnTo>
                <a:moveTo>
                  <a:pt x="75443" y="586272"/>
                </a:moveTo>
                <a:lnTo>
                  <a:pt x="93004" y="599248"/>
                </a:lnTo>
                <a:moveTo>
                  <a:pt x="1133088" y="532360"/>
                </a:moveTo>
                <a:lnTo>
                  <a:pt x="1057535" y="438833"/>
                </a:lnTo>
                <a:moveTo>
                  <a:pt x="1981084" y="653458"/>
                </a:moveTo>
                <a:lnTo>
                  <a:pt x="1878647" y="607110"/>
                </a:lnTo>
                <a:moveTo>
                  <a:pt x="1765963" y="251675"/>
                </a:moveTo>
                <a:lnTo>
                  <a:pt x="1758250" y="247871"/>
                </a:lnTo>
                <a:moveTo>
                  <a:pt x="1494992" y="441391"/>
                </a:moveTo>
                <a:lnTo>
                  <a:pt x="1534330" y="437445"/>
                </a:lnTo>
                <a:moveTo>
                  <a:pt x="1614024" y="461582"/>
                </a:moveTo>
                <a:lnTo>
                  <a:pt x="1534330" y="437445"/>
                </a:lnTo>
                <a:moveTo>
                  <a:pt x="2422229" y="517934"/>
                </a:moveTo>
                <a:lnTo>
                  <a:pt x="2482264" y="641917"/>
                </a:lnTo>
                <a:moveTo>
                  <a:pt x="2440189" y="686417"/>
                </a:moveTo>
                <a:lnTo>
                  <a:pt x="2373815" y="684660"/>
                </a:lnTo>
                <a:moveTo>
                  <a:pt x="791361" y="186210"/>
                </a:moveTo>
                <a:lnTo>
                  <a:pt x="801262" y="177586"/>
                </a:lnTo>
                <a:moveTo>
                  <a:pt x="934956" y="538276"/>
                </a:moveTo>
                <a:lnTo>
                  <a:pt x="1028977" y="510821"/>
                </a:lnTo>
                <a:moveTo>
                  <a:pt x="767379" y="679741"/>
                </a:moveTo>
                <a:lnTo>
                  <a:pt x="748391" y="645928"/>
                </a:lnTo>
                <a:moveTo>
                  <a:pt x="75443" y="586272"/>
                </a:moveTo>
                <a:lnTo>
                  <a:pt x="126183" y="714060"/>
                </a:lnTo>
                <a:moveTo>
                  <a:pt x="1268890" y="443109"/>
                </a:moveTo>
                <a:lnTo>
                  <a:pt x="1159987" y="439587"/>
                </a:lnTo>
                <a:moveTo>
                  <a:pt x="1619405" y="162053"/>
                </a:moveTo>
                <a:lnTo>
                  <a:pt x="1656632" y="189383"/>
                </a:lnTo>
                <a:moveTo>
                  <a:pt x="172917" y="509253"/>
                </a:moveTo>
                <a:lnTo>
                  <a:pt x="169614" y="492406"/>
                </a:lnTo>
                <a:moveTo>
                  <a:pt x="429278" y="385284"/>
                </a:moveTo>
                <a:lnTo>
                  <a:pt x="325518" y="391201"/>
                </a:lnTo>
                <a:moveTo>
                  <a:pt x="301082" y="753352"/>
                </a:moveTo>
                <a:lnTo>
                  <a:pt x="320140" y="724615"/>
                </a:lnTo>
                <a:moveTo>
                  <a:pt x="1841704" y="575550"/>
                </a:moveTo>
                <a:lnTo>
                  <a:pt x="1774713" y="582938"/>
                </a:lnTo>
                <a:moveTo>
                  <a:pt x="795672" y="184245"/>
                </a:moveTo>
                <a:lnTo>
                  <a:pt x="791361" y="186210"/>
                </a:lnTo>
                <a:moveTo>
                  <a:pt x="418988" y="723821"/>
                </a:moveTo>
                <a:lnTo>
                  <a:pt x="320140" y="724615"/>
                </a:lnTo>
                <a:moveTo>
                  <a:pt x="2448686" y="560491"/>
                </a:moveTo>
                <a:lnTo>
                  <a:pt x="2482264" y="641917"/>
                </a:lnTo>
                <a:moveTo>
                  <a:pt x="795672" y="184245"/>
                </a:moveTo>
                <a:lnTo>
                  <a:pt x="801262" y="177586"/>
                </a:lnTo>
                <a:moveTo>
                  <a:pt x="1963290" y="338117"/>
                </a:moveTo>
                <a:lnTo>
                  <a:pt x="1900779" y="279109"/>
                </a:lnTo>
                <a:moveTo>
                  <a:pt x="301082" y="753352"/>
                </a:moveTo>
                <a:lnTo>
                  <a:pt x="195721" y="750336"/>
                </a:lnTo>
                <a:moveTo>
                  <a:pt x="386243" y="385333"/>
                </a:moveTo>
                <a:lnTo>
                  <a:pt x="431733" y="381565"/>
                </a:lnTo>
                <a:moveTo>
                  <a:pt x="88307" y="697765"/>
                </a:moveTo>
                <a:lnTo>
                  <a:pt x="126183" y="714060"/>
                </a:lnTo>
                <a:moveTo>
                  <a:pt x="2083355" y="702260"/>
                </a:moveTo>
                <a:lnTo>
                  <a:pt x="2121616" y="714281"/>
                </a:lnTo>
                <a:moveTo>
                  <a:pt x="1738417" y="541795"/>
                </a:moveTo>
                <a:lnTo>
                  <a:pt x="1636467" y="488231"/>
                </a:lnTo>
                <a:moveTo>
                  <a:pt x="429278" y="385284"/>
                </a:moveTo>
                <a:lnTo>
                  <a:pt x="386243" y="385333"/>
                </a:lnTo>
                <a:moveTo>
                  <a:pt x="1745750" y="246263"/>
                </a:moveTo>
                <a:lnTo>
                  <a:pt x="1758250" y="247871"/>
                </a:lnTo>
                <a:moveTo>
                  <a:pt x="1268890" y="443109"/>
                </a:moveTo>
                <a:lnTo>
                  <a:pt x="1390224" y="429583"/>
                </a:lnTo>
                <a:moveTo>
                  <a:pt x="1614024" y="461582"/>
                </a:moveTo>
                <a:lnTo>
                  <a:pt x="1611205" y="471185"/>
                </a:lnTo>
                <a:moveTo>
                  <a:pt x="1745750" y="246263"/>
                </a:moveTo>
                <a:lnTo>
                  <a:pt x="1765963" y="251675"/>
                </a:lnTo>
                <a:moveTo>
                  <a:pt x="910712" y="119990"/>
                </a:moveTo>
                <a:lnTo>
                  <a:pt x="801262" y="177586"/>
                </a:lnTo>
                <a:moveTo>
                  <a:pt x="418988" y="723821"/>
                </a:moveTo>
                <a:lnTo>
                  <a:pt x="552678" y="732679"/>
                </a:lnTo>
                <a:moveTo>
                  <a:pt x="657999" y="736279"/>
                </a:moveTo>
                <a:lnTo>
                  <a:pt x="552678" y="732679"/>
                </a:lnTo>
                <a:moveTo>
                  <a:pt x="2440189" y="686417"/>
                </a:moveTo>
                <a:lnTo>
                  <a:pt x="2481734" y="649772"/>
                </a:lnTo>
                <a:moveTo>
                  <a:pt x="2333734" y="699613"/>
                </a:moveTo>
                <a:lnTo>
                  <a:pt x="2226640" y="722292"/>
                </a:lnTo>
                <a:moveTo>
                  <a:pt x="1600397" y="443755"/>
                </a:moveTo>
                <a:lnTo>
                  <a:pt x="1534330" y="437445"/>
                </a:lnTo>
                <a:moveTo>
                  <a:pt x="2440189" y="686417"/>
                </a:moveTo>
                <a:lnTo>
                  <a:pt x="2506355" y="646365"/>
                </a:lnTo>
                <a:moveTo>
                  <a:pt x="1133088" y="532360"/>
                </a:moveTo>
                <a:lnTo>
                  <a:pt x="1159987" y="439587"/>
                </a:lnTo>
                <a:moveTo>
                  <a:pt x="1860139" y="302337"/>
                </a:moveTo>
                <a:lnTo>
                  <a:pt x="1765963" y="251675"/>
                </a:lnTo>
                <a:moveTo>
                  <a:pt x="1636467" y="488231"/>
                </a:moveTo>
                <a:lnTo>
                  <a:pt x="1614024" y="461582"/>
                </a:lnTo>
                <a:moveTo>
                  <a:pt x="429278" y="385284"/>
                </a:moveTo>
                <a:lnTo>
                  <a:pt x="431733" y="381565"/>
                </a:lnTo>
                <a:moveTo>
                  <a:pt x="878999" y="589991"/>
                </a:moveTo>
                <a:lnTo>
                  <a:pt x="810989" y="612480"/>
                </a:lnTo>
                <a:moveTo>
                  <a:pt x="407645" y="738560"/>
                </a:moveTo>
                <a:lnTo>
                  <a:pt x="320140" y="724615"/>
                </a:lnTo>
                <a:moveTo>
                  <a:pt x="2422229" y="517934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215708" y="454131"/>
                </a:lnTo>
                <a:moveTo>
                  <a:pt x="1619405" y="162053"/>
                </a:moveTo>
                <a:lnTo>
                  <a:pt x="1758250" y="247871"/>
                </a:lnTo>
                <a:moveTo>
                  <a:pt x="531377" y="72883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159987" y="439587"/>
                </a:lnTo>
                <a:moveTo>
                  <a:pt x="646107" y="333467"/>
                </a:moveTo>
                <a:lnTo>
                  <a:pt x="650749" y="294747"/>
                </a:lnTo>
                <a:moveTo>
                  <a:pt x="88307" y="697765"/>
                </a:moveTo>
                <a:lnTo>
                  <a:pt x="195721" y="750336"/>
                </a:lnTo>
                <a:moveTo>
                  <a:pt x="1246777" y="547936"/>
                </a:moveTo>
                <a:lnTo>
                  <a:pt x="1159987" y="439587"/>
                </a:lnTo>
                <a:moveTo>
                  <a:pt x="1377521" y="446514"/>
                </a:moveTo>
                <a:lnTo>
                  <a:pt x="1390224" y="429583"/>
                </a:lnTo>
                <a:moveTo>
                  <a:pt x="1963290" y="338117"/>
                </a:moveTo>
                <a:lnTo>
                  <a:pt x="2005430" y="292637"/>
                </a:lnTo>
                <a:moveTo>
                  <a:pt x="2549888" y="625154"/>
                </a:moveTo>
                <a:lnTo>
                  <a:pt x="2482264" y="641917"/>
                </a:lnTo>
                <a:moveTo>
                  <a:pt x="1377521" y="446514"/>
                </a:moveTo>
                <a:lnTo>
                  <a:pt x="1268890" y="443109"/>
                </a:lnTo>
                <a:moveTo>
                  <a:pt x="2169927" y="386265"/>
                </a:moveTo>
                <a:lnTo>
                  <a:pt x="2108507" y="329503"/>
                </a:lnTo>
                <a:moveTo>
                  <a:pt x="1862289" y="587265"/>
                </a:moveTo>
                <a:lnTo>
                  <a:pt x="1878647" y="607110"/>
                </a:lnTo>
                <a:moveTo>
                  <a:pt x="1494992" y="441391"/>
                </a:moveTo>
                <a:lnTo>
                  <a:pt x="1390224" y="429583"/>
                </a:lnTo>
                <a:moveTo>
                  <a:pt x="2187757" y="719488"/>
                </a:moveTo>
                <a:lnTo>
                  <a:pt x="2121616" y="714281"/>
                </a:lnTo>
                <a:moveTo>
                  <a:pt x="1619405" y="162053"/>
                </a:moveTo>
                <a:lnTo>
                  <a:pt x="1515304" y="140360"/>
                </a:lnTo>
                <a:moveTo>
                  <a:pt x="1133088" y="532360"/>
                </a:moveTo>
                <a:lnTo>
                  <a:pt x="1028977" y="510821"/>
                </a:lnTo>
                <a:moveTo>
                  <a:pt x="878999" y="589991"/>
                </a:moveTo>
                <a:lnTo>
                  <a:pt x="921214" y="543401"/>
                </a:lnTo>
                <a:moveTo>
                  <a:pt x="1860139" y="302337"/>
                </a:moveTo>
                <a:lnTo>
                  <a:pt x="1745750" y="246263"/>
                </a:lnTo>
                <a:moveTo>
                  <a:pt x="707214" y="280270"/>
                </a:moveTo>
                <a:lnTo>
                  <a:pt x="689780" y="265282"/>
                </a:lnTo>
                <a:moveTo>
                  <a:pt x="767379" y="679741"/>
                </a:moveTo>
                <a:lnTo>
                  <a:pt x="788556" y="638463"/>
                </a:lnTo>
                <a:moveTo>
                  <a:pt x="281458" y="465131"/>
                </a:moveTo>
                <a:lnTo>
                  <a:pt x="325518" y="391201"/>
                </a:lnTo>
                <a:moveTo>
                  <a:pt x="1841704" y="575550"/>
                </a:moveTo>
                <a:lnTo>
                  <a:pt x="1868670" y="598754"/>
                </a:lnTo>
                <a:moveTo>
                  <a:pt x="157562" y="736818"/>
                </a:moveTo>
                <a:lnTo>
                  <a:pt x="195721" y="750336"/>
                </a:lnTo>
                <a:moveTo>
                  <a:pt x="2083355" y="702260"/>
                </a:moveTo>
                <a:lnTo>
                  <a:pt x="1981084" y="653458"/>
                </a:lnTo>
                <a:moveTo>
                  <a:pt x="172917" y="509253"/>
                </a:moveTo>
                <a:lnTo>
                  <a:pt x="189473" y="483117"/>
                </a:lnTo>
                <a:moveTo>
                  <a:pt x="815115" y="631648"/>
                </a:moveTo>
                <a:lnTo>
                  <a:pt x="788556" y="638463"/>
                </a:lnTo>
                <a:moveTo>
                  <a:pt x="1246777" y="547936"/>
                </a:moveTo>
                <a:lnTo>
                  <a:pt x="1268890" y="443109"/>
                </a:lnTo>
                <a:moveTo>
                  <a:pt x="531377" y="728839"/>
                </a:moveTo>
                <a:lnTo>
                  <a:pt x="418988" y="723821"/>
                </a:lnTo>
                <a:moveTo>
                  <a:pt x="1862289" y="587265"/>
                </a:moveTo>
                <a:lnTo>
                  <a:pt x="1868670" y="598754"/>
                </a:lnTo>
                <a:moveTo>
                  <a:pt x="1706481" y="234965"/>
                </a:moveTo>
                <a:lnTo>
                  <a:pt x="1758250" y="247871"/>
                </a:lnTo>
                <a:moveTo>
                  <a:pt x="2448686" y="560491"/>
                </a:moveTo>
                <a:lnTo>
                  <a:pt x="2422229" y="517934"/>
                </a:lnTo>
                <a:moveTo>
                  <a:pt x="407645" y="738560"/>
                </a:moveTo>
                <a:lnTo>
                  <a:pt x="301082" y="753352"/>
                </a:lnTo>
                <a:moveTo>
                  <a:pt x="532068" y="386182"/>
                </a:moveTo>
                <a:lnTo>
                  <a:pt x="429278" y="385284"/>
                </a:lnTo>
                <a:moveTo>
                  <a:pt x="326598" y="479864"/>
                </a:moveTo>
                <a:lnTo>
                  <a:pt x="325518" y="391201"/>
                </a:lnTo>
                <a:moveTo>
                  <a:pt x="1377521" y="446514"/>
                </a:moveTo>
                <a:lnTo>
                  <a:pt x="1494992" y="441391"/>
                </a:lnTo>
                <a:moveTo>
                  <a:pt x="1944384" y="618303"/>
                </a:moveTo>
                <a:lnTo>
                  <a:pt x="1878647" y="607110"/>
                </a:lnTo>
                <a:moveTo>
                  <a:pt x="1017315" y="104610"/>
                </a:moveTo>
                <a:lnTo>
                  <a:pt x="910712" y="119990"/>
                </a:lnTo>
                <a:moveTo>
                  <a:pt x="407645" y="738560"/>
                </a:moveTo>
                <a:lnTo>
                  <a:pt x="418988" y="723821"/>
                </a:lnTo>
                <a:moveTo>
                  <a:pt x="707214" y="280270"/>
                </a:moveTo>
                <a:lnTo>
                  <a:pt x="791361" y="186210"/>
                </a:lnTo>
                <a:moveTo>
                  <a:pt x="767379" y="679741"/>
                </a:moveTo>
                <a:lnTo>
                  <a:pt x="657999" y="736279"/>
                </a:lnTo>
                <a:moveTo>
                  <a:pt x="1963290" y="338117"/>
                </a:moveTo>
                <a:lnTo>
                  <a:pt x="2108507" y="329503"/>
                </a:lnTo>
                <a:moveTo>
                  <a:pt x="646107" y="333467"/>
                </a:moveTo>
                <a:lnTo>
                  <a:pt x="674435" y="289748"/>
                </a:lnTo>
                <a:moveTo>
                  <a:pt x="988855" y="526380"/>
                </a:moveTo>
                <a:lnTo>
                  <a:pt x="921214" y="543401"/>
                </a:lnTo>
                <a:moveTo>
                  <a:pt x="990383" y="524332"/>
                </a:moveTo>
                <a:lnTo>
                  <a:pt x="934956" y="538276"/>
                </a:lnTo>
                <a:moveTo>
                  <a:pt x="878999" y="589991"/>
                </a:moveTo>
                <a:lnTo>
                  <a:pt x="788556" y="638463"/>
                </a:lnTo>
                <a:moveTo>
                  <a:pt x="1711386" y="460151"/>
                </a:moveTo>
                <a:lnTo>
                  <a:pt x="1636467" y="488231"/>
                </a:lnTo>
                <a:moveTo>
                  <a:pt x="88307" y="697765"/>
                </a:moveTo>
                <a:lnTo>
                  <a:pt x="75443" y="586272"/>
                </a:lnTo>
                <a:moveTo>
                  <a:pt x="2187757" y="719488"/>
                </a:moveTo>
                <a:lnTo>
                  <a:pt x="2226640" y="722292"/>
                </a:lnTo>
                <a:moveTo>
                  <a:pt x="2440189" y="686417"/>
                </a:moveTo>
                <a:lnTo>
                  <a:pt x="2333734" y="699613"/>
                </a:lnTo>
                <a:moveTo>
                  <a:pt x="75443" y="586272"/>
                </a:moveTo>
                <a:lnTo>
                  <a:pt x="172917" y="509253"/>
                </a:lnTo>
                <a:moveTo>
                  <a:pt x="988855" y="526380"/>
                </a:moveTo>
                <a:lnTo>
                  <a:pt x="934956" y="538276"/>
                </a:lnTo>
                <a:moveTo>
                  <a:pt x="243705" y="478268"/>
                </a:moveTo>
                <a:lnTo>
                  <a:pt x="189473" y="483117"/>
                </a:lnTo>
                <a:moveTo>
                  <a:pt x="2079249" y="374061"/>
                </a:moveTo>
                <a:lnTo>
                  <a:pt x="2108507" y="329503"/>
                </a:lnTo>
                <a:moveTo>
                  <a:pt x="758757" y="228464"/>
                </a:moveTo>
                <a:lnTo>
                  <a:pt x="791361" y="186210"/>
                </a:lnTo>
                <a:moveTo>
                  <a:pt x="2208622" y="410271"/>
                </a:moveTo>
                <a:lnTo>
                  <a:pt x="2169927" y="386265"/>
                </a:lnTo>
                <a:moveTo>
                  <a:pt x="1080019" y="652315"/>
                </a:moveTo>
                <a:lnTo>
                  <a:pt x="1131489" y="556067"/>
                </a:lnTo>
                <a:moveTo>
                  <a:pt x="1841704" y="575550"/>
                </a:moveTo>
                <a:lnTo>
                  <a:pt x="1738417" y="541795"/>
                </a:lnTo>
                <a:moveTo>
                  <a:pt x="707214" y="280270"/>
                </a:moveTo>
                <a:lnTo>
                  <a:pt x="674435" y="289748"/>
                </a:lnTo>
                <a:moveTo>
                  <a:pt x="2310186" y="469555"/>
                </a:moveTo>
                <a:lnTo>
                  <a:pt x="2348758" y="476958"/>
                </a:lnTo>
                <a:moveTo>
                  <a:pt x="281458" y="465131"/>
                </a:moveTo>
                <a:lnTo>
                  <a:pt x="189473" y="483117"/>
                </a:lnTo>
                <a:moveTo>
                  <a:pt x="1155530" y="542524"/>
                </a:moveTo>
                <a:lnTo>
                  <a:pt x="1133088" y="532360"/>
                </a:lnTo>
                <a:moveTo>
                  <a:pt x="263703" y="728269"/>
                </a:moveTo>
                <a:lnTo>
                  <a:pt x="195721" y="750336"/>
                </a:lnTo>
                <a:moveTo>
                  <a:pt x="2008394" y="367589"/>
                </a:moveTo>
                <a:lnTo>
                  <a:pt x="2108507" y="329503"/>
                </a:lnTo>
                <a:moveTo>
                  <a:pt x="1155530" y="542524"/>
                </a:moveTo>
                <a:lnTo>
                  <a:pt x="1131489" y="556067"/>
                </a:lnTo>
                <a:moveTo>
                  <a:pt x="1706481" y="234965"/>
                </a:moveTo>
                <a:lnTo>
                  <a:pt x="1745750" y="246263"/>
                </a:lnTo>
                <a:moveTo>
                  <a:pt x="1963290" y="338117"/>
                </a:moveTo>
                <a:lnTo>
                  <a:pt x="1860139" y="302337"/>
                </a:lnTo>
                <a:moveTo>
                  <a:pt x="758757" y="228464"/>
                </a:moveTo>
                <a:lnTo>
                  <a:pt x="795672" y="184245"/>
                </a:lnTo>
                <a:moveTo>
                  <a:pt x="990383" y="524332"/>
                </a:moveTo>
                <a:lnTo>
                  <a:pt x="1028977" y="510821"/>
                </a:lnTo>
                <a:moveTo>
                  <a:pt x="620565" y="712009"/>
                </a:moveTo>
                <a:lnTo>
                  <a:pt x="552678" y="732679"/>
                </a:lnTo>
                <a:moveTo>
                  <a:pt x="1155530" y="542524"/>
                </a:moveTo>
                <a:lnTo>
                  <a:pt x="1246777" y="547936"/>
                </a:lnTo>
                <a:moveTo>
                  <a:pt x="1718103" y="263810"/>
                </a:moveTo>
                <a:lnTo>
                  <a:pt x="1745750" y="246263"/>
                </a:lnTo>
                <a:moveTo>
                  <a:pt x="513638" y="732199"/>
                </a:moveTo>
                <a:lnTo>
                  <a:pt x="418988" y="723821"/>
                </a:lnTo>
                <a:moveTo>
                  <a:pt x="871311" y="124877"/>
                </a:moveTo>
                <a:lnTo>
                  <a:pt x="801262" y="177586"/>
                </a:lnTo>
                <a:moveTo>
                  <a:pt x="2079249" y="374061"/>
                </a:moveTo>
                <a:lnTo>
                  <a:pt x="2169927" y="386265"/>
                </a:lnTo>
                <a:moveTo>
                  <a:pt x="326598" y="479864"/>
                </a:moveTo>
                <a:lnTo>
                  <a:pt x="429278" y="385284"/>
                </a:lnTo>
                <a:moveTo>
                  <a:pt x="818455" y="171167"/>
                </a:moveTo>
                <a:lnTo>
                  <a:pt x="795672" y="184245"/>
                </a:lnTo>
                <a:moveTo>
                  <a:pt x="2294098" y="707983"/>
                </a:moveTo>
                <a:lnTo>
                  <a:pt x="2226640" y="722292"/>
                </a:lnTo>
                <a:moveTo>
                  <a:pt x="815115" y="631648"/>
                </a:moveTo>
                <a:lnTo>
                  <a:pt x="767379" y="679741"/>
                </a:lnTo>
                <a:moveTo>
                  <a:pt x="1944384" y="618303"/>
                </a:moveTo>
                <a:lnTo>
                  <a:pt x="1981084" y="653458"/>
                </a:lnTo>
                <a:moveTo>
                  <a:pt x="1600397" y="443755"/>
                </a:moveTo>
                <a:lnTo>
                  <a:pt x="1494992" y="441391"/>
                </a:lnTo>
                <a:moveTo>
                  <a:pt x="1600397" y="443755"/>
                </a:moveTo>
                <a:lnTo>
                  <a:pt x="1614024" y="461582"/>
                </a:lnTo>
                <a:moveTo>
                  <a:pt x="1718103" y="263810"/>
                </a:moveTo>
                <a:lnTo>
                  <a:pt x="1860139" y="302337"/>
                </a:lnTo>
                <a:moveTo>
                  <a:pt x="1476562" y="445803"/>
                </a:moveTo>
                <a:lnTo>
                  <a:pt x="1377521" y="446514"/>
                </a:lnTo>
                <a:moveTo>
                  <a:pt x="1738417" y="541795"/>
                </a:moveTo>
                <a:lnTo>
                  <a:pt x="1711386" y="460151"/>
                </a:lnTo>
                <a:moveTo>
                  <a:pt x="1706481" y="234965"/>
                </a:moveTo>
                <a:lnTo>
                  <a:pt x="1619405" y="162053"/>
                </a:lnTo>
                <a:moveTo>
                  <a:pt x="243705" y="478268"/>
                </a:moveTo>
                <a:lnTo>
                  <a:pt x="172917" y="509253"/>
                </a:lnTo>
                <a:moveTo>
                  <a:pt x="2391241" y="501772"/>
                </a:moveTo>
                <a:lnTo>
                  <a:pt x="2348758" y="476958"/>
                </a:lnTo>
                <a:moveTo>
                  <a:pt x="389811" y="482664"/>
                </a:moveTo>
                <a:lnTo>
                  <a:pt x="429278" y="385284"/>
                </a:lnTo>
                <a:moveTo>
                  <a:pt x="407645" y="738560"/>
                </a:moveTo>
                <a:lnTo>
                  <a:pt x="399970" y="715659"/>
                </a:lnTo>
                <a:moveTo>
                  <a:pt x="871311" y="124877"/>
                </a:moveTo>
                <a:lnTo>
                  <a:pt x="795672" y="184245"/>
                </a:lnTo>
                <a:moveTo>
                  <a:pt x="1476562" y="445803"/>
                </a:moveTo>
                <a:lnTo>
                  <a:pt x="1494992" y="441391"/>
                </a:lnTo>
                <a:moveTo>
                  <a:pt x="2549888" y="625154"/>
                </a:moveTo>
                <a:lnTo>
                  <a:pt x="2448686" y="560491"/>
                </a:lnTo>
                <a:moveTo>
                  <a:pt x="513638" y="732199"/>
                </a:moveTo>
                <a:lnTo>
                  <a:pt x="531377" y="728839"/>
                </a:lnTo>
                <a:moveTo>
                  <a:pt x="157562" y="736818"/>
                </a:moveTo>
                <a:lnTo>
                  <a:pt x="88307" y="697765"/>
                </a:lnTo>
                <a:moveTo>
                  <a:pt x="2208622" y="410271"/>
                </a:moveTo>
                <a:lnTo>
                  <a:pt x="2079249" y="374061"/>
                </a:lnTo>
                <a:moveTo>
                  <a:pt x="532068" y="386182"/>
                </a:moveTo>
                <a:lnTo>
                  <a:pt x="646107" y="333467"/>
                </a:lnTo>
                <a:moveTo>
                  <a:pt x="263703" y="728269"/>
                </a:moveTo>
                <a:lnTo>
                  <a:pt x="301082" y="753352"/>
                </a:lnTo>
                <a:moveTo>
                  <a:pt x="1829842" y="353455"/>
                </a:moveTo>
                <a:lnTo>
                  <a:pt x="1860139" y="302337"/>
                </a:lnTo>
                <a:moveTo>
                  <a:pt x="1862289" y="587265"/>
                </a:moveTo>
                <a:lnTo>
                  <a:pt x="1841704" y="575550"/>
                </a:lnTo>
                <a:moveTo>
                  <a:pt x="1711386" y="460151"/>
                </a:moveTo>
                <a:lnTo>
                  <a:pt x="1614024" y="461582"/>
                </a:lnTo>
                <a:moveTo>
                  <a:pt x="513638" y="732199"/>
                </a:moveTo>
                <a:lnTo>
                  <a:pt x="407645" y="738560"/>
                </a:lnTo>
                <a:moveTo>
                  <a:pt x="815115" y="631648"/>
                </a:moveTo>
                <a:lnTo>
                  <a:pt x="878999" y="589991"/>
                </a:lnTo>
                <a:moveTo>
                  <a:pt x="871311" y="124877"/>
                </a:moveTo>
                <a:lnTo>
                  <a:pt x="910712" y="119990"/>
                </a:lnTo>
                <a:moveTo>
                  <a:pt x="550829" y="722238"/>
                </a:moveTo>
                <a:lnTo>
                  <a:pt x="531377" y="728839"/>
                </a:lnTo>
                <a:moveTo>
                  <a:pt x="2187757" y="719488"/>
                </a:moveTo>
                <a:lnTo>
                  <a:pt x="2083355" y="702260"/>
                </a:lnTo>
                <a:moveTo>
                  <a:pt x="512282" y="720644"/>
                </a:moveTo>
                <a:lnTo>
                  <a:pt x="407645" y="738560"/>
                </a:lnTo>
                <a:moveTo>
                  <a:pt x="1095535" y="509849"/>
                </a:moveTo>
                <a:lnTo>
                  <a:pt x="1028977" y="510821"/>
                </a:lnTo>
                <a:moveTo>
                  <a:pt x="1122739" y="106683"/>
                </a:moveTo>
                <a:lnTo>
                  <a:pt x="1017315" y="104610"/>
                </a:lnTo>
                <a:moveTo>
                  <a:pt x="620565" y="712009"/>
                </a:moveTo>
                <a:lnTo>
                  <a:pt x="657999" y="736279"/>
                </a:lnTo>
                <a:moveTo>
                  <a:pt x="501174" y="487241"/>
                </a:moveTo>
                <a:lnTo>
                  <a:pt x="429278" y="385284"/>
                </a:lnTo>
                <a:moveTo>
                  <a:pt x="2310186" y="469555"/>
                </a:moveTo>
                <a:lnTo>
                  <a:pt x="2208622" y="410271"/>
                </a:lnTo>
                <a:moveTo>
                  <a:pt x="2294098" y="707983"/>
                </a:moveTo>
                <a:lnTo>
                  <a:pt x="2333734" y="699613"/>
                </a:lnTo>
                <a:moveTo>
                  <a:pt x="2521183" y="742330"/>
                </a:moveTo>
                <a:lnTo>
                  <a:pt x="2440189" y="686417"/>
                </a:lnTo>
                <a:moveTo>
                  <a:pt x="243705" y="478268"/>
                </a:moveTo>
                <a:lnTo>
                  <a:pt x="281458" y="465131"/>
                </a:lnTo>
                <a:moveTo>
                  <a:pt x="2391241" y="501772"/>
                </a:moveTo>
                <a:lnTo>
                  <a:pt x="2422229" y="517934"/>
                </a:lnTo>
                <a:moveTo>
                  <a:pt x="2046578" y="668246"/>
                </a:moveTo>
                <a:lnTo>
                  <a:pt x="1981084" y="653458"/>
                </a:lnTo>
                <a:moveTo>
                  <a:pt x="1816630" y="462102"/>
                </a:moveTo>
                <a:lnTo>
                  <a:pt x="1738417" y="541795"/>
                </a:lnTo>
                <a:moveTo>
                  <a:pt x="140670" y="576490"/>
                </a:moveTo>
                <a:lnTo>
                  <a:pt x="75443" y="586272"/>
                </a:lnTo>
                <a:moveTo>
                  <a:pt x="707214" y="280270"/>
                </a:moveTo>
                <a:lnTo>
                  <a:pt x="646107" y="333467"/>
                </a:lnTo>
                <a:moveTo>
                  <a:pt x="2008394" y="367589"/>
                </a:moveTo>
                <a:lnTo>
                  <a:pt x="1963290" y="338117"/>
                </a:lnTo>
                <a:moveTo>
                  <a:pt x="137808" y="689579"/>
                </a:moveTo>
                <a:lnTo>
                  <a:pt x="75443" y="586272"/>
                </a:lnTo>
                <a:moveTo>
                  <a:pt x="620565" y="712009"/>
                </a:moveTo>
                <a:lnTo>
                  <a:pt x="531377" y="728839"/>
                </a:lnTo>
                <a:moveTo>
                  <a:pt x="512282" y="720644"/>
                </a:moveTo>
                <a:lnTo>
                  <a:pt x="399970" y="715659"/>
                </a:lnTo>
                <a:moveTo>
                  <a:pt x="2064865" y="397227"/>
                </a:moveTo>
                <a:lnTo>
                  <a:pt x="2208622" y="410271"/>
                </a:lnTo>
                <a:moveTo>
                  <a:pt x="263703" y="728269"/>
                </a:moveTo>
                <a:lnTo>
                  <a:pt x="407645" y="738560"/>
                </a:lnTo>
                <a:moveTo>
                  <a:pt x="275455" y="476801"/>
                </a:moveTo>
                <a:lnTo>
                  <a:pt x="243705" y="478268"/>
                </a:lnTo>
                <a:moveTo>
                  <a:pt x="2008394" y="367589"/>
                </a:moveTo>
                <a:lnTo>
                  <a:pt x="2079249" y="374061"/>
                </a:lnTo>
                <a:moveTo>
                  <a:pt x="2391241" y="501772"/>
                </a:moveTo>
                <a:lnTo>
                  <a:pt x="2448686" y="560491"/>
                </a:lnTo>
                <a:moveTo>
                  <a:pt x="731566" y="631442"/>
                </a:moveTo>
                <a:lnTo>
                  <a:pt x="657999" y="736279"/>
                </a:lnTo>
                <a:moveTo>
                  <a:pt x="1718103" y="263810"/>
                </a:moveTo>
                <a:lnTo>
                  <a:pt x="1706481" y="234965"/>
                </a:lnTo>
                <a:moveTo>
                  <a:pt x="1951025" y="362247"/>
                </a:moveTo>
                <a:lnTo>
                  <a:pt x="1963290" y="338117"/>
                </a:lnTo>
                <a:moveTo>
                  <a:pt x="978637" y="98769"/>
                </a:moveTo>
                <a:lnTo>
                  <a:pt x="910712" y="119990"/>
                </a:lnTo>
                <a:moveTo>
                  <a:pt x="1600397" y="443755"/>
                </a:moveTo>
                <a:lnTo>
                  <a:pt x="1711386" y="460151"/>
                </a:lnTo>
                <a:moveTo>
                  <a:pt x="2554932" y="631735"/>
                </a:moveTo>
                <a:lnTo>
                  <a:pt x="2549888" y="625154"/>
                </a:lnTo>
                <a:moveTo>
                  <a:pt x="1829842" y="353455"/>
                </a:moveTo>
                <a:lnTo>
                  <a:pt x="1963290" y="338117"/>
                </a:lnTo>
                <a:moveTo>
                  <a:pt x="1944384" y="618303"/>
                </a:moveTo>
                <a:lnTo>
                  <a:pt x="1862289" y="587265"/>
                </a:lnTo>
                <a:moveTo>
                  <a:pt x="512282" y="720644"/>
                </a:moveTo>
                <a:lnTo>
                  <a:pt x="513638" y="732199"/>
                </a:lnTo>
                <a:moveTo>
                  <a:pt x="275455" y="476801"/>
                </a:moveTo>
                <a:lnTo>
                  <a:pt x="281458" y="465131"/>
                </a:lnTo>
                <a:moveTo>
                  <a:pt x="2412268" y="521158"/>
                </a:moveTo>
                <a:lnTo>
                  <a:pt x="2448686" y="560491"/>
                </a:lnTo>
                <a:moveTo>
                  <a:pt x="625859" y="383219"/>
                </a:moveTo>
                <a:lnTo>
                  <a:pt x="532068" y="386182"/>
                </a:lnTo>
                <a:moveTo>
                  <a:pt x="326598" y="479864"/>
                </a:moveTo>
                <a:lnTo>
                  <a:pt x="281458" y="465131"/>
                </a:lnTo>
                <a:moveTo>
                  <a:pt x="1095535" y="509849"/>
                </a:moveTo>
                <a:lnTo>
                  <a:pt x="1133088" y="532360"/>
                </a:lnTo>
                <a:moveTo>
                  <a:pt x="140670" y="576490"/>
                </a:moveTo>
                <a:lnTo>
                  <a:pt x="172917" y="509253"/>
                </a:lnTo>
                <a:moveTo>
                  <a:pt x="137808" y="689579"/>
                </a:moveTo>
                <a:lnTo>
                  <a:pt x="88307" y="697765"/>
                </a:lnTo>
                <a:moveTo>
                  <a:pt x="988855" y="526380"/>
                </a:moveTo>
                <a:lnTo>
                  <a:pt x="878999" y="589991"/>
                </a:lnTo>
                <a:moveTo>
                  <a:pt x="2399576" y="709258"/>
                </a:moveTo>
                <a:lnTo>
                  <a:pt x="2333734" y="699613"/>
                </a:lnTo>
                <a:moveTo>
                  <a:pt x="707214" y="280270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600397" y="443755"/>
                </a:lnTo>
                <a:moveTo>
                  <a:pt x="550829" y="722238"/>
                </a:moveTo>
                <a:lnTo>
                  <a:pt x="513638" y="732199"/>
                </a:lnTo>
                <a:moveTo>
                  <a:pt x="263703" y="728269"/>
                </a:moveTo>
                <a:lnTo>
                  <a:pt x="399970" y="715659"/>
                </a:lnTo>
                <a:moveTo>
                  <a:pt x="501174" y="487241"/>
                </a:moveTo>
                <a:lnTo>
                  <a:pt x="532068" y="386182"/>
                </a:lnTo>
                <a:moveTo>
                  <a:pt x="1060881" y="636381"/>
                </a:moveTo>
                <a:lnTo>
                  <a:pt x="1080019" y="652315"/>
                </a:lnTo>
                <a:moveTo>
                  <a:pt x="512282" y="720644"/>
                </a:moveTo>
                <a:lnTo>
                  <a:pt x="550829" y="722238"/>
                </a:lnTo>
                <a:moveTo>
                  <a:pt x="1951025" y="362247"/>
                </a:moveTo>
                <a:lnTo>
                  <a:pt x="2008394" y="367589"/>
                </a:lnTo>
                <a:moveTo>
                  <a:pt x="1060881" y="636381"/>
                </a:moveTo>
                <a:lnTo>
                  <a:pt x="1131489" y="556067"/>
                </a:lnTo>
                <a:moveTo>
                  <a:pt x="2064865" y="397227"/>
                </a:moveTo>
                <a:lnTo>
                  <a:pt x="2079249" y="374061"/>
                </a:lnTo>
                <a:moveTo>
                  <a:pt x="1210661" y="532436"/>
                </a:moveTo>
                <a:lnTo>
                  <a:pt x="1133088" y="532360"/>
                </a:lnTo>
                <a:moveTo>
                  <a:pt x="1090997" y="577103"/>
                </a:moveTo>
                <a:lnTo>
                  <a:pt x="1131489" y="556067"/>
                </a:lnTo>
                <a:moveTo>
                  <a:pt x="295047" y="701746"/>
                </a:moveTo>
                <a:lnTo>
                  <a:pt x="399970" y="715659"/>
                </a:lnTo>
                <a:moveTo>
                  <a:pt x="263703" y="728269"/>
                </a:moveTo>
                <a:lnTo>
                  <a:pt x="157562" y="736818"/>
                </a:lnTo>
                <a:moveTo>
                  <a:pt x="1718103" y="263810"/>
                </a:moveTo>
                <a:lnTo>
                  <a:pt x="1829842" y="353455"/>
                </a:lnTo>
                <a:moveTo>
                  <a:pt x="275455" y="476801"/>
                </a:moveTo>
                <a:lnTo>
                  <a:pt x="326598" y="479864"/>
                </a:lnTo>
                <a:moveTo>
                  <a:pt x="625859" y="383219"/>
                </a:moveTo>
                <a:lnTo>
                  <a:pt x="646107" y="333467"/>
                </a:lnTo>
                <a:moveTo>
                  <a:pt x="1841704" y="575550"/>
                </a:moveTo>
                <a:lnTo>
                  <a:pt x="1816630" y="462102"/>
                </a:lnTo>
                <a:moveTo>
                  <a:pt x="2539441" y="779968"/>
                </a:moveTo>
                <a:lnTo>
                  <a:pt x="2521183" y="742330"/>
                </a:lnTo>
                <a:moveTo>
                  <a:pt x="2046578" y="668246"/>
                </a:moveTo>
                <a:lnTo>
                  <a:pt x="2083355" y="702260"/>
                </a:lnTo>
                <a:moveTo>
                  <a:pt x="731566" y="631442"/>
                </a:moveTo>
                <a:lnTo>
                  <a:pt x="767379" y="679741"/>
                </a:lnTo>
                <a:moveTo>
                  <a:pt x="2575976" y="743385"/>
                </a:moveTo>
                <a:lnTo>
                  <a:pt x="2554932" y="631735"/>
                </a:lnTo>
                <a:moveTo>
                  <a:pt x="1210661" y="532436"/>
                </a:moveTo>
                <a:lnTo>
                  <a:pt x="1155530" y="542524"/>
                </a:lnTo>
                <a:moveTo>
                  <a:pt x="140670" y="576490"/>
                </a:moveTo>
                <a:lnTo>
                  <a:pt x="243705" y="478268"/>
                </a:lnTo>
                <a:moveTo>
                  <a:pt x="1711386" y="460151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2008394" y="367589"/>
                </a:lnTo>
                <a:moveTo>
                  <a:pt x="399970" y="715659"/>
                </a:moveTo>
                <a:lnTo>
                  <a:pt x="379168" y="592414"/>
                </a:lnTo>
                <a:moveTo>
                  <a:pt x="1760995" y="347260"/>
                </a:moveTo>
                <a:lnTo>
                  <a:pt x="1718103" y="263810"/>
                </a:lnTo>
                <a:moveTo>
                  <a:pt x="818455" y="171167"/>
                </a:moveTo>
                <a:lnTo>
                  <a:pt x="758757" y="228464"/>
                </a:lnTo>
                <a:moveTo>
                  <a:pt x="1707424" y="422068"/>
                </a:moveTo>
                <a:lnTo>
                  <a:pt x="1711386" y="460151"/>
                </a:lnTo>
                <a:moveTo>
                  <a:pt x="1951025" y="362247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1017315" y="104610"/>
                </a:lnTo>
                <a:moveTo>
                  <a:pt x="988855" y="526380"/>
                </a:moveTo>
                <a:lnTo>
                  <a:pt x="990383" y="524332"/>
                </a:lnTo>
                <a:moveTo>
                  <a:pt x="2166901" y="449523"/>
                </a:moveTo>
                <a:lnTo>
                  <a:pt x="2208622" y="410271"/>
                </a:lnTo>
                <a:moveTo>
                  <a:pt x="731566" y="631442"/>
                </a:moveTo>
                <a:lnTo>
                  <a:pt x="815115" y="631648"/>
                </a:lnTo>
                <a:moveTo>
                  <a:pt x="1564703" y="393683"/>
                </a:moveTo>
                <a:lnTo>
                  <a:pt x="1494992" y="441391"/>
                </a:lnTo>
                <a:moveTo>
                  <a:pt x="326598" y="479864"/>
                </a:moveTo>
                <a:lnTo>
                  <a:pt x="389811" y="482664"/>
                </a:lnTo>
                <a:moveTo>
                  <a:pt x="743037" y="614694"/>
                </a:moveTo>
                <a:lnTo>
                  <a:pt x="815115" y="631648"/>
                </a:lnTo>
                <a:moveTo>
                  <a:pt x="625859" y="383219"/>
                </a:moveTo>
                <a:lnTo>
                  <a:pt x="707214" y="280270"/>
                </a:lnTo>
                <a:moveTo>
                  <a:pt x="997367" y="523913"/>
                </a:moveTo>
                <a:lnTo>
                  <a:pt x="990383" y="524332"/>
                </a:lnTo>
                <a:moveTo>
                  <a:pt x="157562" y="736818"/>
                </a:moveTo>
                <a:lnTo>
                  <a:pt x="137808" y="689579"/>
                </a:lnTo>
                <a:moveTo>
                  <a:pt x="988855" y="526380"/>
                </a:moveTo>
                <a:lnTo>
                  <a:pt x="988389" y="523476"/>
                </a:lnTo>
                <a:moveTo>
                  <a:pt x="988855" y="526380"/>
                </a:moveTo>
                <a:lnTo>
                  <a:pt x="997367" y="523913"/>
                </a:lnTo>
                <a:moveTo>
                  <a:pt x="2294098" y="707983"/>
                </a:moveTo>
                <a:lnTo>
                  <a:pt x="2187757" y="719488"/>
                </a:lnTo>
                <a:moveTo>
                  <a:pt x="1707424" y="422068"/>
                </a:moveTo>
                <a:lnTo>
                  <a:pt x="1829842" y="353455"/>
                </a:lnTo>
                <a:moveTo>
                  <a:pt x="2064865" y="397227"/>
                </a:moveTo>
                <a:lnTo>
                  <a:pt x="1951025" y="362247"/>
                </a:lnTo>
                <a:moveTo>
                  <a:pt x="988389" y="523476"/>
                </a:moveTo>
                <a:lnTo>
                  <a:pt x="997367" y="523913"/>
                </a:lnTo>
                <a:moveTo>
                  <a:pt x="1227906" y="112582"/>
                </a:moveTo>
                <a:lnTo>
                  <a:pt x="1122739" y="106683"/>
                </a:lnTo>
                <a:moveTo>
                  <a:pt x="2539441" y="779968"/>
                </a:moveTo>
                <a:lnTo>
                  <a:pt x="2575976" y="743385"/>
                </a:lnTo>
                <a:moveTo>
                  <a:pt x="1201145" y="509182"/>
                </a:moveTo>
                <a:lnTo>
                  <a:pt x="1133088" y="532360"/>
                </a:lnTo>
                <a:moveTo>
                  <a:pt x="2399576" y="709258"/>
                </a:moveTo>
                <a:lnTo>
                  <a:pt x="2440189" y="686417"/>
                </a:lnTo>
                <a:moveTo>
                  <a:pt x="550829" y="722238"/>
                </a:moveTo>
                <a:lnTo>
                  <a:pt x="620565" y="712009"/>
                </a:lnTo>
                <a:moveTo>
                  <a:pt x="743143" y="276020"/>
                </a:moveTo>
                <a:lnTo>
                  <a:pt x="707214" y="280270"/>
                </a:lnTo>
                <a:moveTo>
                  <a:pt x="1760995" y="347260"/>
                </a:moveTo>
                <a:lnTo>
                  <a:pt x="1829842" y="353455"/>
                </a:lnTo>
                <a:moveTo>
                  <a:pt x="2391241" y="501772"/>
                </a:moveTo>
                <a:lnTo>
                  <a:pt x="2310186" y="469555"/>
                </a:lnTo>
                <a:moveTo>
                  <a:pt x="2514023" y="577623"/>
                </a:moveTo>
                <a:lnTo>
                  <a:pt x="2448686" y="560491"/>
                </a:lnTo>
                <a:moveTo>
                  <a:pt x="512282" y="720644"/>
                </a:moveTo>
                <a:lnTo>
                  <a:pt x="379168" y="592414"/>
                </a:lnTo>
                <a:moveTo>
                  <a:pt x="252822" y="695724"/>
                </a:moveTo>
                <a:lnTo>
                  <a:pt x="157562" y="736818"/>
                </a:lnTo>
                <a:moveTo>
                  <a:pt x="1198925" y="542086"/>
                </a:moveTo>
                <a:lnTo>
                  <a:pt x="1131489" y="556067"/>
                </a:lnTo>
                <a:moveTo>
                  <a:pt x="1760995" y="347260"/>
                </a:moveTo>
                <a:lnTo>
                  <a:pt x="1707424" y="422068"/>
                </a:lnTo>
                <a:moveTo>
                  <a:pt x="140670" y="576490"/>
                </a:moveTo>
                <a:lnTo>
                  <a:pt x="275455" y="476801"/>
                </a:lnTo>
                <a:moveTo>
                  <a:pt x="605245" y="488689"/>
                </a:moveTo>
                <a:lnTo>
                  <a:pt x="532068" y="386182"/>
                </a:lnTo>
                <a:moveTo>
                  <a:pt x="512282" y="720644"/>
                </a:moveTo>
                <a:lnTo>
                  <a:pt x="496768" y="599668"/>
                </a:lnTo>
                <a:moveTo>
                  <a:pt x="1454598" y="460974"/>
                </a:moveTo>
                <a:lnTo>
                  <a:pt x="1476562" y="445803"/>
                </a:lnTo>
                <a:moveTo>
                  <a:pt x="818455" y="171167"/>
                </a:moveTo>
                <a:lnTo>
                  <a:pt x="871311" y="124877"/>
                </a:lnTo>
                <a:moveTo>
                  <a:pt x="374345" y="592029"/>
                </a:moveTo>
                <a:lnTo>
                  <a:pt x="275455" y="476801"/>
                </a:lnTo>
                <a:moveTo>
                  <a:pt x="2514205" y="730821"/>
                </a:moveTo>
                <a:lnTo>
                  <a:pt x="2440189" y="686417"/>
                </a:lnTo>
                <a:moveTo>
                  <a:pt x="844751" y="518505"/>
                </a:moveTo>
                <a:lnTo>
                  <a:pt x="815115" y="631648"/>
                </a:lnTo>
                <a:moveTo>
                  <a:pt x="1816630" y="462102"/>
                </a:moveTo>
                <a:lnTo>
                  <a:pt x="1711386" y="460151"/>
                </a:lnTo>
                <a:moveTo>
                  <a:pt x="1198925" y="542086"/>
                </a:moveTo>
                <a:lnTo>
                  <a:pt x="1155530" y="542524"/>
                </a:lnTo>
                <a:moveTo>
                  <a:pt x="743143" y="276020"/>
                </a:moveTo>
                <a:lnTo>
                  <a:pt x="758757" y="228464"/>
                </a:lnTo>
                <a:moveTo>
                  <a:pt x="374345" y="592029"/>
                </a:moveTo>
                <a:lnTo>
                  <a:pt x="326598" y="479864"/>
                </a:lnTo>
                <a:moveTo>
                  <a:pt x="1920592" y="577822"/>
                </a:moveTo>
                <a:lnTo>
                  <a:pt x="1841704" y="575550"/>
                </a:lnTo>
                <a:moveTo>
                  <a:pt x="295047" y="701746"/>
                </a:moveTo>
                <a:lnTo>
                  <a:pt x="263703" y="728269"/>
                </a:lnTo>
                <a:moveTo>
                  <a:pt x="1694174" y="338446"/>
                </a:moveTo>
                <a:lnTo>
                  <a:pt x="1718103" y="263810"/>
                </a:lnTo>
                <a:moveTo>
                  <a:pt x="1490509" y="437730"/>
                </a:moveTo>
                <a:lnTo>
                  <a:pt x="1476562" y="445803"/>
                </a:lnTo>
                <a:moveTo>
                  <a:pt x="2150037" y="699461"/>
                </a:moveTo>
                <a:lnTo>
                  <a:pt x="2083355" y="702260"/>
                </a:lnTo>
                <a:moveTo>
                  <a:pt x="1816630" y="462102"/>
                </a:moveTo>
                <a:lnTo>
                  <a:pt x="1829842" y="353455"/>
                </a:lnTo>
                <a:moveTo>
                  <a:pt x="1920592" y="577822"/>
                </a:moveTo>
                <a:lnTo>
                  <a:pt x="1862289" y="587265"/>
                </a:lnTo>
                <a:moveTo>
                  <a:pt x="501174" y="487241"/>
                </a:moveTo>
                <a:lnTo>
                  <a:pt x="389811" y="482664"/>
                </a:lnTo>
                <a:moveTo>
                  <a:pt x="1095535" y="509849"/>
                </a:moveTo>
                <a:lnTo>
                  <a:pt x="990383" y="524332"/>
                </a:lnTo>
                <a:moveTo>
                  <a:pt x="379168" y="592414"/>
                </a:moveTo>
                <a:lnTo>
                  <a:pt x="389811" y="482664"/>
                </a:lnTo>
                <a:moveTo>
                  <a:pt x="374345" y="592029"/>
                </a:moveTo>
                <a:lnTo>
                  <a:pt x="389811" y="482664"/>
                </a:lnTo>
                <a:moveTo>
                  <a:pt x="743143" y="276020"/>
                </a:moveTo>
                <a:lnTo>
                  <a:pt x="818455" y="171167"/>
                </a:lnTo>
                <a:moveTo>
                  <a:pt x="1083209" y="113473"/>
                </a:moveTo>
                <a:lnTo>
                  <a:pt x="1017315" y="104610"/>
                </a:lnTo>
                <a:moveTo>
                  <a:pt x="1564703" y="393683"/>
                </a:moveTo>
                <a:lnTo>
                  <a:pt x="1600397" y="443755"/>
                </a:lnTo>
                <a:moveTo>
                  <a:pt x="844751" y="518505"/>
                </a:moveTo>
                <a:lnTo>
                  <a:pt x="878999" y="589991"/>
                </a:lnTo>
                <a:moveTo>
                  <a:pt x="496768" y="599668"/>
                </a:moveTo>
                <a:lnTo>
                  <a:pt x="389811" y="482664"/>
                </a:lnTo>
                <a:moveTo>
                  <a:pt x="997367" y="523913"/>
                </a:moveTo>
                <a:lnTo>
                  <a:pt x="1095535" y="509849"/>
                </a:lnTo>
                <a:moveTo>
                  <a:pt x="2166901" y="449523"/>
                </a:moveTo>
                <a:lnTo>
                  <a:pt x="2310186" y="469555"/>
                </a:lnTo>
                <a:moveTo>
                  <a:pt x="2046578" y="668246"/>
                </a:moveTo>
                <a:lnTo>
                  <a:pt x="1944384" y="618303"/>
                </a:lnTo>
                <a:moveTo>
                  <a:pt x="295047" y="701746"/>
                </a:moveTo>
                <a:lnTo>
                  <a:pt x="379168" y="592414"/>
                </a:lnTo>
                <a:moveTo>
                  <a:pt x="295047" y="701746"/>
                </a:moveTo>
                <a:lnTo>
                  <a:pt x="374345" y="592029"/>
                </a:lnTo>
                <a:moveTo>
                  <a:pt x="2505232" y="707902"/>
                </a:moveTo>
                <a:lnTo>
                  <a:pt x="2440189" y="686417"/>
                </a:lnTo>
                <a:moveTo>
                  <a:pt x="512282" y="720644"/>
                </a:moveTo>
                <a:lnTo>
                  <a:pt x="605947" y="603309"/>
                </a:lnTo>
                <a:moveTo>
                  <a:pt x="1564703" y="393683"/>
                </a:moveTo>
                <a:lnTo>
                  <a:pt x="1476562" y="445803"/>
                </a:lnTo>
                <a:moveTo>
                  <a:pt x="1694174" y="338446"/>
                </a:moveTo>
                <a:lnTo>
                  <a:pt x="1707424" y="422068"/>
                </a:lnTo>
                <a:moveTo>
                  <a:pt x="625859" y="383219"/>
                </a:moveTo>
                <a:lnTo>
                  <a:pt x="743143" y="276020"/>
                </a:lnTo>
                <a:moveTo>
                  <a:pt x="252822" y="695724"/>
                </a:moveTo>
                <a:lnTo>
                  <a:pt x="263703" y="728269"/>
                </a:lnTo>
                <a:moveTo>
                  <a:pt x="1664324" y="218588"/>
                </a:moveTo>
                <a:lnTo>
                  <a:pt x="1706481" y="234965"/>
                </a:lnTo>
                <a:moveTo>
                  <a:pt x="247401" y="579080"/>
                </a:moveTo>
                <a:lnTo>
                  <a:pt x="275455" y="476801"/>
                </a:lnTo>
                <a:moveTo>
                  <a:pt x="550829" y="722238"/>
                </a:moveTo>
                <a:lnTo>
                  <a:pt x="605947" y="603309"/>
                </a:lnTo>
                <a:moveTo>
                  <a:pt x="137808" y="689579"/>
                </a:moveTo>
                <a:lnTo>
                  <a:pt x="140670" y="576490"/>
                </a:lnTo>
                <a:moveTo>
                  <a:pt x="1694174" y="338446"/>
                </a:moveTo>
                <a:lnTo>
                  <a:pt x="1760995" y="347260"/>
                </a:lnTo>
                <a:moveTo>
                  <a:pt x="374345" y="592029"/>
                </a:moveTo>
                <a:lnTo>
                  <a:pt x="379168" y="592414"/>
                </a:lnTo>
                <a:moveTo>
                  <a:pt x="2412268" y="521158"/>
                </a:moveTo>
                <a:lnTo>
                  <a:pt x="2391241" y="501772"/>
                </a:lnTo>
                <a:moveTo>
                  <a:pt x="252822" y="695724"/>
                </a:moveTo>
                <a:lnTo>
                  <a:pt x="295047" y="701746"/>
                </a:lnTo>
                <a:moveTo>
                  <a:pt x="1636355" y="329294"/>
                </a:moveTo>
                <a:lnTo>
                  <a:pt x="1706481" y="234965"/>
                </a:lnTo>
                <a:moveTo>
                  <a:pt x="2514205" y="730821"/>
                </a:moveTo>
                <a:lnTo>
                  <a:pt x="2521183" y="742330"/>
                </a:lnTo>
                <a:moveTo>
                  <a:pt x="2514023" y="577623"/>
                </a:moveTo>
                <a:lnTo>
                  <a:pt x="2549888" y="625154"/>
                </a:lnTo>
                <a:moveTo>
                  <a:pt x="731566" y="631442"/>
                </a:moveTo>
                <a:lnTo>
                  <a:pt x="620565" y="712009"/>
                </a:lnTo>
                <a:moveTo>
                  <a:pt x="496768" y="599668"/>
                </a:moveTo>
                <a:lnTo>
                  <a:pt x="501174" y="487241"/>
                </a:lnTo>
                <a:moveTo>
                  <a:pt x="1922893" y="464492"/>
                </a:moveTo>
                <a:lnTo>
                  <a:pt x="1951025" y="362247"/>
                </a:lnTo>
                <a:moveTo>
                  <a:pt x="496768" y="599668"/>
                </a:moveTo>
                <a:lnTo>
                  <a:pt x="379168" y="592414"/>
                </a:lnTo>
                <a:moveTo>
                  <a:pt x="2166901" y="449523"/>
                </a:moveTo>
                <a:lnTo>
                  <a:pt x="2064865" y="397227"/>
                </a:lnTo>
                <a:moveTo>
                  <a:pt x="2277559" y="487056"/>
                </a:moveTo>
                <a:lnTo>
                  <a:pt x="2310186" y="469555"/>
                </a:lnTo>
                <a:moveTo>
                  <a:pt x="1922893" y="464492"/>
                </a:moveTo>
                <a:lnTo>
                  <a:pt x="1829842" y="353455"/>
                </a:lnTo>
                <a:moveTo>
                  <a:pt x="978637" y="98769"/>
                </a:moveTo>
                <a:lnTo>
                  <a:pt x="871311" y="124877"/>
                </a:lnTo>
                <a:moveTo>
                  <a:pt x="1944384" y="618303"/>
                </a:moveTo>
                <a:lnTo>
                  <a:pt x="1920592" y="577822"/>
                </a:lnTo>
                <a:moveTo>
                  <a:pt x="853025" y="165644"/>
                </a:moveTo>
                <a:lnTo>
                  <a:pt x="818455" y="171167"/>
                </a:lnTo>
                <a:moveTo>
                  <a:pt x="1636355" y="329294"/>
                </a:moveTo>
                <a:lnTo>
                  <a:pt x="1718103" y="263810"/>
                </a:lnTo>
                <a:moveTo>
                  <a:pt x="844751" y="518505"/>
                </a:moveTo>
                <a:lnTo>
                  <a:pt x="988855" y="526380"/>
                </a:lnTo>
                <a:moveTo>
                  <a:pt x="252822" y="695724"/>
                </a:moveTo>
                <a:lnTo>
                  <a:pt x="140670" y="576490"/>
                </a:lnTo>
                <a:moveTo>
                  <a:pt x="728624" y="612742"/>
                </a:moveTo>
                <a:lnTo>
                  <a:pt x="620565" y="712009"/>
                </a:lnTo>
                <a:moveTo>
                  <a:pt x="844751" y="518505"/>
                </a:moveTo>
                <a:lnTo>
                  <a:pt x="988389" y="523476"/>
                </a:lnTo>
                <a:moveTo>
                  <a:pt x="252822" y="695724"/>
                </a:moveTo>
                <a:lnTo>
                  <a:pt x="137808" y="689579"/>
                </a:lnTo>
                <a:moveTo>
                  <a:pt x="2150037" y="699461"/>
                </a:moveTo>
                <a:lnTo>
                  <a:pt x="2187757" y="719488"/>
                </a:lnTo>
                <a:moveTo>
                  <a:pt x="2539441" y="779968"/>
                </a:moveTo>
                <a:lnTo>
                  <a:pt x="2514205" y="730821"/>
                </a:lnTo>
                <a:moveTo>
                  <a:pt x="857038" y="505645"/>
                </a:moveTo>
                <a:lnTo>
                  <a:pt x="988389" y="523476"/>
                </a:lnTo>
                <a:moveTo>
                  <a:pt x="1564703" y="393683"/>
                </a:moveTo>
                <a:lnTo>
                  <a:pt x="1707424" y="422068"/>
                </a:lnTo>
                <a:moveTo>
                  <a:pt x="2532822" y="615744"/>
                </a:moveTo>
                <a:lnTo>
                  <a:pt x="2549888" y="625154"/>
                </a:lnTo>
                <a:moveTo>
                  <a:pt x="1083209" y="113473"/>
                </a:moveTo>
                <a:lnTo>
                  <a:pt x="1122739" y="106683"/>
                </a:lnTo>
                <a:moveTo>
                  <a:pt x="2532822" y="615744"/>
                </a:moveTo>
                <a:lnTo>
                  <a:pt x="2554932" y="631735"/>
                </a:lnTo>
                <a:moveTo>
                  <a:pt x="2247260" y="483434"/>
                </a:moveTo>
                <a:lnTo>
                  <a:pt x="2310186" y="469555"/>
                </a:lnTo>
                <a:moveTo>
                  <a:pt x="620565" y="712009"/>
                </a:moveTo>
                <a:lnTo>
                  <a:pt x="605947" y="603309"/>
                </a:lnTo>
                <a:moveTo>
                  <a:pt x="2514205" y="730821"/>
                </a:moveTo>
                <a:lnTo>
                  <a:pt x="2575976" y="743385"/>
                </a:lnTo>
                <a:moveTo>
                  <a:pt x="2399576" y="709258"/>
                </a:moveTo>
                <a:lnTo>
                  <a:pt x="2294098" y="707983"/>
                </a:lnTo>
                <a:moveTo>
                  <a:pt x="295047" y="701746"/>
                </a:moveTo>
                <a:lnTo>
                  <a:pt x="247401" y="579080"/>
                </a:lnTo>
                <a:moveTo>
                  <a:pt x="853025" y="165644"/>
                </a:moveTo>
                <a:lnTo>
                  <a:pt x="871311" y="124877"/>
                </a:lnTo>
                <a:moveTo>
                  <a:pt x="1490509" y="437730"/>
                </a:moveTo>
                <a:lnTo>
                  <a:pt x="1454598" y="460974"/>
                </a:lnTo>
                <a:moveTo>
                  <a:pt x="2033118" y="468581"/>
                </a:moveTo>
                <a:lnTo>
                  <a:pt x="1951025" y="362247"/>
                </a:lnTo>
                <a:moveTo>
                  <a:pt x="605245" y="488689"/>
                </a:moveTo>
                <a:lnTo>
                  <a:pt x="625859" y="383219"/>
                </a:lnTo>
                <a:moveTo>
                  <a:pt x="247401" y="579080"/>
                </a:moveTo>
                <a:lnTo>
                  <a:pt x="140670" y="576490"/>
                </a:lnTo>
                <a:moveTo>
                  <a:pt x="605947" y="603309"/>
                </a:moveTo>
                <a:lnTo>
                  <a:pt x="501174" y="487241"/>
                </a:lnTo>
                <a:moveTo>
                  <a:pt x="1060881" y="636381"/>
                </a:moveTo>
                <a:lnTo>
                  <a:pt x="1090997" y="577103"/>
                </a:lnTo>
                <a:moveTo>
                  <a:pt x="743037" y="614694"/>
                </a:moveTo>
                <a:lnTo>
                  <a:pt x="731566" y="631442"/>
                </a:lnTo>
                <a:moveTo>
                  <a:pt x="247401" y="579080"/>
                </a:moveTo>
                <a:lnTo>
                  <a:pt x="374345" y="592029"/>
                </a:lnTo>
                <a:moveTo>
                  <a:pt x="743143" y="276020"/>
                </a:moveTo>
                <a:lnTo>
                  <a:pt x="853025" y="165644"/>
                </a:lnTo>
                <a:moveTo>
                  <a:pt x="605947" y="603309"/>
                </a:moveTo>
                <a:lnTo>
                  <a:pt x="496768" y="599668"/>
                </a:lnTo>
                <a:moveTo>
                  <a:pt x="1922893" y="464492"/>
                </a:moveTo>
                <a:lnTo>
                  <a:pt x="1816630" y="462102"/>
                </a:lnTo>
                <a:moveTo>
                  <a:pt x="728624" y="612742"/>
                </a:moveTo>
                <a:lnTo>
                  <a:pt x="731566" y="631442"/>
                </a:lnTo>
                <a:moveTo>
                  <a:pt x="1920592" y="577822"/>
                </a:moveTo>
                <a:lnTo>
                  <a:pt x="1816630" y="462102"/>
                </a:lnTo>
                <a:moveTo>
                  <a:pt x="605245" y="488689"/>
                </a:moveTo>
                <a:lnTo>
                  <a:pt x="501174" y="487241"/>
                </a:lnTo>
                <a:moveTo>
                  <a:pt x="955559" y="440786"/>
                </a:moveTo>
                <a:lnTo>
                  <a:pt x="988389" y="523476"/>
                </a:lnTo>
                <a:moveTo>
                  <a:pt x="728624" y="612742"/>
                </a:moveTo>
                <a:lnTo>
                  <a:pt x="743037" y="614694"/>
                </a:lnTo>
                <a:moveTo>
                  <a:pt x="2532822" y="615744"/>
                </a:moveTo>
                <a:lnTo>
                  <a:pt x="2575976" y="743385"/>
                </a:lnTo>
                <a:moveTo>
                  <a:pt x="2277559" y="487056"/>
                </a:moveTo>
                <a:lnTo>
                  <a:pt x="2391241" y="501772"/>
                </a:lnTo>
                <a:moveTo>
                  <a:pt x="2033118" y="468581"/>
                </a:moveTo>
                <a:lnTo>
                  <a:pt x="2064865" y="397227"/>
                </a:lnTo>
                <a:moveTo>
                  <a:pt x="252822" y="695724"/>
                </a:moveTo>
                <a:lnTo>
                  <a:pt x="247401" y="579080"/>
                </a:lnTo>
                <a:moveTo>
                  <a:pt x="2505232" y="707902"/>
                </a:moveTo>
                <a:lnTo>
                  <a:pt x="2575976" y="743385"/>
                </a:lnTo>
                <a:moveTo>
                  <a:pt x="720115" y="380455"/>
                </a:moveTo>
                <a:lnTo>
                  <a:pt x="625859" y="383219"/>
                </a:lnTo>
                <a:moveTo>
                  <a:pt x="2255540" y="700359"/>
                </a:moveTo>
                <a:lnTo>
                  <a:pt x="2187757" y="719488"/>
                </a:lnTo>
                <a:moveTo>
                  <a:pt x="988389" y="523476"/>
                </a:moveTo>
                <a:lnTo>
                  <a:pt x="1071456" y="401592"/>
                </a:lnTo>
                <a:moveTo>
                  <a:pt x="2412268" y="521158"/>
                </a:moveTo>
                <a:lnTo>
                  <a:pt x="2277559" y="487056"/>
                </a:lnTo>
                <a:moveTo>
                  <a:pt x="997367" y="523913"/>
                </a:moveTo>
                <a:lnTo>
                  <a:pt x="1071456" y="401592"/>
                </a:lnTo>
                <a:moveTo>
                  <a:pt x="1201145" y="509182"/>
                </a:moveTo>
                <a:lnTo>
                  <a:pt x="1095535" y="509849"/>
                </a:lnTo>
                <a:moveTo>
                  <a:pt x="1564703" y="393683"/>
                </a:moveTo>
                <a:lnTo>
                  <a:pt x="1694174" y="338446"/>
                </a:lnTo>
                <a:moveTo>
                  <a:pt x="743037" y="614694"/>
                </a:moveTo>
                <a:lnTo>
                  <a:pt x="844751" y="518505"/>
                </a:lnTo>
                <a:moveTo>
                  <a:pt x="2514023" y="577623"/>
                </a:moveTo>
                <a:lnTo>
                  <a:pt x="2412268" y="521158"/>
                </a:lnTo>
                <a:moveTo>
                  <a:pt x="853025" y="165644"/>
                </a:moveTo>
                <a:lnTo>
                  <a:pt x="978637" y="98769"/>
                </a:lnTo>
                <a:moveTo>
                  <a:pt x="728624" y="612742"/>
                </a:moveTo>
                <a:lnTo>
                  <a:pt x="605947" y="603309"/>
                </a:lnTo>
                <a:moveTo>
                  <a:pt x="1441265" y="430655"/>
                </a:moveTo>
                <a:lnTo>
                  <a:pt x="1454598" y="460974"/>
                </a:lnTo>
                <a:moveTo>
                  <a:pt x="1490509" y="437730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060881" y="636381"/>
                </a:lnTo>
                <a:moveTo>
                  <a:pt x="1186202" y="151585"/>
                </a:moveTo>
                <a:lnTo>
                  <a:pt x="1122739" y="106683"/>
                </a:lnTo>
                <a:moveTo>
                  <a:pt x="1031701" y="397764"/>
                </a:moveTo>
                <a:lnTo>
                  <a:pt x="988389" y="523476"/>
                </a:lnTo>
                <a:moveTo>
                  <a:pt x="1079502" y="633681"/>
                </a:moveTo>
                <a:lnTo>
                  <a:pt x="1090997" y="577103"/>
                </a:lnTo>
                <a:moveTo>
                  <a:pt x="720115" y="380455"/>
                </a:moveTo>
                <a:lnTo>
                  <a:pt x="743143" y="276020"/>
                </a:lnTo>
                <a:moveTo>
                  <a:pt x="713080" y="491753"/>
                </a:moveTo>
                <a:lnTo>
                  <a:pt x="625859" y="383219"/>
                </a:lnTo>
                <a:moveTo>
                  <a:pt x="1201145" y="509182"/>
                </a:moveTo>
                <a:lnTo>
                  <a:pt x="1210661" y="532436"/>
                </a:lnTo>
                <a:moveTo>
                  <a:pt x="728624" y="612742"/>
                </a:moveTo>
                <a:lnTo>
                  <a:pt x="605245" y="488689"/>
                </a:lnTo>
                <a:moveTo>
                  <a:pt x="743037" y="614694"/>
                </a:moveTo>
                <a:lnTo>
                  <a:pt x="841478" y="503642"/>
                </a:lnTo>
                <a:moveTo>
                  <a:pt x="1198925" y="542086"/>
                </a:moveTo>
                <a:lnTo>
                  <a:pt x="1090997" y="577103"/>
                </a:lnTo>
                <a:moveTo>
                  <a:pt x="1441265" y="430655"/>
                </a:moveTo>
                <a:lnTo>
                  <a:pt x="1490509" y="437730"/>
                </a:lnTo>
                <a:moveTo>
                  <a:pt x="1198925" y="542086"/>
                </a:moveTo>
                <a:lnTo>
                  <a:pt x="1210661" y="532436"/>
                </a:lnTo>
                <a:moveTo>
                  <a:pt x="1636355" y="329294"/>
                </a:moveTo>
                <a:lnTo>
                  <a:pt x="1694174" y="338446"/>
                </a:lnTo>
                <a:moveTo>
                  <a:pt x="728624" y="612742"/>
                </a:moveTo>
                <a:lnTo>
                  <a:pt x="841478" y="503642"/>
                </a:lnTo>
                <a:moveTo>
                  <a:pt x="605947" y="603309"/>
                </a:moveTo>
                <a:lnTo>
                  <a:pt x="605245" y="488689"/>
                </a:lnTo>
                <a:moveTo>
                  <a:pt x="2150037" y="699461"/>
                </a:moveTo>
                <a:lnTo>
                  <a:pt x="2046578" y="668246"/>
                </a:lnTo>
                <a:moveTo>
                  <a:pt x="2269122" y="499077"/>
                </a:moveTo>
                <a:lnTo>
                  <a:pt x="2412268" y="521158"/>
                </a:lnTo>
                <a:moveTo>
                  <a:pt x="1920592" y="577822"/>
                </a:moveTo>
                <a:lnTo>
                  <a:pt x="1922893" y="464492"/>
                </a:lnTo>
                <a:moveTo>
                  <a:pt x="2006511" y="574478"/>
                </a:moveTo>
                <a:lnTo>
                  <a:pt x="1944384" y="618303"/>
                </a:lnTo>
                <a:moveTo>
                  <a:pt x="857038" y="505645"/>
                </a:moveTo>
                <a:lnTo>
                  <a:pt x="844751" y="518505"/>
                </a:lnTo>
                <a:moveTo>
                  <a:pt x="2013644" y="577292"/>
                </a:moveTo>
                <a:lnTo>
                  <a:pt x="1944384" y="618303"/>
                </a:lnTo>
                <a:moveTo>
                  <a:pt x="1083209" y="113473"/>
                </a:moveTo>
                <a:lnTo>
                  <a:pt x="978637" y="98769"/>
                </a:lnTo>
                <a:moveTo>
                  <a:pt x="2247260" y="483434"/>
                </a:moveTo>
                <a:lnTo>
                  <a:pt x="2166901" y="449523"/>
                </a:lnTo>
                <a:moveTo>
                  <a:pt x="1095535" y="509849"/>
                </a:moveTo>
                <a:lnTo>
                  <a:pt x="1071456" y="401592"/>
                </a:lnTo>
                <a:moveTo>
                  <a:pt x="841478" y="503642"/>
                </a:moveTo>
                <a:lnTo>
                  <a:pt x="844751" y="518505"/>
                </a:lnTo>
                <a:moveTo>
                  <a:pt x="1190626" y="409520"/>
                </a:moveTo>
                <a:lnTo>
                  <a:pt x="1095535" y="509849"/>
                </a:lnTo>
                <a:moveTo>
                  <a:pt x="2255540" y="700359"/>
                </a:moveTo>
                <a:lnTo>
                  <a:pt x="2294098" y="707983"/>
                </a:lnTo>
                <a:moveTo>
                  <a:pt x="2033118" y="468581"/>
                </a:moveTo>
                <a:lnTo>
                  <a:pt x="2166901" y="449523"/>
                </a:lnTo>
                <a:moveTo>
                  <a:pt x="841478" y="503642"/>
                </a:moveTo>
                <a:lnTo>
                  <a:pt x="857038" y="505645"/>
                </a:lnTo>
                <a:moveTo>
                  <a:pt x="1636355" y="329294"/>
                </a:moveTo>
                <a:lnTo>
                  <a:pt x="1564703" y="393683"/>
                </a:lnTo>
                <a:moveTo>
                  <a:pt x="1079502" y="633681"/>
                </a:moveTo>
                <a:lnTo>
                  <a:pt x="1198925" y="542086"/>
                </a:lnTo>
                <a:moveTo>
                  <a:pt x="2150028" y="475539"/>
                </a:moveTo>
                <a:lnTo>
                  <a:pt x="2166901" y="449523"/>
                </a:lnTo>
                <a:moveTo>
                  <a:pt x="728624" y="612742"/>
                </a:moveTo>
                <a:lnTo>
                  <a:pt x="713080" y="491753"/>
                </a:lnTo>
                <a:moveTo>
                  <a:pt x="828877" y="269599"/>
                </a:moveTo>
                <a:lnTo>
                  <a:pt x="743143" y="276020"/>
                </a:lnTo>
                <a:moveTo>
                  <a:pt x="2505232" y="707902"/>
                </a:moveTo>
                <a:lnTo>
                  <a:pt x="2399576" y="709258"/>
                </a:lnTo>
                <a:moveTo>
                  <a:pt x="1186202" y="151585"/>
                </a:moveTo>
                <a:lnTo>
                  <a:pt x="1227906" y="112582"/>
                </a:lnTo>
                <a:moveTo>
                  <a:pt x="2033118" y="468581"/>
                </a:moveTo>
                <a:lnTo>
                  <a:pt x="1922893" y="464492"/>
                </a:lnTo>
                <a:moveTo>
                  <a:pt x="1920592" y="577822"/>
                </a:moveTo>
                <a:lnTo>
                  <a:pt x="2033118" y="468581"/>
                </a:lnTo>
                <a:moveTo>
                  <a:pt x="1636355" y="329294"/>
                </a:moveTo>
                <a:lnTo>
                  <a:pt x="1664324" y="218588"/>
                </a:lnTo>
                <a:moveTo>
                  <a:pt x="823247" y="381500"/>
                </a:moveTo>
                <a:lnTo>
                  <a:pt x="743143" y="276020"/>
                </a:lnTo>
                <a:moveTo>
                  <a:pt x="841478" y="503642"/>
                </a:moveTo>
                <a:lnTo>
                  <a:pt x="720115" y="380455"/>
                </a:lnTo>
                <a:moveTo>
                  <a:pt x="857038" y="505645"/>
                </a:moveTo>
                <a:lnTo>
                  <a:pt x="955559" y="440786"/>
                </a:lnTo>
                <a:moveTo>
                  <a:pt x="2247260" y="483434"/>
                </a:moveTo>
                <a:lnTo>
                  <a:pt x="2277559" y="487056"/>
                </a:lnTo>
                <a:moveTo>
                  <a:pt x="2505232" y="707902"/>
                </a:moveTo>
                <a:lnTo>
                  <a:pt x="2514205" y="730821"/>
                </a:lnTo>
                <a:moveTo>
                  <a:pt x="713080" y="491753"/>
                </a:moveTo>
                <a:lnTo>
                  <a:pt x="605245" y="488689"/>
                </a:lnTo>
                <a:moveTo>
                  <a:pt x="2532822" y="615744"/>
                </a:moveTo>
                <a:lnTo>
                  <a:pt x="2514023" y="577623"/>
                </a:lnTo>
                <a:moveTo>
                  <a:pt x="2372547" y="530781"/>
                </a:moveTo>
                <a:lnTo>
                  <a:pt x="2412268" y="521158"/>
                </a:lnTo>
                <a:moveTo>
                  <a:pt x="2269122" y="499077"/>
                </a:moveTo>
                <a:lnTo>
                  <a:pt x="2277559" y="487056"/>
                </a:lnTo>
                <a:moveTo>
                  <a:pt x="841478" y="503642"/>
                </a:moveTo>
                <a:lnTo>
                  <a:pt x="713080" y="491753"/>
                </a:lnTo>
                <a:moveTo>
                  <a:pt x="1310314" y="455760"/>
                </a:moveTo>
                <a:lnTo>
                  <a:pt x="1201145" y="509182"/>
                </a:lnTo>
                <a:moveTo>
                  <a:pt x="1201145" y="509182"/>
                </a:moveTo>
                <a:lnTo>
                  <a:pt x="1190626" y="409520"/>
                </a:lnTo>
                <a:moveTo>
                  <a:pt x="2013644" y="577292"/>
                </a:moveTo>
                <a:lnTo>
                  <a:pt x="2046578" y="668246"/>
                </a:lnTo>
                <a:moveTo>
                  <a:pt x="2360650" y="707103"/>
                </a:moveTo>
                <a:lnTo>
                  <a:pt x="2294098" y="707983"/>
                </a:lnTo>
                <a:moveTo>
                  <a:pt x="828877" y="269599"/>
                </a:moveTo>
                <a:lnTo>
                  <a:pt x="853025" y="165644"/>
                </a:lnTo>
                <a:moveTo>
                  <a:pt x="2150028" y="475539"/>
                </a:moveTo>
                <a:lnTo>
                  <a:pt x="2247260" y="483434"/>
                </a:lnTo>
                <a:moveTo>
                  <a:pt x="2269122" y="499077"/>
                </a:moveTo>
                <a:lnTo>
                  <a:pt x="2247260" y="483434"/>
                </a:lnTo>
                <a:moveTo>
                  <a:pt x="2532822" y="615744"/>
                </a:moveTo>
                <a:lnTo>
                  <a:pt x="2505232" y="707902"/>
                </a:lnTo>
                <a:moveTo>
                  <a:pt x="713080" y="491753"/>
                </a:moveTo>
                <a:lnTo>
                  <a:pt x="720115" y="380455"/>
                </a:lnTo>
                <a:moveTo>
                  <a:pt x="944708" y="161776"/>
                </a:moveTo>
                <a:lnTo>
                  <a:pt x="978637" y="98769"/>
                </a:lnTo>
                <a:moveTo>
                  <a:pt x="2150028" y="475539"/>
                </a:moveTo>
                <a:lnTo>
                  <a:pt x="2033118" y="468581"/>
                </a:lnTo>
                <a:moveTo>
                  <a:pt x="1360584" y="419663"/>
                </a:moveTo>
                <a:lnTo>
                  <a:pt x="1441265" y="430655"/>
                </a:lnTo>
                <a:moveTo>
                  <a:pt x="1490509" y="437730"/>
                </a:moveTo>
                <a:lnTo>
                  <a:pt x="1536807" y="314125"/>
                </a:lnTo>
                <a:moveTo>
                  <a:pt x="1304806" y="415307"/>
                </a:moveTo>
                <a:lnTo>
                  <a:pt x="1201145" y="509182"/>
                </a:lnTo>
                <a:moveTo>
                  <a:pt x="2269122" y="499077"/>
                </a:moveTo>
                <a:lnTo>
                  <a:pt x="2150028" y="475539"/>
                </a:lnTo>
                <a:moveTo>
                  <a:pt x="2006511" y="574478"/>
                </a:moveTo>
                <a:lnTo>
                  <a:pt x="1920592" y="577822"/>
                </a:lnTo>
                <a:moveTo>
                  <a:pt x="944708" y="161776"/>
                </a:moveTo>
                <a:lnTo>
                  <a:pt x="853025" y="165644"/>
                </a:lnTo>
                <a:moveTo>
                  <a:pt x="2014033" y="571515"/>
                </a:moveTo>
                <a:lnTo>
                  <a:pt x="1920592" y="577822"/>
                </a:lnTo>
                <a:moveTo>
                  <a:pt x="857038" y="505645"/>
                </a:moveTo>
                <a:lnTo>
                  <a:pt x="941638" y="389094"/>
                </a:lnTo>
                <a:moveTo>
                  <a:pt x="841478" y="503642"/>
                </a:moveTo>
                <a:lnTo>
                  <a:pt x="823247" y="381500"/>
                </a:lnTo>
                <a:moveTo>
                  <a:pt x="1031701" y="397764"/>
                </a:moveTo>
                <a:lnTo>
                  <a:pt x="955559" y="440786"/>
                </a:lnTo>
                <a:moveTo>
                  <a:pt x="1420380" y="389046"/>
                </a:moveTo>
                <a:lnTo>
                  <a:pt x="1441265" y="430655"/>
                </a:lnTo>
                <a:moveTo>
                  <a:pt x="2255540" y="700359"/>
                </a:moveTo>
                <a:lnTo>
                  <a:pt x="2150037" y="699461"/>
                </a:lnTo>
                <a:moveTo>
                  <a:pt x="841478" y="503642"/>
                </a:moveTo>
                <a:lnTo>
                  <a:pt x="941638" y="389094"/>
                </a:lnTo>
                <a:moveTo>
                  <a:pt x="2476831" y="549759"/>
                </a:moveTo>
                <a:lnTo>
                  <a:pt x="2412268" y="521158"/>
                </a:lnTo>
                <a:moveTo>
                  <a:pt x="1190626" y="409520"/>
                </a:moveTo>
                <a:lnTo>
                  <a:pt x="1071456" y="401592"/>
                </a:lnTo>
                <a:moveTo>
                  <a:pt x="1536807" y="314125"/>
                </a:moveTo>
                <a:lnTo>
                  <a:pt x="1564703" y="393683"/>
                </a:lnTo>
                <a:moveTo>
                  <a:pt x="823247" y="381500"/>
                </a:moveTo>
                <a:lnTo>
                  <a:pt x="720115" y="380455"/>
                </a:lnTo>
                <a:moveTo>
                  <a:pt x="2360650" y="707103"/>
                </a:moveTo>
                <a:lnTo>
                  <a:pt x="2399576" y="709258"/>
                </a:lnTo>
                <a:moveTo>
                  <a:pt x="2118562" y="586873"/>
                </a:moveTo>
                <a:lnTo>
                  <a:pt x="2046578" y="668246"/>
                </a:lnTo>
                <a:moveTo>
                  <a:pt x="1031701" y="397764"/>
                </a:moveTo>
                <a:lnTo>
                  <a:pt x="1071456" y="401592"/>
                </a:lnTo>
                <a:moveTo>
                  <a:pt x="1360584" y="419663"/>
                </a:moveTo>
                <a:lnTo>
                  <a:pt x="1310314" y="455760"/>
                </a:lnTo>
                <a:moveTo>
                  <a:pt x="1441265" y="430655"/>
                </a:moveTo>
                <a:lnTo>
                  <a:pt x="1536807" y="314125"/>
                </a:lnTo>
                <a:moveTo>
                  <a:pt x="1186202" y="151585"/>
                </a:moveTo>
                <a:lnTo>
                  <a:pt x="1083209" y="113473"/>
                </a:lnTo>
                <a:moveTo>
                  <a:pt x="1543709" y="200699"/>
                </a:moveTo>
                <a:lnTo>
                  <a:pt x="1664324" y="218588"/>
                </a:lnTo>
                <a:moveTo>
                  <a:pt x="1304806" y="415307"/>
                </a:moveTo>
                <a:lnTo>
                  <a:pt x="1310314" y="455760"/>
                </a:lnTo>
                <a:moveTo>
                  <a:pt x="2014033" y="571515"/>
                </a:moveTo>
                <a:lnTo>
                  <a:pt x="2033118" y="468581"/>
                </a:lnTo>
                <a:moveTo>
                  <a:pt x="944708" y="161776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955559" y="440786"/>
                </a:lnTo>
                <a:moveTo>
                  <a:pt x="1304806" y="415307"/>
                </a:moveTo>
                <a:lnTo>
                  <a:pt x="1190626" y="409520"/>
                </a:lnTo>
                <a:moveTo>
                  <a:pt x="1536807" y="314125"/>
                </a:moveTo>
                <a:lnTo>
                  <a:pt x="1636355" y="329294"/>
                </a:lnTo>
                <a:moveTo>
                  <a:pt x="1065573" y="374849"/>
                </a:moveTo>
                <a:lnTo>
                  <a:pt x="1071456" y="401592"/>
                </a:lnTo>
                <a:moveTo>
                  <a:pt x="1065573" y="374849"/>
                </a:moveTo>
                <a:lnTo>
                  <a:pt x="1190626" y="409520"/>
                </a:lnTo>
                <a:moveTo>
                  <a:pt x="1543709" y="200699"/>
                </a:moveTo>
                <a:lnTo>
                  <a:pt x="1636355" y="329294"/>
                </a:lnTo>
                <a:moveTo>
                  <a:pt x="1518552" y="311460"/>
                </a:moveTo>
                <a:lnTo>
                  <a:pt x="1441265" y="430655"/>
                </a:lnTo>
                <a:moveTo>
                  <a:pt x="1536984" y="225437"/>
                </a:moveTo>
                <a:lnTo>
                  <a:pt x="1636355" y="329294"/>
                </a:lnTo>
                <a:moveTo>
                  <a:pt x="929373" y="269513"/>
                </a:moveTo>
                <a:lnTo>
                  <a:pt x="853025" y="165644"/>
                </a:lnTo>
                <a:moveTo>
                  <a:pt x="2372547" y="530781"/>
                </a:moveTo>
                <a:lnTo>
                  <a:pt x="2269122" y="499077"/>
                </a:lnTo>
                <a:moveTo>
                  <a:pt x="1031701" y="397764"/>
                </a:moveTo>
                <a:lnTo>
                  <a:pt x="1065573" y="374849"/>
                </a:lnTo>
                <a:moveTo>
                  <a:pt x="1304806" y="415307"/>
                </a:moveTo>
                <a:lnTo>
                  <a:pt x="1360584" y="419663"/>
                </a:lnTo>
                <a:moveTo>
                  <a:pt x="1056783" y="166659"/>
                </a:moveTo>
                <a:lnTo>
                  <a:pt x="1083209" y="113473"/>
                </a:lnTo>
                <a:moveTo>
                  <a:pt x="941638" y="389094"/>
                </a:moveTo>
                <a:lnTo>
                  <a:pt x="1031701" y="397764"/>
                </a:lnTo>
                <a:moveTo>
                  <a:pt x="1360584" y="419663"/>
                </a:moveTo>
                <a:lnTo>
                  <a:pt x="1420380" y="389046"/>
                </a:lnTo>
                <a:moveTo>
                  <a:pt x="2469702" y="655409"/>
                </a:moveTo>
                <a:lnTo>
                  <a:pt x="2399576" y="709258"/>
                </a:lnTo>
                <a:moveTo>
                  <a:pt x="823247" y="381500"/>
                </a:moveTo>
                <a:lnTo>
                  <a:pt x="828877" y="269599"/>
                </a:lnTo>
                <a:moveTo>
                  <a:pt x="941638" y="389094"/>
                </a:moveTo>
                <a:lnTo>
                  <a:pt x="828877" y="269599"/>
                </a:lnTo>
                <a:moveTo>
                  <a:pt x="2476831" y="549759"/>
                </a:moveTo>
                <a:lnTo>
                  <a:pt x="2514023" y="577623"/>
                </a:lnTo>
                <a:moveTo>
                  <a:pt x="1174633" y="323035"/>
                </a:moveTo>
                <a:lnTo>
                  <a:pt x="1190626" y="409520"/>
                </a:lnTo>
                <a:moveTo>
                  <a:pt x="2118562" y="586873"/>
                </a:moveTo>
                <a:lnTo>
                  <a:pt x="2150037" y="699461"/>
                </a:lnTo>
                <a:moveTo>
                  <a:pt x="2119623" y="571142"/>
                </a:moveTo>
                <a:lnTo>
                  <a:pt x="2033118" y="468581"/>
                </a:lnTo>
                <a:moveTo>
                  <a:pt x="941638" y="389094"/>
                </a:moveTo>
                <a:lnTo>
                  <a:pt x="823247" y="381500"/>
                </a:lnTo>
                <a:moveTo>
                  <a:pt x="2006511" y="574478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06511" y="574478"/>
                </a:lnTo>
                <a:moveTo>
                  <a:pt x="2119623" y="571142"/>
                </a:moveTo>
                <a:lnTo>
                  <a:pt x="2150028" y="475539"/>
                </a:lnTo>
                <a:moveTo>
                  <a:pt x="2119623" y="571142"/>
                </a:moveTo>
                <a:lnTo>
                  <a:pt x="2269122" y="499077"/>
                </a:lnTo>
                <a:moveTo>
                  <a:pt x="2494889" y="599448"/>
                </a:moveTo>
                <a:lnTo>
                  <a:pt x="2514023" y="577623"/>
                </a:lnTo>
                <a:moveTo>
                  <a:pt x="2012735" y="574151"/>
                </a:moveTo>
                <a:lnTo>
                  <a:pt x="2006511" y="574478"/>
                </a:lnTo>
                <a:moveTo>
                  <a:pt x="1174633" y="323035"/>
                </a:moveTo>
                <a:lnTo>
                  <a:pt x="1304806" y="415307"/>
                </a:lnTo>
                <a:moveTo>
                  <a:pt x="2012735" y="574151"/>
                </a:moveTo>
                <a:lnTo>
                  <a:pt x="2014033" y="571515"/>
                </a:lnTo>
                <a:moveTo>
                  <a:pt x="2013644" y="577292"/>
                </a:moveTo>
                <a:lnTo>
                  <a:pt x="2012735" y="574151"/>
                </a:lnTo>
                <a:moveTo>
                  <a:pt x="1174633" y="323035"/>
                </a:moveTo>
                <a:lnTo>
                  <a:pt x="1065573" y="374849"/>
                </a:lnTo>
                <a:moveTo>
                  <a:pt x="2469702" y="655409"/>
                </a:moveTo>
                <a:lnTo>
                  <a:pt x="2532822" y="615744"/>
                </a:lnTo>
                <a:moveTo>
                  <a:pt x="2494889" y="599448"/>
                </a:moveTo>
                <a:lnTo>
                  <a:pt x="2532822" y="615744"/>
                </a:lnTo>
                <a:moveTo>
                  <a:pt x="2360650" y="707103"/>
                </a:moveTo>
                <a:lnTo>
                  <a:pt x="2255540" y="700359"/>
                </a:lnTo>
                <a:moveTo>
                  <a:pt x="1177131" y="175093"/>
                </a:moveTo>
                <a:lnTo>
                  <a:pt x="1186202" y="151585"/>
                </a:lnTo>
                <a:moveTo>
                  <a:pt x="2469702" y="655409"/>
                </a:moveTo>
                <a:lnTo>
                  <a:pt x="2505232" y="707902"/>
                </a:lnTo>
                <a:moveTo>
                  <a:pt x="1056783" y="166659"/>
                </a:moveTo>
                <a:lnTo>
                  <a:pt x="1186202" y="151585"/>
                </a:lnTo>
                <a:moveTo>
                  <a:pt x="1518552" y="311460"/>
                </a:moveTo>
                <a:lnTo>
                  <a:pt x="1420380" y="389046"/>
                </a:lnTo>
                <a:moveTo>
                  <a:pt x="1543709" y="200699"/>
                </a:moveTo>
                <a:lnTo>
                  <a:pt x="1539582" y="186938"/>
                </a:lnTo>
                <a:moveTo>
                  <a:pt x="1257181" y="179616"/>
                </a:moveTo>
                <a:lnTo>
                  <a:pt x="1186202" y="151585"/>
                </a:lnTo>
                <a:moveTo>
                  <a:pt x="1537624" y="200158"/>
                </a:moveTo>
                <a:lnTo>
                  <a:pt x="1539582" y="186938"/>
                </a:lnTo>
                <a:moveTo>
                  <a:pt x="929373" y="269513"/>
                </a:moveTo>
                <a:lnTo>
                  <a:pt x="828877" y="269599"/>
                </a:lnTo>
                <a:moveTo>
                  <a:pt x="1056783" y="166659"/>
                </a:moveTo>
                <a:lnTo>
                  <a:pt x="944708" y="161776"/>
                </a:lnTo>
                <a:moveTo>
                  <a:pt x="1536984" y="225437"/>
                </a:moveTo>
                <a:lnTo>
                  <a:pt x="1536807" y="314125"/>
                </a:lnTo>
                <a:moveTo>
                  <a:pt x="1537624" y="200158"/>
                </a:moveTo>
                <a:lnTo>
                  <a:pt x="1543709" y="200699"/>
                </a:lnTo>
                <a:moveTo>
                  <a:pt x="1543709" y="200699"/>
                </a:moveTo>
                <a:lnTo>
                  <a:pt x="1536984" y="225437"/>
                </a:lnTo>
                <a:moveTo>
                  <a:pt x="2118562" y="586873"/>
                </a:moveTo>
                <a:lnTo>
                  <a:pt x="2255540" y="700359"/>
                </a:lnTo>
                <a:moveTo>
                  <a:pt x="1031701" y="397764"/>
                </a:moveTo>
                <a:lnTo>
                  <a:pt x="1044477" y="275696"/>
                </a:lnTo>
                <a:moveTo>
                  <a:pt x="1537624" y="200158"/>
                </a:moveTo>
                <a:lnTo>
                  <a:pt x="1536984" y="225437"/>
                </a:lnTo>
                <a:moveTo>
                  <a:pt x="1518552" y="311460"/>
                </a:moveTo>
                <a:lnTo>
                  <a:pt x="1536807" y="314125"/>
                </a:lnTo>
                <a:moveTo>
                  <a:pt x="2226861" y="579616"/>
                </a:moveTo>
                <a:lnTo>
                  <a:pt x="2269122" y="499077"/>
                </a:lnTo>
                <a:moveTo>
                  <a:pt x="1165344" y="284352"/>
                </a:moveTo>
                <a:lnTo>
                  <a:pt x="1065573" y="374849"/>
                </a:lnTo>
                <a:moveTo>
                  <a:pt x="1518552" y="311460"/>
                </a:moveTo>
                <a:lnTo>
                  <a:pt x="1537624" y="200158"/>
                </a:lnTo>
                <a:moveTo>
                  <a:pt x="1518552" y="311460"/>
                </a:moveTo>
                <a:lnTo>
                  <a:pt x="1536984" y="225437"/>
                </a:lnTo>
                <a:moveTo>
                  <a:pt x="941638" y="389094"/>
                </a:moveTo>
                <a:lnTo>
                  <a:pt x="929373" y="269513"/>
                </a:lnTo>
                <a:moveTo>
                  <a:pt x="1065573" y="374849"/>
                </a:moveTo>
                <a:lnTo>
                  <a:pt x="1044477" y="275696"/>
                </a:lnTo>
                <a:moveTo>
                  <a:pt x="1282298" y="291913"/>
                </a:moveTo>
                <a:lnTo>
                  <a:pt x="1304806" y="415307"/>
                </a:lnTo>
                <a:moveTo>
                  <a:pt x="1283878" y="291375"/>
                </a:moveTo>
                <a:lnTo>
                  <a:pt x="1304806" y="415307"/>
                </a:lnTo>
                <a:moveTo>
                  <a:pt x="2119623" y="571142"/>
                </a:moveTo>
                <a:lnTo>
                  <a:pt x="2014033" y="571515"/>
                </a:lnTo>
                <a:moveTo>
                  <a:pt x="929373" y="269513"/>
                </a:moveTo>
                <a:lnTo>
                  <a:pt x="944708" y="161776"/>
                </a:lnTo>
                <a:moveTo>
                  <a:pt x="1360584" y="419663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056783" y="166659"/>
                </a:lnTo>
                <a:moveTo>
                  <a:pt x="2118562" y="586873"/>
                </a:moveTo>
                <a:lnTo>
                  <a:pt x="2013644" y="577292"/>
                </a:lnTo>
                <a:moveTo>
                  <a:pt x="2012735" y="574151"/>
                </a:moveTo>
                <a:lnTo>
                  <a:pt x="2119623" y="571142"/>
                </a:lnTo>
                <a:moveTo>
                  <a:pt x="1410488" y="188811"/>
                </a:moveTo>
                <a:lnTo>
                  <a:pt x="1539582" y="186938"/>
                </a:lnTo>
                <a:moveTo>
                  <a:pt x="1304806" y="415307"/>
                </a:moveTo>
                <a:lnTo>
                  <a:pt x="1399152" y="298264"/>
                </a:lnTo>
                <a:moveTo>
                  <a:pt x="1177131" y="175093"/>
                </a:moveTo>
                <a:lnTo>
                  <a:pt x="1257181" y="179616"/>
                </a:lnTo>
                <a:moveTo>
                  <a:pt x="2116868" y="575626"/>
                </a:moveTo>
                <a:lnTo>
                  <a:pt x="2013644" y="577292"/>
                </a:lnTo>
                <a:moveTo>
                  <a:pt x="941638" y="389094"/>
                </a:moveTo>
                <a:lnTo>
                  <a:pt x="1044477" y="275696"/>
                </a:lnTo>
                <a:moveTo>
                  <a:pt x="2476831" y="549759"/>
                </a:moveTo>
                <a:lnTo>
                  <a:pt x="2372547" y="530781"/>
                </a:lnTo>
                <a:moveTo>
                  <a:pt x="1537624" y="200158"/>
                </a:moveTo>
                <a:lnTo>
                  <a:pt x="1410488" y="188811"/>
                </a:lnTo>
                <a:moveTo>
                  <a:pt x="2116868" y="575626"/>
                </a:moveTo>
                <a:lnTo>
                  <a:pt x="2012735" y="574151"/>
                </a:lnTo>
                <a:moveTo>
                  <a:pt x="1044477" y="275696"/>
                </a:moveTo>
                <a:lnTo>
                  <a:pt x="944708" y="161776"/>
                </a:lnTo>
                <a:moveTo>
                  <a:pt x="1257181" y="179616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420380" y="389046"/>
                </a:lnTo>
                <a:moveTo>
                  <a:pt x="2255540" y="700359"/>
                </a:moveTo>
                <a:lnTo>
                  <a:pt x="2226861" y="579616"/>
                </a:lnTo>
                <a:moveTo>
                  <a:pt x="1410488" y="188811"/>
                </a:moveTo>
                <a:lnTo>
                  <a:pt x="1293385" y="181770"/>
                </a:lnTo>
                <a:moveTo>
                  <a:pt x="1174633" y="323035"/>
                </a:moveTo>
                <a:lnTo>
                  <a:pt x="1165344" y="284352"/>
                </a:lnTo>
                <a:moveTo>
                  <a:pt x="1165344" y="284352"/>
                </a:moveTo>
                <a:lnTo>
                  <a:pt x="1177131" y="175093"/>
                </a:lnTo>
                <a:moveTo>
                  <a:pt x="1165344" y="284352"/>
                </a:moveTo>
                <a:lnTo>
                  <a:pt x="1056783" y="166659"/>
                </a:lnTo>
                <a:moveTo>
                  <a:pt x="1282298" y="291913"/>
                </a:moveTo>
                <a:lnTo>
                  <a:pt x="1174633" y="323035"/>
                </a:lnTo>
                <a:moveTo>
                  <a:pt x="1282683" y="286208"/>
                </a:moveTo>
                <a:lnTo>
                  <a:pt x="1177131" y="175093"/>
                </a:lnTo>
                <a:moveTo>
                  <a:pt x="1044477" y="275696"/>
                </a:moveTo>
                <a:lnTo>
                  <a:pt x="1056783" y="166659"/>
                </a:lnTo>
                <a:moveTo>
                  <a:pt x="1282124" y="291255"/>
                </a:moveTo>
                <a:lnTo>
                  <a:pt x="1174633" y="323035"/>
                </a:lnTo>
                <a:moveTo>
                  <a:pt x="1282124" y="291255"/>
                </a:moveTo>
                <a:lnTo>
                  <a:pt x="1177131" y="175093"/>
                </a:lnTo>
                <a:moveTo>
                  <a:pt x="1399152" y="298264"/>
                </a:moveTo>
                <a:lnTo>
                  <a:pt x="1537624" y="200158"/>
                </a:lnTo>
                <a:moveTo>
                  <a:pt x="2226861" y="579616"/>
                </a:moveTo>
                <a:lnTo>
                  <a:pt x="2372547" y="530781"/>
                </a:lnTo>
                <a:moveTo>
                  <a:pt x="1282683" y="286208"/>
                </a:moveTo>
                <a:lnTo>
                  <a:pt x="1257181" y="179616"/>
                </a:lnTo>
                <a:moveTo>
                  <a:pt x="1282683" y="286208"/>
                </a:moveTo>
                <a:lnTo>
                  <a:pt x="1293385" y="181770"/>
                </a:lnTo>
                <a:moveTo>
                  <a:pt x="1399152" y="298264"/>
                </a:moveTo>
                <a:lnTo>
                  <a:pt x="1518552" y="311460"/>
                </a:lnTo>
                <a:moveTo>
                  <a:pt x="1283878" y="291375"/>
                </a:moveTo>
                <a:lnTo>
                  <a:pt x="1293385" y="181770"/>
                </a:lnTo>
                <a:moveTo>
                  <a:pt x="2116868" y="575626"/>
                </a:moveTo>
                <a:lnTo>
                  <a:pt x="2119623" y="571142"/>
                </a:lnTo>
                <a:moveTo>
                  <a:pt x="2469702" y="655409"/>
                </a:moveTo>
                <a:lnTo>
                  <a:pt x="2360650" y="707103"/>
                </a:lnTo>
                <a:moveTo>
                  <a:pt x="2336849" y="583603"/>
                </a:moveTo>
                <a:lnTo>
                  <a:pt x="2255540" y="700359"/>
                </a:lnTo>
                <a:moveTo>
                  <a:pt x="2116868" y="575626"/>
                </a:moveTo>
                <a:lnTo>
                  <a:pt x="2118562" y="586873"/>
                </a:lnTo>
                <a:moveTo>
                  <a:pt x="1044477" y="275696"/>
                </a:moveTo>
                <a:lnTo>
                  <a:pt x="929373" y="269513"/>
                </a:lnTo>
                <a:moveTo>
                  <a:pt x="1399152" y="298264"/>
                </a:moveTo>
                <a:lnTo>
                  <a:pt x="1293385" y="181770"/>
                </a:lnTo>
                <a:moveTo>
                  <a:pt x="2165275" y="577535"/>
                </a:moveTo>
                <a:lnTo>
                  <a:pt x="2119623" y="571142"/>
                </a:lnTo>
                <a:moveTo>
                  <a:pt x="1399152" y="298264"/>
                </a:moveTo>
                <a:lnTo>
                  <a:pt x="1410488" y="188811"/>
                </a:lnTo>
                <a:moveTo>
                  <a:pt x="1165344" y="284352"/>
                </a:moveTo>
                <a:lnTo>
                  <a:pt x="1044477" y="275696"/>
                </a:lnTo>
                <a:moveTo>
                  <a:pt x="2165275" y="577535"/>
                </a:moveTo>
                <a:lnTo>
                  <a:pt x="2118562" y="586873"/>
                </a:lnTo>
                <a:moveTo>
                  <a:pt x="1282124" y="291255"/>
                </a:moveTo>
                <a:lnTo>
                  <a:pt x="1165344" y="284352"/>
                </a:lnTo>
                <a:moveTo>
                  <a:pt x="2336849" y="583603"/>
                </a:moveTo>
                <a:lnTo>
                  <a:pt x="2372547" y="530781"/>
                </a:lnTo>
                <a:moveTo>
                  <a:pt x="2116868" y="575626"/>
                </a:moveTo>
                <a:lnTo>
                  <a:pt x="2165275" y="577535"/>
                </a:lnTo>
                <a:moveTo>
                  <a:pt x="2494889" y="599448"/>
                </a:moveTo>
                <a:lnTo>
                  <a:pt x="2476831" y="549759"/>
                </a:lnTo>
                <a:moveTo>
                  <a:pt x="1283878" y="291375"/>
                </a:moveTo>
                <a:lnTo>
                  <a:pt x="1282683" y="286208"/>
                </a:lnTo>
                <a:moveTo>
                  <a:pt x="1282124" y="291255"/>
                </a:moveTo>
                <a:lnTo>
                  <a:pt x="1282683" y="286208"/>
                </a:lnTo>
                <a:moveTo>
                  <a:pt x="1283878" y="29137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2298" y="291913"/>
                </a:lnTo>
                <a:moveTo>
                  <a:pt x="1282124" y="291255"/>
                </a:moveTo>
                <a:lnTo>
                  <a:pt x="1283878" y="291375"/>
                </a:lnTo>
                <a:moveTo>
                  <a:pt x="2119623" y="571142"/>
                </a:moveTo>
                <a:lnTo>
                  <a:pt x="2226861" y="579616"/>
                </a:lnTo>
                <a:moveTo>
                  <a:pt x="2118562" y="586873"/>
                </a:moveTo>
                <a:lnTo>
                  <a:pt x="2226861" y="579616"/>
                </a:lnTo>
                <a:moveTo>
                  <a:pt x="1283878" y="291375"/>
                </a:moveTo>
                <a:lnTo>
                  <a:pt x="1399152" y="298264"/>
                </a:lnTo>
                <a:moveTo>
                  <a:pt x="2494889" y="599448"/>
                </a:moveTo>
                <a:lnTo>
                  <a:pt x="2469702" y="655409"/>
                </a:lnTo>
                <a:moveTo>
                  <a:pt x="2360650" y="707103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757499" y="665361"/>
                </a:lnTo>
                <a:moveTo>
                  <a:pt x="2455565" y="591337"/>
                </a:moveTo>
                <a:lnTo>
                  <a:pt x="2360650" y="707103"/>
                </a:lnTo>
                <a:moveTo>
                  <a:pt x="2165275" y="577535"/>
                </a:moveTo>
                <a:lnTo>
                  <a:pt x="2226861" y="579616"/>
                </a:lnTo>
                <a:moveTo>
                  <a:pt x="2336849" y="583603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76831" y="549759"/>
                </a:lnTo>
                <a:moveTo>
                  <a:pt x="2455565" y="591337"/>
                </a:moveTo>
                <a:lnTo>
                  <a:pt x="2469702" y="655409"/>
                </a:lnTo>
                <a:moveTo>
                  <a:pt x="2455565" y="591337"/>
                </a:moveTo>
                <a:lnTo>
                  <a:pt x="2494889" y="599448"/>
                </a:lnTo>
                <a:moveTo>
                  <a:pt x="2336849" y="583603"/>
                </a:moveTo>
                <a:lnTo>
                  <a:pt x="2226861" y="579616"/>
                </a:lnTo>
                <a:moveTo>
                  <a:pt x="1757499" y="665361"/>
                </a:moveTo>
                <a:lnTo>
                  <a:pt x="1837930" y="542346"/>
                </a:lnTo>
                <a:moveTo>
                  <a:pt x="2455565" y="591337"/>
                </a:moveTo>
                <a:lnTo>
                  <a:pt x="2336849" y="583603"/>
                </a:lnTo>
                <a:moveTo>
                  <a:pt x="1862191" y="667076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7930" y="542346"/>
                </a:lnTo>
                <a:moveTo>
                  <a:pt x="1832992" y="532002"/>
                </a:moveTo>
                <a:lnTo>
                  <a:pt x="1837930" y="542346"/>
                </a:lnTo>
                <a:moveTo>
                  <a:pt x="1805610" y="539478"/>
                </a:moveTo>
                <a:lnTo>
                  <a:pt x="1832992" y="532002"/>
                </a:lnTo>
                <a:moveTo>
                  <a:pt x="1850028" y="540334"/>
                </a:moveTo>
                <a:lnTo>
                  <a:pt x="1837930" y="542346"/>
                </a:lnTo>
                <a:moveTo>
                  <a:pt x="1850028" y="540334"/>
                </a:moveTo>
                <a:lnTo>
                  <a:pt x="1832992" y="53200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532" name="9lfa_0_build_ReferenceLigand_0">
            <a:extLst>
              <a:ext uri="{FF2B5EF4-FFF2-40B4-BE49-F238E27FC236}">
                <a16:creationId xmlns:a16="http://schemas.microsoft.com/office/drawing/2014/main" id="{837A8B64-D015-4E83-B127-579890A1604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05689" y="293908"/>
                </a:moveTo>
                <a:lnTo>
                  <a:pt x="1741569" y="35902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3" name="9lfa_0_build_ReferenceLigand_1">
            <a:extLst>
              <a:ext uri="{FF2B5EF4-FFF2-40B4-BE49-F238E27FC236}">
                <a16:creationId xmlns:a16="http://schemas.microsoft.com/office/drawing/2014/main" id="{CF2AD626-D701-4C26-B0F2-55092593962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1499" y="281863"/>
                </a:moveTo>
                <a:lnTo>
                  <a:pt x="1605689" y="2939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4" name="9lfa_0_build_ReferenceLigand_2">
            <a:extLst>
              <a:ext uri="{FF2B5EF4-FFF2-40B4-BE49-F238E27FC236}">
                <a16:creationId xmlns:a16="http://schemas.microsoft.com/office/drawing/2014/main" id="{CB019E03-C839-4319-AC59-8C3CB550842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037691" y="47485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5" name="9lfa_0_build_ReferenceLigand_3">
            <a:extLst>
              <a:ext uri="{FF2B5EF4-FFF2-40B4-BE49-F238E27FC236}">
                <a16:creationId xmlns:a16="http://schemas.microsoft.com/office/drawing/2014/main" id="{D5FDAB49-E68F-4D3C-B108-44907C4BC33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41569" y="359028"/>
                </a:moveTo>
                <a:lnTo>
                  <a:pt x="1761979" y="4137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6" name="9lfa_0_build_ReferenceLigand_4">
            <a:extLst>
              <a:ext uri="{FF2B5EF4-FFF2-40B4-BE49-F238E27FC236}">
                <a16:creationId xmlns:a16="http://schemas.microsoft.com/office/drawing/2014/main" id="{55E59DFF-97AD-4C7A-AC10-28819B40A17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73507" y="596329"/>
                </a:moveTo>
                <a:lnTo>
                  <a:pt x="423177" y="5564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7" name="9lfa_0_build_ReferenceLigand_5">
            <a:extLst>
              <a:ext uri="{FF2B5EF4-FFF2-40B4-BE49-F238E27FC236}">
                <a16:creationId xmlns:a16="http://schemas.microsoft.com/office/drawing/2014/main" id="{48C35401-7FA6-433B-8AA5-BB07CF54D14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2579" y="60303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8" name="9lfa_0_build_ReferenceLigand_6">
            <a:extLst>
              <a:ext uri="{FF2B5EF4-FFF2-40B4-BE49-F238E27FC236}">
                <a16:creationId xmlns:a16="http://schemas.microsoft.com/office/drawing/2014/main" id="{520DBE6A-782D-4DE0-A076-B12CD87F1F5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41717" y="500506"/>
                </a:moveTo>
                <a:lnTo>
                  <a:pt x="812028" y="3546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39" name="9lfa_0_build_ReferenceLigand_7">
            <a:extLst>
              <a:ext uri="{FF2B5EF4-FFF2-40B4-BE49-F238E27FC236}">
                <a16:creationId xmlns:a16="http://schemas.microsoft.com/office/drawing/2014/main" id="{33BE8DC9-E67E-4E00-98A1-FF345280837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677" y="681250"/>
                </a:moveTo>
                <a:lnTo>
                  <a:pt x="273507" y="5963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0" name="9lfa_0_build_ReferenceLigand_8">
            <a:extLst>
              <a:ext uri="{FF2B5EF4-FFF2-40B4-BE49-F238E27FC236}">
                <a16:creationId xmlns:a16="http://schemas.microsoft.com/office/drawing/2014/main" id="{9878191F-3D47-4CAA-83ED-EA5414DD44B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3177" y="556473"/>
                </a:moveTo>
                <a:lnTo>
                  <a:pt x="508460" y="60738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1" name="9lfa_0_build_ReferenceLigand_9">
            <a:extLst>
              <a:ext uri="{FF2B5EF4-FFF2-40B4-BE49-F238E27FC236}">
                <a16:creationId xmlns:a16="http://schemas.microsoft.com/office/drawing/2014/main" id="{C9000A5D-CE4D-41B2-B57B-2EFD6865523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0360" y="336972"/>
                </a:moveTo>
                <a:lnTo>
                  <a:pt x="1491499" y="28186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2" name="9lfa_0_build_ReferenceLigand_10">
            <a:extLst>
              <a:ext uri="{FF2B5EF4-FFF2-40B4-BE49-F238E27FC236}">
                <a16:creationId xmlns:a16="http://schemas.microsoft.com/office/drawing/2014/main" id="{897B2332-29BB-4FA6-9E47-C1EB32D99E9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60650" y="570093"/>
                </a:moveTo>
                <a:lnTo>
                  <a:pt x="741717" y="50050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3" name="9lfa_0_build_ReferenceLigand_11">
            <a:extLst>
              <a:ext uri="{FF2B5EF4-FFF2-40B4-BE49-F238E27FC236}">
                <a16:creationId xmlns:a16="http://schemas.microsoft.com/office/drawing/2014/main" id="{11DB4D19-F92E-4A7B-AFEF-777D9046A47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9362" y="480864"/>
                </a:moveTo>
                <a:lnTo>
                  <a:pt x="2024745" y="50640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4" name="9lfa_0_build_ReferenceLigand_12">
            <a:extLst>
              <a:ext uri="{FF2B5EF4-FFF2-40B4-BE49-F238E27FC236}">
                <a16:creationId xmlns:a16="http://schemas.microsoft.com/office/drawing/2014/main" id="{BCCE6D77-209B-4338-BB78-3E0C5734720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4745" y="506403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5" name="9lfa_0_build_ReferenceLigand_13">
            <a:extLst>
              <a:ext uri="{FF2B5EF4-FFF2-40B4-BE49-F238E27FC236}">
                <a16:creationId xmlns:a16="http://schemas.microsoft.com/office/drawing/2014/main" id="{56BDC20C-74BB-40A9-89C9-EE2FB1CA0FF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6" name="9lfa_0_build_ReferenceLigand_14">
            <a:extLst>
              <a:ext uri="{FF2B5EF4-FFF2-40B4-BE49-F238E27FC236}">
                <a16:creationId xmlns:a16="http://schemas.microsoft.com/office/drawing/2014/main" id="{B9A4D9A3-D191-4433-A2B1-242DF11376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37737" y="574642"/>
                </a:moveTo>
                <a:lnTo>
                  <a:pt x="2284233" y="6203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7" name="9lfa_0_build_ReferenceLigand_15">
            <a:extLst>
              <a:ext uri="{FF2B5EF4-FFF2-40B4-BE49-F238E27FC236}">
                <a16:creationId xmlns:a16="http://schemas.microsoft.com/office/drawing/2014/main" id="{DA1695FC-3708-4087-840E-0308E88A09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76862" y="405468"/>
                </a:moveTo>
                <a:lnTo>
                  <a:pt x="1040679" y="4908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8" name="9lfa_0_build_ReferenceLigand_16">
            <a:extLst>
              <a:ext uri="{FF2B5EF4-FFF2-40B4-BE49-F238E27FC236}">
                <a16:creationId xmlns:a16="http://schemas.microsoft.com/office/drawing/2014/main" id="{479D4765-CE4D-427B-9D51-FA808EA3E8E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1979" y="413725"/>
                </a:moveTo>
                <a:lnTo>
                  <a:pt x="1647112" y="40176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49" name="9lfa_0_build_ReferenceLigand_17">
            <a:extLst>
              <a:ext uri="{FF2B5EF4-FFF2-40B4-BE49-F238E27FC236}">
                <a16:creationId xmlns:a16="http://schemas.microsoft.com/office/drawing/2014/main" id="{D8EBF926-2A08-4730-BD09-EF30A67DB35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2028" y="354686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0" name="9lfa_0_build_ReferenceLigand_18">
            <a:extLst>
              <a:ext uri="{FF2B5EF4-FFF2-40B4-BE49-F238E27FC236}">
                <a16:creationId xmlns:a16="http://schemas.microsoft.com/office/drawing/2014/main" id="{17C1D935-0765-4AD0-830E-0A966A881F3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1" name="9lfa_0_build_ReferenceLigand_19">
            <a:extLst>
              <a:ext uri="{FF2B5EF4-FFF2-40B4-BE49-F238E27FC236}">
                <a16:creationId xmlns:a16="http://schemas.microsoft.com/office/drawing/2014/main" id="{83C143F8-71A5-44F3-8EE5-5C690A2798A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7112" y="401762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2" name="9lfa_0_build_ReferenceLigand_20">
            <a:extLst>
              <a:ext uri="{FF2B5EF4-FFF2-40B4-BE49-F238E27FC236}">
                <a16:creationId xmlns:a16="http://schemas.microsoft.com/office/drawing/2014/main" id="{B2AAF6B8-DEF0-40C8-A6E4-717CD45109B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89118" y="729250"/>
                </a:moveTo>
                <a:lnTo>
                  <a:pt x="205677" y="681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3" name="9lfa_0_build_ReferenceLigand_21">
            <a:extLst>
              <a:ext uri="{FF2B5EF4-FFF2-40B4-BE49-F238E27FC236}">
                <a16:creationId xmlns:a16="http://schemas.microsoft.com/office/drawing/2014/main" id="{A1830487-1617-4787-AE40-023A7515E65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176862" y="4054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4" name="9lfa_0_build_ReferenceLigand_22">
            <a:extLst>
              <a:ext uri="{FF2B5EF4-FFF2-40B4-BE49-F238E27FC236}">
                <a16:creationId xmlns:a16="http://schemas.microsoft.com/office/drawing/2014/main" id="{A60F326B-F75C-4C41-8A3F-BC48DAE91C6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4233" y="620375"/>
                </a:moveTo>
                <a:lnTo>
                  <a:pt x="2368715" y="68114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5" name="9lfa_0_build_ReferenceLigand_23">
            <a:extLst>
              <a:ext uri="{FF2B5EF4-FFF2-40B4-BE49-F238E27FC236}">
                <a16:creationId xmlns:a16="http://schemas.microsoft.com/office/drawing/2014/main" id="{641E3914-ECF3-40E2-86DF-F5625F02231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0679" y="490862"/>
                </a:moveTo>
                <a:lnTo>
                  <a:pt x="915639" y="3811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6" name="9lfa_0_build_ReferenceLigand_24">
            <a:extLst>
              <a:ext uri="{FF2B5EF4-FFF2-40B4-BE49-F238E27FC236}">
                <a16:creationId xmlns:a16="http://schemas.microsoft.com/office/drawing/2014/main" id="{5C150CD1-ECC8-410C-990F-C14F39EFFDA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8460" y="607380"/>
                </a:moveTo>
                <a:lnTo>
                  <a:pt x="439585" y="69596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7" name="9lfa_0_build_ReferenceLigand_25">
            <a:extLst>
              <a:ext uri="{FF2B5EF4-FFF2-40B4-BE49-F238E27FC236}">
                <a16:creationId xmlns:a16="http://schemas.microsoft.com/office/drawing/2014/main" id="{931F314F-C41F-4756-ABB1-544439988E2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8531" y="531578"/>
                </a:moveTo>
                <a:lnTo>
                  <a:pt x="1899362" y="4808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8" name="9lfa_0_build_ReferenceLigand_26">
            <a:extLst>
              <a:ext uri="{FF2B5EF4-FFF2-40B4-BE49-F238E27FC236}">
                <a16:creationId xmlns:a16="http://schemas.microsoft.com/office/drawing/2014/main" id="{E2DF7DD0-4511-4E14-975B-88960B3F71A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510360" y="33697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59" name="9lfa_0_build_ReferenceLigand_27">
            <a:extLst>
              <a:ext uri="{FF2B5EF4-FFF2-40B4-BE49-F238E27FC236}">
                <a16:creationId xmlns:a16="http://schemas.microsoft.com/office/drawing/2014/main" id="{701F9922-A9D0-48C2-B0F5-50626FA741B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0187" y="596344"/>
                </a:moveTo>
                <a:lnTo>
                  <a:pt x="660650" y="57009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0" name="9lfa_0_build_ReferenceLigand_28">
            <a:extLst>
              <a:ext uri="{FF2B5EF4-FFF2-40B4-BE49-F238E27FC236}">
                <a16:creationId xmlns:a16="http://schemas.microsoft.com/office/drawing/2014/main" id="{F70DF8C5-8174-4692-94EE-612138C9C7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2137737" y="57464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1" name="9lfa_0_build_ReferenceLigand_29">
            <a:extLst>
              <a:ext uri="{FF2B5EF4-FFF2-40B4-BE49-F238E27FC236}">
                <a16:creationId xmlns:a16="http://schemas.microsoft.com/office/drawing/2014/main" id="{4D7B3FC1-A265-4E27-B280-5B24028CAF6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987981" y="23167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2" name="9lfa_0_build_ReferenceLigand_30">
            <a:extLst>
              <a:ext uri="{FF2B5EF4-FFF2-40B4-BE49-F238E27FC236}">
                <a16:creationId xmlns:a16="http://schemas.microsoft.com/office/drawing/2014/main" id="{BE9C5937-9D89-44E4-8741-FF3610171E5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39585" y="695965"/>
                </a:moveTo>
                <a:lnTo>
                  <a:pt x="289118" y="72925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3" name="9lfa_0_build_ReferenceLigand_31">
            <a:extLst>
              <a:ext uri="{FF2B5EF4-FFF2-40B4-BE49-F238E27FC236}">
                <a16:creationId xmlns:a16="http://schemas.microsoft.com/office/drawing/2014/main" id="{00DCE9B2-DE28-460A-868D-4404F30730D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46786" y="326623"/>
                </a:moveTo>
                <a:lnTo>
                  <a:pt x="1393101" y="32888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4" name="9lfa_0_build_ReferenceLigand_32">
            <a:extLst>
              <a:ext uri="{FF2B5EF4-FFF2-40B4-BE49-F238E27FC236}">
                <a16:creationId xmlns:a16="http://schemas.microsoft.com/office/drawing/2014/main" id="{F51F43E3-62A4-4DFF-8BC7-296BCC871B4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15639" y="381193"/>
                </a:moveTo>
                <a:lnTo>
                  <a:pt x="822000" y="45160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5" name="9lfa_0_build_ReferenceLigand_33">
            <a:extLst>
              <a:ext uri="{FF2B5EF4-FFF2-40B4-BE49-F238E27FC236}">
                <a16:creationId xmlns:a16="http://schemas.microsoft.com/office/drawing/2014/main" id="{3A9638F3-4391-4DCF-9130-5A900E6581F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38817" y="248816"/>
                </a:moveTo>
                <a:lnTo>
                  <a:pt x="1246786" y="3266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6" name="9lfa_0_build_ReferenceLigand_34">
            <a:extLst>
              <a:ext uri="{FF2B5EF4-FFF2-40B4-BE49-F238E27FC236}">
                <a16:creationId xmlns:a16="http://schemas.microsoft.com/office/drawing/2014/main" id="{940840E9-AD52-41E5-BE88-9D8B00F506E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377" y="589202"/>
                </a:moveTo>
                <a:lnTo>
                  <a:pt x="1918531" y="531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7" name="9lfa_0_build_ReferenceLigand_35">
            <a:extLst>
              <a:ext uri="{FF2B5EF4-FFF2-40B4-BE49-F238E27FC236}">
                <a16:creationId xmlns:a16="http://schemas.microsoft.com/office/drawing/2014/main" id="{78A3958E-09C5-4EE1-83D1-054B6CEEDCD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87981" y="231670"/>
                </a:moveTo>
                <a:lnTo>
                  <a:pt x="1138817" y="2488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8" name="9lfa_0_build_ReferenceLigand_36">
            <a:extLst>
              <a:ext uri="{FF2B5EF4-FFF2-40B4-BE49-F238E27FC236}">
                <a16:creationId xmlns:a16="http://schemas.microsoft.com/office/drawing/2014/main" id="{065A487D-6CF6-499A-A58B-A939E8EEC45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715" y="681145"/>
                </a:moveTo>
                <a:lnTo>
                  <a:pt x="2306591" y="69536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69" name="9lfa_0_build_ReferenceLigand_37">
            <a:extLst>
              <a:ext uri="{FF2B5EF4-FFF2-40B4-BE49-F238E27FC236}">
                <a16:creationId xmlns:a16="http://schemas.microsoft.com/office/drawing/2014/main" id="{398BC033-D717-4C28-B42C-58C25A4D5E2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22000" y="451604"/>
                </a:moveTo>
                <a:lnTo>
                  <a:pt x="750187" y="59634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0" name="9lfa_0_build_ReferenceLigand_38">
            <a:extLst>
              <a:ext uri="{FF2B5EF4-FFF2-40B4-BE49-F238E27FC236}">
                <a16:creationId xmlns:a16="http://schemas.microsoft.com/office/drawing/2014/main" id="{0CEEB273-C31D-48B6-893E-D002C0FEEA1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3101" y="328886"/>
                </a:moveTo>
                <a:lnTo>
                  <a:pt x="1435395" y="32409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1" name="9lfa_0_build_ReferenceLigand_39">
            <a:extLst>
              <a:ext uri="{FF2B5EF4-FFF2-40B4-BE49-F238E27FC236}">
                <a16:creationId xmlns:a16="http://schemas.microsoft.com/office/drawing/2014/main" id="{205E9028-F6CE-48AB-A0D6-61AB18E4CD2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60337" y="650108"/>
                </a:moveTo>
                <a:lnTo>
                  <a:pt x="2076377" y="5892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2" name="9lfa_0_build_ReferenceLigand_40">
            <a:extLst>
              <a:ext uri="{FF2B5EF4-FFF2-40B4-BE49-F238E27FC236}">
                <a16:creationId xmlns:a16="http://schemas.microsoft.com/office/drawing/2014/main" id="{353D7496-A1AC-466E-8068-FCE3A0CDC0C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06591" y="695368"/>
                </a:moveTo>
                <a:lnTo>
                  <a:pt x="2160337" y="6501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573" name="9lfa_0_build_PredictedLigand_0">
            <a:extLst>
              <a:ext uri="{FF2B5EF4-FFF2-40B4-BE49-F238E27FC236}">
                <a16:creationId xmlns:a16="http://schemas.microsoft.com/office/drawing/2014/main" id="{E78EF1C3-6F16-4173-9E8F-71738CD4EA2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653" y="360223"/>
                </a:moveTo>
                <a:lnTo>
                  <a:pt x="1646307" y="34714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4" name="9lfa_0_build_PredictedLigand_1">
            <a:extLst>
              <a:ext uri="{FF2B5EF4-FFF2-40B4-BE49-F238E27FC236}">
                <a16:creationId xmlns:a16="http://schemas.microsoft.com/office/drawing/2014/main" id="{12306A8D-75E1-4C6A-AEE9-B6CC321EE1B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6436" y="637127"/>
                </a:moveTo>
                <a:lnTo>
                  <a:pt x="2250645" y="6313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5" name="9lfa_0_build_PredictedLigand_2">
            <a:extLst>
              <a:ext uri="{FF2B5EF4-FFF2-40B4-BE49-F238E27FC236}">
                <a16:creationId xmlns:a16="http://schemas.microsoft.com/office/drawing/2014/main" id="{C92C1E2D-D27D-48FB-8343-46B7A3B5922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3096" y="302767"/>
                </a:moveTo>
                <a:lnTo>
                  <a:pt x="1251241" y="39191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6" name="9lfa_0_build_PredictedLigand_3">
            <a:extLst>
              <a:ext uri="{FF2B5EF4-FFF2-40B4-BE49-F238E27FC236}">
                <a16:creationId xmlns:a16="http://schemas.microsoft.com/office/drawing/2014/main" id="{DEBDC6B9-A335-46C2-8E6B-03ECE7EB8FC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6973" y="320767"/>
                </a:moveTo>
                <a:lnTo>
                  <a:pt x="1383096" y="3027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7" name="9lfa_0_build_PredictedLigand_4">
            <a:extLst>
              <a:ext uri="{FF2B5EF4-FFF2-40B4-BE49-F238E27FC236}">
                <a16:creationId xmlns:a16="http://schemas.microsoft.com/office/drawing/2014/main" id="{EF2A8D8F-4A37-4C5D-82A4-EF557A24D3D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40653" y="360223"/>
                </a:moveTo>
                <a:lnTo>
                  <a:pt x="1760573" y="4071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8" name="9lfa_0_build_PredictedLigand_5">
            <a:extLst>
              <a:ext uri="{FF2B5EF4-FFF2-40B4-BE49-F238E27FC236}">
                <a16:creationId xmlns:a16="http://schemas.microsoft.com/office/drawing/2014/main" id="{BE322401-5C9D-4F1A-BAA1-BCB420A273F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6973" y="320767"/>
                </a:moveTo>
                <a:lnTo>
                  <a:pt x="1640653" y="3602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79" name="9lfa_0_build_PredictedLigand_6">
            <a:extLst>
              <a:ext uri="{FF2B5EF4-FFF2-40B4-BE49-F238E27FC236}">
                <a16:creationId xmlns:a16="http://schemas.microsoft.com/office/drawing/2014/main" id="{E3FF9B92-C644-43B0-8C08-0F019451F0E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1338" y="371305"/>
                </a:moveTo>
                <a:lnTo>
                  <a:pt x="1760573" y="4071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0" name="9lfa_0_build_PredictedLigand_7">
            <a:extLst>
              <a:ext uri="{FF2B5EF4-FFF2-40B4-BE49-F238E27FC236}">
                <a16:creationId xmlns:a16="http://schemas.microsoft.com/office/drawing/2014/main" id="{ACD27A9D-03BB-4DD7-AFB7-A750661D5C5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50645" y="631337"/>
                </a:moveTo>
                <a:lnTo>
                  <a:pt x="2158559" y="6303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1" name="9lfa_0_build_PredictedLigand_8">
            <a:extLst>
              <a:ext uri="{FF2B5EF4-FFF2-40B4-BE49-F238E27FC236}">
                <a16:creationId xmlns:a16="http://schemas.microsoft.com/office/drawing/2014/main" id="{FE4E973F-3963-4978-8709-51B5D67E675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48994" y="485612"/>
                </a:moveTo>
                <a:lnTo>
                  <a:pt x="2406436" y="6371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2" name="9lfa_0_build_PredictedLigand_9">
            <a:extLst>
              <a:ext uri="{FF2B5EF4-FFF2-40B4-BE49-F238E27FC236}">
                <a16:creationId xmlns:a16="http://schemas.microsoft.com/office/drawing/2014/main" id="{1AE1560E-D19D-4F99-95AE-93604B35E22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3050" y="557980"/>
                </a:moveTo>
                <a:lnTo>
                  <a:pt x="1981338" y="3713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3" name="9lfa_0_build_PredictedLigand_10">
            <a:extLst>
              <a:ext uri="{FF2B5EF4-FFF2-40B4-BE49-F238E27FC236}">
                <a16:creationId xmlns:a16="http://schemas.microsoft.com/office/drawing/2014/main" id="{305213FB-B311-4E6F-9D2D-B5F73001EE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6436" y="637127"/>
                </a:moveTo>
                <a:lnTo>
                  <a:pt x="2350700" y="7577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4" name="9lfa_0_build_PredictedLigand_11">
            <a:extLst>
              <a:ext uri="{FF2B5EF4-FFF2-40B4-BE49-F238E27FC236}">
                <a16:creationId xmlns:a16="http://schemas.microsoft.com/office/drawing/2014/main" id="{B7EF3E01-80F1-485C-9149-FE69F94CB7A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23050" y="557980"/>
                </a:moveTo>
                <a:lnTo>
                  <a:pt x="2158559" y="63033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5" name="9lfa_0_build_PredictedLigand_12">
            <a:extLst>
              <a:ext uri="{FF2B5EF4-FFF2-40B4-BE49-F238E27FC236}">
                <a16:creationId xmlns:a16="http://schemas.microsoft.com/office/drawing/2014/main" id="{5FF3988A-53BE-4F7F-8B35-CD0156E2B34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1241" y="391918"/>
                </a:moveTo>
                <a:lnTo>
                  <a:pt x="1194894" y="3623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6" name="9lfa_0_build_PredictedLigand_13">
            <a:extLst>
              <a:ext uri="{FF2B5EF4-FFF2-40B4-BE49-F238E27FC236}">
                <a16:creationId xmlns:a16="http://schemas.microsoft.com/office/drawing/2014/main" id="{2B667C5B-B6EE-43B4-B5FF-633C188D4AC9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0573" y="407174"/>
                </a:moveTo>
                <a:lnTo>
                  <a:pt x="1783249" y="46026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7" name="9lfa_0_build_PredictedLigand_14">
            <a:extLst>
              <a:ext uri="{FF2B5EF4-FFF2-40B4-BE49-F238E27FC236}">
                <a16:creationId xmlns:a16="http://schemas.microsoft.com/office/drawing/2014/main" id="{369A7FED-F322-413A-A561-8AC9ED53F08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74178" y="273716"/>
                </a:moveTo>
                <a:lnTo>
                  <a:pt x="1516973" y="3207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8" name="9lfa_0_build_PredictedLigand_15">
            <a:extLst>
              <a:ext uri="{FF2B5EF4-FFF2-40B4-BE49-F238E27FC236}">
                <a16:creationId xmlns:a16="http://schemas.microsoft.com/office/drawing/2014/main" id="{521F1577-F8BC-435F-BEFE-6A819308E3C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608" y="518257"/>
                </a:moveTo>
                <a:lnTo>
                  <a:pt x="2448994" y="48561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89" name="9lfa_0_build_PredictedLigand_16">
            <a:extLst>
              <a:ext uri="{FF2B5EF4-FFF2-40B4-BE49-F238E27FC236}">
                <a16:creationId xmlns:a16="http://schemas.microsoft.com/office/drawing/2014/main" id="{7B82E064-CCB5-433E-A048-538B8D8F096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58559" y="630335"/>
                </a:moveTo>
                <a:lnTo>
                  <a:pt x="2209516" y="7057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0" name="9lfa_0_build_PredictedLigand_17">
            <a:extLst>
              <a:ext uri="{FF2B5EF4-FFF2-40B4-BE49-F238E27FC236}">
                <a16:creationId xmlns:a16="http://schemas.microsoft.com/office/drawing/2014/main" id="{60EF5D32-C0BF-4EC7-BDF0-C7EB23AF63BE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55124" y="419565"/>
                </a:moveTo>
                <a:lnTo>
                  <a:pt x="2023050" y="5579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1" name="9lfa_0_build_PredictedLigand_18">
            <a:extLst>
              <a:ext uri="{FF2B5EF4-FFF2-40B4-BE49-F238E27FC236}">
                <a16:creationId xmlns:a16="http://schemas.microsoft.com/office/drawing/2014/main" id="{BAFBD4CB-827E-4642-BA98-BAA0F83FD3EB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9516" y="705772"/>
                </a:moveTo>
                <a:lnTo>
                  <a:pt x="2350700" y="7577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2" name="9lfa_0_build_PredictedLigand_19">
            <a:extLst>
              <a:ext uri="{FF2B5EF4-FFF2-40B4-BE49-F238E27FC236}">
                <a16:creationId xmlns:a16="http://schemas.microsoft.com/office/drawing/2014/main" id="{87B4000A-7EA6-4853-B008-78391A6B402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09702" y="208167"/>
                </a:moveTo>
                <a:lnTo>
                  <a:pt x="1194894" y="36230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3" name="9lfa_0_build_PredictedLigand_20">
            <a:extLst>
              <a:ext uri="{FF2B5EF4-FFF2-40B4-BE49-F238E27FC236}">
                <a16:creationId xmlns:a16="http://schemas.microsoft.com/office/drawing/2014/main" id="{9C6BE69C-B58E-4152-8C6F-9FCBE8C7515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894" y="362306"/>
                </a:moveTo>
                <a:lnTo>
                  <a:pt x="1089455" y="49580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4" name="9lfa_0_build_PredictedLigand_21">
            <a:extLst>
              <a:ext uri="{FF2B5EF4-FFF2-40B4-BE49-F238E27FC236}">
                <a16:creationId xmlns:a16="http://schemas.microsoft.com/office/drawing/2014/main" id="{6894079B-A76E-4400-A568-AA050B78CD2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8670" y="235942"/>
                </a:moveTo>
                <a:lnTo>
                  <a:pt x="567640" y="29503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5" name="9lfa_0_build_PredictedLigand_22">
            <a:extLst>
              <a:ext uri="{FF2B5EF4-FFF2-40B4-BE49-F238E27FC236}">
                <a16:creationId xmlns:a16="http://schemas.microsoft.com/office/drawing/2014/main" id="{0C359046-88F9-4032-9DB0-8C0EC5B87BD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94894" y="362306"/>
                </a:moveTo>
                <a:lnTo>
                  <a:pt x="1319921" y="3595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6" name="9lfa_0_build_PredictedLigand_23">
            <a:extLst>
              <a:ext uri="{FF2B5EF4-FFF2-40B4-BE49-F238E27FC236}">
                <a16:creationId xmlns:a16="http://schemas.microsoft.com/office/drawing/2014/main" id="{733C0776-6E46-4B64-B382-BB6ED8359A8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56983" y="199532"/>
                </a:moveTo>
                <a:lnTo>
                  <a:pt x="1109702" y="2081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7" name="9lfa_0_build_PredictedLigand_24">
            <a:extLst>
              <a:ext uri="{FF2B5EF4-FFF2-40B4-BE49-F238E27FC236}">
                <a16:creationId xmlns:a16="http://schemas.microsoft.com/office/drawing/2014/main" id="{1C3CCE77-E56F-4C0F-B813-E7A5ADC49DB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7640" y="295033"/>
                </a:moveTo>
                <a:lnTo>
                  <a:pt x="712690" y="3143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8" name="9lfa_0_build_PredictedLigand_25">
            <a:extLst>
              <a:ext uri="{FF2B5EF4-FFF2-40B4-BE49-F238E27FC236}">
                <a16:creationId xmlns:a16="http://schemas.microsoft.com/office/drawing/2014/main" id="{F0565249-2C9C-4DAC-8836-1F5776BC741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9921" y="359502"/>
                </a:moveTo>
                <a:lnTo>
                  <a:pt x="1474178" y="27371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599" name="9lfa_0_build_PredictedLigand_26">
            <a:extLst>
              <a:ext uri="{FF2B5EF4-FFF2-40B4-BE49-F238E27FC236}">
                <a16:creationId xmlns:a16="http://schemas.microsoft.com/office/drawing/2014/main" id="{5F4C1EAE-684B-4DBE-9326-EA8888598A4C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09516" y="705772"/>
                </a:moveTo>
                <a:lnTo>
                  <a:pt x="2164644" y="7387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0" name="9lfa_0_build_PredictedLigand_27">
            <a:extLst>
              <a:ext uri="{FF2B5EF4-FFF2-40B4-BE49-F238E27FC236}">
                <a16:creationId xmlns:a16="http://schemas.microsoft.com/office/drawing/2014/main" id="{3E16F5B4-E94E-4374-A4AC-7316FF7223F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3249" y="460260"/>
                </a:moveTo>
                <a:lnTo>
                  <a:pt x="1979246" y="3878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1" name="9lfa_0_build_PredictedLigand_28">
            <a:extLst>
              <a:ext uri="{FF2B5EF4-FFF2-40B4-BE49-F238E27FC236}">
                <a16:creationId xmlns:a16="http://schemas.microsoft.com/office/drawing/2014/main" id="{397CD199-7DF6-4650-BCC0-7DB50221E8E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79246" y="387832"/>
                </a:moveTo>
                <a:lnTo>
                  <a:pt x="2055124" y="4195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2" name="9lfa_0_build_PredictedLigand_29">
            <a:extLst>
              <a:ext uri="{FF2B5EF4-FFF2-40B4-BE49-F238E27FC236}">
                <a16:creationId xmlns:a16="http://schemas.microsoft.com/office/drawing/2014/main" id="{661D58D9-C780-4DF7-8C15-E74CD7C7E5AD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89455" y="495805"/>
                </a:moveTo>
                <a:lnTo>
                  <a:pt x="946941" y="46137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3" name="9lfa_0_build_PredictedLigand_30">
            <a:extLst>
              <a:ext uri="{FF2B5EF4-FFF2-40B4-BE49-F238E27FC236}">
                <a16:creationId xmlns:a16="http://schemas.microsoft.com/office/drawing/2014/main" id="{23E71F55-305A-4645-8D76-34B6BD5D1830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50700" y="757782"/>
                </a:moveTo>
                <a:lnTo>
                  <a:pt x="2368039" y="5874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4" name="9lfa_0_build_PredictedLigand_31">
            <a:extLst>
              <a:ext uri="{FF2B5EF4-FFF2-40B4-BE49-F238E27FC236}">
                <a16:creationId xmlns:a16="http://schemas.microsoft.com/office/drawing/2014/main" id="{198192FC-D9F9-4356-B7D1-3F50B5BFE0AF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5470" y="619407"/>
                </a:moveTo>
                <a:lnTo>
                  <a:pt x="2511608" y="51825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5" name="9lfa_0_build_PredictedLigand_32">
            <a:extLst>
              <a:ext uri="{FF2B5EF4-FFF2-40B4-BE49-F238E27FC236}">
                <a16:creationId xmlns:a16="http://schemas.microsoft.com/office/drawing/2014/main" id="{CE91724C-7F21-45CF-B07C-7B5E1561D824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098" y="311940"/>
                </a:moveTo>
                <a:lnTo>
                  <a:pt x="956983" y="19953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6" name="9lfa_0_build_PredictedLigand_33">
            <a:extLst>
              <a:ext uri="{FF2B5EF4-FFF2-40B4-BE49-F238E27FC236}">
                <a16:creationId xmlns:a16="http://schemas.microsoft.com/office/drawing/2014/main" id="{B0FF3E8C-D448-4799-9455-113BAE003936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25328" y="103151"/>
                </a:moveTo>
                <a:lnTo>
                  <a:pt x="398670" y="2359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7" name="9lfa_0_build_PredictedLigand_34">
            <a:extLst>
              <a:ext uri="{FF2B5EF4-FFF2-40B4-BE49-F238E27FC236}">
                <a16:creationId xmlns:a16="http://schemas.microsoft.com/office/drawing/2014/main" id="{86679799-5597-4EFE-9E7D-3FEF6401EE3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690" y="314390"/>
                </a:moveTo>
                <a:lnTo>
                  <a:pt x="866098" y="311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8" name="9lfa_0_build_PredictedLigand_35">
            <a:extLst>
              <a:ext uri="{FF2B5EF4-FFF2-40B4-BE49-F238E27FC236}">
                <a16:creationId xmlns:a16="http://schemas.microsoft.com/office/drawing/2014/main" id="{402439E4-414F-4E3C-9E48-8D61E49754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6941" y="461372"/>
                </a:moveTo>
                <a:lnTo>
                  <a:pt x="866098" y="31194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09" name="9lfa_0_build_PredictedLigand_36">
            <a:extLst>
              <a:ext uri="{FF2B5EF4-FFF2-40B4-BE49-F238E27FC236}">
                <a16:creationId xmlns:a16="http://schemas.microsoft.com/office/drawing/2014/main" id="{14D80EAE-6701-4015-B32D-0D039B338E0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039" y="587440"/>
                </a:moveTo>
                <a:lnTo>
                  <a:pt x="2505470" y="6194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0" name="9lfa_0_build_PredictedLigand_37">
            <a:extLst>
              <a:ext uri="{FF2B5EF4-FFF2-40B4-BE49-F238E27FC236}">
                <a16:creationId xmlns:a16="http://schemas.microsoft.com/office/drawing/2014/main" id="{399B7A62-4A54-4006-9BB4-2033A463A925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49217" y="81722"/>
                </a:moveTo>
                <a:lnTo>
                  <a:pt x="425328" y="10315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1" name="9lfa_0_build_PredictedLigand_38">
            <a:extLst>
              <a:ext uri="{FF2B5EF4-FFF2-40B4-BE49-F238E27FC236}">
                <a16:creationId xmlns:a16="http://schemas.microsoft.com/office/drawing/2014/main" id="{BA11963F-8C34-4A07-88BF-2788F3203372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2690" y="314390"/>
                </a:moveTo>
                <a:lnTo>
                  <a:pt x="685251" y="15991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2" name="9lfa_0_build_PredictedLigand_39">
            <a:extLst>
              <a:ext uri="{FF2B5EF4-FFF2-40B4-BE49-F238E27FC236}">
                <a16:creationId xmlns:a16="http://schemas.microsoft.com/office/drawing/2014/main" id="{1EC1C4FE-2383-4423-A917-42FC1A5AC283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5251" y="159919"/>
                </a:moveTo>
                <a:lnTo>
                  <a:pt x="549217" y="8172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3" name="9lfa_0_build_PredictedLigand_40">
            <a:extLst>
              <a:ext uri="{FF2B5EF4-FFF2-40B4-BE49-F238E27FC236}">
                <a16:creationId xmlns:a16="http://schemas.microsoft.com/office/drawing/2014/main" id="{E5081F9F-AA39-4622-A087-5EB89F9353C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039" y="587440"/>
                </a:moveTo>
                <a:lnTo>
                  <a:pt x="2366190" y="70866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614" name="9lfa_0_build_PredictedAtoms_0">
            <a:extLst>
              <a:ext uri="{FF2B5EF4-FFF2-40B4-BE49-F238E27FC236}">
                <a16:creationId xmlns:a16="http://schemas.microsoft.com/office/drawing/2014/main" id="{83BFA76B-FA68-4AD5-A578-86329E00CA1F}"/>
              </a:ext>
            </a:extLst>
          </p:cNvPr>
          <p:cNvSpPr>
            <a:spLocks noGrp="1"/>
          </p:cNvSpPr>
          <p:nvPr/>
        </p:nvSpPr>
        <p:spPr>
          <a:xfrm>
            <a:off x="6705225" y="264680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5" name="9lfa_0_build_PredictedAtoms_1">
            <a:extLst>
              <a:ext uri="{FF2B5EF4-FFF2-40B4-BE49-F238E27FC236}">
                <a16:creationId xmlns:a16="http://schemas.microsoft.com/office/drawing/2014/main" id="{199A6E52-C586-4671-B164-FCAFFE1FD515}"/>
              </a:ext>
            </a:extLst>
          </p:cNvPr>
          <p:cNvSpPr>
            <a:spLocks noGrp="1"/>
          </p:cNvSpPr>
          <p:nvPr/>
        </p:nvSpPr>
        <p:spPr>
          <a:xfrm>
            <a:off x="6581336" y="26682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6" name="9lfa_0_build_PredictedAtoms_2">
            <a:extLst>
              <a:ext uri="{FF2B5EF4-FFF2-40B4-BE49-F238E27FC236}">
                <a16:creationId xmlns:a16="http://schemas.microsoft.com/office/drawing/2014/main" id="{F8C3D84D-3BDC-424D-AFF4-6664B7422CB1}"/>
              </a:ext>
            </a:extLst>
          </p:cNvPr>
          <p:cNvSpPr>
            <a:spLocks noGrp="1"/>
          </p:cNvSpPr>
          <p:nvPr/>
        </p:nvSpPr>
        <p:spPr>
          <a:xfrm>
            <a:off x="6554677" y="280102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7" name="9lfa_0_build_PredictedAtoms_3">
            <a:extLst>
              <a:ext uri="{FF2B5EF4-FFF2-40B4-BE49-F238E27FC236}">
                <a16:creationId xmlns:a16="http://schemas.microsoft.com/office/drawing/2014/main" id="{0D7CCC79-9766-467F-8A03-76CF721621CD}"/>
              </a:ext>
            </a:extLst>
          </p:cNvPr>
          <p:cNvSpPr>
            <a:spLocks noGrp="1"/>
          </p:cNvSpPr>
          <p:nvPr/>
        </p:nvSpPr>
        <p:spPr>
          <a:xfrm>
            <a:off x="6723647" y="28601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8" name="9lfa_0_build_PredictedAtoms_4">
            <a:extLst>
              <a:ext uri="{FF2B5EF4-FFF2-40B4-BE49-F238E27FC236}">
                <a16:creationId xmlns:a16="http://schemas.microsoft.com/office/drawing/2014/main" id="{F6B6AC4D-4D32-41AB-82DE-379B44B1BFD4}"/>
              </a:ext>
            </a:extLst>
          </p:cNvPr>
          <p:cNvSpPr>
            <a:spLocks noGrp="1"/>
          </p:cNvSpPr>
          <p:nvPr/>
        </p:nvSpPr>
        <p:spPr>
          <a:xfrm>
            <a:off x="6868698" y="28794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19" name="9lfa_0_build_PredictedAtoms_5">
            <a:extLst>
              <a:ext uri="{FF2B5EF4-FFF2-40B4-BE49-F238E27FC236}">
                <a16:creationId xmlns:a16="http://schemas.microsoft.com/office/drawing/2014/main" id="{38B04B4D-1F65-4D43-AA38-747644ECB6D0}"/>
              </a:ext>
            </a:extLst>
          </p:cNvPr>
          <p:cNvSpPr>
            <a:spLocks noGrp="1"/>
          </p:cNvSpPr>
          <p:nvPr/>
        </p:nvSpPr>
        <p:spPr>
          <a:xfrm>
            <a:off x="7022106" y="28770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0" name="9lfa_0_build_PredictedAtoms_6">
            <a:extLst>
              <a:ext uri="{FF2B5EF4-FFF2-40B4-BE49-F238E27FC236}">
                <a16:creationId xmlns:a16="http://schemas.microsoft.com/office/drawing/2014/main" id="{1D45C108-A75E-49A1-9CA9-6D85BA6836D3}"/>
              </a:ext>
            </a:extLst>
          </p:cNvPr>
          <p:cNvSpPr>
            <a:spLocks noGrp="1"/>
          </p:cNvSpPr>
          <p:nvPr/>
        </p:nvSpPr>
        <p:spPr>
          <a:xfrm>
            <a:off x="7112990" y="276461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1" name="9lfa_0_build_PredictedAtoms_7">
            <a:extLst>
              <a:ext uri="{FF2B5EF4-FFF2-40B4-BE49-F238E27FC236}">
                <a16:creationId xmlns:a16="http://schemas.microsoft.com/office/drawing/2014/main" id="{2CF303B2-65AE-49DB-A5DC-F159A6909322}"/>
              </a:ext>
            </a:extLst>
          </p:cNvPr>
          <p:cNvSpPr>
            <a:spLocks noGrp="1"/>
          </p:cNvSpPr>
          <p:nvPr/>
        </p:nvSpPr>
        <p:spPr>
          <a:xfrm>
            <a:off x="7265710" y="27732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2" name="9lfa_0_build_PredictedAtoms_8">
            <a:extLst>
              <a:ext uri="{FF2B5EF4-FFF2-40B4-BE49-F238E27FC236}">
                <a16:creationId xmlns:a16="http://schemas.microsoft.com/office/drawing/2014/main" id="{32A35B7D-BA26-4C6C-B628-D9579F6B846E}"/>
              </a:ext>
            </a:extLst>
          </p:cNvPr>
          <p:cNvSpPr>
            <a:spLocks noGrp="1"/>
          </p:cNvSpPr>
          <p:nvPr/>
        </p:nvSpPr>
        <p:spPr>
          <a:xfrm>
            <a:off x="7350901" y="29273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3" name="9lfa_0_build_PredictedAtoms_9">
            <a:extLst>
              <a:ext uri="{FF2B5EF4-FFF2-40B4-BE49-F238E27FC236}">
                <a16:creationId xmlns:a16="http://schemas.microsoft.com/office/drawing/2014/main" id="{EEE56281-1972-408A-B169-24AA0197736C}"/>
              </a:ext>
            </a:extLst>
          </p:cNvPr>
          <p:cNvSpPr>
            <a:spLocks noGrp="1"/>
          </p:cNvSpPr>
          <p:nvPr/>
        </p:nvSpPr>
        <p:spPr>
          <a:xfrm>
            <a:off x="7475928" y="292458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4" name="9lfa_0_build_PredictedAtoms_10">
            <a:extLst>
              <a:ext uri="{FF2B5EF4-FFF2-40B4-BE49-F238E27FC236}">
                <a16:creationId xmlns:a16="http://schemas.microsoft.com/office/drawing/2014/main" id="{F70CD991-EAB3-4CDE-9106-B53EA3ADEA3E}"/>
              </a:ext>
            </a:extLst>
          </p:cNvPr>
          <p:cNvSpPr>
            <a:spLocks noGrp="1"/>
          </p:cNvSpPr>
          <p:nvPr/>
        </p:nvSpPr>
        <p:spPr>
          <a:xfrm>
            <a:off x="7630186" y="28387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5" name="9lfa_0_build_PredictedAtoms_11">
            <a:extLst>
              <a:ext uri="{FF2B5EF4-FFF2-40B4-BE49-F238E27FC236}">
                <a16:creationId xmlns:a16="http://schemas.microsoft.com/office/drawing/2014/main" id="{1968BAE8-60A8-435D-A28E-CBE19C45D854}"/>
              </a:ext>
            </a:extLst>
          </p:cNvPr>
          <p:cNvSpPr>
            <a:spLocks noGrp="1"/>
          </p:cNvSpPr>
          <p:nvPr/>
        </p:nvSpPr>
        <p:spPr>
          <a:xfrm>
            <a:off x="7672981" y="28858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6" name="9lfa_0_build_PredictedAtoms_12">
            <a:extLst>
              <a:ext uri="{FF2B5EF4-FFF2-40B4-BE49-F238E27FC236}">
                <a16:creationId xmlns:a16="http://schemas.microsoft.com/office/drawing/2014/main" id="{AAB5D9B7-1E17-422C-BC31-37822E17ACFD}"/>
              </a:ext>
            </a:extLst>
          </p:cNvPr>
          <p:cNvSpPr>
            <a:spLocks noGrp="1"/>
          </p:cNvSpPr>
          <p:nvPr/>
        </p:nvSpPr>
        <p:spPr>
          <a:xfrm>
            <a:off x="7796661" y="29253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7" name="9lfa_0_build_PredictedAtoms_13">
            <a:extLst>
              <a:ext uri="{FF2B5EF4-FFF2-40B4-BE49-F238E27FC236}">
                <a16:creationId xmlns:a16="http://schemas.microsoft.com/office/drawing/2014/main" id="{95B2C3B1-604C-492C-ADF2-3C8E11A945D8}"/>
              </a:ext>
            </a:extLst>
          </p:cNvPr>
          <p:cNvSpPr>
            <a:spLocks noGrp="1"/>
          </p:cNvSpPr>
          <p:nvPr/>
        </p:nvSpPr>
        <p:spPr>
          <a:xfrm>
            <a:off x="7802314" y="29122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8" name="9lfa_0_build_PredictedAtoms_14">
            <a:extLst>
              <a:ext uri="{FF2B5EF4-FFF2-40B4-BE49-F238E27FC236}">
                <a16:creationId xmlns:a16="http://schemas.microsoft.com/office/drawing/2014/main" id="{EA5649E9-837D-40C4-A793-204483F11AD4}"/>
              </a:ext>
            </a:extLst>
          </p:cNvPr>
          <p:cNvSpPr>
            <a:spLocks noGrp="1"/>
          </p:cNvSpPr>
          <p:nvPr/>
        </p:nvSpPr>
        <p:spPr>
          <a:xfrm>
            <a:off x="7916580" y="29722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29" name="9lfa_0_build_PredictedAtoms_15">
            <a:extLst>
              <a:ext uri="{FF2B5EF4-FFF2-40B4-BE49-F238E27FC236}">
                <a16:creationId xmlns:a16="http://schemas.microsoft.com/office/drawing/2014/main" id="{BAEC375D-55A2-4BC9-9336-563B2A4D593B}"/>
              </a:ext>
            </a:extLst>
          </p:cNvPr>
          <p:cNvSpPr>
            <a:spLocks noGrp="1"/>
          </p:cNvSpPr>
          <p:nvPr/>
        </p:nvSpPr>
        <p:spPr>
          <a:xfrm>
            <a:off x="7939257" y="302534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0" name="9lfa_0_build_PredictedAtoms_16">
            <a:extLst>
              <a:ext uri="{FF2B5EF4-FFF2-40B4-BE49-F238E27FC236}">
                <a16:creationId xmlns:a16="http://schemas.microsoft.com/office/drawing/2014/main" id="{07912669-EA56-4550-B58C-86A07D81307C}"/>
              </a:ext>
            </a:extLst>
          </p:cNvPr>
          <p:cNvSpPr>
            <a:spLocks noGrp="1"/>
          </p:cNvSpPr>
          <p:nvPr/>
        </p:nvSpPr>
        <p:spPr>
          <a:xfrm>
            <a:off x="8135253" y="295291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1" name="9lfa_0_build_PredictedAtoms_17">
            <a:extLst>
              <a:ext uri="{FF2B5EF4-FFF2-40B4-BE49-F238E27FC236}">
                <a16:creationId xmlns:a16="http://schemas.microsoft.com/office/drawing/2014/main" id="{A6E2050B-1509-445F-B357-A09B30D0C360}"/>
              </a:ext>
            </a:extLst>
          </p:cNvPr>
          <p:cNvSpPr>
            <a:spLocks noGrp="1"/>
          </p:cNvSpPr>
          <p:nvPr/>
        </p:nvSpPr>
        <p:spPr>
          <a:xfrm>
            <a:off x="8211132" y="29846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2" name="9lfa_0_build_PredictedAtoms_18">
            <a:extLst>
              <a:ext uri="{FF2B5EF4-FFF2-40B4-BE49-F238E27FC236}">
                <a16:creationId xmlns:a16="http://schemas.microsoft.com/office/drawing/2014/main" id="{0717A688-733D-49AA-832E-9C1BD11E0888}"/>
              </a:ext>
            </a:extLst>
          </p:cNvPr>
          <p:cNvSpPr>
            <a:spLocks noGrp="1"/>
          </p:cNvSpPr>
          <p:nvPr/>
        </p:nvSpPr>
        <p:spPr>
          <a:xfrm>
            <a:off x="8179058" y="31230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3" name="9lfa_0_build_PredictedAtoms_19">
            <a:extLst>
              <a:ext uri="{FF2B5EF4-FFF2-40B4-BE49-F238E27FC236}">
                <a16:creationId xmlns:a16="http://schemas.microsoft.com/office/drawing/2014/main" id="{E07CB7CF-CA51-4CE9-9524-AAB485141ECA}"/>
              </a:ext>
            </a:extLst>
          </p:cNvPr>
          <p:cNvSpPr>
            <a:spLocks noGrp="1"/>
          </p:cNvSpPr>
          <p:nvPr/>
        </p:nvSpPr>
        <p:spPr>
          <a:xfrm>
            <a:off x="8314567" y="319541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4" name="9lfa_0_build_PredictedAtoms_20">
            <a:extLst>
              <a:ext uri="{FF2B5EF4-FFF2-40B4-BE49-F238E27FC236}">
                <a16:creationId xmlns:a16="http://schemas.microsoft.com/office/drawing/2014/main" id="{0DBF95C7-D78B-4864-98AF-189CE673B6E9}"/>
              </a:ext>
            </a:extLst>
          </p:cNvPr>
          <p:cNvSpPr>
            <a:spLocks noGrp="1"/>
          </p:cNvSpPr>
          <p:nvPr/>
        </p:nvSpPr>
        <p:spPr>
          <a:xfrm>
            <a:off x="8365523" y="327085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5" name="9lfa_0_build_PredictedAtoms_21">
            <a:extLst>
              <a:ext uri="{FF2B5EF4-FFF2-40B4-BE49-F238E27FC236}">
                <a16:creationId xmlns:a16="http://schemas.microsoft.com/office/drawing/2014/main" id="{94F5645C-B0A1-4286-93B8-FE81D08B007D}"/>
              </a:ext>
            </a:extLst>
          </p:cNvPr>
          <p:cNvSpPr>
            <a:spLocks noGrp="1"/>
          </p:cNvSpPr>
          <p:nvPr/>
        </p:nvSpPr>
        <p:spPr>
          <a:xfrm>
            <a:off x="8320651" y="33038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6" name="9lfa_0_build_PredictedAtoms_22">
            <a:extLst>
              <a:ext uri="{FF2B5EF4-FFF2-40B4-BE49-F238E27FC236}">
                <a16:creationId xmlns:a16="http://schemas.microsoft.com/office/drawing/2014/main" id="{BC1DB99D-6B77-4253-8477-FA015BB0F5DD}"/>
              </a:ext>
            </a:extLst>
          </p:cNvPr>
          <p:cNvSpPr>
            <a:spLocks noGrp="1"/>
          </p:cNvSpPr>
          <p:nvPr/>
        </p:nvSpPr>
        <p:spPr>
          <a:xfrm>
            <a:off x="8506707" y="33228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7" name="9lfa_0_build_PredictedAtoms_23">
            <a:extLst>
              <a:ext uri="{FF2B5EF4-FFF2-40B4-BE49-F238E27FC236}">
                <a16:creationId xmlns:a16="http://schemas.microsoft.com/office/drawing/2014/main" id="{C32EAE69-9508-4A4C-9FC3-F1F50C39385F}"/>
              </a:ext>
            </a:extLst>
          </p:cNvPr>
          <p:cNvSpPr>
            <a:spLocks noGrp="1"/>
          </p:cNvSpPr>
          <p:nvPr/>
        </p:nvSpPr>
        <p:spPr>
          <a:xfrm>
            <a:off x="8524047" y="315252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8" name="9lfa_0_build_PredictedAtoms_24">
            <a:extLst>
              <a:ext uri="{FF2B5EF4-FFF2-40B4-BE49-F238E27FC236}">
                <a16:creationId xmlns:a16="http://schemas.microsoft.com/office/drawing/2014/main" id="{852BD803-6660-4DCA-8DB4-9B42D94D6116}"/>
              </a:ext>
            </a:extLst>
          </p:cNvPr>
          <p:cNvSpPr>
            <a:spLocks noGrp="1"/>
          </p:cNvSpPr>
          <p:nvPr/>
        </p:nvSpPr>
        <p:spPr>
          <a:xfrm>
            <a:off x="8522197" y="327374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39" name="9lfa_0_build_PredictedAtoms_25">
            <a:extLst>
              <a:ext uri="{FF2B5EF4-FFF2-40B4-BE49-F238E27FC236}">
                <a16:creationId xmlns:a16="http://schemas.microsoft.com/office/drawing/2014/main" id="{DE3D1E7A-FC79-40A8-831D-D746616CDB53}"/>
              </a:ext>
            </a:extLst>
          </p:cNvPr>
          <p:cNvSpPr>
            <a:spLocks noGrp="1"/>
          </p:cNvSpPr>
          <p:nvPr/>
        </p:nvSpPr>
        <p:spPr>
          <a:xfrm>
            <a:off x="8661478" y="31844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0" name="9lfa_0_build_PredictedAtoms_26">
            <a:extLst>
              <a:ext uri="{FF2B5EF4-FFF2-40B4-BE49-F238E27FC236}">
                <a16:creationId xmlns:a16="http://schemas.microsoft.com/office/drawing/2014/main" id="{685B3B3E-BDE5-4DB4-A8B9-B6696D70ED53}"/>
              </a:ext>
            </a:extLst>
          </p:cNvPr>
          <p:cNvSpPr>
            <a:spLocks noGrp="1"/>
          </p:cNvSpPr>
          <p:nvPr/>
        </p:nvSpPr>
        <p:spPr>
          <a:xfrm>
            <a:off x="8667616" y="308333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1" name="9lfa_0_build_PredictedAtoms_27">
            <a:extLst>
              <a:ext uri="{FF2B5EF4-FFF2-40B4-BE49-F238E27FC236}">
                <a16:creationId xmlns:a16="http://schemas.microsoft.com/office/drawing/2014/main" id="{61965B37-7616-4298-829A-8AE4A1FB194F}"/>
              </a:ext>
            </a:extLst>
          </p:cNvPr>
          <p:cNvSpPr>
            <a:spLocks noGrp="1"/>
          </p:cNvSpPr>
          <p:nvPr/>
        </p:nvSpPr>
        <p:spPr>
          <a:xfrm>
            <a:off x="8605001" y="305069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2" name="9lfa_0_build_PredictedAtoms_28">
            <a:extLst>
              <a:ext uri="{FF2B5EF4-FFF2-40B4-BE49-F238E27FC236}">
                <a16:creationId xmlns:a16="http://schemas.microsoft.com/office/drawing/2014/main" id="{1FE12A94-5378-4D67-AD86-B6BACE9CDBC4}"/>
              </a:ext>
            </a:extLst>
          </p:cNvPr>
          <p:cNvSpPr>
            <a:spLocks noGrp="1"/>
          </p:cNvSpPr>
          <p:nvPr/>
        </p:nvSpPr>
        <p:spPr>
          <a:xfrm>
            <a:off x="8562444" y="320221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3" name="9lfa_0_build_PredictedAtoms_29">
            <a:extLst>
              <a:ext uri="{FF2B5EF4-FFF2-40B4-BE49-F238E27FC236}">
                <a16:creationId xmlns:a16="http://schemas.microsoft.com/office/drawing/2014/main" id="{E451E8E4-65C9-4DA3-A64B-A8D312E0930B}"/>
              </a:ext>
            </a:extLst>
          </p:cNvPr>
          <p:cNvSpPr>
            <a:spLocks noGrp="1"/>
          </p:cNvSpPr>
          <p:nvPr/>
        </p:nvSpPr>
        <p:spPr>
          <a:xfrm>
            <a:off x="8406652" y="31964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4" name="9lfa_0_build_PredictedAtoms_30">
            <a:extLst>
              <a:ext uri="{FF2B5EF4-FFF2-40B4-BE49-F238E27FC236}">
                <a16:creationId xmlns:a16="http://schemas.microsoft.com/office/drawing/2014/main" id="{3E4212E0-4A65-47D7-8A6D-40C14B39E192}"/>
              </a:ext>
            </a:extLst>
          </p:cNvPr>
          <p:cNvSpPr>
            <a:spLocks noGrp="1"/>
          </p:cNvSpPr>
          <p:nvPr/>
        </p:nvSpPr>
        <p:spPr>
          <a:xfrm>
            <a:off x="8137346" y="293638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5" name="9lfa_0_build_PredictedAtoms_31">
            <a:extLst>
              <a:ext uri="{FF2B5EF4-FFF2-40B4-BE49-F238E27FC236}">
                <a16:creationId xmlns:a16="http://schemas.microsoft.com/office/drawing/2014/main" id="{F09BD2CF-14EB-4425-94DC-B5561361F39C}"/>
              </a:ext>
            </a:extLst>
          </p:cNvPr>
          <p:cNvSpPr>
            <a:spLocks noGrp="1"/>
          </p:cNvSpPr>
          <p:nvPr/>
        </p:nvSpPr>
        <p:spPr>
          <a:xfrm>
            <a:off x="7539104" y="286785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6" name="9lfa_0_build_PredictedAtoms_32">
            <a:extLst>
              <a:ext uri="{FF2B5EF4-FFF2-40B4-BE49-F238E27FC236}">
                <a16:creationId xmlns:a16="http://schemas.microsoft.com/office/drawing/2014/main" id="{B4267321-2502-449A-8F3D-1B5F2CEB70A2}"/>
              </a:ext>
            </a:extLst>
          </p:cNvPr>
          <p:cNvSpPr>
            <a:spLocks noGrp="1"/>
          </p:cNvSpPr>
          <p:nvPr/>
        </p:nvSpPr>
        <p:spPr>
          <a:xfrm>
            <a:off x="7407248" y="295700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7" name="9lfa_0_build_PredictedAtoms_33">
            <a:extLst>
              <a:ext uri="{FF2B5EF4-FFF2-40B4-BE49-F238E27FC236}">
                <a16:creationId xmlns:a16="http://schemas.microsoft.com/office/drawing/2014/main" id="{97650165-AD77-4D1C-9683-C58FABA77E19}"/>
              </a:ext>
            </a:extLst>
          </p:cNvPr>
          <p:cNvSpPr>
            <a:spLocks noGrp="1"/>
          </p:cNvSpPr>
          <p:nvPr/>
        </p:nvSpPr>
        <p:spPr>
          <a:xfrm>
            <a:off x="7245463" y="306088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8" name="9lfa_0_build_PredictedAtoms_34">
            <a:extLst>
              <a:ext uri="{FF2B5EF4-FFF2-40B4-BE49-F238E27FC236}">
                <a16:creationId xmlns:a16="http://schemas.microsoft.com/office/drawing/2014/main" id="{16E47A31-D4DB-4AF7-9DA3-89A1E4BB5B75}"/>
              </a:ext>
            </a:extLst>
          </p:cNvPr>
          <p:cNvSpPr>
            <a:spLocks noGrp="1"/>
          </p:cNvSpPr>
          <p:nvPr/>
        </p:nvSpPr>
        <p:spPr>
          <a:xfrm>
            <a:off x="7102949" y="302645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49" name="9lfa_0_build_PredictedAtoms_35">
            <a:extLst>
              <a:ext uri="{FF2B5EF4-FFF2-40B4-BE49-F238E27FC236}">
                <a16:creationId xmlns:a16="http://schemas.microsoft.com/office/drawing/2014/main" id="{04CCE618-5712-4F1A-B6AB-DEA0A853EB3D}"/>
              </a:ext>
            </a:extLst>
          </p:cNvPr>
          <p:cNvSpPr>
            <a:spLocks noGrp="1"/>
          </p:cNvSpPr>
          <p:nvPr/>
        </p:nvSpPr>
        <p:spPr>
          <a:xfrm>
            <a:off x="6841259" y="272500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650" name="9lfa_0_build_Clashes_0">
            <a:extLst>
              <a:ext uri="{FF2B5EF4-FFF2-40B4-BE49-F238E27FC236}">
                <a16:creationId xmlns:a16="http://schemas.microsoft.com/office/drawing/2014/main" id="{A08F06F4-1A0D-437E-B5E9-2A45B159BA0A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68039" y="587440"/>
                </a:moveTo>
                <a:lnTo>
                  <a:pt x="2589456" y="50251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1" name="9lfa_0_build_Clashes_1">
            <a:extLst>
              <a:ext uri="{FF2B5EF4-FFF2-40B4-BE49-F238E27FC236}">
                <a16:creationId xmlns:a16="http://schemas.microsoft.com/office/drawing/2014/main" id="{A16ACC0A-DA82-4CCF-96CE-5B9E43401337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05470" y="619407"/>
                </a:moveTo>
                <a:lnTo>
                  <a:pt x="2589456" y="50251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2" name="9lfa_0_build_Clashes_2">
            <a:extLst>
              <a:ext uri="{FF2B5EF4-FFF2-40B4-BE49-F238E27FC236}">
                <a16:creationId xmlns:a16="http://schemas.microsoft.com/office/drawing/2014/main" id="{D78BB7E6-309B-41A4-8A1F-939E5721B968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608" y="518257"/>
                </a:moveTo>
                <a:lnTo>
                  <a:pt x="2654813" y="4934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3" name="9lfa_0_build_Clashes_3">
            <a:extLst>
              <a:ext uri="{FF2B5EF4-FFF2-40B4-BE49-F238E27FC236}">
                <a16:creationId xmlns:a16="http://schemas.microsoft.com/office/drawing/2014/main" id="{5384FFDA-B486-4AF9-A9CA-64767BC22511}"/>
              </a:ext>
            </a:extLst>
          </p:cNvPr>
          <p:cNvSpPr>
            <a:spLocks noGrp="1"/>
          </p:cNvSpPr>
          <p:nvPr/>
        </p:nvSpPr>
        <p:spPr>
          <a:xfrm>
            <a:off x="6172200" y="25812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48994" y="485612"/>
                </a:moveTo>
                <a:lnTo>
                  <a:pt x="2654813" y="49340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654" name="9lfa_0_build_ClashingReceptorAtoms_0">
            <a:extLst>
              <a:ext uri="{FF2B5EF4-FFF2-40B4-BE49-F238E27FC236}">
                <a16:creationId xmlns:a16="http://schemas.microsoft.com/office/drawing/2014/main" id="{C380FD9F-D45B-4CEE-8A25-698A4D71607C}"/>
              </a:ext>
            </a:extLst>
          </p:cNvPr>
          <p:cNvSpPr>
            <a:spLocks noGrp="1"/>
          </p:cNvSpPr>
          <p:nvPr/>
        </p:nvSpPr>
        <p:spPr>
          <a:xfrm>
            <a:off x="8737844" y="3059973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655" name="stage3-cases-alternatives_20">
            <a:extLst>
              <a:ext uri="{FF2B5EF4-FFF2-40B4-BE49-F238E27FC236}">
                <a16:creationId xmlns:a16="http://schemas.microsoft.com/office/drawing/2014/main" id="{35548BF9-5812-4734-B685-6C835F869A62}"/>
              </a:ext>
            </a:extLst>
          </p:cNvPr>
          <p:cNvSpPr>
            <a:spLocks noGrp="1"/>
          </p:cNvSpPr>
          <p:nvPr/>
        </p:nvSpPr>
        <p:spPr>
          <a:xfrm>
            <a:off x="6172200" y="39243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3.70 Å   D 58%   Clash 4</a:t>
            </a:r>
          </a:p>
        </p:txBody>
      </p:sp>
      <p:sp>
        <p:nvSpPr>
          <p:cNvPr id="656" name="stage3-cases-alternatives_21">
            <a:extLst>
              <a:ext uri="{FF2B5EF4-FFF2-40B4-BE49-F238E27FC236}">
                <a16:creationId xmlns:a16="http://schemas.microsoft.com/office/drawing/2014/main" id="{A3690598-2AD2-418D-AD2D-26C4069132EF}"/>
              </a:ext>
            </a:extLst>
          </p:cNvPr>
          <p:cNvSpPr>
            <a:spLocks noGrp="1"/>
          </p:cNvSpPr>
          <p:nvPr/>
        </p:nvSpPr>
        <p:spPr>
          <a:xfrm>
            <a:off x="247650" y="40957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c  9BJJ · A1AP0 (E:1001)</a:t>
            </a:r>
          </a:p>
        </p:txBody>
      </p:sp>
      <p:sp>
        <p:nvSpPr>
          <p:cNvPr id="657" name="stage3-cases-alternatives_22">
            <a:extLst>
              <a:ext uri="{FF2B5EF4-FFF2-40B4-BE49-F238E27FC236}">
                <a16:creationId xmlns:a16="http://schemas.microsoft.com/office/drawing/2014/main" id="{68B76EB4-F0C3-4684-8D15-E031BC85FE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337327" y="4238625"/>
                </a:moveTo>
                <a:lnTo>
                  <a:pt x="8953500" y="42386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658" name="stage3-cases-alternatives_23">
            <a:extLst>
              <a:ext uri="{FF2B5EF4-FFF2-40B4-BE49-F238E27FC236}">
                <a16:creationId xmlns:a16="http://schemas.microsoft.com/office/drawing/2014/main" id="{AB3AE359-C2F7-4B1F-9145-E805EB7513A7}"/>
              </a:ext>
            </a:extLst>
          </p:cNvPr>
          <p:cNvSpPr>
            <a:spLocks noGrp="1"/>
          </p:cNvSpPr>
          <p:nvPr/>
        </p:nvSpPr>
        <p:spPr>
          <a:xfrm>
            <a:off x="9001125" y="41243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659" name="9bjj_16_official_Receptor">
            <a:extLst>
              <a:ext uri="{FF2B5EF4-FFF2-40B4-BE49-F238E27FC236}">
                <a16:creationId xmlns:a16="http://schemas.microsoft.com/office/drawing/2014/main" id="{B58AA9DB-C872-4112-B01D-6A425BD82FA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147" y="819853"/>
                </a:moveTo>
                <a:lnTo>
                  <a:pt x="790510" y="826417"/>
                </a:lnTo>
                <a:moveTo>
                  <a:pt x="975147" y="819853"/>
                </a:moveTo>
                <a:lnTo>
                  <a:pt x="1051757" y="657322"/>
                </a:lnTo>
                <a:moveTo>
                  <a:pt x="2166745" y="290475"/>
                </a:moveTo>
                <a:lnTo>
                  <a:pt x="2103266" y="232688"/>
                </a:lnTo>
                <a:moveTo>
                  <a:pt x="1043499" y="958500"/>
                </a:moveTo>
                <a:lnTo>
                  <a:pt x="975147" y="819853"/>
                </a:lnTo>
                <a:moveTo>
                  <a:pt x="1204912" y="988475"/>
                </a:moveTo>
                <a:lnTo>
                  <a:pt x="1299808" y="899926"/>
                </a:lnTo>
                <a:moveTo>
                  <a:pt x="1204912" y="988475"/>
                </a:moveTo>
                <a:lnTo>
                  <a:pt x="1043499" y="958500"/>
                </a:lnTo>
                <a:moveTo>
                  <a:pt x="2103266" y="232688"/>
                </a:moveTo>
                <a:lnTo>
                  <a:pt x="2019435" y="66037"/>
                </a:lnTo>
                <a:moveTo>
                  <a:pt x="790510" y="826417"/>
                </a:moveTo>
                <a:lnTo>
                  <a:pt x="778298" y="923268"/>
                </a:lnTo>
                <a:moveTo>
                  <a:pt x="1051757" y="657322"/>
                </a:moveTo>
                <a:lnTo>
                  <a:pt x="1085602" y="629445"/>
                </a:lnTo>
                <a:moveTo>
                  <a:pt x="1270662" y="1135509"/>
                </a:moveTo>
                <a:lnTo>
                  <a:pt x="1204912" y="988475"/>
                </a:lnTo>
                <a:moveTo>
                  <a:pt x="1043499" y="958500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270662" y="1135509"/>
                </a:lnTo>
                <a:moveTo>
                  <a:pt x="110212" y="501089"/>
                </a:moveTo>
                <a:lnTo>
                  <a:pt x="69773" y="485139"/>
                </a:lnTo>
                <a:moveTo>
                  <a:pt x="2518541" y="769946"/>
                </a:moveTo>
                <a:lnTo>
                  <a:pt x="2587060" y="752175"/>
                </a:lnTo>
                <a:moveTo>
                  <a:pt x="2103266" y="232688"/>
                </a:moveTo>
                <a:lnTo>
                  <a:pt x="2240827" y="222929"/>
                </a:lnTo>
                <a:moveTo>
                  <a:pt x="778298" y="923268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554884" y="1135614"/>
                </a:lnTo>
                <a:moveTo>
                  <a:pt x="14308" y="309796"/>
                </a:moveTo>
                <a:lnTo>
                  <a:pt x="83498" y="190458"/>
                </a:lnTo>
                <a:moveTo>
                  <a:pt x="69773" y="485139"/>
                </a:moveTo>
                <a:lnTo>
                  <a:pt x="14308" y="309796"/>
                </a:lnTo>
                <a:moveTo>
                  <a:pt x="2395432" y="492587"/>
                </a:moveTo>
                <a:lnTo>
                  <a:pt x="2428442" y="651325"/>
                </a:lnTo>
                <a:moveTo>
                  <a:pt x="1270662" y="1135509"/>
                </a:moveTo>
                <a:lnTo>
                  <a:pt x="1277798" y="1100731"/>
                </a:lnTo>
                <a:moveTo>
                  <a:pt x="2428442" y="651325"/>
                </a:moveTo>
                <a:lnTo>
                  <a:pt x="2518541" y="769946"/>
                </a:lnTo>
                <a:moveTo>
                  <a:pt x="2518541" y="769946"/>
                </a:moveTo>
                <a:lnTo>
                  <a:pt x="2540342" y="910137"/>
                </a:lnTo>
                <a:moveTo>
                  <a:pt x="2281611" y="386266"/>
                </a:moveTo>
                <a:lnTo>
                  <a:pt x="2395432" y="492587"/>
                </a:lnTo>
                <a:moveTo>
                  <a:pt x="2240827" y="222929"/>
                </a:moveTo>
                <a:lnTo>
                  <a:pt x="2281611" y="386266"/>
                </a:lnTo>
                <a:moveTo>
                  <a:pt x="69773" y="485139"/>
                </a:moveTo>
                <a:lnTo>
                  <a:pt x="218353" y="530352"/>
                </a:lnTo>
                <a:moveTo>
                  <a:pt x="1448463" y="1045051"/>
                </a:moveTo>
                <a:lnTo>
                  <a:pt x="1554884" y="1135614"/>
                </a:lnTo>
                <a:moveTo>
                  <a:pt x="218353" y="530352"/>
                </a:moveTo>
                <a:lnTo>
                  <a:pt x="267555" y="711164"/>
                </a:lnTo>
                <a:moveTo>
                  <a:pt x="1277798" y="1100731"/>
                </a:moveTo>
                <a:lnTo>
                  <a:pt x="1448463" y="1045051"/>
                </a:lnTo>
                <a:moveTo>
                  <a:pt x="267555" y="711164"/>
                </a:moveTo>
                <a:lnTo>
                  <a:pt x="155100" y="819966"/>
                </a:lnTo>
                <a:moveTo>
                  <a:pt x="155100" y="819966"/>
                </a:moveTo>
                <a:lnTo>
                  <a:pt x="166886" y="782368"/>
                </a:lnTo>
                <a:moveTo>
                  <a:pt x="166886" y="782368"/>
                </a:moveTo>
                <a:lnTo>
                  <a:pt x="286516" y="835041"/>
                </a:lnTo>
                <a:moveTo>
                  <a:pt x="2350206" y="1139316"/>
                </a:moveTo>
                <a:lnTo>
                  <a:pt x="2305654" y="1209876"/>
                </a:lnTo>
                <a:moveTo>
                  <a:pt x="286516" y="835041"/>
                </a:moveTo>
                <a:lnTo>
                  <a:pt x="409077" y="926554"/>
                </a:lnTo>
                <a:moveTo>
                  <a:pt x="2293720" y="963775"/>
                </a:moveTo>
                <a:lnTo>
                  <a:pt x="2422932" y="837918"/>
                </a:lnTo>
                <a:moveTo>
                  <a:pt x="2293720" y="963775"/>
                </a:moveTo>
                <a:lnTo>
                  <a:pt x="2350206" y="1139316"/>
                </a:lnTo>
                <a:moveTo>
                  <a:pt x="2422932" y="837918"/>
                </a:moveTo>
                <a:lnTo>
                  <a:pt x="2419898" y="703808"/>
                </a:lnTo>
                <a:moveTo>
                  <a:pt x="1734913" y="1264974"/>
                </a:moveTo>
                <a:lnTo>
                  <a:pt x="1605413" y="1222562"/>
                </a:lnTo>
                <a:moveTo>
                  <a:pt x="286516" y="835041"/>
                </a:moveTo>
                <a:lnTo>
                  <a:pt x="283187" y="794703"/>
                </a:lnTo>
                <a:moveTo>
                  <a:pt x="1394015" y="92637"/>
                </a:moveTo>
                <a:lnTo>
                  <a:pt x="1546569" y="2013"/>
                </a:lnTo>
                <a:moveTo>
                  <a:pt x="1605413" y="1222562"/>
                </a:moveTo>
                <a:lnTo>
                  <a:pt x="1452144" y="1290627"/>
                </a:lnTo>
                <a:moveTo>
                  <a:pt x="1452144" y="1290627"/>
                </a:moveTo>
                <a:lnTo>
                  <a:pt x="1322605" y="1249025"/>
                </a:lnTo>
                <a:moveTo>
                  <a:pt x="2273751" y="925042"/>
                </a:moveTo>
                <a:lnTo>
                  <a:pt x="2293720" y="963775"/>
                </a:lnTo>
                <a:moveTo>
                  <a:pt x="1470370" y="300679"/>
                </a:moveTo>
                <a:lnTo>
                  <a:pt x="1394015" y="92637"/>
                </a:lnTo>
                <a:moveTo>
                  <a:pt x="849147" y="37328"/>
                </a:moveTo>
                <a:lnTo>
                  <a:pt x="647458" y="113924"/>
                </a:lnTo>
                <a:moveTo>
                  <a:pt x="2419898" y="703808"/>
                </a:moveTo>
                <a:lnTo>
                  <a:pt x="2374085" y="782669"/>
                </a:lnTo>
                <a:moveTo>
                  <a:pt x="1623845" y="314486"/>
                </a:moveTo>
                <a:lnTo>
                  <a:pt x="1470370" y="300679"/>
                </a:lnTo>
                <a:moveTo>
                  <a:pt x="947417" y="220728"/>
                </a:moveTo>
                <a:lnTo>
                  <a:pt x="849147" y="37328"/>
                </a:lnTo>
                <a:moveTo>
                  <a:pt x="2273751" y="925042"/>
                </a:moveTo>
                <a:lnTo>
                  <a:pt x="2374085" y="782669"/>
                </a:lnTo>
                <a:moveTo>
                  <a:pt x="1684917" y="491177"/>
                </a:moveTo>
                <a:lnTo>
                  <a:pt x="1623845" y="314486"/>
                </a:lnTo>
                <a:moveTo>
                  <a:pt x="1559119" y="588960"/>
                </a:moveTo>
                <a:lnTo>
                  <a:pt x="1684917" y="491177"/>
                </a:lnTo>
                <a:moveTo>
                  <a:pt x="1684917" y="491177"/>
                </a:moveTo>
                <a:lnTo>
                  <a:pt x="1848391" y="489691"/>
                </a:lnTo>
                <a:moveTo>
                  <a:pt x="863048" y="290434"/>
                </a:moveTo>
                <a:lnTo>
                  <a:pt x="947417" y="220728"/>
                </a:lnTo>
                <a:moveTo>
                  <a:pt x="1570654" y="752827"/>
                </a:moveTo>
                <a:lnTo>
                  <a:pt x="1686055" y="827927"/>
                </a:lnTo>
                <a:moveTo>
                  <a:pt x="1848391" y="489691"/>
                </a:moveTo>
                <a:lnTo>
                  <a:pt x="1971205" y="430594"/>
                </a:lnTo>
                <a:moveTo>
                  <a:pt x="1570654" y="752827"/>
                </a:moveTo>
                <a:lnTo>
                  <a:pt x="1559119" y="588960"/>
                </a:lnTo>
                <a:moveTo>
                  <a:pt x="1283889" y="866273"/>
                </a:moveTo>
                <a:lnTo>
                  <a:pt x="1166452" y="996107"/>
                </a:lnTo>
                <a:moveTo>
                  <a:pt x="1166452" y="996107"/>
                </a:moveTo>
                <a:lnTo>
                  <a:pt x="1011494" y="1033846"/>
                </a:lnTo>
                <a:moveTo>
                  <a:pt x="1435392" y="846084"/>
                </a:moveTo>
                <a:lnTo>
                  <a:pt x="1283889" y="866273"/>
                </a:lnTo>
                <a:moveTo>
                  <a:pt x="1011494" y="1033846"/>
                </a:moveTo>
                <a:lnTo>
                  <a:pt x="959548" y="1164426"/>
                </a:lnTo>
                <a:moveTo>
                  <a:pt x="1435392" y="846084"/>
                </a:moveTo>
                <a:lnTo>
                  <a:pt x="1570654" y="752827"/>
                </a:lnTo>
                <a:moveTo>
                  <a:pt x="954554" y="434502"/>
                </a:moveTo>
                <a:lnTo>
                  <a:pt x="863048" y="290434"/>
                </a:lnTo>
                <a:moveTo>
                  <a:pt x="1166452" y="996107"/>
                </a:moveTo>
                <a:lnTo>
                  <a:pt x="1204571" y="1105676"/>
                </a:lnTo>
                <a:moveTo>
                  <a:pt x="1129040" y="383612"/>
                </a:moveTo>
                <a:lnTo>
                  <a:pt x="1248115" y="427335"/>
                </a:lnTo>
                <a:moveTo>
                  <a:pt x="1078320" y="1205329"/>
                </a:moveTo>
                <a:lnTo>
                  <a:pt x="959548" y="1164426"/>
                </a:lnTo>
                <a:moveTo>
                  <a:pt x="954554" y="434502"/>
                </a:moveTo>
                <a:lnTo>
                  <a:pt x="1129040" y="383612"/>
                </a:lnTo>
                <a:moveTo>
                  <a:pt x="1390073" y="762687"/>
                </a:moveTo>
                <a:lnTo>
                  <a:pt x="1435392" y="846084"/>
                </a:lnTo>
                <a:moveTo>
                  <a:pt x="1204571" y="1105676"/>
                </a:moveTo>
                <a:lnTo>
                  <a:pt x="1078320" y="1205329"/>
                </a:lnTo>
                <a:moveTo>
                  <a:pt x="864092" y="492831"/>
                </a:moveTo>
                <a:lnTo>
                  <a:pt x="954554" y="4345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660" name="9bjj_16_official_ExperimentalDensity">
            <a:extLst>
              <a:ext uri="{FF2B5EF4-FFF2-40B4-BE49-F238E27FC236}">
                <a16:creationId xmlns:a16="http://schemas.microsoft.com/office/drawing/2014/main" id="{24021A88-F868-45F1-932E-84D3CEC5D58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246" y="545028"/>
                </a:moveTo>
                <a:lnTo>
                  <a:pt x="1648115" y="580575"/>
                </a:lnTo>
                <a:moveTo>
                  <a:pt x="1759530" y="283600"/>
                </a:moveTo>
                <a:lnTo>
                  <a:pt x="1800252" y="284552"/>
                </a:lnTo>
                <a:moveTo>
                  <a:pt x="1798687" y="272247"/>
                </a:moveTo>
                <a:lnTo>
                  <a:pt x="1899392" y="122593"/>
                </a:lnTo>
                <a:moveTo>
                  <a:pt x="1798687" y="272247"/>
                </a:moveTo>
                <a:lnTo>
                  <a:pt x="1759530" y="283600"/>
                </a:lnTo>
                <a:moveTo>
                  <a:pt x="1798687" y="272247"/>
                </a:moveTo>
                <a:lnTo>
                  <a:pt x="1800252" y="284552"/>
                </a:lnTo>
                <a:moveTo>
                  <a:pt x="1590246" y="545028"/>
                </a:moveTo>
                <a:lnTo>
                  <a:pt x="1597107" y="568221"/>
                </a:lnTo>
                <a:moveTo>
                  <a:pt x="1776886" y="127496"/>
                </a:moveTo>
                <a:lnTo>
                  <a:pt x="1899392" y="122593"/>
                </a:lnTo>
                <a:moveTo>
                  <a:pt x="1597107" y="568221"/>
                </a:moveTo>
                <a:lnTo>
                  <a:pt x="1648115" y="580575"/>
                </a:lnTo>
                <a:moveTo>
                  <a:pt x="1776886" y="127496"/>
                </a:moveTo>
                <a:lnTo>
                  <a:pt x="1798687" y="272247"/>
                </a:lnTo>
                <a:moveTo>
                  <a:pt x="1648115" y="580575"/>
                </a:moveTo>
                <a:lnTo>
                  <a:pt x="1668226" y="605971"/>
                </a:lnTo>
                <a:moveTo>
                  <a:pt x="1668226" y="605971"/>
                </a:moveTo>
                <a:lnTo>
                  <a:pt x="1732335" y="637675"/>
                </a:lnTo>
                <a:moveTo>
                  <a:pt x="1718155" y="534493"/>
                </a:moveTo>
                <a:lnTo>
                  <a:pt x="1732335" y="637675"/>
                </a:lnTo>
                <a:moveTo>
                  <a:pt x="1597107" y="568221"/>
                </a:moveTo>
                <a:lnTo>
                  <a:pt x="1668226" y="605971"/>
                </a:lnTo>
                <a:moveTo>
                  <a:pt x="2041894" y="999770"/>
                </a:moveTo>
                <a:lnTo>
                  <a:pt x="2046822" y="1033572"/>
                </a:lnTo>
                <a:moveTo>
                  <a:pt x="2046822" y="1033572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46822" y="1033572"/>
                </a:lnTo>
                <a:moveTo>
                  <a:pt x="2041894" y="999770"/>
                </a:moveTo>
                <a:lnTo>
                  <a:pt x="2108492" y="1014508"/>
                </a:lnTo>
                <a:moveTo>
                  <a:pt x="1718155" y="534493"/>
                </a:moveTo>
                <a:lnTo>
                  <a:pt x="1668226" y="605971"/>
                </a:lnTo>
                <a:moveTo>
                  <a:pt x="2033320" y="1026444"/>
                </a:moveTo>
                <a:lnTo>
                  <a:pt x="2041894" y="999770"/>
                </a:lnTo>
                <a:moveTo>
                  <a:pt x="2051912" y="1055001"/>
                </a:moveTo>
                <a:lnTo>
                  <a:pt x="2046822" y="1033572"/>
                </a:lnTo>
                <a:moveTo>
                  <a:pt x="2051912" y="1055001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51912" y="1055001"/>
                </a:lnTo>
                <a:moveTo>
                  <a:pt x="1712755" y="492862"/>
                </a:moveTo>
                <a:lnTo>
                  <a:pt x="1718155" y="534493"/>
                </a:lnTo>
                <a:moveTo>
                  <a:pt x="1718155" y="534493"/>
                </a:moveTo>
                <a:lnTo>
                  <a:pt x="1839220" y="501102"/>
                </a:lnTo>
                <a:moveTo>
                  <a:pt x="1679638" y="524028"/>
                </a:moveTo>
                <a:lnTo>
                  <a:pt x="1668226" y="605971"/>
                </a:lnTo>
                <a:moveTo>
                  <a:pt x="1603577" y="581648"/>
                </a:moveTo>
                <a:lnTo>
                  <a:pt x="1597107" y="568221"/>
                </a:lnTo>
                <a:moveTo>
                  <a:pt x="1679638" y="524028"/>
                </a:moveTo>
                <a:lnTo>
                  <a:pt x="1718155" y="534493"/>
                </a:lnTo>
                <a:moveTo>
                  <a:pt x="2023962" y="867878"/>
                </a:moveTo>
                <a:lnTo>
                  <a:pt x="2041894" y="999770"/>
                </a:lnTo>
                <a:moveTo>
                  <a:pt x="1483680" y="611339"/>
                </a:moveTo>
                <a:lnTo>
                  <a:pt x="1597107" y="568221"/>
                </a:lnTo>
                <a:moveTo>
                  <a:pt x="1712755" y="492862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839220" y="501102"/>
                </a:lnTo>
                <a:moveTo>
                  <a:pt x="1712755" y="492862"/>
                </a:moveTo>
                <a:lnTo>
                  <a:pt x="1839220" y="501102"/>
                </a:lnTo>
                <a:moveTo>
                  <a:pt x="1836878" y="486468"/>
                </a:moveTo>
                <a:lnTo>
                  <a:pt x="1860775" y="495268"/>
                </a:lnTo>
                <a:moveTo>
                  <a:pt x="1839220" y="501102"/>
                </a:moveTo>
                <a:lnTo>
                  <a:pt x="1860775" y="495268"/>
                </a:lnTo>
                <a:moveTo>
                  <a:pt x="2041894" y="999770"/>
                </a:moveTo>
                <a:lnTo>
                  <a:pt x="2029479" y="861640"/>
                </a:lnTo>
                <a:moveTo>
                  <a:pt x="2023962" y="867878"/>
                </a:moveTo>
                <a:lnTo>
                  <a:pt x="2033320" y="1026444"/>
                </a:lnTo>
                <a:moveTo>
                  <a:pt x="1603577" y="581648"/>
                </a:moveTo>
                <a:lnTo>
                  <a:pt x="1668226" y="605971"/>
                </a:lnTo>
                <a:moveTo>
                  <a:pt x="1679638" y="524028"/>
                </a:moveTo>
                <a:lnTo>
                  <a:pt x="1712755" y="492862"/>
                </a:lnTo>
                <a:moveTo>
                  <a:pt x="2029479" y="861640"/>
                </a:moveTo>
                <a:lnTo>
                  <a:pt x="2108492" y="1014508"/>
                </a:lnTo>
                <a:moveTo>
                  <a:pt x="2008545" y="864963"/>
                </a:moveTo>
                <a:lnTo>
                  <a:pt x="2033320" y="1026444"/>
                </a:lnTo>
                <a:moveTo>
                  <a:pt x="1817465" y="357241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960279" y="467581"/>
                </a:lnTo>
                <a:moveTo>
                  <a:pt x="1494652" y="683273"/>
                </a:moveTo>
                <a:lnTo>
                  <a:pt x="1617517" y="685474"/>
                </a:lnTo>
                <a:moveTo>
                  <a:pt x="1860775" y="495268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39010" y="333341"/>
                </a:lnTo>
                <a:moveTo>
                  <a:pt x="1817465" y="357241"/>
                </a:moveTo>
                <a:lnTo>
                  <a:pt x="1925462" y="247271"/>
                </a:lnTo>
                <a:moveTo>
                  <a:pt x="1603577" y="581648"/>
                </a:moveTo>
                <a:lnTo>
                  <a:pt x="1679638" y="524028"/>
                </a:lnTo>
                <a:moveTo>
                  <a:pt x="1939010" y="333341"/>
                </a:moveTo>
                <a:lnTo>
                  <a:pt x="1960279" y="467581"/>
                </a:lnTo>
                <a:moveTo>
                  <a:pt x="1925462" y="247271"/>
                </a:moveTo>
                <a:lnTo>
                  <a:pt x="1939010" y="333341"/>
                </a:lnTo>
                <a:moveTo>
                  <a:pt x="2115053" y="961925"/>
                </a:moveTo>
                <a:lnTo>
                  <a:pt x="2108492" y="1014508"/>
                </a:lnTo>
                <a:moveTo>
                  <a:pt x="1806153" y="280207"/>
                </a:moveTo>
                <a:lnTo>
                  <a:pt x="1817465" y="357241"/>
                </a:lnTo>
                <a:moveTo>
                  <a:pt x="2022004" y="853247"/>
                </a:moveTo>
                <a:lnTo>
                  <a:pt x="2023962" y="867878"/>
                </a:lnTo>
                <a:moveTo>
                  <a:pt x="1881717" y="768769"/>
                </a:moveTo>
                <a:lnTo>
                  <a:pt x="2001864" y="717233"/>
                </a:lnTo>
                <a:moveTo>
                  <a:pt x="2023962" y="867878"/>
                </a:moveTo>
                <a:lnTo>
                  <a:pt x="2029479" y="861640"/>
                </a:lnTo>
                <a:moveTo>
                  <a:pt x="2008545" y="864963"/>
                </a:moveTo>
                <a:lnTo>
                  <a:pt x="2023962" y="867878"/>
                </a:lnTo>
                <a:moveTo>
                  <a:pt x="1806153" y="280207"/>
                </a:moveTo>
                <a:lnTo>
                  <a:pt x="1925462" y="247271"/>
                </a:lnTo>
                <a:moveTo>
                  <a:pt x="1881717" y="768769"/>
                </a:moveTo>
                <a:lnTo>
                  <a:pt x="1901354" y="870755"/>
                </a:lnTo>
                <a:moveTo>
                  <a:pt x="1971210" y="984763"/>
                </a:moveTo>
                <a:lnTo>
                  <a:pt x="2033320" y="1026444"/>
                </a:lnTo>
                <a:moveTo>
                  <a:pt x="1354710" y="591014"/>
                </a:moveTo>
                <a:lnTo>
                  <a:pt x="1373079" y="706622"/>
                </a:lnTo>
                <a:moveTo>
                  <a:pt x="2022004" y="853247"/>
                </a:moveTo>
                <a:lnTo>
                  <a:pt x="2029479" y="861640"/>
                </a:lnTo>
                <a:moveTo>
                  <a:pt x="1354710" y="591014"/>
                </a:moveTo>
                <a:lnTo>
                  <a:pt x="1494652" y="683273"/>
                </a:lnTo>
                <a:moveTo>
                  <a:pt x="2008545" y="864963"/>
                </a:moveTo>
                <a:lnTo>
                  <a:pt x="2022004" y="853247"/>
                </a:lnTo>
                <a:moveTo>
                  <a:pt x="1373079" y="706622"/>
                </a:moveTo>
                <a:lnTo>
                  <a:pt x="1494652" y="683273"/>
                </a:lnTo>
                <a:moveTo>
                  <a:pt x="1917217" y="188742"/>
                </a:moveTo>
                <a:lnTo>
                  <a:pt x="1925462" y="247271"/>
                </a:lnTo>
                <a:moveTo>
                  <a:pt x="1960279" y="467581"/>
                </a:moveTo>
                <a:lnTo>
                  <a:pt x="1997421" y="308159"/>
                </a:lnTo>
                <a:moveTo>
                  <a:pt x="1939010" y="333341"/>
                </a:moveTo>
                <a:lnTo>
                  <a:pt x="1997421" y="308159"/>
                </a:lnTo>
                <a:moveTo>
                  <a:pt x="1354710" y="59101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3577" y="581648"/>
                </a:lnTo>
                <a:moveTo>
                  <a:pt x="1925462" y="247271"/>
                </a:moveTo>
                <a:lnTo>
                  <a:pt x="1997421" y="308159"/>
                </a:lnTo>
                <a:moveTo>
                  <a:pt x="1483680" y="611339"/>
                </a:moveTo>
                <a:lnTo>
                  <a:pt x="1494652" y="683273"/>
                </a:lnTo>
                <a:moveTo>
                  <a:pt x="1766316" y="344852"/>
                </a:moveTo>
                <a:lnTo>
                  <a:pt x="1817465" y="357241"/>
                </a:lnTo>
                <a:moveTo>
                  <a:pt x="2001864" y="717233"/>
                </a:moveTo>
                <a:lnTo>
                  <a:pt x="2022004" y="853247"/>
                </a:lnTo>
                <a:moveTo>
                  <a:pt x="1617517" y="685474"/>
                </a:moveTo>
                <a:lnTo>
                  <a:pt x="1635705" y="758811"/>
                </a:lnTo>
                <a:moveTo>
                  <a:pt x="2001864" y="717233"/>
                </a:moveTo>
                <a:lnTo>
                  <a:pt x="2008545" y="864963"/>
                </a:lnTo>
                <a:moveTo>
                  <a:pt x="2064063" y="1088170"/>
                </a:moveTo>
                <a:lnTo>
                  <a:pt x="2108492" y="1014508"/>
                </a:lnTo>
                <a:moveTo>
                  <a:pt x="1709028" y="435440"/>
                </a:moveTo>
                <a:lnTo>
                  <a:pt x="1836878" y="486468"/>
                </a:lnTo>
                <a:moveTo>
                  <a:pt x="1709028" y="435440"/>
                </a:moveTo>
                <a:lnTo>
                  <a:pt x="1712755" y="492862"/>
                </a:lnTo>
                <a:moveTo>
                  <a:pt x="1766316" y="344852"/>
                </a:moveTo>
                <a:lnTo>
                  <a:pt x="1806153" y="280207"/>
                </a:lnTo>
                <a:moveTo>
                  <a:pt x="1901354" y="870755"/>
                </a:moveTo>
                <a:lnTo>
                  <a:pt x="2008545" y="864963"/>
                </a:lnTo>
                <a:moveTo>
                  <a:pt x="2068494" y="1083188"/>
                </a:moveTo>
                <a:lnTo>
                  <a:pt x="2108492" y="1014508"/>
                </a:lnTo>
                <a:moveTo>
                  <a:pt x="1247983" y="693312"/>
                </a:moveTo>
                <a:lnTo>
                  <a:pt x="1354710" y="591014"/>
                </a:lnTo>
                <a:moveTo>
                  <a:pt x="1247983" y="693312"/>
                </a:moveTo>
                <a:lnTo>
                  <a:pt x="1373079" y="706622"/>
                </a:lnTo>
                <a:moveTo>
                  <a:pt x="1250408" y="708269"/>
                </a:moveTo>
                <a:lnTo>
                  <a:pt x="1373079" y="706622"/>
                </a:lnTo>
                <a:moveTo>
                  <a:pt x="2054643" y="1085388"/>
                </a:moveTo>
                <a:lnTo>
                  <a:pt x="2033320" y="1026444"/>
                </a:lnTo>
                <a:moveTo>
                  <a:pt x="1709028" y="435440"/>
                </a:moveTo>
                <a:lnTo>
                  <a:pt x="1679638" y="524028"/>
                </a:lnTo>
                <a:moveTo>
                  <a:pt x="2051912" y="1055001"/>
                </a:moveTo>
                <a:lnTo>
                  <a:pt x="2064063" y="1088170"/>
                </a:lnTo>
                <a:moveTo>
                  <a:pt x="2029479" y="861640"/>
                </a:moveTo>
                <a:lnTo>
                  <a:pt x="2115053" y="961925"/>
                </a:lnTo>
                <a:moveTo>
                  <a:pt x="703517" y="417541"/>
                </a:moveTo>
                <a:lnTo>
                  <a:pt x="843690" y="520462"/>
                </a:lnTo>
                <a:moveTo>
                  <a:pt x="1709028" y="435440"/>
                </a:moveTo>
                <a:lnTo>
                  <a:pt x="1817465" y="357241"/>
                </a:lnTo>
                <a:moveTo>
                  <a:pt x="843690" y="520462"/>
                </a:moveTo>
                <a:lnTo>
                  <a:pt x="864272" y="641126"/>
                </a:lnTo>
                <a:moveTo>
                  <a:pt x="1960279" y="467581"/>
                </a:moveTo>
                <a:lnTo>
                  <a:pt x="2063419" y="411552"/>
                </a:lnTo>
                <a:moveTo>
                  <a:pt x="1900001" y="70038"/>
                </a:moveTo>
                <a:lnTo>
                  <a:pt x="1917217" y="188742"/>
                </a:lnTo>
                <a:moveTo>
                  <a:pt x="2054643" y="1085388"/>
                </a:moveTo>
                <a:lnTo>
                  <a:pt x="2051912" y="1055001"/>
                </a:lnTo>
                <a:moveTo>
                  <a:pt x="2008545" y="864963"/>
                </a:moveTo>
                <a:lnTo>
                  <a:pt x="1971210" y="984763"/>
                </a:lnTo>
                <a:moveTo>
                  <a:pt x="1901354" y="870755"/>
                </a:moveTo>
                <a:lnTo>
                  <a:pt x="2001864" y="717233"/>
                </a:lnTo>
                <a:moveTo>
                  <a:pt x="2022004" y="853247"/>
                </a:moveTo>
                <a:lnTo>
                  <a:pt x="2014485" y="698607"/>
                </a:lnTo>
                <a:moveTo>
                  <a:pt x="843690" y="520462"/>
                </a:moveTo>
                <a:lnTo>
                  <a:pt x="985770" y="616310"/>
                </a:lnTo>
                <a:moveTo>
                  <a:pt x="1692037" y="470517"/>
                </a:moveTo>
                <a:lnTo>
                  <a:pt x="1679638" y="524028"/>
                </a:lnTo>
                <a:moveTo>
                  <a:pt x="2014485" y="698607"/>
                </a:moveTo>
                <a:lnTo>
                  <a:pt x="2029479" y="861640"/>
                </a:lnTo>
                <a:moveTo>
                  <a:pt x="833102" y="441257"/>
                </a:moveTo>
                <a:lnTo>
                  <a:pt x="843690" y="520462"/>
                </a:lnTo>
                <a:moveTo>
                  <a:pt x="1505856" y="733593"/>
                </a:moveTo>
                <a:lnTo>
                  <a:pt x="1494652" y="683273"/>
                </a:lnTo>
                <a:moveTo>
                  <a:pt x="1373079" y="706622"/>
                </a:moveTo>
                <a:lnTo>
                  <a:pt x="1392516" y="804653"/>
                </a:lnTo>
                <a:moveTo>
                  <a:pt x="1392516" y="804653"/>
                </a:moveTo>
                <a:lnTo>
                  <a:pt x="1494652" y="683273"/>
                </a:lnTo>
                <a:moveTo>
                  <a:pt x="742719" y="664880"/>
                </a:moveTo>
                <a:lnTo>
                  <a:pt x="864272" y="641126"/>
                </a:lnTo>
                <a:moveTo>
                  <a:pt x="1494652" y="683273"/>
                </a:moveTo>
                <a:lnTo>
                  <a:pt x="1635705" y="758811"/>
                </a:lnTo>
                <a:moveTo>
                  <a:pt x="1494652" y="683273"/>
                </a:moveTo>
                <a:lnTo>
                  <a:pt x="1634780" y="758893"/>
                </a:lnTo>
                <a:moveTo>
                  <a:pt x="1247983" y="693312"/>
                </a:moveTo>
                <a:lnTo>
                  <a:pt x="1250408" y="708269"/>
                </a:lnTo>
                <a:moveTo>
                  <a:pt x="1925462" y="247271"/>
                </a:moveTo>
                <a:lnTo>
                  <a:pt x="2058154" y="261979"/>
                </a:lnTo>
                <a:moveTo>
                  <a:pt x="843690" y="520462"/>
                </a:moveTo>
                <a:lnTo>
                  <a:pt x="898877" y="482576"/>
                </a:lnTo>
                <a:moveTo>
                  <a:pt x="1901354" y="870755"/>
                </a:moveTo>
                <a:lnTo>
                  <a:pt x="1971210" y="984763"/>
                </a:lnTo>
                <a:moveTo>
                  <a:pt x="1997421" y="308159"/>
                </a:moveTo>
                <a:lnTo>
                  <a:pt x="2063419" y="411552"/>
                </a:lnTo>
                <a:moveTo>
                  <a:pt x="2001864" y="717233"/>
                </a:moveTo>
                <a:lnTo>
                  <a:pt x="2014485" y="698607"/>
                </a:lnTo>
                <a:moveTo>
                  <a:pt x="864272" y="641126"/>
                </a:moveTo>
                <a:lnTo>
                  <a:pt x="985770" y="616310"/>
                </a:lnTo>
                <a:moveTo>
                  <a:pt x="1247983" y="693312"/>
                </a:moveTo>
                <a:lnTo>
                  <a:pt x="1219740" y="710917"/>
                </a:lnTo>
                <a:moveTo>
                  <a:pt x="1917217" y="188742"/>
                </a:moveTo>
                <a:lnTo>
                  <a:pt x="1994654" y="143185"/>
                </a:lnTo>
                <a:moveTo>
                  <a:pt x="1219740" y="710917"/>
                </a:moveTo>
                <a:lnTo>
                  <a:pt x="1250408" y="708269"/>
                </a:lnTo>
                <a:moveTo>
                  <a:pt x="703517" y="417541"/>
                </a:moveTo>
                <a:lnTo>
                  <a:pt x="833102" y="441257"/>
                </a:lnTo>
                <a:moveTo>
                  <a:pt x="1865387" y="163709"/>
                </a:moveTo>
                <a:lnTo>
                  <a:pt x="1917217" y="188742"/>
                </a:lnTo>
                <a:moveTo>
                  <a:pt x="599286" y="542296"/>
                </a:moveTo>
                <a:lnTo>
                  <a:pt x="742719" y="664880"/>
                </a:lnTo>
                <a:moveTo>
                  <a:pt x="1606940" y="563312"/>
                </a:moveTo>
                <a:lnTo>
                  <a:pt x="1679638" y="524028"/>
                </a:lnTo>
                <a:moveTo>
                  <a:pt x="1709028" y="435440"/>
                </a:moveTo>
                <a:lnTo>
                  <a:pt x="1766316" y="344852"/>
                </a:lnTo>
                <a:moveTo>
                  <a:pt x="1255014" y="732073"/>
                </a:moveTo>
                <a:lnTo>
                  <a:pt x="1250408" y="708269"/>
                </a:lnTo>
                <a:moveTo>
                  <a:pt x="1804368" y="233494"/>
                </a:moveTo>
                <a:lnTo>
                  <a:pt x="1925462" y="247271"/>
                </a:lnTo>
                <a:moveTo>
                  <a:pt x="1917217" y="188742"/>
                </a:moveTo>
                <a:lnTo>
                  <a:pt x="2058154" y="261979"/>
                </a:lnTo>
                <a:moveTo>
                  <a:pt x="1219740" y="710917"/>
                </a:moveTo>
                <a:lnTo>
                  <a:pt x="1255014" y="732073"/>
                </a:lnTo>
                <a:moveTo>
                  <a:pt x="2049117" y="806980"/>
                </a:moveTo>
                <a:lnTo>
                  <a:pt x="2029479" y="861640"/>
                </a:lnTo>
                <a:moveTo>
                  <a:pt x="1997421" y="308159"/>
                </a:moveTo>
                <a:lnTo>
                  <a:pt x="2058154" y="261979"/>
                </a:lnTo>
                <a:moveTo>
                  <a:pt x="1355182" y="556740"/>
                </a:moveTo>
                <a:lnTo>
                  <a:pt x="1354710" y="591014"/>
                </a:lnTo>
                <a:moveTo>
                  <a:pt x="1901354" y="870755"/>
                </a:moveTo>
                <a:lnTo>
                  <a:pt x="1921349" y="979819"/>
                </a:lnTo>
                <a:moveTo>
                  <a:pt x="1917217" y="188742"/>
                </a:moveTo>
                <a:lnTo>
                  <a:pt x="2048672" y="198968"/>
                </a:lnTo>
                <a:moveTo>
                  <a:pt x="1804368" y="233494"/>
                </a:moveTo>
                <a:lnTo>
                  <a:pt x="1806153" y="280207"/>
                </a:lnTo>
                <a:moveTo>
                  <a:pt x="1250408" y="708269"/>
                </a:moveTo>
                <a:lnTo>
                  <a:pt x="1392516" y="804653"/>
                </a:lnTo>
                <a:moveTo>
                  <a:pt x="864272" y="641126"/>
                </a:moveTo>
                <a:lnTo>
                  <a:pt x="1006324" y="736414"/>
                </a:lnTo>
                <a:moveTo>
                  <a:pt x="595617" y="513370"/>
                </a:moveTo>
                <a:lnTo>
                  <a:pt x="703517" y="417541"/>
                </a:lnTo>
                <a:moveTo>
                  <a:pt x="1127953" y="714182"/>
                </a:moveTo>
                <a:lnTo>
                  <a:pt x="1247983" y="693312"/>
                </a:lnTo>
                <a:moveTo>
                  <a:pt x="898877" y="482576"/>
                </a:moveTo>
                <a:lnTo>
                  <a:pt x="985770" y="616310"/>
                </a:lnTo>
                <a:moveTo>
                  <a:pt x="1354710" y="591014"/>
                </a:moveTo>
                <a:lnTo>
                  <a:pt x="1482116" y="565844"/>
                </a:lnTo>
                <a:moveTo>
                  <a:pt x="1900001" y="70038"/>
                </a:moveTo>
                <a:lnTo>
                  <a:pt x="1994654" y="143185"/>
                </a:lnTo>
                <a:moveTo>
                  <a:pt x="1606940" y="563312"/>
                </a:moveTo>
                <a:lnTo>
                  <a:pt x="1603577" y="581648"/>
                </a:lnTo>
                <a:moveTo>
                  <a:pt x="985770" y="616310"/>
                </a:moveTo>
                <a:lnTo>
                  <a:pt x="1006324" y="736414"/>
                </a:lnTo>
                <a:moveTo>
                  <a:pt x="985770" y="616310"/>
                </a:moveTo>
                <a:lnTo>
                  <a:pt x="1127953" y="714182"/>
                </a:lnTo>
                <a:moveTo>
                  <a:pt x="833102" y="441257"/>
                </a:moveTo>
                <a:lnTo>
                  <a:pt x="898877" y="482576"/>
                </a:lnTo>
                <a:moveTo>
                  <a:pt x="1127953" y="714182"/>
                </a:moveTo>
                <a:lnTo>
                  <a:pt x="1219740" y="710917"/>
                </a:lnTo>
                <a:moveTo>
                  <a:pt x="1804368" y="233494"/>
                </a:moveTo>
                <a:lnTo>
                  <a:pt x="1917217" y="188742"/>
                </a:lnTo>
                <a:moveTo>
                  <a:pt x="1865387" y="163709"/>
                </a:moveTo>
                <a:lnTo>
                  <a:pt x="1900001" y="70038"/>
                </a:lnTo>
                <a:moveTo>
                  <a:pt x="985770" y="616310"/>
                </a:moveTo>
                <a:lnTo>
                  <a:pt x="1106544" y="577162"/>
                </a:lnTo>
                <a:moveTo>
                  <a:pt x="619756" y="660745"/>
                </a:moveTo>
                <a:lnTo>
                  <a:pt x="742719" y="664880"/>
                </a:lnTo>
                <a:moveTo>
                  <a:pt x="1482116" y="56584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6940" y="563312"/>
                </a:lnTo>
                <a:moveTo>
                  <a:pt x="1127953" y="714182"/>
                </a:moveTo>
                <a:lnTo>
                  <a:pt x="1255014" y="732073"/>
                </a:lnTo>
                <a:moveTo>
                  <a:pt x="1250408" y="708269"/>
                </a:moveTo>
                <a:lnTo>
                  <a:pt x="1339428" y="805786"/>
                </a:lnTo>
                <a:moveTo>
                  <a:pt x="972895" y="521247"/>
                </a:moveTo>
                <a:lnTo>
                  <a:pt x="985770" y="616310"/>
                </a:lnTo>
                <a:moveTo>
                  <a:pt x="1921349" y="979819"/>
                </a:moveTo>
                <a:lnTo>
                  <a:pt x="1971210" y="984763"/>
                </a:lnTo>
                <a:moveTo>
                  <a:pt x="595617" y="513370"/>
                </a:moveTo>
                <a:lnTo>
                  <a:pt x="599286" y="542296"/>
                </a:lnTo>
                <a:moveTo>
                  <a:pt x="1392516" y="804653"/>
                </a:moveTo>
                <a:lnTo>
                  <a:pt x="1505856" y="733593"/>
                </a:lnTo>
                <a:moveTo>
                  <a:pt x="1505856" y="733593"/>
                </a:moveTo>
                <a:lnTo>
                  <a:pt x="1634780" y="758893"/>
                </a:lnTo>
                <a:moveTo>
                  <a:pt x="1804368" y="233494"/>
                </a:moveTo>
                <a:lnTo>
                  <a:pt x="1766316" y="344852"/>
                </a:lnTo>
                <a:moveTo>
                  <a:pt x="1997421" y="308159"/>
                </a:moveTo>
                <a:lnTo>
                  <a:pt x="2078606" y="380065"/>
                </a:lnTo>
                <a:moveTo>
                  <a:pt x="1777708" y="853111"/>
                </a:moveTo>
                <a:lnTo>
                  <a:pt x="1901354" y="870755"/>
                </a:lnTo>
                <a:moveTo>
                  <a:pt x="2115053" y="961925"/>
                </a:moveTo>
                <a:lnTo>
                  <a:pt x="2068494" y="1083188"/>
                </a:lnTo>
                <a:moveTo>
                  <a:pt x="579524" y="533280"/>
                </a:moveTo>
                <a:lnTo>
                  <a:pt x="599286" y="542296"/>
                </a:lnTo>
                <a:moveTo>
                  <a:pt x="1169708" y="553447"/>
                </a:moveTo>
                <a:lnTo>
                  <a:pt x="1247983" y="693312"/>
                </a:lnTo>
                <a:moveTo>
                  <a:pt x="1255014" y="732073"/>
                </a:moveTo>
                <a:lnTo>
                  <a:pt x="1339428" y="805786"/>
                </a:lnTo>
                <a:moveTo>
                  <a:pt x="1006324" y="736414"/>
                </a:moveTo>
                <a:lnTo>
                  <a:pt x="1127953" y="714182"/>
                </a:lnTo>
                <a:moveTo>
                  <a:pt x="1692037" y="470517"/>
                </a:moveTo>
                <a:lnTo>
                  <a:pt x="1709028" y="435440"/>
                </a:lnTo>
                <a:moveTo>
                  <a:pt x="599286" y="542296"/>
                </a:moveTo>
                <a:lnTo>
                  <a:pt x="619756" y="660745"/>
                </a:lnTo>
                <a:moveTo>
                  <a:pt x="1971210" y="984763"/>
                </a:moveTo>
                <a:lnTo>
                  <a:pt x="2054643" y="1085388"/>
                </a:lnTo>
                <a:moveTo>
                  <a:pt x="1247983" y="693312"/>
                </a:moveTo>
                <a:lnTo>
                  <a:pt x="1355182" y="556740"/>
                </a:lnTo>
                <a:moveTo>
                  <a:pt x="2049117" y="806980"/>
                </a:moveTo>
                <a:lnTo>
                  <a:pt x="2115053" y="961925"/>
                </a:lnTo>
                <a:moveTo>
                  <a:pt x="742719" y="664880"/>
                </a:moveTo>
                <a:lnTo>
                  <a:pt x="883658" y="738140"/>
                </a:lnTo>
                <a:moveTo>
                  <a:pt x="1634780" y="758893"/>
                </a:moveTo>
                <a:lnTo>
                  <a:pt x="1635705" y="758811"/>
                </a:lnTo>
                <a:moveTo>
                  <a:pt x="1635738" y="758947"/>
                </a:moveTo>
                <a:lnTo>
                  <a:pt x="1635705" y="758811"/>
                </a:lnTo>
                <a:moveTo>
                  <a:pt x="1634780" y="758893"/>
                </a:moveTo>
                <a:lnTo>
                  <a:pt x="1635738" y="758947"/>
                </a:lnTo>
                <a:moveTo>
                  <a:pt x="1106544" y="577162"/>
                </a:moveTo>
                <a:lnTo>
                  <a:pt x="1127953" y="714182"/>
                </a:lnTo>
                <a:moveTo>
                  <a:pt x="864272" y="641126"/>
                </a:moveTo>
                <a:lnTo>
                  <a:pt x="883658" y="738140"/>
                </a:lnTo>
                <a:moveTo>
                  <a:pt x="898877" y="482576"/>
                </a:moveTo>
                <a:lnTo>
                  <a:pt x="972895" y="521247"/>
                </a:lnTo>
                <a:moveTo>
                  <a:pt x="1233817" y="578343"/>
                </a:moveTo>
                <a:lnTo>
                  <a:pt x="1247983" y="693312"/>
                </a:lnTo>
                <a:moveTo>
                  <a:pt x="1713505" y="442546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95617" y="513370"/>
                </a:lnTo>
                <a:moveTo>
                  <a:pt x="1339428" y="805786"/>
                </a:moveTo>
                <a:lnTo>
                  <a:pt x="1392516" y="804653"/>
                </a:lnTo>
                <a:moveTo>
                  <a:pt x="1513454" y="768748"/>
                </a:moveTo>
                <a:lnTo>
                  <a:pt x="1505856" y="733593"/>
                </a:lnTo>
                <a:moveTo>
                  <a:pt x="1770602" y="292629"/>
                </a:moveTo>
                <a:lnTo>
                  <a:pt x="1766316" y="344852"/>
                </a:lnTo>
                <a:moveTo>
                  <a:pt x="2014485" y="698607"/>
                </a:moveTo>
                <a:lnTo>
                  <a:pt x="2049117" y="806980"/>
                </a:lnTo>
                <a:moveTo>
                  <a:pt x="1395301" y="814785"/>
                </a:moveTo>
                <a:lnTo>
                  <a:pt x="1392516" y="804653"/>
                </a:lnTo>
                <a:moveTo>
                  <a:pt x="972895" y="521247"/>
                </a:moveTo>
                <a:lnTo>
                  <a:pt x="1106544" y="577162"/>
                </a:lnTo>
                <a:moveTo>
                  <a:pt x="2060171" y="525939"/>
                </a:moveTo>
                <a:lnTo>
                  <a:pt x="2014485" y="698607"/>
                </a:lnTo>
                <a:moveTo>
                  <a:pt x="1994654" y="143185"/>
                </a:moveTo>
                <a:lnTo>
                  <a:pt x="2048672" y="198968"/>
                </a:lnTo>
                <a:moveTo>
                  <a:pt x="1513454" y="768748"/>
                </a:moveTo>
                <a:lnTo>
                  <a:pt x="1634780" y="758893"/>
                </a:lnTo>
                <a:moveTo>
                  <a:pt x="1513454" y="768748"/>
                </a:moveTo>
                <a:lnTo>
                  <a:pt x="1635738" y="758947"/>
                </a:lnTo>
                <a:moveTo>
                  <a:pt x="2063419" y="411552"/>
                </a:moveTo>
                <a:lnTo>
                  <a:pt x="2060171" y="525939"/>
                </a:lnTo>
                <a:moveTo>
                  <a:pt x="1921349" y="979819"/>
                </a:moveTo>
                <a:lnTo>
                  <a:pt x="2054643" y="1085388"/>
                </a:lnTo>
                <a:moveTo>
                  <a:pt x="1127953" y="714182"/>
                </a:moveTo>
                <a:lnTo>
                  <a:pt x="1169708" y="553447"/>
                </a:lnTo>
                <a:moveTo>
                  <a:pt x="1102715" y="546263"/>
                </a:moveTo>
                <a:lnTo>
                  <a:pt x="1106544" y="577162"/>
                </a:lnTo>
                <a:moveTo>
                  <a:pt x="1339428" y="805786"/>
                </a:moveTo>
                <a:lnTo>
                  <a:pt x="1395301" y="814785"/>
                </a:lnTo>
                <a:moveTo>
                  <a:pt x="2064063" y="1088170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063" y="1088170"/>
                </a:lnTo>
                <a:moveTo>
                  <a:pt x="1106544" y="577162"/>
                </a:moveTo>
                <a:lnTo>
                  <a:pt x="1169708" y="553447"/>
                </a:lnTo>
                <a:moveTo>
                  <a:pt x="2064397" y="1086951"/>
                </a:moveTo>
                <a:lnTo>
                  <a:pt x="2064063" y="1088170"/>
                </a:lnTo>
                <a:moveTo>
                  <a:pt x="2063419" y="411552"/>
                </a:moveTo>
                <a:lnTo>
                  <a:pt x="2078606" y="380065"/>
                </a:lnTo>
                <a:moveTo>
                  <a:pt x="1635705" y="758811"/>
                </a:moveTo>
                <a:lnTo>
                  <a:pt x="1777708" y="853111"/>
                </a:lnTo>
                <a:moveTo>
                  <a:pt x="972895" y="521247"/>
                </a:moveTo>
                <a:lnTo>
                  <a:pt x="1102715" y="546263"/>
                </a:lnTo>
                <a:moveTo>
                  <a:pt x="704432" y="385714"/>
                </a:moveTo>
                <a:lnTo>
                  <a:pt x="703517" y="417541"/>
                </a:lnTo>
                <a:moveTo>
                  <a:pt x="883658" y="738140"/>
                </a:moveTo>
                <a:lnTo>
                  <a:pt x="1006324" y="736414"/>
                </a:lnTo>
                <a:moveTo>
                  <a:pt x="2048672" y="198968"/>
                </a:moveTo>
                <a:lnTo>
                  <a:pt x="2058154" y="261979"/>
                </a:lnTo>
                <a:moveTo>
                  <a:pt x="583798" y="646473"/>
                </a:moveTo>
                <a:lnTo>
                  <a:pt x="599286" y="542296"/>
                </a:lnTo>
                <a:moveTo>
                  <a:pt x="742719" y="664880"/>
                </a:moveTo>
                <a:lnTo>
                  <a:pt x="761051" y="741040"/>
                </a:lnTo>
                <a:moveTo>
                  <a:pt x="1804368" y="233494"/>
                </a:moveTo>
                <a:lnTo>
                  <a:pt x="1865387" y="163709"/>
                </a:lnTo>
                <a:moveTo>
                  <a:pt x="1777708" y="853111"/>
                </a:moveTo>
                <a:lnTo>
                  <a:pt x="1921349" y="979819"/>
                </a:lnTo>
                <a:moveTo>
                  <a:pt x="1635705" y="758811"/>
                </a:moveTo>
                <a:lnTo>
                  <a:pt x="1767743" y="851654"/>
                </a:lnTo>
                <a:moveTo>
                  <a:pt x="1635738" y="758947"/>
                </a:moveTo>
                <a:lnTo>
                  <a:pt x="1767743" y="851654"/>
                </a:lnTo>
                <a:moveTo>
                  <a:pt x="2064397" y="1086951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397" y="1086951"/>
                </a:lnTo>
                <a:moveTo>
                  <a:pt x="1395301" y="814785"/>
                </a:moveTo>
                <a:lnTo>
                  <a:pt x="1513454" y="768748"/>
                </a:lnTo>
                <a:moveTo>
                  <a:pt x="1709028" y="435440"/>
                </a:moveTo>
                <a:lnTo>
                  <a:pt x="1713505" y="442546"/>
                </a:lnTo>
                <a:moveTo>
                  <a:pt x="2093552" y="913796"/>
                </a:moveTo>
                <a:lnTo>
                  <a:pt x="2115053" y="961925"/>
                </a:lnTo>
                <a:moveTo>
                  <a:pt x="1606940" y="563312"/>
                </a:moveTo>
                <a:lnTo>
                  <a:pt x="1692037" y="470517"/>
                </a:lnTo>
                <a:moveTo>
                  <a:pt x="1902206" y="45314"/>
                </a:moveTo>
                <a:lnTo>
                  <a:pt x="1900001" y="70038"/>
                </a:lnTo>
                <a:moveTo>
                  <a:pt x="1102715" y="546263"/>
                </a:moveTo>
                <a:lnTo>
                  <a:pt x="1169708" y="553447"/>
                </a:lnTo>
                <a:moveTo>
                  <a:pt x="703517" y="417541"/>
                </a:moveTo>
                <a:lnTo>
                  <a:pt x="837138" y="426633"/>
                </a:lnTo>
                <a:moveTo>
                  <a:pt x="2058154" y="261979"/>
                </a:moveTo>
                <a:lnTo>
                  <a:pt x="2075542" y="244214"/>
                </a:lnTo>
                <a:moveTo>
                  <a:pt x="1692037" y="470517"/>
                </a:moveTo>
                <a:lnTo>
                  <a:pt x="1713505" y="442546"/>
                </a:lnTo>
                <a:moveTo>
                  <a:pt x="2058154" y="261979"/>
                </a:moveTo>
                <a:lnTo>
                  <a:pt x="2078606" y="380065"/>
                </a:lnTo>
                <a:moveTo>
                  <a:pt x="1735368" y="412095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83798" y="646473"/>
                </a:lnTo>
                <a:moveTo>
                  <a:pt x="2078485" y="636903"/>
                </a:moveTo>
                <a:lnTo>
                  <a:pt x="2014485" y="698607"/>
                </a:lnTo>
                <a:moveTo>
                  <a:pt x="2048672" y="198968"/>
                </a:moveTo>
                <a:lnTo>
                  <a:pt x="2075542" y="244214"/>
                </a:lnTo>
                <a:moveTo>
                  <a:pt x="1921349" y="979819"/>
                </a:moveTo>
                <a:lnTo>
                  <a:pt x="1941137" y="1084774"/>
                </a:lnTo>
                <a:moveTo>
                  <a:pt x="837138" y="426633"/>
                </a:moveTo>
                <a:lnTo>
                  <a:pt x="833102" y="441257"/>
                </a:lnTo>
                <a:moveTo>
                  <a:pt x="1900001" y="70038"/>
                </a:moveTo>
                <a:lnTo>
                  <a:pt x="2012322" y="88838"/>
                </a:lnTo>
                <a:moveTo>
                  <a:pt x="583798" y="646473"/>
                </a:moveTo>
                <a:lnTo>
                  <a:pt x="619756" y="660745"/>
                </a:lnTo>
                <a:moveTo>
                  <a:pt x="1169708" y="553447"/>
                </a:moveTo>
                <a:lnTo>
                  <a:pt x="1233817" y="578343"/>
                </a:lnTo>
                <a:moveTo>
                  <a:pt x="833102" y="441257"/>
                </a:moveTo>
                <a:lnTo>
                  <a:pt x="853700" y="438206"/>
                </a:lnTo>
                <a:moveTo>
                  <a:pt x="595617" y="513370"/>
                </a:moveTo>
                <a:lnTo>
                  <a:pt x="704432" y="385714"/>
                </a:lnTo>
                <a:moveTo>
                  <a:pt x="1233817" y="578343"/>
                </a:moveTo>
                <a:lnTo>
                  <a:pt x="1355182" y="556740"/>
                </a:lnTo>
                <a:moveTo>
                  <a:pt x="1355182" y="556740"/>
                </a:moveTo>
                <a:lnTo>
                  <a:pt x="1482116" y="565844"/>
                </a:lnTo>
                <a:moveTo>
                  <a:pt x="1767743" y="851654"/>
                </a:moveTo>
                <a:lnTo>
                  <a:pt x="1777708" y="853111"/>
                </a:lnTo>
                <a:moveTo>
                  <a:pt x="1482116" y="565844"/>
                </a:moveTo>
                <a:lnTo>
                  <a:pt x="1606940" y="563312"/>
                </a:lnTo>
                <a:moveTo>
                  <a:pt x="1780688" y="867366"/>
                </a:moveTo>
                <a:lnTo>
                  <a:pt x="1777708" y="853111"/>
                </a:lnTo>
                <a:moveTo>
                  <a:pt x="1941137" y="1084774"/>
                </a:moveTo>
                <a:lnTo>
                  <a:pt x="2054643" y="1085388"/>
                </a:lnTo>
                <a:moveTo>
                  <a:pt x="595617" y="513370"/>
                </a:moveTo>
                <a:lnTo>
                  <a:pt x="596747" y="492088"/>
                </a:lnTo>
                <a:moveTo>
                  <a:pt x="1941137" y="1084774"/>
                </a:moveTo>
                <a:lnTo>
                  <a:pt x="2064397" y="1086951"/>
                </a:lnTo>
                <a:moveTo>
                  <a:pt x="626705" y="684758"/>
                </a:moveTo>
                <a:lnTo>
                  <a:pt x="619756" y="660745"/>
                </a:lnTo>
                <a:moveTo>
                  <a:pt x="1902206" y="45314"/>
                </a:moveTo>
                <a:lnTo>
                  <a:pt x="1865387" y="163709"/>
                </a:lnTo>
                <a:moveTo>
                  <a:pt x="2078606" y="380065"/>
                </a:moveTo>
                <a:lnTo>
                  <a:pt x="2075542" y="244214"/>
                </a:lnTo>
                <a:moveTo>
                  <a:pt x="1767743" y="851654"/>
                </a:moveTo>
                <a:lnTo>
                  <a:pt x="1780688" y="867366"/>
                </a:lnTo>
                <a:moveTo>
                  <a:pt x="1770602" y="292629"/>
                </a:moveTo>
                <a:lnTo>
                  <a:pt x="1804368" y="233494"/>
                </a:lnTo>
                <a:moveTo>
                  <a:pt x="1841441" y="953824"/>
                </a:moveTo>
                <a:lnTo>
                  <a:pt x="1921349" y="979819"/>
                </a:lnTo>
                <a:moveTo>
                  <a:pt x="1139543" y="749288"/>
                </a:moveTo>
                <a:lnTo>
                  <a:pt x="1255014" y="732073"/>
                </a:lnTo>
                <a:moveTo>
                  <a:pt x="619756" y="660745"/>
                </a:moveTo>
                <a:lnTo>
                  <a:pt x="761051" y="741040"/>
                </a:lnTo>
                <a:moveTo>
                  <a:pt x="579524" y="533280"/>
                </a:moveTo>
                <a:lnTo>
                  <a:pt x="596747" y="492088"/>
                </a:lnTo>
                <a:moveTo>
                  <a:pt x="853700" y="438206"/>
                </a:moveTo>
                <a:lnTo>
                  <a:pt x="898877" y="482576"/>
                </a:lnTo>
                <a:moveTo>
                  <a:pt x="1264349" y="746657"/>
                </a:moveTo>
                <a:lnTo>
                  <a:pt x="1255014" y="732073"/>
                </a:lnTo>
                <a:moveTo>
                  <a:pt x="1102715" y="546263"/>
                </a:moveTo>
                <a:lnTo>
                  <a:pt x="1104918" y="545016"/>
                </a:lnTo>
                <a:moveTo>
                  <a:pt x="2093552" y="913796"/>
                </a:moveTo>
                <a:lnTo>
                  <a:pt x="2068494" y="1083188"/>
                </a:lnTo>
                <a:moveTo>
                  <a:pt x="1606940" y="563312"/>
                </a:moveTo>
                <a:lnTo>
                  <a:pt x="1713505" y="442546"/>
                </a:lnTo>
                <a:moveTo>
                  <a:pt x="1104918" y="545016"/>
                </a:moveTo>
                <a:lnTo>
                  <a:pt x="1169708" y="553447"/>
                </a:lnTo>
                <a:moveTo>
                  <a:pt x="1255014" y="732073"/>
                </a:moveTo>
                <a:lnTo>
                  <a:pt x="1284633" y="762944"/>
                </a:lnTo>
                <a:moveTo>
                  <a:pt x="2012322" y="88838"/>
                </a:moveTo>
                <a:lnTo>
                  <a:pt x="1994654" y="143185"/>
                </a:lnTo>
                <a:moveTo>
                  <a:pt x="2087781" y="414571"/>
                </a:moveTo>
                <a:lnTo>
                  <a:pt x="2063419" y="411552"/>
                </a:lnTo>
                <a:moveTo>
                  <a:pt x="2049117" y="806980"/>
                </a:moveTo>
                <a:lnTo>
                  <a:pt x="2093552" y="913796"/>
                </a:lnTo>
                <a:moveTo>
                  <a:pt x="1006324" y="736414"/>
                </a:moveTo>
                <a:lnTo>
                  <a:pt x="1139543" y="749288"/>
                </a:lnTo>
                <a:moveTo>
                  <a:pt x="1139543" y="749288"/>
                </a:moveTo>
                <a:lnTo>
                  <a:pt x="1127953" y="714182"/>
                </a:lnTo>
                <a:moveTo>
                  <a:pt x="579524" y="533280"/>
                </a:moveTo>
                <a:lnTo>
                  <a:pt x="617573" y="617582"/>
                </a:lnTo>
                <a:moveTo>
                  <a:pt x="853700" y="438206"/>
                </a:moveTo>
                <a:lnTo>
                  <a:pt x="972895" y="521247"/>
                </a:lnTo>
                <a:moveTo>
                  <a:pt x="1104918" y="545016"/>
                </a:moveTo>
                <a:lnTo>
                  <a:pt x="1233817" y="578343"/>
                </a:lnTo>
                <a:moveTo>
                  <a:pt x="619756" y="660745"/>
                </a:moveTo>
                <a:lnTo>
                  <a:pt x="723366" y="738185"/>
                </a:lnTo>
                <a:moveTo>
                  <a:pt x="1635738" y="758947"/>
                </a:moveTo>
                <a:lnTo>
                  <a:pt x="1654153" y="837271"/>
                </a:lnTo>
                <a:moveTo>
                  <a:pt x="2078485" y="636903"/>
                </a:moveTo>
                <a:lnTo>
                  <a:pt x="2049117" y="806980"/>
                </a:lnTo>
                <a:moveTo>
                  <a:pt x="1865847" y="112094"/>
                </a:moveTo>
                <a:lnTo>
                  <a:pt x="1865387" y="163709"/>
                </a:lnTo>
                <a:moveTo>
                  <a:pt x="761051" y="741040"/>
                </a:moveTo>
                <a:lnTo>
                  <a:pt x="883658" y="738140"/>
                </a:lnTo>
                <a:moveTo>
                  <a:pt x="2060171" y="525939"/>
                </a:moveTo>
                <a:lnTo>
                  <a:pt x="2078485" y="636903"/>
                </a:lnTo>
                <a:moveTo>
                  <a:pt x="1020345" y="782833"/>
                </a:moveTo>
                <a:lnTo>
                  <a:pt x="1006324" y="736414"/>
                </a:lnTo>
                <a:moveTo>
                  <a:pt x="1777708" y="853111"/>
                </a:moveTo>
                <a:lnTo>
                  <a:pt x="1841441" y="953824"/>
                </a:lnTo>
                <a:moveTo>
                  <a:pt x="2012322" y="88838"/>
                </a:moveTo>
                <a:lnTo>
                  <a:pt x="2048672" y="198968"/>
                </a:lnTo>
                <a:moveTo>
                  <a:pt x="583798" y="646473"/>
                </a:moveTo>
                <a:lnTo>
                  <a:pt x="626705" y="684758"/>
                </a:lnTo>
                <a:moveTo>
                  <a:pt x="2059275" y="474540"/>
                </a:moveTo>
                <a:lnTo>
                  <a:pt x="2063419" y="411552"/>
                </a:lnTo>
                <a:moveTo>
                  <a:pt x="2075542" y="244214"/>
                </a:moveTo>
                <a:lnTo>
                  <a:pt x="2122557" y="350621"/>
                </a:lnTo>
                <a:moveTo>
                  <a:pt x="1284633" y="762944"/>
                </a:moveTo>
                <a:lnTo>
                  <a:pt x="1339428" y="805786"/>
                </a:lnTo>
                <a:moveTo>
                  <a:pt x="1780688" y="867366"/>
                </a:moveTo>
                <a:lnTo>
                  <a:pt x="1841441" y="953824"/>
                </a:lnTo>
                <a:moveTo>
                  <a:pt x="2078606" y="380065"/>
                </a:moveTo>
                <a:lnTo>
                  <a:pt x="2122557" y="350621"/>
                </a:lnTo>
                <a:moveTo>
                  <a:pt x="1513454" y="768748"/>
                </a:moveTo>
                <a:lnTo>
                  <a:pt x="1654153" y="837271"/>
                </a:lnTo>
                <a:moveTo>
                  <a:pt x="2039941" y="113962"/>
                </a:moveTo>
                <a:lnTo>
                  <a:pt x="2048672" y="198968"/>
                </a:lnTo>
                <a:moveTo>
                  <a:pt x="1878296" y="1061844"/>
                </a:moveTo>
                <a:lnTo>
                  <a:pt x="1921349" y="979819"/>
                </a:lnTo>
                <a:moveTo>
                  <a:pt x="1284633" y="762944"/>
                </a:moveTo>
                <a:lnTo>
                  <a:pt x="1395301" y="814785"/>
                </a:lnTo>
                <a:moveTo>
                  <a:pt x="976630" y="504964"/>
                </a:moveTo>
                <a:lnTo>
                  <a:pt x="972895" y="521247"/>
                </a:lnTo>
                <a:moveTo>
                  <a:pt x="2095200" y="1027406"/>
                </a:moveTo>
                <a:lnTo>
                  <a:pt x="2068494" y="1083188"/>
                </a:lnTo>
                <a:moveTo>
                  <a:pt x="1811547" y="240231"/>
                </a:moveTo>
                <a:lnTo>
                  <a:pt x="1865387" y="163709"/>
                </a:lnTo>
                <a:moveTo>
                  <a:pt x="1654153" y="837271"/>
                </a:moveTo>
                <a:lnTo>
                  <a:pt x="1767743" y="851654"/>
                </a:lnTo>
                <a:moveTo>
                  <a:pt x="976630" y="504964"/>
                </a:moveTo>
                <a:lnTo>
                  <a:pt x="1102715" y="546263"/>
                </a:lnTo>
                <a:moveTo>
                  <a:pt x="2066595" y="1062197"/>
                </a:moveTo>
                <a:lnTo>
                  <a:pt x="2068494" y="1083188"/>
                </a:lnTo>
                <a:moveTo>
                  <a:pt x="617573" y="617582"/>
                </a:moveTo>
                <a:lnTo>
                  <a:pt x="583798" y="646473"/>
                </a:lnTo>
                <a:moveTo>
                  <a:pt x="2066595" y="1062197"/>
                </a:moveTo>
                <a:lnTo>
                  <a:pt x="2064397" y="1086951"/>
                </a:lnTo>
                <a:moveTo>
                  <a:pt x="596747" y="492088"/>
                </a:moveTo>
                <a:lnTo>
                  <a:pt x="704432" y="385714"/>
                </a:lnTo>
                <a:moveTo>
                  <a:pt x="1400740" y="807894"/>
                </a:moveTo>
                <a:lnTo>
                  <a:pt x="1395301" y="814785"/>
                </a:lnTo>
                <a:moveTo>
                  <a:pt x="2100035" y="747353"/>
                </a:moveTo>
                <a:lnTo>
                  <a:pt x="2049117" y="806980"/>
                </a:lnTo>
                <a:moveTo>
                  <a:pt x="1713505" y="442546"/>
                </a:moveTo>
                <a:lnTo>
                  <a:pt x="1735368" y="412095"/>
                </a:lnTo>
                <a:moveTo>
                  <a:pt x="1654153" y="837271"/>
                </a:moveTo>
                <a:lnTo>
                  <a:pt x="1780688" y="867366"/>
                </a:lnTo>
                <a:moveTo>
                  <a:pt x="883658" y="738140"/>
                </a:moveTo>
                <a:lnTo>
                  <a:pt x="1020345" y="782833"/>
                </a:lnTo>
                <a:moveTo>
                  <a:pt x="2087781" y="414571"/>
                </a:moveTo>
                <a:lnTo>
                  <a:pt x="2078606" y="380065"/>
                </a:lnTo>
                <a:moveTo>
                  <a:pt x="1037642" y="522873"/>
                </a:moveTo>
                <a:lnTo>
                  <a:pt x="1102715" y="546263"/>
                </a:lnTo>
                <a:moveTo>
                  <a:pt x="1821074" y="233074"/>
                </a:moveTo>
                <a:lnTo>
                  <a:pt x="1865387" y="163709"/>
                </a:lnTo>
                <a:moveTo>
                  <a:pt x="1770602" y="292629"/>
                </a:moveTo>
                <a:lnTo>
                  <a:pt x="1735368" y="412095"/>
                </a:lnTo>
                <a:moveTo>
                  <a:pt x="704432" y="385714"/>
                </a:moveTo>
                <a:lnTo>
                  <a:pt x="837138" y="426633"/>
                </a:lnTo>
                <a:moveTo>
                  <a:pt x="626705" y="684758"/>
                </a:moveTo>
                <a:lnTo>
                  <a:pt x="723366" y="738185"/>
                </a:lnTo>
                <a:moveTo>
                  <a:pt x="2048672" y="198968"/>
                </a:moveTo>
                <a:lnTo>
                  <a:pt x="2084714" y="191216"/>
                </a:lnTo>
                <a:moveTo>
                  <a:pt x="1513454" y="768748"/>
                </a:moveTo>
                <a:lnTo>
                  <a:pt x="1531585" y="840944"/>
                </a:lnTo>
                <a:moveTo>
                  <a:pt x="617573" y="617582"/>
                </a:moveTo>
                <a:lnTo>
                  <a:pt x="626705" y="684758"/>
                </a:lnTo>
                <a:moveTo>
                  <a:pt x="723366" y="738185"/>
                </a:moveTo>
                <a:lnTo>
                  <a:pt x="761051" y="741040"/>
                </a:lnTo>
                <a:moveTo>
                  <a:pt x="1395301" y="814785"/>
                </a:moveTo>
                <a:lnTo>
                  <a:pt x="1514812" y="840269"/>
                </a:lnTo>
                <a:moveTo>
                  <a:pt x="2059275" y="474540"/>
                </a:moveTo>
                <a:lnTo>
                  <a:pt x="2060171" y="525939"/>
                </a:lnTo>
                <a:moveTo>
                  <a:pt x="1951318" y="1117356"/>
                </a:moveTo>
                <a:lnTo>
                  <a:pt x="2064397" y="1086951"/>
                </a:lnTo>
                <a:moveTo>
                  <a:pt x="1804368" y="233494"/>
                </a:moveTo>
                <a:lnTo>
                  <a:pt x="1811547" y="240231"/>
                </a:lnTo>
                <a:moveTo>
                  <a:pt x="1514812" y="840269"/>
                </a:moveTo>
                <a:lnTo>
                  <a:pt x="1513454" y="768748"/>
                </a:lnTo>
                <a:moveTo>
                  <a:pt x="1713505" y="442546"/>
                </a:moveTo>
                <a:lnTo>
                  <a:pt x="1732877" y="539291"/>
                </a:lnTo>
                <a:moveTo>
                  <a:pt x="764979" y="756375"/>
                </a:moveTo>
                <a:lnTo>
                  <a:pt x="761051" y="741040"/>
                </a:lnTo>
                <a:moveTo>
                  <a:pt x="1902206" y="45314"/>
                </a:moveTo>
                <a:lnTo>
                  <a:pt x="2012322" y="88838"/>
                </a:lnTo>
                <a:moveTo>
                  <a:pt x="607536" y="477290"/>
                </a:moveTo>
                <a:lnTo>
                  <a:pt x="704432" y="385714"/>
                </a:lnTo>
                <a:moveTo>
                  <a:pt x="596747" y="492088"/>
                </a:moveTo>
                <a:lnTo>
                  <a:pt x="617573" y="617582"/>
                </a:lnTo>
                <a:moveTo>
                  <a:pt x="1355182" y="556740"/>
                </a:moveTo>
                <a:lnTo>
                  <a:pt x="1482543" y="531320"/>
                </a:lnTo>
                <a:moveTo>
                  <a:pt x="1233817" y="578343"/>
                </a:moveTo>
                <a:lnTo>
                  <a:pt x="1245867" y="618476"/>
                </a:lnTo>
                <a:moveTo>
                  <a:pt x="2084714" y="191216"/>
                </a:moveTo>
                <a:lnTo>
                  <a:pt x="2075542" y="244214"/>
                </a:lnTo>
                <a:moveTo>
                  <a:pt x="1865847" y="112094"/>
                </a:moveTo>
                <a:lnTo>
                  <a:pt x="1902206" y="45314"/>
                </a:lnTo>
                <a:moveTo>
                  <a:pt x="1482543" y="531320"/>
                </a:moveTo>
                <a:lnTo>
                  <a:pt x="1482116" y="565844"/>
                </a:lnTo>
                <a:moveTo>
                  <a:pt x="837138" y="426633"/>
                </a:moveTo>
                <a:lnTo>
                  <a:pt x="853700" y="438206"/>
                </a:lnTo>
                <a:moveTo>
                  <a:pt x="596747" y="492088"/>
                </a:moveTo>
                <a:lnTo>
                  <a:pt x="607536" y="477290"/>
                </a:lnTo>
                <a:moveTo>
                  <a:pt x="1878296" y="1061844"/>
                </a:moveTo>
                <a:lnTo>
                  <a:pt x="1941137" y="1084774"/>
                </a:lnTo>
                <a:moveTo>
                  <a:pt x="1362894" y="562384"/>
                </a:moveTo>
                <a:lnTo>
                  <a:pt x="1355182" y="556740"/>
                </a:lnTo>
                <a:moveTo>
                  <a:pt x="2093552" y="913796"/>
                </a:moveTo>
                <a:lnTo>
                  <a:pt x="2095200" y="1027406"/>
                </a:lnTo>
                <a:moveTo>
                  <a:pt x="1482116" y="565844"/>
                </a:moveTo>
                <a:lnTo>
                  <a:pt x="1609386" y="539919"/>
                </a:lnTo>
                <a:moveTo>
                  <a:pt x="1780688" y="867366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06940" y="563312"/>
                </a:lnTo>
                <a:moveTo>
                  <a:pt x="1606940" y="563312"/>
                </a:moveTo>
                <a:lnTo>
                  <a:pt x="1634626" y="541961"/>
                </a:lnTo>
                <a:moveTo>
                  <a:pt x="723366" y="738185"/>
                </a:moveTo>
                <a:lnTo>
                  <a:pt x="764979" y="756375"/>
                </a:lnTo>
                <a:moveTo>
                  <a:pt x="1233817" y="578343"/>
                </a:moveTo>
                <a:lnTo>
                  <a:pt x="1362894" y="562384"/>
                </a:lnTo>
                <a:moveTo>
                  <a:pt x="2087781" y="414571"/>
                </a:moveTo>
                <a:lnTo>
                  <a:pt x="2122557" y="350621"/>
                </a:lnTo>
                <a:moveTo>
                  <a:pt x="2100035" y="747353"/>
                </a:moveTo>
                <a:lnTo>
                  <a:pt x="2093552" y="913796"/>
                </a:lnTo>
                <a:moveTo>
                  <a:pt x="1770602" y="292629"/>
                </a:moveTo>
                <a:lnTo>
                  <a:pt x="1811547" y="240231"/>
                </a:lnTo>
                <a:moveTo>
                  <a:pt x="1037642" y="522873"/>
                </a:moveTo>
                <a:lnTo>
                  <a:pt x="1104918" y="545016"/>
                </a:lnTo>
                <a:moveTo>
                  <a:pt x="1117624" y="591578"/>
                </a:moveTo>
                <a:lnTo>
                  <a:pt x="1233817" y="578343"/>
                </a:lnTo>
                <a:moveTo>
                  <a:pt x="617573" y="617582"/>
                </a:moveTo>
                <a:lnTo>
                  <a:pt x="607536" y="477290"/>
                </a:lnTo>
                <a:moveTo>
                  <a:pt x="837138" y="426633"/>
                </a:moveTo>
                <a:lnTo>
                  <a:pt x="839191" y="431518"/>
                </a:lnTo>
                <a:moveTo>
                  <a:pt x="1634626" y="541961"/>
                </a:moveTo>
                <a:lnTo>
                  <a:pt x="1713505" y="442546"/>
                </a:lnTo>
                <a:moveTo>
                  <a:pt x="2078485" y="636903"/>
                </a:moveTo>
                <a:lnTo>
                  <a:pt x="2100035" y="747353"/>
                </a:lnTo>
                <a:moveTo>
                  <a:pt x="2012322" y="88838"/>
                </a:moveTo>
                <a:lnTo>
                  <a:pt x="2039941" y="113962"/>
                </a:lnTo>
                <a:moveTo>
                  <a:pt x="839191" y="431518"/>
                </a:moveTo>
                <a:lnTo>
                  <a:pt x="853700" y="438206"/>
                </a:lnTo>
                <a:moveTo>
                  <a:pt x="1841441" y="953824"/>
                </a:moveTo>
                <a:lnTo>
                  <a:pt x="1878296" y="1061844"/>
                </a:lnTo>
                <a:moveTo>
                  <a:pt x="1951318" y="1117356"/>
                </a:moveTo>
                <a:lnTo>
                  <a:pt x="1941137" y="1084774"/>
                </a:lnTo>
                <a:moveTo>
                  <a:pt x="704432" y="385714"/>
                </a:moveTo>
                <a:lnTo>
                  <a:pt x="716819" y="439070"/>
                </a:lnTo>
                <a:moveTo>
                  <a:pt x="1139543" y="749288"/>
                </a:moveTo>
                <a:lnTo>
                  <a:pt x="1264349" y="746657"/>
                </a:lnTo>
                <a:moveTo>
                  <a:pt x="2059275" y="474540"/>
                </a:moveTo>
                <a:lnTo>
                  <a:pt x="2078485" y="636903"/>
                </a:lnTo>
                <a:moveTo>
                  <a:pt x="626705" y="684758"/>
                </a:moveTo>
                <a:lnTo>
                  <a:pt x="660810" y="582703"/>
                </a:lnTo>
                <a:moveTo>
                  <a:pt x="853700" y="438206"/>
                </a:moveTo>
                <a:lnTo>
                  <a:pt x="976630" y="504964"/>
                </a:lnTo>
                <a:moveTo>
                  <a:pt x="1264349" y="746657"/>
                </a:moveTo>
                <a:lnTo>
                  <a:pt x="1284633" y="762944"/>
                </a:lnTo>
                <a:moveTo>
                  <a:pt x="1020345" y="782833"/>
                </a:moveTo>
                <a:lnTo>
                  <a:pt x="1139543" y="749288"/>
                </a:lnTo>
                <a:moveTo>
                  <a:pt x="1667892" y="899334"/>
                </a:moveTo>
                <a:lnTo>
                  <a:pt x="1780688" y="867366"/>
                </a:lnTo>
                <a:moveTo>
                  <a:pt x="1732877" y="539291"/>
                </a:moveTo>
                <a:lnTo>
                  <a:pt x="1735368" y="412095"/>
                </a:lnTo>
                <a:moveTo>
                  <a:pt x="2084714" y="191216"/>
                </a:moveTo>
                <a:lnTo>
                  <a:pt x="2122557" y="350621"/>
                </a:lnTo>
                <a:moveTo>
                  <a:pt x="1796089" y="930268"/>
                </a:moveTo>
                <a:lnTo>
                  <a:pt x="1841441" y="953824"/>
                </a:lnTo>
                <a:moveTo>
                  <a:pt x="1117624" y="591578"/>
                </a:moveTo>
                <a:lnTo>
                  <a:pt x="1104918" y="545016"/>
                </a:lnTo>
                <a:moveTo>
                  <a:pt x="716819" y="439070"/>
                </a:moveTo>
                <a:lnTo>
                  <a:pt x="837138" y="426633"/>
                </a:lnTo>
                <a:moveTo>
                  <a:pt x="1770602" y="292629"/>
                </a:moveTo>
                <a:lnTo>
                  <a:pt x="1831763" y="353667"/>
                </a:lnTo>
                <a:moveTo>
                  <a:pt x="839191" y="431518"/>
                </a:moveTo>
                <a:lnTo>
                  <a:pt x="976630" y="504964"/>
                </a:lnTo>
                <a:moveTo>
                  <a:pt x="1902206" y="45314"/>
                </a:moveTo>
                <a:lnTo>
                  <a:pt x="1911439" y="74506"/>
                </a:lnTo>
                <a:moveTo>
                  <a:pt x="660810" y="582703"/>
                </a:moveTo>
                <a:lnTo>
                  <a:pt x="723366" y="738185"/>
                </a:lnTo>
                <a:moveTo>
                  <a:pt x="2097209" y="861673"/>
                </a:moveTo>
                <a:lnTo>
                  <a:pt x="2093552" y="913796"/>
                </a:lnTo>
                <a:moveTo>
                  <a:pt x="2059275" y="474540"/>
                </a:moveTo>
                <a:lnTo>
                  <a:pt x="2087781" y="414571"/>
                </a:lnTo>
                <a:moveTo>
                  <a:pt x="2117951" y="585421"/>
                </a:moveTo>
                <a:lnTo>
                  <a:pt x="2078485" y="636903"/>
                </a:lnTo>
                <a:moveTo>
                  <a:pt x="1735368" y="412095"/>
                </a:moveTo>
                <a:lnTo>
                  <a:pt x="1836805" y="509861"/>
                </a:lnTo>
                <a:moveTo>
                  <a:pt x="617573" y="617582"/>
                </a:moveTo>
                <a:lnTo>
                  <a:pt x="660810" y="582703"/>
                </a:lnTo>
                <a:moveTo>
                  <a:pt x="607536" y="477290"/>
                </a:moveTo>
                <a:lnTo>
                  <a:pt x="716819" y="439070"/>
                </a:lnTo>
                <a:moveTo>
                  <a:pt x="2075540" y="319443"/>
                </a:moveTo>
                <a:lnTo>
                  <a:pt x="2122557" y="350621"/>
                </a:lnTo>
                <a:moveTo>
                  <a:pt x="2066595" y="1062197"/>
                </a:moveTo>
                <a:lnTo>
                  <a:pt x="2095200" y="1027406"/>
                </a:lnTo>
                <a:moveTo>
                  <a:pt x="1245867" y="618476"/>
                </a:moveTo>
                <a:lnTo>
                  <a:pt x="1264349" y="746657"/>
                </a:lnTo>
                <a:moveTo>
                  <a:pt x="2039941" y="113962"/>
                </a:moveTo>
                <a:lnTo>
                  <a:pt x="2084714" y="191216"/>
                </a:lnTo>
                <a:moveTo>
                  <a:pt x="1284633" y="762944"/>
                </a:moveTo>
                <a:lnTo>
                  <a:pt x="1400740" y="807894"/>
                </a:lnTo>
                <a:moveTo>
                  <a:pt x="1735368" y="412095"/>
                </a:moveTo>
                <a:lnTo>
                  <a:pt x="1853875" y="504571"/>
                </a:lnTo>
                <a:moveTo>
                  <a:pt x="1531585" y="840944"/>
                </a:moveTo>
                <a:lnTo>
                  <a:pt x="1654153" y="837271"/>
                </a:lnTo>
                <a:moveTo>
                  <a:pt x="716819" y="439070"/>
                </a:moveTo>
                <a:lnTo>
                  <a:pt x="839191" y="431518"/>
                </a:lnTo>
                <a:moveTo>
                  <a:pt x="607536" y="477290"/>
                </a:moveTo>
                <a:lnTo>
                  <a:pt x="660810" y="582703"/>
                </a:lnTo>
                <a:moveTo>
                  <a:pt x="1865847" y="112094"/>
                </a:moveTo>
                <a:lnTo>
                  <a:pt x="1821074" y="233074"/>
                </a:lnTo>
                <a:moveTo>
                  <a:pt x="976630" y="504964"/>
                </a:moveTo>
                <a:lnTo>
                  <a:pt x="1037642" y="522873"/>
                </a:lnTo>
                <a:moveTo>
                  <a:pt x="1911439" y="74506"/>
                </a:moveTo>
                <a:lnTo>
                  <a:pt x="2012322" y="88838"/>
                </a:lnTo>
                <a:moveTo>
                  <a:pt x="1865847" y="112094"/>
                </a:moveTo>
                <a:lnTo>
                  <a:pt x="1911439" y="74506"/>
                </a:lnTo>
                <a:moveTo>
                  <a:pt x="2071778" y="289479"/>
                </a:moveTo>
                <a:lnTo>
                  <a:pt x="2122557" y="350621"/>
                </a:lnTo>
                <a:moveTo>
                  <a:pt x="2121921" y="602785"/>
                </a:moveTo>
                <a:lnTo>
                  <a:pt x="2078485" y="636903"/>
                </a:lnTo>
                <a:moveTo>
                  <a:pt x="1732877" y="539291"/>
                </a:moveTo>
                <a:lnTo>
                  <a:pt x="1836805" y="509861"/>
                </a:lnTo>
                <a:moveTo>
                  <a:pt x="1911439" y="74506"/>
                </a:moveTo>
                <a:lnTo>
                  <a:pt x="2039941" y="113962"/>
                </a:lnTo>
                <a:moveTo>
                  <a:pt x="1732877" y="539291"/>
                </a:moveTo>
                <a:lnTo>
                  <a:pt x="1875102" y="637985"/>
                </a:lnTo>
                <a:moveTo>
                  <a:pt x="2075540" y="319443"/>
                </a:moveTo>
                <a:lnTo>
                  <a:pt x="2087781" y="414571"/>
                </a:lnTo>
                <a:moveTo>
                  <a:pt x="1264349" y="746657"/>
                </a:moveTo>
                <a:lnTo>
                  <a:pt x="1293680" y="596094"/>
                </a:lnTo>
                <a:moveTo>
                  <a:pt x="1634626" y="541961"/>
                </a:moveTo>
                <a:lnTo>
                  <a:pt x="1732877" y="539291"/>
                </a:lnTo>
                <a:moveTo>
                  <a:pt x="1878296" y="1061844"/>
                </a:moveTo>
                <a:lnTo>
                  <a:pt x="1951318" y="1117356"/>
                </a:lnTo>
                <a:moveTo>
                  <a:pt x="1951318" y="1117356"/>
                </a:moveTo>
                <a:lnTo>
                  <a:pt x="2066595" y="1062197"/>
                </a:lnTo>
                <a:moveTo>
                  <a:pt x="1293680" y="596094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735368" y="412095"/>
                </a:lnTo>
                <a:moveTo>
                  <a:pt x="746300" y="683001"/>
                </a:moveTo>
                <a:lnTo>
                  <a:pt x="723366" y="738185"/>
                </a:lnTo>
                <a:moveTo>
                  <a:pt x="1667892" y="899334"/>
                </a:moveTo>
                <a:lnTo>
                  <a:pt x="1654153" y="837271"/>
                </a:lnTo>
                <a:moveTo>
                  <a:pt x="1400740" y="807894"/>
                </a:moveTo>
                <a:lnTo>
                  <a:pt x="1514812" y="840269"/>
                </a:lnTo>
                <a:moveTo>
                  <a:pt x="2016488" y="720102"/>
                </a:moveTo>
                <a:lnTo>
                  <a:pt x="2078485" y="636903"/>
                </a:lnTo>
                <a:moveTo>
                  <a:pt x="2097209" y="861673"/>
                </a:moveTo>
                <a:lnTo>
                  <a:pt x="2095200" y="1027406"/>
                </a:lnTo>
                <a:moveTo>
                  <a:pt x="1732877" y="539291"/>
                </a:moveTo>
                <a:lnTo>
                  <a:pt x="1753017" y="651211"/>
                </a:lnTo>
                <a:moveTo>
                  <a:pt x="1836805" y="509861"/>
                </a:moveTo>
                <a:lnTo>
                  <a:pt x="1855218" y="513820"/>
                </a:lnTo>
                <a:moveTo>
                  <a:pt x="607536" y="477290"/>
                </a:moveTo>
                <a:lnTo>
                  <a:pt x="736932" y="550456"/>
                </a:lnTo>
                <a:moveTo>
                  <a:pt x="1853875" y="504571"/>
                </a:moveTo>
                <a:lnTo>
                  <a:pt x="1836805" y="509861"/>
                </a:lnTo>
                <a:moveTo>
                  <a:pt x="746300" y="683001"/>
                </a:moveTo>
                <a:lnTo>
                  <a:pt x="764979" y="756375"/>
                </a:lnTo>
                <a:moveTo>
                  <a:pt x="1836805" y="509861"/>
                </a:moveTo>
                <a:lnTo>
                  <a:pt x="1875102" y="637985"/>
                </a:lnTo>
                <a:moveTo>
                  <a:pt x="1514812" y="840269"/>
                </a:moveTo>
                <a:lnTo>
                  <a:pt x="1531585" y="840944"/>
                </a:lnTo>
                <a:moveTo>
                  <a:pt x="1811547" y="240231"/>
                </a:moveTo>
                <a:lnTo>
                  <a:pt x="1821074" y="233074"/>
                </a:lnTo>
                <a:moveTo>
                  <a:pt x="1853875" y="504571"/>
                </a:moveTo>
                <a:lnTo>
                  <a:pt x="1855218" y="513820"/>
                </a:lnTo>
                <a:moveTo>
                  <a:pt x="1855218" y="513820"/>
                </a:moveTo>
                <a:lnTo>
                  <a:pt x="1875102" y="637985"/>
                </a:lnTo>
                <a:moveTo>
                  <a:pt x="1037642" y="522873"/>
                </a:moveTo>
                <a:lnTo>
                  <a:pt x="1117624" y="591578"/>
                </a:lnTo>
                <a:moveTo>
                  <a:pt x="2100035" y="747353"/>
                </a:moveTo>
                <a:lnTo>
                  <a:pt x="2097209" y="861673"/>
                </a:lnTo>
                <a:moveTo>
                  <a:pt x="759619" y="689950"/>
                </a:moveTo>
                <a:lnTo>
                  <a:pt x="764979" y="756375"/>
                </a:lnTo>
                <a:moveTo>
                  <a:pt x="2075540" y="319443"/>
                </a:moveTo>
                <a:lnTo>
                  <a:pt x="2059275" y="474540"/>
                </a:lnTo>
                <a:moveTo>
                  <a:pt x="1245867" y="618476"/>
                </a:moveTo>
                <a:lnTo>
                  <a:pt x="1362894" y="562384"/>
                </a:lnTo>
                <a:moveTo>
                  <a:pt x="1482543" y="531320"/>
                </a:moveTo>
                <a:lnTo>
                  <a:pt x="1609386" y="539919"/>
                </a:lnTo>
                <a:moveTo>
                  <a:pt x="839191" y="431518"/>
                </a:moveTo>
                <a:lnTo>
                  <a:pt x="980222" y="506610"/>
                </a:lnTo>
                <a:moveTo>
                  <a:pt x="2059275" y="474540"/>
                </a:moveTo>
                <a:lnTo>
                  <a:pt x="2111263" y="544027"/>
                </a:lnTo>
                <a:moveTo>
                  <a:pt x="2059275" y="474540"/>
                </a:moveTo>
                <a:lnTo>
                  <a:pt x="2117951" y="585421"/>
                </a:lnTo>
                <a:moveTo>
                  <a:pt x="2039941" y="113962"/>
                </a:moveTo>
                <a:lnTo>
                  <a:pt x="2053537" y="170690"/>
                </a:lnTo>
                <a:moveTo>
                  <a:pt x="1534511" y="854690"/>
                </a:moveTo>
                <a:lnTo>
                  <a:pt x="1531585" y="840944"/>
                </a:lnTo>
                <a:moveTo>
                  <a:pt x="1362894" y="562384"/>
                </a:moveTo>
                <a:lnTo>
                  <a:pt x="1482543" y="531320"/>
                </a:lnTo>
                <a:moveTo>
                  <a:pt x="1132730" y="674858"/>
                </a:moveTo>
                <a:lnTo>
                  <a:pt x="1139543" y="749288"/>
                </a:lnTo>
                <a:moveTo>
                  <a:pt x="1974984" y="472058"/>
                </a:moveTo>
                <a:lnTo>
                  <a:pt x="2059275" y="474540"/>
                </a:lnTo>
                <a:moveTo>
                  <a:pt x="1117624" y="591578"/>
                </a:moveTo>
                <a:lnTo>
                  <a:pt x="1245867" y="618476"/>
                </a:lnTo>
                <a:moveTo>
                  <a:pt x="1132730" y="674858"/>
                </a:moveTo>
                <a:lnTo>
                  <a:pt x="1264349" y="746657"/>
                </a:lnTo>
                <a:moveTo>
                  <a:pt x="1609386" y="539919"/>
                </a:moveTo>
                <a:lnTo>
                  <a:pt x="1634626" y="541961"/>
                </a:lnTo>
                <a:moveTo>
                  <a:pt x="1514812" y="840269"/>
                </a:moveTo>
                <a:lnTo>
                  <a:pt x="1534511" y="854690"/>
                </a:lnTo>
                <a:moveTo>
                  <a:pt x="976630" y="504964"/>
                </a:moveTo>
                <a:lnTo>
                  <a:pt x="980222" y="506610"/>
                </a:lnTo>
                <a:moveTo>
                  <a:pt x="1245867" y="618476"/>
                </a:moveTo>
                <a:lnTo>
                  <a:pt x="1293680" y="596094"/>
                </a:lnTo>
                <a:moveTo>
                  <a:pt x="1852383" y="1014416"/>
                </a:moveTo>
                <a:lnTo>
                  <a:pt x="1841441" y="953824"/>
                </a:lnTo>
                <a:moveTo>
                  <a:pt x="764979" y="756375"/>
                </a:moveTo>
                <a:lnTo>
                  <a:pt x="890318" y="719806"/>
                </a:lnTo>
                <a:moveTo>
                  <a:pt x="1020345" y="782833"/>
                </a:moveTo>
                <a:lnTo>
                  <a:pt x="1132730" y="674858"/>
                </a:lnTo>
                <a:moveTo>
                  <a:pt x="1179396" y="614238"/>
                </a:moveTo>
                <a:lnTo>
                  <a:pt x="1245867" y="618476"/>
                </a:lnTo>
                <a:moveTo>
                  <a:pt x="1753017" y="651211"/>
                </a:moveTo>
                <a:lnTo>
                  <a:pt x="1875102" y="637985"/>
                </a:lnTo>
                <a:moveTo>
                  <a:pt x="1853875" y="504571"/>
                </a:moveTo>
                <a:lnTo>
                  <a:pt x="1974984" y="472058"/>
                </a:lnTo>
                <a:moveTo>
                  <a:pt x="980222" y="506610"/>
                </a:moveTo>
                <a:lnTo>
                  <a:pt x="1037642" y="522873"/>
                </a:lnTo>
                <a:moveTo>
                  <a:pt x="1709628" y="643925"/>
                </a:moveTo>
                <a:lnTo>
                  <a:pt x="1732877" y="539291"/>
                </a:lnTo>
                <a:moveTo>
                  <a:pt x="1531585" y="840944"/>
                </a:moveTo>
                <a:lnTo>
                  <a:pt x="1667892" y="899334"/>
                </a:lnTo>
                <a:moveTo>
                  <a:pt x="2071778" y="289479"/>
                </a:moveTo>
                <a:lnTo>
                  <a:pt x="2084714" y="191216"/>
                </a:lnTo>
                <a:moveTo>
                  <a:pt x="1667892" y="899334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10004" y="536934"/>
                </a:lnTo>
                <a:moveTo>
                  <a:pt x="1293680" y="596094"/>
                </a:moveTo>
                <a:lnTo>
                  <a:pt x="1362894" y="562384"/>
                </a:lnTo>
                <a:moveTo>
                  <a:pt x="1811547" y="240231"/>
                </a:moveTo>
                <a:lnTo>
                  <a:pt x="1831763" y="353667"/>
                </a:lnTo>
                <a:moveTo>
                  <a:pt x="1610004" y="536934"/>
                </a:moveTo>
                <a:lnTo>
                  <a:pt x="1634626" y="541961"/>
                </a:lnTo>
                <a:moveTo>
                  <a:pt x="1284633" y="762944"/>
                </a:moveTo>
                <a:lnTo>
                  <a:pt x="1408225" y="828960"/>
                </a:lnTo>
                <a:moveTo>
                  <a:pt x="839191" y="431518"/>
                </a:moveTo>
                <a:lnTo>
                  <a:pt x="857872" y="514607"/>
                </a:lnTo>
                <a:moveTo>
                  <a:pt x="716819" y="439070"/>
                </a:moveTo>
                <a:lnTo>
                  <a:pt x="736932" y="550456"/>
                </a:lnTo>
                <a:moveTo>
                  <a:pt x="1014949" y="716213"/>
                </a:moveTo>
                <a:lnTo>
                  <a:pt x="1020345" y="782833"/>
                </a:lnTo>
                <a:moveTo>
                  <a:pt x="2111263" y="544027"/>
                </a:moveTo>
                <a:lnTo>
                  <a:pt x="2117951" y="585421"/>
                </a:lnTo>
                <a:moveTo>
                  <a:pt x="1267004" y="714200"/>
                </a:moveTo>
                <a:lnTo>
                  <a:pt x="1284633" y="762944"/>
                </a:lnTo>
                <a:moveTo>
                  <a:pt x="1855218" y="513820"/>
                </a:moveTo>
                <a:lnTo>
                  <a:pt x="1980856" y="600862"/>
                </a:lnTo>
                <a:moveTo>
                  <a:pt x="1831763" y="353667"/>
                </a:moveTo>
                <a:lnTo>
                  <a:pt x="1853875" y="504571"/>
                </a:lnTo>
                <a:moveTo>
                  <a:pt x="1974984" y="472058"/>
                </a:moveTo>
                <a:lnTo>
                  <a:pt x="2075540" y="319443"/>
                </a:lnTo>
                <a:moveTo>
                  <a:pt x="1722288" y="921200"/>
                </a:moveTo>
                <a:lnTo>
                  <a:pt x="1796089" y="930268"/>
                </a:lnTo>
                <a:moveTo>
                  <a:pt x="2016488" y="720102"/>
                </a:moveTo>
                <a:lnTo>
                  <a:pt x="2100035" y="747353"/>
                </a:lnTo>
                <a:moveTo>
                  <a:pt x="1974984" y="472058"/>
                </a:moveTo>
                <a:lnTo>
                  <a:pt x="2111263" y="544027"/>
                </a:lnTo>
                <a:moveTo>
                  <a:pt x="2053537" y="170690"/>
                </a:moveTo>
                <a:lnTo>
                  <a:pt x="2084714" y="191216"/>
                </a:lnTo>
                <a:moveTo>
                  <a:pt x="1875102" y="637985"/>
                </a:moveTo>
                <a:lnTo>
                  <a:pt x="1980856" y="600862"/>
                </a:lnTo>
                <a:moveTo>
                  <a:pt x="1266808" y="723342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821074" y="233074"/>
                </a:lnTo>
                <a:moveTo>
                  <a:pt x="1534511" y="854690"/>
                </a:moveTo>
                <a:lnTo>
                  <a:pt x="1667892" y="899334"/>
                </a:lnTo>
                <a:moveTo>
                  <a:pt x="736932" y="550456"/>
                </a:moveTo>
                <a:lnTo>
                  <a:pt x="660810" y="582703"/>
                </a:lnTo>
                <a:moveTo>
                  <a:pt x="1117624" y="591578"/>
                </a:moveTo>
                <a:lnTo>
                  <a:pt x="1179396" y="614238"/>
                </a:lnTo>
                <a:moveTo>
                  <a:pt x="2071422" y="979639"/>
                </a:moveTo>
                <a:lnTo>
                  <a:pt x="2095200" y="1027406"/>
                </a:lnTo>
                <a:moveTo>
                  <a:pt x="1875102" y="637985"/>
                </a:moveTo>
                <a:lnTo>
                  <a:pt x="1895360" y="752250"/>
                </a:lnTo>
                <a:moveTo>
                  <a:pt x="1132730" y="674858"/>
                </a:moveTo>
                <a:lnTo>
                  <a:pt x="1245867" y="618476"/>
                </a:lnTo>
                <a:moveTo>
                  <a:pt x="2060100" y="989514"/>
                </a:moveTo>
                <a:lnTo>
                  <a:pt x="2095200" y="1027406"/>
                </a:lnTo>
                <a:moveTo>
                  <a:pt x="2111263" y="544027"/>
                </a:moveTo>
                <a:lnTo>
                  <a:pt x="2128242" y="577461"/>
                </a:lnTo>
                <a:moveTo>
                  <a:pt x="660810" y="582703"/>
                </a:moveTo>
                <a:lnTo>
                  <a:pt x="746300" y="683001"/>
                </a:lnTo>
                <a:moveTo>
                  <a:pt x="2071778" y="289479"/>
                </a:moveTo>
                <a:lnTo>
                  <a:pt x="2075540" y="319443"/>
                </a:lnTo>
                <a:moveTo>
                  <a:pt x="2117951" y="585421"/>
                </a:moveTo>
                <a:lnTo>
                  <a:pt x="2128242" y="577461"/>
                </a:lnTo>
                <a:moveTo>
                  <a:pt x="1366044" y="567528"/>
                </a:moveTo>
                <a:lnTo>
                  <a:pt x="1482543" y="531320"/>
                </a:lnTo>
                <a:moveTo>
                  <a:pt x="1408225" y="828960"/>
                </a:moveTo>
                <a:lnTo>
                  <a:pt x="1400740" y="807894"/>
                </a:lnTo>
                <a:moveTo>
                  <a:pt x="1821074" y="233074"/>
                </a:moveTo>
                <a:lnTo>
                  <a:pt x="1939357" y="328165"/>
                </a:lnTo>
                <a:moveTo>
                  <a:pt x="1855218" y="513820"/>
                </a:moveTo>
                <a:lnTo>
                  <a:pt x="1995429" y="590004"/>
                </a:lnTo>
                <a:moveTo>
                  <a:pt x="980222" y="506610"/>
                </a:moveTo>
                <a:lnTo>
                  <a:pt x="1117624" y="591578"/>
                </a:lnTo>
                <a:moveTo>
                  <a:pt x="1865847" y="112094"/>
                </a:moveTo>
                <a:lnTo>
                  <a:pt x="1930549" y="166062"/>
                </a:lnTo>
                <a:moveTo>
                  <a:pt x="1853875" y="504571"/>
                </a:moveTo>
                <a:lnTo>
                  <a:pt x="1995429" y="590004"/>
                </a:lnTo>
                <a:moveTo>
                  <a:pt x="1634626" y="541961"/>
                </a:moveTo>
                <a:lnTo>
                  <a:pt x="1709628" y="643925"/>
                </a:lnTo>
                <a:moveTo>
                  <a:pt x="1821074" y="233074"/>
                </a:moveTo>
                <a:lnTo>
                  <a:pt x="1953011" y="323883"/>
                </a:lnTo>
                <a:moveTo>
                  <a:pt x="1831763" y="353667"/>
                </a:moveTo>
                <a:lnTo>
                  <a:pt x="1974984" y="472058"/>
                </a:lnTo>
                <a:moveTo>
                  <a:pt x="660810" y="582703"/>
                </a:moveTo>
                <a:lnTo>
                  <a:pt x="757765" y="676075"/>
                </a:lnTo>
                <a:moveTo>
                  <a:pt x="1911439" y="74506"/>
                </a:moveTo>
                <a:lnTo>
                  <a:pt x="2053537" y="170690"/>
                </a:lnTo>
                <a:moveTo>
                  <a:pt x="1996654" y="319068"/>
                </a:moveTo>
                <a:lnTo>
                  <a:pt x="2075540" y="319443"/>
                </a:lnTo>
                <a:moveTo>
                  <a:pt x="2121921" y="602785"/>
                </a:moveTo>
                <a:lnTo>
                  <a:pt x="2117951" y="585421"/>
                </a:lnTo>
                <a:moveTo>
                  <a:pt x="2060100" y="989514"/>
                </a:moveTo>
                <a:lnTo>
                  <a:pt x="2066595" y="1062197"/>
                </a:lnTo>
                <a:moveTo>
                  <a:pt x="1362894" y="562384"/>
                </a:moveTo>
                <a:lnTo>
                  <a:pt x="1366044" y="567528"/>
                </a:lnTo>
                <a:moveTo>
                  <a:pt x="716819" y="439070"/>
                </a:moveTo>
                <a:lnTo>
                  <a:pt x="857872" y="514607"/>
                </a:lnTo>
                <a:moveTo>
                  <a:pt x="1753017" y="651211"/>
                </a:moveTo>
                <a:lnTo>
                  <a:pt x="1895360" y="752250"/>
                </a:lnTo>
                <a:moveTo>
                  <a:pt x="1852383" y="1014416"/>
                </a:moveTo>
                <a:lnTo>
                  <a:pt x="1878296" y="1061844"/>
                </a:lnTo>
                <a:moveTo>
                  <a:pt x="1807014" y="975626"/>
                </a:moveTo>
                <a:lnTo>
                  <a:pt x="1796089" y="930268"/>
                </a:lnTo>
                <a:moveTo>
                  <a:pt x="1875102" y="637985"/>
                </a:moveTo>
                <a:lnTo>
                  <a:pt x="2016488" y="720102"/>
                </a:lnTo>
                <a:moveTo>
                  <a:pt x="1974984" y="472058"/>
                </a:moveTo>
                <a:lnTo>
                  <a:pt x="1996654" y="319068"/>
                </a:lnTo>
                <a:moveTo>
                  <a:pt x="2111263" y="544027"/>
                </a:moveTo>
                <a:lnTo>
                  <a:pt x="2117146" y="569518"/>
                </a:lnTo>
                <a:moveTo>
                  <a:pt x="1408225" y="828960"/>
                </a:moveTo>
                <a:lnTo>
                  <a:pt x="1514812" y="840269"/>
                </a:lnTo>
                <a:moveTo>
                  <a:pt x="1939357" y="328165"/>
                </a:moveTo>
                <a:lnTo>
                  <a:pt x="1974984" y="472058"/>
                </a:lnTo>
                <a:moveTo>
                  <a:pt x="1709628" y="643925"/>
                </a:moveTo>
                <a:lnTo>
                  <a:pt x="1753017" y="651211"/>
                </a:lnTo>
                <a:moveTo>
                  <a:pt x="1953887" y="330229"/>
                </a:moveTo>
                <a:lnTo>
                  <a:pt x="1974984" y="472058"/>
                </a:lnTo>
                <a:moveTo>
                  <a:pt x="1753017" y="651211"/>
                </a:moveTo>
                <a:lnTo>
                  <a:pt x="1773434" y="768605"/>
                </a:lnTo>
                <a:moveTo>
                  <a:pt x="2121921" y="602785"/>
                </a:moveTo>
                <a:lnTo>
                  <a:pt x="2128242" y="577461"/>
                </a:lnTo>
                <a:moveTo>
                  <a:pt x="1667892" y="899334"/>
                </a:moveTo>
                <a:lnTo>
                  <a:pt x="1722288" y="921200"/>
                </a:lnTo>
                <a:moveTo>
                  <a:pt x="1974984" y="472058"/>
                </a:moveTo>
                <a:lnTo>
                  <a:pt x="2117146" y="569518"/>
                </a:lnTo>
                <a:moveTo>
                  <a:pt x="1293680" y="596094"/>
                </a:moveTo>
                <a:lnTo>
                  <a:pt x="1366044" y="567528"/>
                </a:lnTo>
                <a:moveTo>
                  <a:pt x="1408225" y="828960"/>
                </a:moveTo>
                <a:lnTo>
                  <a:pt x="1534511" y="854690"/>
                </a:lnTo>
                <a:moveTo>
                  <a:pt x="1610004" y="536934"/>
                </a:moveTo>
                <a:lnTo>
                  <a:pt x="1709628" y="643925"/>
                </a:lnTo>
                <a:moveTo>
                  <a:pt x="1974984" y="472058"/>
                </a:moveTo>
                <a:lnTo>
                  <a:pt x="1995429" y="590004"/>
                </a:lnTo>
                <a:moveTo>
                  <a:pt x="1132730" y="674858"/>
                </a:moveTo>
                <a:lnTo>
                  <a:pt x="1179396" y="614238"/>
                </a:lnTo>
                <a:moveTo>
                  <a:pt x="1117624" y="591578"/>
                </a:moveTo>
                <a:lnTo>
                  <a:pt x="1122515" y="606663"/>
                </a:lnTo>
                <a:moveTo>
                  <a:pt x="1996654" y="319068"/>
                </a:moveTo>
                <a:lnTo>
                  <a:pt x="2071778" y="289479"/>
                </a:lnTo>
                <a:moveTo>
                  <a:pt x="2053537" y="170690"/>
                </a:moveTo>
                <a:lnTo>
                  <a:pt x="2071778" y="289479"/>
                </a:lnTo>
                <a:moveTo>
                  <a:pt x="1796089" y="930268"/>
                </a:moveTo>
                <a:lnTo>
                  <a:pt x="1852383" y="1014416"/>
                </a:lnTo>
                <a:moveTo>
                  <a:pt x="1951318" y="1117356"/>
                </a:moveTo>
                <a:lnTo>
                  <a:pt x="2060100" y="989514"/>
                </a:lnTo>
                <a:moveTo>
                  <a:pt x="2117146" y="569518"/>
                </a:moveTo>
                <a:lnTo>
                  <a:pt x="2128242" y="577461"/>
                </a:lnTo>
                <a:moveTo>
                  <a:pt x="1831763" y="353667"/>
                </a:moveTo>
                <a:lnTo>
                  <a:pt x="1939357" y="328165"/>
                </a:lnTo>
                <a:moveTo>
                  <a:pt x="1482543" y="531320"/>
                </a:moveTo>
                <a:lnTo>
                  <a:pt x="1486789" y="527812"/>
                </a:lnTo>
                <a:moveTo>
                  <a:pt x="2016488" y="720102"/>
                </a:moveTo>
                <a:lnTo>
                  <a:pt x="2097209" y="861673"/>
                </a:lnTo>
                <a:moveTo>
                  <a:pt x="1852383" y="1014416"/>
                </a:moveTo>
                <a:lnTo>
                  <a:pt x="1951318" y="1117356"/>
                </a:lnTo>
                <a:moveTo>
                  <a:pt x="1122515" y="606663"/>
                </a:moveTo>
                <a:lnTo>
                  <a:pt x="1179396" y="614238"/>
                </a:lnTo>
                <a:moveTo>
                  <a:pt x="1980856" y="600862"/>
                </a:moveTo>
                <a:lnTo>
                  <a:pt x="2002250" y="633724"/>
                </a:lnTo>
                <a:moveTo>
                  <a:pt x="2053537" y="170690"/>
                </a:moveTo>
                <a:lnTo>
                  <a:pt x="1996654" y="319068"/>
                </a:lnTo>
                <a:moveTo>
                  <a:pt x="1293680" y="596094"/>
                </a:moveTo>
                <a:lnTo>
                  <a:pt x="1267004" y="714200"/>
                </a:lnTo>
                <a:moveTo>
                  <a:pt x="1995429" y="590004"/>
                </a:moveTo>
                <a:lnTo>
                  <a:pt x="1980856" y="600862"/>
                </a:lnTo>
                <a:moveTo>
                  <a:pt x="1486789" y="527812"/>
                </a:moveTo>
                <a:lnTo>
                  <a:pt x="1609386" y="539919"/>
                </a:lnTo>
                <a:moveTo>
                  <a:pt x="2117146" y="569518"/>
                </a:moveTo>
                <a:lnTo>
                  <a:pt x="2121921" y="602785"/>
                </a:lnTo>
                <a:moveTo>
                  <a:pt x="2002250" y="633724"/>
                </a:moveTo>
                <a:lnTo>
                  <a:pt x="2121921" y="602785"/>
                </a:lnTo>
                <a:moveTo>
                  <a:pt x="1953887" y="330229"/>
                </a:moveTo>
                <a:lnTo>
                  <a:pt x="1996654" y="319068"/>
                </a:lnTo>
                <a:moveTo>
                  <a:pt x="1773434" y="768605"/>
                </a:moveTo>
                <a:lnTo>
                  <a:pt x="1895360" y="752250"/>
                </a:lnTo>
                <a:moveTo>
                  <a:pt x="736932" y="550456"/>
                </a:moveTo>
                <a:lnTo>
                  <a:pt x="757765" y="676075"/>
                </a:lnTo>
                <a:moveTo>
                  <a:pt x="746300" y="683001"/>
                </a:moveTo>
                <a:lnTo>
                  <a:pt x="759619" y="689950"/>
                </a:lnTo>
                <a:moveTo>
                  <a:pt x="1953011" y="323883"/>
                </a:moveTo>
                <a:lnTo>
                  <a:pt x="1996654" y="319068"/>
                </a:lnTo>
                <a:moveTo>
                  <a:pt x="1667892" y="899334"/>
                </a:moveTo>
                <a:lnTo>
                  <a:pt x="1794384" y="896558"/>
                </a:lnTo>
                <a:moveTo>
                  <a:pt x="1939357" y="328165"/>
                </a:moveTo>
                <a:lnTo>
                  <a:pt x="1953887" y="330229"/>
                </a:lnTo>
                <a:moveTo>
                  <a:pt x="1953011" y="323883"/>
                </a:moveTo>
                <a:lnTo>
                  <a:pt x="2053537" y="170690"/>
                </a:lnTo>
                <a:moveTo>
                  <a:pt x="2097209" y="861673"/>
                </a:moveTo>
                <a:lnTo>
                  <a:pt x="2071422" y="979639"/>
                </a:lnTo>
                <a:moveTo>
                  <a:pt x="1953011" y="323883"/>
                </a:moveTo>
                <a:lnTo>
                  <a:pt x="1939357" y="328165"/>
                </a:lnTo>
                <a:moveTo>
                  <a:pt x="2037424" y="847770"/>
                </a:moveTo>
                <a:lnTo>
                  <a:pt x="2097209" y="861673"/>
                </a:lnTo>
                <a:moveTo>
                  <a:pt x="1943721" y="1038601"/>
                </a:moveTo>
                <a:lnTo>
                  <a:pt x="1951318" y="1117356"/>
                </a:lnTo>
                <a:moveTo>
                  <a:pt x="1980856" y="600862"/>
                </a:moveTo>
                <a:lnTo>
                  <a:pt x="2016488" y="720102"/>
                </a:lnTo>
                <a:moveTo>
                  <a:pt x="1953011" y="323883"/>
                </a:moveTo>
                <a:lnTo>
                  <a:pt x="1953887" y="330229"/>
                </a:lnTo>
                <a:moveTo>
                  <a:pt x="980222" y="506610"/>
                </a:moveTo>
                <a:lnTo>
                  <a:pt x="1122515" y="606663"/>
                </a:lnTo>
                <a:moveTo>
                  <a:pt x="757765" y="676075"/>
                </a:moveTo>
                <a:lnTo>
                  <a:pt x="746300" y="683001"/>
                </a:lnTo>
                <a:moveTo>
                  <a:pt x="2002250" y="633724"/>
                </a:moveTo>
                <a:lnTo>
                  <a:pt x="2117146" y="569518"/>
                </a:lnTo>
                <a:moveTo>
                  <a:pt x="1895360" y="752250"/>
                </a:moveTo>
                <a:lnTo>
                  <a:pt x="2016488" y="720102"/>
                </a:lnTo>
                <a:moveTo>
                  <a:pt x="2016488" y="720102"/>
                </a:moveTo>
                <a:lnTo>
                  <a:pt x="2121921" y="602785"/>
                </a:lnTo>
                <a:moveTo>
                  <a:pt x="1930549" y="166062"/>
                </a:moveTo>
                <a:lnTo>
                  <a:pt x="1821074" y="233074"/>
                </a:lnTo>
                <a:moveTo>
                  <a:pt x="757765" y="676075"/>
                </a:moveTo>
                <a:lnTo>
                  <a:pt x="759619" y="689950"/>
                </a:lnTo>
                <a:moveTo>
                  <a:pt x="1995429" y="590004"/>
                </a:moveTo>
                <a:lnTo>
                  <a:pt x="2117146" y="569518"/>
                </a:lnTo>
                <a:moveTo>
                  <a:pt x="857872" y="514607"/>
                </a:moveTo>
                <a:lnTo>
                  <a:pt x="980222" y="506610"/>
                </a:lnTo>
                <a:moveTo>
                  <a:pt x="736932" y="550456"/>
                </a:moveTo>
                <a:lnTo>
                  <a:pt x="857872" y="514607"/>
                </a:lnTo>
                <a:moveTo>
                  <a:pt x="1995429" y="590004"/>
                </a:moveTo>
                <a:lnTo>
                  <a:pt x="2002250" y="633724"/>
                </a:lnTo>
                <a:moveTo>
                  <a:pt x="1794384" y="896558"/>
                </a:moveTo>
                <a:lnTo>
                  <a:pt x="1722288" y="921200"/>
                </a:lnTo>
                <a:moveTo>
                  <a:pt x="1722288" y="921200"/>
                </a:moveTo>
                <a:lnTo>
                  <a:pt x="1807014" y="975626"/>
                </a:lnTo>
                <a:moveTo>
                  <a:pt x="1486789" y="527812"/>
                </a:moveTo>
                <a:lnTo>
                  <a:pt x="1610004" y="536934"/>
                </a:lnTo>
                <a:moveTo>
                  <a:pt x="1122515" y="606663"/>
                </a:moveTo>
                <a:lnTo>
                  <a:pt x="1132730" y="674858"/>
                </a:lnTo>
                <a:moveTo>
                  <a:pt x="759619" y="689950"/>
                </a:moveTo>
                <a:lnTo>
                  <a:pt x="890318" y="719806"/>
                </a:lnTo>
                <a:moveTo>
                  <a:pt x="2002250" y="633724"/>
                </a:moveTo>
                <a:lnTo>
                  <a:pt x="2016488" y="720102"/>
                </a:lnTo>
                <a:moveTo>
                  <a:pt x="1911439" y="74506"/>
                </a:moveTo>
                <a:lnTo>
                  <a:pt x="1930549" y="166062"/>
                </a:lnTo>
                <a:moveTo>
                  <a:pt x="1895360" y="752250"/>
                </a:moveTo>
                <a:lnTo>
                  <a:pt x="2037424" y="847770"/>
                </a:lnTo>
                <a:moveTo>
                  <a:pt x="1014949" y="716213"/>
                </a:moveTo>
                <a:lnTo>
                  <a:pt x="1132730" y="674858"/>
                </a:lnTo>
                <a:moveTo>
                  <a:pt x="1773434" y="768605"/>
                </a:moveTo>
                <a:lnTo>
                  <a:pt x="1794384" y="896558"/>
                </a:lnTo>
                <a:moveTo>
                  <a:pt x="1702226" y="758971"/>
                </a:moveTo>
                <a:lnTo>
                  <a:pt x="1753017" y="651211"/>
                </a:lnTo>
                <a:moveTo>
                  <a:pt x="1014949" y="716213"/>
                </a:moveTo>
                <a:lnTo>
                  <a:pt x="1122515" y="606663"/>
                </a:lnTo>
                <a:moveTo>
                  <a:pt x="1534511" y="854690"/>
                </a:moveTo>
                <a:lnTo>
                  <a:pt x="1658193" y="808989"/>
                </a:lnTo>
                <a:moveTo>
                  <a:pt x="1667892" y="899334"/>
                </a:moveTo>
                <a:lnTo>
                  <a:pt x="1702226" y="758971"/>
                </a:lnTo>
                <a:moveTo>
                  <a:pt x="890318" y="719806"/>
                </a:moveTo>
                <a:lnTo>
                  <a:pt x="1014949" y="716213"/>
                </a:lnTo>
                <a:moveTo>
                  <a:pt x="1794384" y="896558"/>
                </a:moveTo>
                <a:lnTo>
                  <a:pt x="1807014" y="975626"/>
                </a:lnTo>
                <a:moveTo>
                  <a:pt x="1895360" y="752250"/>
                </a:moveTo>
                <a:lnTo>
                  <a:pt x="1915348" y="861173"/>
                </a:lnTo>
                <a:moveTo>
                  <a:pt x="1293680" y="596094"/>
                </a:moveTo>
                <a:lnTo>
                  <a:pt x="1385754" y="670957"/>
                </a:lnTo>
                <a:moveTo>
                  <a:pt x="2016488" y="720102"/>
                </a:moveTo>
                <a:lnTo>
                  <a:pt x="2037424" y="847770"/>
                </a:lnTo>
                <a:moveTo>
                  <a:pt x="1266808" y="723342"/>
                </a:moveTo>
                <a:lnTo>
                  <a:pt x="1408225" y="828960"/>
                </a:lnTo>
                <a:moveTo>
                  <a:pt x="1366044" y="567528"/>
                </a:moveTo>
                <a:lnTo>
                  <a:pt x="1486789" y="527812"/>
                </a:lnTo>
                <a:moveTo>
                  <a:pt x="1610004" y="536934"/>
                </a:moveTo>
                <a:lnTo>
                  <a:pt x="1628908" y="624421"/>
                </a:lnTo>
                <a:moveTo>
                  <a:pt x="1266808" y="723342"/>
                </a:moveTo>
                <a:lnTo>
                  <a:pt x="1267004" y="714200"/>
                </a:lnTo>
                <a:moveTo>
                  <a:pt x="1773434" y="768605"/>
                </a:moveTo>
                <a:lnTo>
                  <a:pt x="1915348" y="861173"/>
                </a:lnTo>
                <a:moveTo>
                  <a:pt x="1930549" y="166062"/>
                </a:moveTo>
                <a:lnTo>
                  <a:pt x="2053537" y="170690"/>
                </a:lnTo>
                <a:moveTo>
                  <a:pt x="2037424" y="847770"/>
                </a:moveTo>
                <a:lnTo>
                  <a:pt x="2071422" y="979639"/>
                </a:lnTo>
                <a:moveTo>
                  <a:pt x="1709628" y="643925"/>
                </a:moveTo>
                <a:lnTo>
                  <a:pt x="1702226" y="758971"/>
                </a:lnTo>
                <a:moveTo>
                  <a:pt x="1658193" y="808989"/>
                </a:moveTo>
                <a:lnTo>
                  <a:pt x="1667892" y="899334"/>
                </a:lnTo>
                <a:moveTo>
                  <a:pt x="1807014" y="975626"/>
                </a:moveTo>
                <a:lnTo>
                  <a:pt x="1852383" y="1014416"/>
                </a:lnTo>
                <a:moveTo>
                  <a:pt x="1930549" y="166062"/>
                </a:moveTo>
                <a:lnTo>
                  <a:pt x="1953011" y="323883"/>
                </a:lnTo>
                <a:moveTo>
                  <a:pt x="2060100" y="989514"/>
                </a:moveTo>
                <a:lnTo>
                  <a:pt x="2071422" y="979639"/>
                </a:lnTo>
                <a:moveTo>
                  <a:pt x="1702226" y="758971"/>
                </a:moveTo>
                <a:lnTo>
                  <a:pt x="1773434" y="768605"/>
                </a:lnTo>
                <a:moveTo>
                  <a:pt x="2058496" y="978113"/>
                </a:moveTo>
                <a:lnTo>
                  <a:pt x="2071422" y="979639"/>
                </a:lnTo>
                <a:moveTo>
                  <a:pt x="1545842" y="880280"/>
                </a:moveTo>
                <a:lnTo>
                  <a:pt x="1534511" y="854690"/>
                </a:lnTo>
                <a:moveTo>
                  <a:pt x="2037424" y="847770"/>
                </a:moveTo>
                <a:lnTo>
                  <a:pt x="2058496" y="978113"/>
                </a:lnTo>
                <a:moveTo>
                  <a:pt x="1794384" y="896558"/>
                </a:moveTo>
                <a:lnTo>
                  <a:pt x="1915348" y="861173"/>
                </a:lnTo>
                <a:moveTo>
                  <a:pt x="2058496" y="978113"/>
                </a:moveTo>
                <a:lnTo>
                  <a:pt x="2060100" y="989514"/>
                </a:lnTo>
                <a:moveTo>
                  <a:pt x="1702226" y="758971"/>
                </a:moveTo>
                <a:lnTo>
                  <a:pt x="1794384" y="896558"/>
                </a:lnTo>
                <a:moveTo>
                  <a:pt x="1366044" y="567528"/>
                </a:moveTo>
                <a:lnTo>
                  <a:pt x="1385754" y="670957"/>
                </a:lnTo>
                <a:moveTo>
                  <a:pt x="1915348" y="861173"/>
                </a:moveTo>
                <a:lnTo>
                  <a:pt x="2037424" y="847770"/>
                </a:lnTo>
                <a:moveTo>
                  <a:pt x="1461106" y="911126"/>
                </a:moveTo>
                <a:lnTo>
                  <a:pt x="1534511" y="854690"/>
                </a:lnTo>
                <a:moveTo>
                  <a:pt x="736932" y="550456"/>
                </a:moveTo>
                <a:lnTo>
                  <a:pt x="877583" y="618048"/>
                </a:lnTo>
                <a:moveTo>
                  <a:pt x="1628908" y="624421"/>
                </a:moveTo>
                <a:lnTo>
                  <a:pt x="1709628" y="643925"/>
                </a:lnTo>
                <a:moveTo>
                  <a:pt x="1285600" y="831505"/>
                </a:moveTo>
                <a:lnTo>
                  <a:pt x="1408225" y="828960"/>
                </a:lnTo>
                <a:moveTo>
                  <a:pt x="980222" y="506610"/>
                </a:moveTo>
                <a:lnTo>
                  <a:pt x="999083" y="593243"/>
                </a:lnTo>
                <a:moveTo>
                  <a:pt x="1943721" y="1038601"/>
                </a:moveTo>
                <a:lnTo>
                  <a:pt x="2060100" y="989514"/>
                </a:lnTo>
                <a:moveTo>
                  <a:pt x="1915348" y="861173"/>
                </a:moveTo>
                <a:lnTo>
                  <a:pt x="2058496" y="978113"/>
                </a:lnTo>
                <a:moveTo>
                  <a:pt x="1943721" y="1038601"/>
                </a:moveTo>
                <a:lnTo>
                  <a:pt x="2058496" y="978113"/>
                </a:lnTo>
                <a:moveTo>
                  <a:pt x="759619" y="689950"/>
                </a:moveTo>
                <a:lnTo>
                  <a:pt x="877583" y="618048"/>
                </a:lnTo>
                <a:moveTo>
                  <a:pt x="1266808" y="723342"/>
                </a:moveTo>
                <a:lnTo>
                  <a:pt x="1285600" y="831505"/>
                </a:lnTo>
                <a:moveTo>
                  <a:pt x="1852383" y="1014416"/>
                </a:moveTo>
                <a:lnTo>
                  <a:pt x="1943721" y="1038601"/>
                </a:lnTo>
                <a:moveTo>
                  <a:pt x="1794384" y="896558"/>
                </a:moveTo>
                <a:lnTo>
                  <a:pt x="1935955" y="982322"/>
                </a:lnTo>
                <a:moveTo>
                  <a:pt x="1807014" y="975626"/>
                </a:moveTo>
                <a:lnTo>
                  <a:pt x="1935955" y="982322"/>
                </a:lnTo>
                <a:moveTo>
                  <a:pt x="1385754" y="670957"/>
                </a:moveTo>
                <a:lnTo>
                  <a:pt x="1267004" y="714200"/>
                </a:lnTo>
                <a:moveTo>
                  <a:pt x="757765" y="676075"/>
                </a:moveTo>
                <a:lnTo>
                  <a:pt x="877583" y="618048"/>
                </a:lnTo>
                <a:moveTo>
                  <a:pt x="1366044" y="567528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66808" y="723342"/>
                </a:lnTo>
                <a:moveTo>
                  <a:pt x="877583" y="618048"/>
                </a:moveTo>
                <a:lnTo>
                  <a:pt x="890318" y="719806"/>
                </a:lnTo>
                <a:moveTo>
                  <a:pt x="857872" y="514607"/>
                </a:moveTo>
                <a:lnTo>
                  <a:pt x="877583" y="618048"/>
                </a:lnTo>
                <a:moveTo>
                  <a:pt x="999083" y="593243"/>
                </a:moveTo>
                <a:lnTo>
                  <a:pt x="1122515" y="606663"/>
                </a:lnTo>
                <a:moveTo>
                  <a:pt x="890318" y="719806"/>
                </a:moveTo>
                <a:lnTo>
                  <a:pt x="999083" y="593243"/>
                </a:lnTo>
                <a:moveTo>
                  <a:pt x="1935955" y="982322"/>
                </a:moveTo>
                <a:lnTo>
                  <a:pt x="2058496" y="978113"/>
                </a:lnTo>
                <a:moveTo>
                  <a:pt x="999083" y="593243"/>
                </a:moveTo>
                <a:lnTo>
                  <a:pt x="1014949" y="716213"/>
                </a:lnTo>
                <a:moveTo>
                  <a:pt x="1935955" y="982322"/>
                </a:moveTo>
                <a:lnTo>
                  <a:pt x="1852383" y="1014416"/>
                </a:lnTo>
                <a:moveTo>
                  <a:pt x="857872" y="514607"/>
                </a:moveTo>
                <a:lnTo>
                  <a:pt x="999083" y="593243"/>
                </a:lnTo>
                <a:moveTo>
                  <a:pt x="1486789" y="527812"/>
                </a:moveTo>
                <a:lnTo>
                  <a:pt x="1628908" y="624421"/>
                </a:lnTo>
                <a:moveTo>
                  <a:pt x="1284730" y="814312"/>
                </a:moveTo>
                <a:lnTo>
                  <a:pt x="1267004" y="714200"/>
                </a:lnTo>
                <a:moveTo>
                  <a:pt x="1915348" y="861173"/>
                </a:moveTo>
                <a:lnTo>
                  <a:pt x="1935955" y="982322"/>
                </a:lnTo>
                <a:moveTo>
                  <a:pt x="1935955" y="982322"/>
                </a:moveTo>
                <a:lnTo>
                  <a:pt x="1943721" y="1038601"/>
                </a:lnTo>
                <a:moveTo>
                  <a:pt x="1266808" y="723342"/>
                </a:moveTo>
                <a:lnTo>
                  <a:pt x="1284730" y="814312"/>
                </a:lnTo>
                <a:moveTo>
                  <a:pt x="1658193" y="808989"/>
                </a:moveTo>
                <a:lnTo>
                  <a:pt x="1702226" y="758971"/>
                </a:lnTo>
                <a:moveTo>
                  <a:pt x="1628908" y="624421"/>
                </a:moveTo>
                <a:lnTo>
                  <a:pt x="1702226" y="758971"/>
                </a:lnTo>
                <a:moveTo>
                  <a:pt x="1408225" y="828960"/>
                </a:moveTo>
                <a:lnTo>
                  <a:pt x="1427252" y="918884"/>
                </a:lnTo>
                <a:moveTo>
                  <a:pt x="1408225" y="828960"/>
                </a:moveTo>
                <a:lnTo>
                  <a:pt x="1461106" y="911126"/>
                </a:lnTo>
                <a:moveTo>
                  <a:pt x="1486789" y="527812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85600" y="831505"/>
                </a:lnTo>
                <a:moveTo>
                  <a:pt x="1289942" y="850874"/>
                </a:moveTo>
                <a:lnTo>
                  <a:pt x="1285600" y="831505"/>
                </a:lnTo>
                <a:moveTo>
                  <a:pt x="1649566" y="746590"/>
                </a:moveTo>
                <a:lnTo>
                  <a:pt x="1702226" y="758971"/>
                </a:lnTo>
                <a:moveTo>
                  <a:pt x="1257972" y="829506"/>
                </a:moveTo>
                <a:lnTo>
                  <a:pt x="1289942" y="850874"/>
                </a:lnTo>
                <a:moveTo>
                  <a:pt x="1385754" y="670957"/>
                </a:moveTo>
                <a:lnTo>
                  <a:pt x="1506876" y="638699"/>
                </a:lnTo>
                <a:moveTo>
                  <a:pt x="1284730" y="814312"/>
                </a:moveTo>
                <a:lnTo>
                  <a:pt x="1385754" y="670957"/>
                </a:lnTo>
                <a:moveTo>
                  <a:pt x="1506876" y="638699"/>
                </a:moveTo>
                <a:lnTo>
                  <a:pt x="1628908" y="624421"/>
                </a:lnTo>
                <a:moveTo>
                  <a:pt x="1257972" y="829506"/>
                </a:moveTo>
                <a:lnTo>
                  <a:pt x="1284730" y="814312"/>
                </a:lnTo>
                <a:moveTo>
                  <a:pt x="1285600" y="831505"/>
                </a:moveTo>
                <a:lnTo>
                  <a:pt x="1427252" y="918884"/>
                </a:lnTo>
                <a:moveTo>
                  <a:pt x="1649566" y="746590"/>
                </a:moveTo>
                <a:lnTo>
                  <a:pt x="1658193" y="808989"/>
                </a:lnTo>
                <a:moveTo>
                  <a:pt x="1628908" y="624421"/>
                </a:moveTo>
                <a:lnTo>
                  <a:pt x="1649566" y="746590"/>
                </a:lnTo>
                <a:moveTo>
                  <a:pt x="877583" y="618048"/>
                </a:moveTo>
                <a:lnTo>
                  <a:pt x="999083" y="593243"/>
                </a:lnTo>
                <a:moveTo>
                  <a:pt x="1285600" y="831505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58193" y="808989"/>
                </a:lnTo>
                <a:moveTo>
                  <a:pt x="1284730" y="814312"/>
                </a:moveTo>
                <a:lnTo>
                  <a:pt x="1289942" y="850874"/>
                </a:lnTo>
                <a:moveTo>
                  <a:pt x="1506876" y="638699"/>
                </a:moveTo>
                <a:lnTo>
                  <a:pt x="1649566" y="746590"/>
                </a:lnTo>
                <a:moveTo>
                  <a:pt x="1385754" y="670957"/>
                </a:moveTo>
                <a:lnTo>
                  <a:pt x="1405767" y="780370"/>
                </a:lnTo>
                <a:moveTo>
                  <a:pt x="1385754" y="670957"/>
                </a:moveTo>
                <a:lnTo>
                  <a:pt x="1527291" y="756052"/>
                </a:lnTo>
                <a:moveTo>
                  <a:pt x="1289942" y="850874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49566" y="746590"/>
                </a:lnTo>
                <a:moveTo>
                  <a:pt x="1506876" y="638699"/>
                </a:moveTo>
                <a:lnTo>
                  <a:pt x="1527291" y="756052"/>
                </a:lnTo>
                <a:moveTo>
                  <a:pt x="1284730" y="814312"/>
                </a:moveTo>
                <a:lnTo>
                  <a:pt x="1405767" y="780370"/>
                </a:lnTo>
                <a:moveTo>
                  <a:pt x="1461106" y="911126"/>
                </a:moveTo>
                <a:lnTo>
                  <a:pt x="1545842" y="880280"/>
                </a:lnTo>
                <a:moveTo>
                  <a:pt x="1527291" y="756052"/>
                </a:moveTo>
                <a:lnTo>
                  <a:pt x="1649566" y="746590"/>
                </a:lnTo>
                <a:moveTo>
                  <a:pt x="1289942" y="850874"/>
                </a:moveTo>
                <a:lnTo>
                  <a:pt x="1426533" y="904676"/>
                </a:lnTo>
                <a:moveTo>
                  <a:pt x="1427252" y="918884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7252" y="918884"/>
                </a:lnTo>
                <a:moveTo>
                  <a:pt x="1527291" y="756052"/>
                </a:moveTo>
                <a:lnTo>
                  <a:pt x="1545842" y="880280"/>
                </a:lnTo>
                <a:moveTo>
                  <a:pt x="1428583" y="924515"/>
                </a:moveTo>
                <a:lnTo>
                  <a:pt x="1427252" y="918884"/>
                </a:lnTo>
                <a:moveTo>
                  <a:pt x="1428583" y="924515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8583" y="924515"/>
                </a:lnTo>
                <a:moveTo>
                  <a:pt x="1284730" y="814312"/>
                </a:moveTo>
                <a:lnTo>
                  <a:pt x="1426533" y="904676"/>
                </a:lnTo>
                <a:moveTo>
                  <a:pt x="1527291" y="756052"/>
                </a:moveTo>
                <a:lnTo>
                  <a:pt x="1461106" y="911126"/>
                </a:lnTo>
                <a:moveTo>
                  <a:pt x="1405767" y="780370"/>
                </a:moveTo>
                <a:lnTo>
                  <a:pt x="1527291" y="756052"/>
                </a:lnTo>
                <a:moveTo>
                  <a:pt x="1426533" y="904676"/>
                </a:moveTo>
                <a:lnTo>
                  <a:pt x="1461106" y="911126"/>
                </a:lnTo>
                <a:moveTo>
                  <a:pt x="1426533" y="904676"/>
                </a:moveTo>
                <a:lnTo>
                  <a:pt x="1412448" y="918851"/>
                </a:lnTo>
                <a:moveTo>
                  <a:pt x="1426533" y="904676"/>
                </a:moveTo>
                <a:lnTo>
                  <a:pt x="1428583" y="924515"/>
                </a:lnTo>
                <a:moveTo>
                  <a:pt x="1405767" y="780370"/>
                </a:moveTo>
                <a:lnTo>
                  <a:pt x="1426533" y="904676"/>
                </a:lnTo>
                <a:moveTo>
                  <a:pt x="1426533" y="904676"/>
                </a:moveTo>
                <a:lnTo>
                  <a:pt x="1527291" y="75605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661" name="9bjj_16_official_ReferenceLigand_0">
            <a:extLst>
              <a:ext uri="{FF2B5EF4-FFF2-40B4-BE49-F238E27FC236}">
                <a16:creationId xmlns:a16="http://schemas.microsoft.com/office/drawing/2014/main" id="{74B09704-B296-4B70-A2D7-A5D2B56D927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05" y="881423"/>
                </a:moveTo>
                <a:lnTo>
                  <a:pt x="2106792" y="9695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2" name="9bjj_16_official_ReferenceLigand_1">
            <a:extLst>
              <a:ext uri="{FF2B5EF4-FFF2-40B4-BE49-F238E27FC236}">
                <a16:creationId xmlns:a16="http://schemas.microsoft.com/office/drawing/2014/main" id="{57F167B6-3C8D-4069-817E-4095E6DA45F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63" y="435720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3" name="9bjj_16_official_ReferenceLigand_2">
            <a:extLst>
              <a:ext uri="{FF2B5EF4-FFF2-40B4-BE49-F238E27FC236}">
                <a16:creationId xmlns:a16="http://schemas.microsoft.com/office/drawing/2014/main" id="{387436D2-FC29-4F44-ACD3-F85ACCD3F7D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677463" y="435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4" name="9bjj_16_official_ReferenceLigand_3">
            <a:extLst>
              <a:ext uri="{FF2B5EF4-FFF2-40B4-BE49-F238E27FC236}">
                <a16:creationId xmlns:a16="http://schemas.microsoft.com/office/drawing/2014/main" id="{DC58C93D-F9A4-4CC6-BD4D-F0BF12406EC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91" y="311360"/>
                </a:moveTo>
                <a:lnTo>
                  <a:pt x="1823943" y="1408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5" name="9bjj_16_official_ReferenceLigand_4">
            <a:extLst>
              <a:ext uri="{FF2B5EF4-FFF2-40B4-BE49-F238E27FC236}">
                <a16:creationId xmlns:a16="http://schemas.microsoft.com/office/drawing/2014/main" id="{646EC947-EA56-46B3-BF5A-8CC954D76D8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374335" y="547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6" name="9bjj_16_official_ReferenceLigand_5">
            <a:extLst>
              <a:ext uri="{FF2B5EF4-FFF2-40B4-BE49-F238E27FC236}">
                <a16:creationId xmlns:a16="http://schemas.microsoft.com/office/drawing/2014/main" id="{1CE71FCE-EB29-411F-AD37-ADF51B13D0E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943" y="140802"/>
                </a:moveTo>
                <a:lnTo>
                  <a:pt x="1930512" y="34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7" name="9bjj_16_official_ReferenceLigand_6">
            <a:extLst>
              <a:ext uri="{FF2B5EF4-FFF2-40B4-BE49-F238E27FC236}">
                <a16:creationId xmlns:a16="http://schemas.microsoft.com/office/drawing/2014/main" id="{30E810D5-67C1-4824-94AA-55DF8958130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1072" y="970689"/>
                </a:moveTo>
                <a:lnTo>
                  <a:pt x="1988905" y="8814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8" name="9bjj_16_official_ReferenceLigand_7">
            <a:extLst>
              <a:ext uri="{FF2B5EF4-FFF2-40B4-BE49-F238E27FC236}">
                <a16:creationId xmlns:a16="http://schemas.microsoft.com/office/drawing/2014/main" id="{96561281-22C1-4AFB-921F-CF3AEBD9EDF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4335" y="547878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69" name="9bjj_16_official_ReferenceLigand_8">
            <a:extLst>
              <a:ext uri="{FF2B5EF4-FFF2-40B4-BE49-F238E27FC236}">
                <a16:creationId xmlns:a16="http://schemas.microsoft.com/office/drawing/2014/main" id="{CD6A61B2-4F57-4ADA-A5C2-8CDE544E9ABE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300" y="619073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0" name="9bjj_16_official_ReferenceLigand_9">
            <a:extLst>
              <a:ext uri="{FF2B5EF4-FFF2-40B4-BE49-F238E27FC236}">
                <a16:creationId xmlns:a16="http://schemas.microsoft.com/office/drawing/2014/main" id="{5E3A29A2-4BC8-47F1-965A-B0354AE8E1B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1" name="9bjj_16_official_ReferenceLigand_10">
            <a:extLst>
              <a:ext uri="{FF2B5EF4-FFF2-40B4-BE49-F238E27FC236}">
                <a16:creationId xmlns:a16="http://schemas.microsoft.com/office/drawing/2014/main" id="{32E0643E-D5E8-4082-8F21-F6B89B16C78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1480" y="356443"/>
                </a:moveTo>
                <a:lnTo>
                  <a:pt x="535291" y="38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2" name="9bjj_16_official_ReferenceLigand_11">
            <a:extLst>
              <a:ext uri="{FF2B5EF4-FFF2-40B4-BE49-F238E27FC236}">
                <a16:creationId xmlns:a16="http://schemas.microsoft.com/office/drawing/2014/main" id="{CDE4164B-A501-4B31-85F8-9F1EA560735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15" y="666416"/>
                </a:moveTo>
                <a:lnTo>
                  <a:pt x="1545974" y="562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3" name="9bjj_16_official_ReferenceLigand_12">
            <a:extLst>
              <a:ext uri="{FF2B5EF4-FFF2-40B4-BE49-F238E27FC236}">
                <a16:creationId xmlns:a16="http://schemas.microsoft.com/office/drawing/2014/main" id="{27103CB2-22C7-48D7-9674-8F65622FDE78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5291" y="382008"/>
                </a:moveTo>
                <a:lnTo>
                  <a:pt x="500933" y="543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4" name="9bjj_16_official_ReferenceLigand_13">
            <a:extLst>
              <a:ext uri="{FF2B5EF4-FFF2-40B4-BE49-F238E27FC236}">
                <a16:creationId xmlns:a16="http://schemas.microsoft.com/office/drawing/2014/main" id="{BC728E08-054A-46AB-BB8C-8856DAB935A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77300" y="61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5" name="9bjj_16_official_ReferenceLigand_14">
            <a:extLst>
              <a:ext uri="{FF2B5EF4-FFF2-40B4-BE49-F238E27FC236}">
                <a16:creationId xmlns:a16="http://schemas.microsoft.com/office/drawing/2014/main" id="{E24228FF-E3E1-491F-A1C2-9C603A300B3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701480" y="3564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6" name="9bjj_16_official_ReferenceLigand_15">
            <a:extLst>
              <a:ext uri="{FF2B5EF4-FFF2-40B4-BE49-F238E27FC236}">
                <a16:creationId xmlns:a16="http://schemas.microsoft.com/office/drawing/2014/main" id="{D4F1054C-7B09-4B08-9843-DC0E0766BE7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12" y="34438"/>
                </a:moveTo>
                <a:lnTo>
                  <a:pt x="2036081" y="978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7" name="9bjj_16_official_ReferenceLigand_16">
            <a:extLst>
              <a:ext uri="{FF2B5EF4-FFF2-40B4-BE49-F238E27FC236}">
                <a16:creationId xmlns:a16="http://schemas.microsoft.com/office/drawing/2014/main" id="{5B3F3884-0B13-4414-93CA-235FA4661C0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0933" y="543510"/>
                </a:moveTo>
                <a:lnTo>
                  <a:pt x="649225" y="61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8" name="9bjj_16_official_ReferenceLigand_17">
            <a:extLst>
              <a:ext uri="{FF2B5EF4-FFF2-40B4-BE49-F238E27FC236}">
                <a16:creationId xmlns:a16="http://schemas.microsoft.com/office/drawing/2014/main" id="{897D08AC-CACE-440A-A0C7-FDF32EBE7F4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25" y="617032"/>
                </a:moveTo>
                <a:lnTo>
                  <a:pt x="780021" y="5100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79" name="9bjj_16_official_ReferenceLigand_18">
            <a:extLst>
              <a:ext uri="{FF2B5EF4-FFF2-40B4-BE49-F238E27FC236}">
                <a16:creationId xmlns:a16="http://schemas.microsoft.com/office/drawing/2014/main" id="{AA1C2BE7-052E-44BD-9F83-8774C1B09A2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962304" y="5362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0" name="9bjj_16_official_ReferenceLigand_19">
            <a:extLst>
              <a:ext uri="{FF2B5EF4-FFF2-40B4-BE49-F238E27FC236}">
                <a16:creationId xmlns:a16="http://schemas.microsoft.com/office/drawing/2014/main" id="{C307B0F6-3996-4BAC-88B9-21182091E21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17" y="636925"/>
                </a:moveTo>
                <a:lnTo>
                  <a:pt x="1318134" y="740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1" name="9bjj_16_official_ReferenceLigand_20">
            <a:extLst>
              <a:ext uri="{FF2B5EF4-FFF2-40B4-BE49-F238E27FC236}">
                <a16:creationId xmlns:a16="http://schemas.microsoft.com/office/drawing/2014/main" id="{096126C7-29B9-4BA5-A936-AC318F32126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925179" y="5616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2" name="9bjj_16_official_ReferenceLigand_21">
            <a:extLst>
              <a:ext uri="{FF2B5EF4-FFF2-40B4-BE49-F238E27FC236}">
                <a16:creationId xmlns:a16="http://schemas.microsoft.com/office/drawing/2014/main" id="{2D5E16AC-48B8-49A9-B102-C2429E43F57C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027" y="858543"/>
                </a:moveTo>
                <a:lnTo>
                  <a:pt x="1901072" y="970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3" name="9bjj_16_official_ReferenceLigand_22">
            <a:extLst>
              <a:ext uri="{FF2B5EF4-FFF2-40B4-BE49-F238E27FC236}">
                <a16:creationId xmlns:a16="http://schemas.microsoft.com/office/drawing/2014/main" id="{0E35A3A5-1A6F-4F23-9FED-09B1425ED8F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4" name="9bjj_16_official_ReferenceLigand_23">
            <a:extLst>
              <a:ext uri="{FF2B5EF4-FFF2-40B4-BE49-F238E27FC236}">
                <a16:creationId xmlns:a16="http://schemas.microsoft.com/office/drawing/2014/main" id="{C9A1A9E1-72AC-483D-A232-8DC5C80D1201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2099" y="265743"/>
                </a:moveTo>
                <a:lnTo>
                  <a:pt x="1923951" y="3768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5" name="9bjj_16_official_ReferenceLigand_24">
            <a:extLst>
              <a:ext uri="{FF2B5EF4-FFF2-40B4-BE49-F238E27FC236}">
                <a16:creationId xmlns:a16="http://schemas.microsoft.com/office/drawing/2014/main" id="{57793464-821A-42EA-A229-46E18FEA5D3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1790750" y="683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6" name="9bjj_16_official_ReferenceLigand_25">
            <a:extLst>
              <a:ext uri="{FF2B5EF4-FFF2-40B4-BE49-F238E27FC236}">
                <a16:creationId xmlns:a16="http://schemas.microsoft.com/office/drawing/2014/main" id="{13C0C56C-B598-4AAA-B205-95106794D666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524" y="754813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7" name="9bjj_16_official_ReferenceLigand_26">
            <a:extLst>
              <a:ext uri="{FF2B5EF4-FFF2-40B4-BE49-F238E27FC236}">
                <a16:creationId xmlns:a16="http://schemas.microsoft.com/office/drawing/2014/main" id="{4CF01CE8-FF1D-443E-A054-20704756D56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2062647" y="6142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8" name="9bjj_16_official_ReferenceLigand_27">
            <a:extLst>
              <a:ext uri="{FF2B5EF4-FFF2-40B4-BE49-F238E27FC236}">
                <a16:creationId xmlns:a16="http://schemas.microsoft.com/office/drawing/2014/main" id="{52DC4052-9648-49CD-94AE-795806DA53B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6081" y="97889"/>
                </a:moveTo>
                <a:lnTo>
                  <a:pt x="2032099" y="26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89" name="9bjj_16_official_ReferenceLigand_28">
            <a:extLst>
              <a:ext uri="{FF2B5EF4-FFF2-40B4-BE49-F238E27FC236}">
                <a16:creationId xmlns:a16="http://schemas.microsoft.com/office/drawing/2014/main" id="{561F31AB-65FB-4376-95D2-1E74CF72DE6A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845027" y="858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0" name="9bjj_16_official_ReferenceLigand_29">
            <a:extLst>
              <a:ext uri="{FF2B5EF4-FFF2-40B4-BE49-F238E27FC236}">
                <a16:creationId xmlns:a16="http://schemas.microsoft.com/office/drawing/2014/main" id="{E3B90A8D-252B-4A47-BC71-F6D9914A72B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19179" y="47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1" name="9bjj_16_official_ReferenceLigand_30">
            <a:extLst>
              <a:ext uri="{FF2B5EF4-FFF2-40B4-BE49-F238E27FC236}">
                <a16:creationId xmlns:a16="http://schemas.microsoft.com/office/drawing/2014/main" id="{0D3B0E62-26F8-4A16-8BD1-AC7D8EC32E2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134" y="740531"/>
                </a:moveTo>
                <a:lnTo>
                  <a:pt x="1486524" y="7548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692" name="9bjj_16_official_PredictedLigand_0">
            <a:extLst>
              <a:ext uri="{FF2B5EF4-FFF2-40B4-BE49-F238E27FC236}">
                <a16:creationId xmlns:a16="http://schemas.microsoft.com/office/drawing/2014/main" id="{D72293DA-7828-45C5-8C4E-DCE6F90BAF1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8561" y="855092"/>
                </a:moveTo>
                <a:lnTo>
                  <a:pt x="2107117" y="9397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3" name="9bjj_16_official_PredictedLigand_1">
            <a:extLst>
              <a:ext uri="{FF2B5EF4-FFF2-40B4-BE49-F238E27FC236}">
                <a16:creationId xmlns:a16="http://schemas.microsoft.com/office/drawing/2014/main" id="{5A3E5E67-AC82-4476-8BFC-4B1A2383BFB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11925" y="886472"/>
                </a:moveTo>
                <a:lnTo>
                  <a:pt x="2078561" y="855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4" name="9bjj_16_official_PredictedLigand_2">
            <a:extLst>
              <a:ext uri="{FF2B5EF4-FFF2-40B4-BE49-F238E27FC236}">
                <a16:creationId xmlns:a16="http://schemas.microsoft.com/office/drawing/2014/main" id="{CFE4499D-8B3E-4222-8153-0E39D91DBAC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84890" y="389572"/>
                </a:moveTo>
                <a:lnTo>
                  <a:pt x="847316" y="42266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5" name="9bjj_16_official_PredictedLigand_3">
            <a:extLst>
              <a:ext uri="{FF2B5EF4-FFF2-40B4-BE49-F238E27FC236}">
                <a16:creationId xmlns:a16="http://schemas.microsoft.com/office/drawing/2014/main" id="{57763B5D-D8AF-4764-8081-31E864BD029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9729" y="502285"/>
                </a:moveTo>
                <a:lnTo>
                  <a:pt x="1691395" y="36052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6" name="9bjj_16_official_PredictedLigand_4">
            <a:extLst>
              <a:ext uri="{FF2B5EF4-FFF2-40B4-BE49-F238E27FC236}">
                <a16:creationId xmlns:a16="http://schemas.microsoft.com/office/drawing/2014/main" id="{466AE778-8371-4CE3-8C78-EEF41052857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91395" y="360522"/>
                </a:moveTo>
                <a:lnTo>
                  <a:pt x="1838585" y="277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7" name="9bjj_16_official_PredictedLigand_5">
            <a:extLst>
              <a:ext uri="{FF2B5EF4-FFF2-40B4-BE49-F238E27FC236}">
                <a16:creationId xmlns:a16="http://schemas.microsoft.com/office/drawing/2014/main" id="{2BF59E80-4A24-417C-BE29-010C338B1BAB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89729" y="502285"/>
                </a:moveTo>
                <a:lnTo>
                  <a:pt x="1423823" y="4864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8" name="9bjj_16_official_PredictedLigand_6">
            <a:extLst>
              <a:ext uri="{FF2B5EF4-FFF2-40B4-BE49-F238E27FC236}">
                <a16:creationId xmlns:a16="http://schemas.microsoft.com/office/drawing/2014/main" id="{3F606FFA-8BCC-463C-8154-E3210639A2F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8585" y="277739"/>
                </a:moveTo>
                <a:lnTo>
                  <a:pt x="1851001" y="10890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699" name="9bjj_16_official_PredictedLigand_7">
            <a:extLst>
              <a:ext uri="{FF2B5EF4-FFF2-40B4-BE49-F238E27FC236}">
                <a16:creationId xmlns:a16="http://schemas.microsoft.com/office/drawing/2014/main" id="{EC373CC1-E01F-4C7C-9E98-8D240EB9284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5213" y="471685"/>
                </a:moveTo>
                <a:lnTo>
                  <a:pt x="684890" y="3895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0" name="9bjj_16_official_PredictedLigand_8">
            <a:extLst>
              <a:ext uri="{FF2B5EF4-FFF2-40B4-BE49-F238E27FC236}">
                <a16:creationId xmlns:a16="http://schemas.microsoft.com/office/drawing/2014/main" id="{DAE73DE5-46A9-4049-8438-35D0FB96D0F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47316" y="422660"/>
                </a:moveTo>
                <a:lnTo>
                  <a:pt x="866286" y="53014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1" name="9bjj_16_official_PredictedLigand_9">
            <a:extLst>
              <a:ext uri="{FF2B5EF4-FFF2-40B4-BE49-F238E27FC236}">
                <a16:creationId xmlns:a16="http://schemas.microsoft.com/office/drawing/2014/main" id="{37ADC423-F876-4781-8DB2-58FE59C106B9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3823" y="486470"/>
                </a:moveTo>
                <a:lnTo>
                  <a:pt x="1326873" y="5900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2" name="9bjj_16_official_PredictedLigand_10">
            <a:extLst>
              <a:ext uri="{FF2B5EF4-FFF2-40B4-BE49-F238E27FC236}">
                <a16:creationId xmlns:a16="http://schemas.microsoft.com/office/drawing/2014/main" id="{C420956D-9C3F-4D33-95DB-C5EC63EA82C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001" y="108902"/>
                </a:moveTo>
                <a:lnTo>
                  <a:pt x="1961627" y="2274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3" name="9bjj_16_official_PredictedLigand_11">
            <a:extLst>
              <a:ext uri="{FF2B5EF4-FFF2-40B4-BE49-F238E27FC236}">
                <a16:creationId xmlns:a16="http://schemas.microsoft.com/office/drawing/2014/main" id="{F27AD778-2757-4529-9780-802A15E734F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9819" y="822291"/>
                </a:moveTo>
                <a:lnTo>
                  <a:pt x="1911925" y="88647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4" name="9bjj_16_official_PredictedLigand_12">
            <a:extLst>
              <a:ext uri="{FF2B5EF4-FFF2-40B4-BE49-F238E27FC236}">
                <a16:creationId xmlns:a16="http://schemas.microsoft.com/office/drawing/2014/main" id="{66203F1E-6A9C-4BBC-9526-12EE335F852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8312" y="634770"/>
                </a:moveTo>
                <a:lnTo>
                  <a:pt x="1589729" y="5022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5" name="9bjj_16_official_PredictedLigand_13">
            <a:extLst>
              <a:ext uri="{FF2B5EF4-FFF2-40B4-BE49-F238E27FC236}">
                <a16:creationId xmlns:a16="http://schemas.microsoft.com/office/drawing/2014/main" id="{CF510F80-8513-4D37-B3A5-C1DA79C08AD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1806" y="365349"/>
                </a:moveTo>
                <a:lnTo>
                  <a:pt x="1838585" y="27773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6" name="9bjj_16_official_PredictedLigand_14">
            <a:extLst>
              <a:ext uri="{FF2B5EF4-FFF2-40B4-BE49-F238E27FC236}">
                <a16:creationId xmlns:a16="http://schemas.microsoft.com/office/drawing/2014/main" id="{1E15B489-FF92-478E-835A-3D8B56BCA5B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5541" y="560223"/>
                </a:moveTo>
                <a:lnTo>
                  <a:pt x="1326873" y="5900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7" name="9bjj_16_official_PredictedLigand_15">
            <a:extLst>
              <a:ext uri="{FF2B5EF4-FFF2-40B4-BE49-F238E27FC236}">
                <a16:creationId xmlns:a16="http://schemas.microsoft.com/office/drawing/2014/main" id="{D765E276-295E-410E-A974-66911894821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588" y="593903"/>
                </a:moveTo>
                <a:lnTo>
                  <a:pt x="1165541" y="5602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8" name="9bjj_16_official_PredictedLigand_16">
            <a:extLst>
              <a:ext uri="{FF2B5EF4-FFF2-40B4-BE49-F238E27FC236}">
                <a16:creationId xmlns:a16="http://schemas.microsoft.com/office/drawing/2014/main" id="{A17789AE-D933-44A9-9611-A40A14CE2D9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028" y="650132"/>
                </a:moveTo>
                <a:lnTo>
                  <a:pt x="1658312" y="634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09" name="9bjj_16_official_PredictedLigand_17">
            <a:extLst>
              <a:ext uri="{FF2B5EF4-FFF2-40B4-BE49-F238E27FC236}">
                <a16:creationId xmlns:a16="http://schemas.microsoft.com/office/drawing/2014/main" id="{030B3013-7A39-4ED4-BFB6-B7F588C728C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7918" y="561665"/>
                </a:moveTo>
                <a:lnTo>
                  <a:pt x="595213" y="47168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0" name="9bjj_16_official_PredictedLigand_18">
            <a:extLst>
              <a:ext uri="{FF2B5EF4-FFF2-40B4-BE49-F238E27FC236}">
                <a16:creationId xmlns:a16="http://schemas.microsoft.com/office/drawing/2014/main" id="{4299CFF6-A89C-459F-844C-6300047DE5A4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286" y="530144"/>
                </a:moveTo>
                <a:lnTo>
                  <a:pt x="1020588" y="5939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1" name="9bjj_16_official_PredictedLigand_19">
            <a:extLst>
              <a:ext uri="{FF2B5EF4-FFF2-40B4-BE49-F238E27FC236}">
                <a16:creationId xmlns:a16="http://schemas.microsoft.com/office/drawing/2014/main" id="{A1ED43C8-C80E-45C9-A926-166D2894D9E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9635" y="539211"/>
                </a:moveTo>
                <a:lnTo>
                  <a:pt x="1827028" y="65013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2" name="9bjj_16_official_PredictedLigand_20">
            <a:extLst>
              <a:ext uri="{FF2B5EF4-FFF2-40B4-BE49-F238E27FC236}">
                <a16:creationId xmlns:a16="http://schemas.microsoft.com/office/drawing/2014/main" id="{AD4CD1B4-CE43-407E-8504-ADE5FF80B45D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1806" y="365349"/>
                </a:moveTo>
                <a:lnTo>
                  <a:pt x="1959635" y="53921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3" name="9bjj_16_official_PredictedLigand_21">
            <a:extLst>
              <a:ext uri="{FF2B5EF4-FFF2-40B4-BE49-F238E27FC236}">
                <a16:creationId xmlns:a16="http://schemas.microsoft.com/office/drawing/2014/main" id="{B6C54C65-B77B-4CE1-A19E-B2D69CC75DD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6286" y="530144"/>
                </a:moveTo>
                <a:lnTo>
                  <a:pt x="707918" y="56166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4" name="9bjj_16_official_PredictedLigand_22">
            <a:extLst>
              <a:ext uri="{FF2B5EF4-FFF2-40B4-BE49-F238E27FC236}">
                <a16:creationId xmlns:a16="http://schemas.microsoft.com/office/drawing/2014/main" id="{500AC10C-5E15-4129-A504-3C546F23503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26873" y="590032"/>
                </a:moveTo>
                <a:lnTo>
                  <a:pt x="1388025" y="71825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5" name="9bjj_16_official_PredictedLigand_23">
            <a:extLst>
              <a:ext uri="{FF2B5EF4-FFF2-40B4-BE49-F238E27FC236}">
                <a16:creationId xmlns:a16="http://schemas.microsoft.com/office/drawing/2014/main" id="{625B5C63-14BD-405B-9990-A6896588684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7028" y="650132"/>
                </a:moveTo>
                <a:lnTo>
                  <a:pt x="1879819" y="82229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6" name="9bjj_16_official_PredictedLigand_24">
            <a:extLst>
              <a:ext uri="{FF2B5EF4-FFF2-40B4-BE49-F238E27FC236}">
                <a16:creationId xmlns:a16="http://schemas.microsoft.com/office/drawing/2014/main" id="{1EC8B8D6-812B-4FE1-AF97-4875009CA9E5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1577" y="745708"/>
                </a:moveTo>
                <a:lnTo>
                  <a:pt x="1658312" y="63477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7" name="9bjj_16_official_PredictedLigand_25">
            <a:extLst>
              <a:ext uri="{FF2B5EF4-FFF2-40B4-BE49-F238E27FC236}">
                <a16:creationId xmlns:a16="http://schemas.microsoft.com/office/drawing/2014/main" id="{FB4B3297-3E9D-4C7A-B0F5-FEF27E098427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1627" y="22740"/>
                </a:moveTo>
                <a:lnTo>
                  <a:pt x="2063797" y="992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8" name="9bjj_16_official_PredictedLigand_26">
            <a:extLst>
              <a:ext uri="{FF2B5EF4-FFF2-40B4-BE49-F238E27FC236}">
                <a16:creationId xmlns:a16="http://schemas.microsoft.com/office/drawing/2014/main" id="{DA4B20E7-013D-440A-BD1B-26DEF4D94792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9635" y="539211"/>
                </a:moveTo>
                <a:lnTo>
                  <a:pt x="2093976" y="600101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19" name="9bjj_16_official_PredictedLigand_27">
            <a:extLst>
              <a:ext uri="{FF2B5EF4-FFF2-40B4-BE49-F238E27FC236}">
                <a16:creationId xmlns:a16="http://schemas.microsoft.com/office/drawing/2014/main" id="{6174F185-C931-41F6-981C-BAF29C00984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2122" y="267512"/>
                </a:moveTo>
                <a:lnTo>
                  <a:pt x="1951806" y="36534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0" name="9bjj_16_official_PredictedLigand_28">
            <a:extLst>
              <a:ext uri="{FF2B5EF4-FFF2-40B4-BE49-F238E27FC236}">
                <a16:creationId xmlns:a16="http://schemas.microsoft.com/office/drawing/2014/main" id="{8AC22293-E183-4E72-9788-033CFC43561F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88025" y="718258"/>
                </a:moveTo>
                <a:lnTo>
                  <a:pt x="1551577" y="74570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1" name="9bjj_16_official_PredictedLigand_29">
            <a:extLst>
              <a:ext uri="{FF2B5EF4-FFF2-40B4-BE49-F238E27FC236}">
                <a16:creationId xmlns:a16="http://schemas.microsoft.com/office/drawing/2014/main" id="{0DB1CB3D-9D7B-48BF-84F7-081701E3A7A3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3797" y="99200"/>
                </a:moveTo>
                <a:lnTo>
                  <a:pt x="2062122" y="26751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2" name="9bjj_16_official_PredictedLigand_30">
            <a:extLst>
              <a:ext uri="{FF2B5EF4-FFF2-40B4-BE49-F238E27FC236}">
                <a16:creationId xmlns:a16="http://schemas.microsoft.com/office/drawing/2014/main" id="{3E2A81A2-CF09-4135-9469-C2B3871CE1D0}"/>
              </a:ext>
            </a:extLst>
          </p:cNvPr>
          <p:cNvSpPr>
            <a:spLocks noGrp="1"/>
          </p:cNvSpPr>
          <p:nvPr/>
        </p:nvSpPr>
        <p:spPr>
          <a:xfrm>
            <a:off x="2286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0588" y="593903"/>
                </a:moveTo>
                <a:lnTo>
                  <a:pt x="1022598" y="68367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723" name="9bjj_16_official_PredictedAtoms_0">
            <a:extLst>
              <a:ext uri="{FF2B5EF4-FFF2-40B4-BE49-F238E27FC236}">
                <a16:creationId xmlns:a16="http://schemas.microsoft.com/office/drawing/2014/main" id="{5CF484B8-D7D7-4DC5-9926-46E4B0F3D3C0}"/>
              </a:ext>
            </a:extLst>
          </p:cNvPr>
          <p:cNvSpPr>
            <a:spLocks noGrp="1"/>
          </p:cNvSpPr>
          <p:nvPr/>
        </p:nvSpPr>
        <p:spPr>
          <a:xfrm>
            <a:off x="807621" y="48274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4" name="9bjj_16_official_PredictedAtoms_1">
            <a:extLst>
              <a:ext uri="{FF2B5EF4-FFF2-40B4-BE49-F238E27FC236}">
                <a16:creationId xmlns:a16="http://schemas.microsoft.com/office/drawing/2014/main" id="{785FF992-FB59-423B-9F64-661E8341A151}"/>
              </a:ext>
            </a:extLst>
          </p:cNvPr>
          <p:cNvSpPr>
            <a:spLocks noGrp="1"/>
          </p:cNvSpPr>
          <p:nvPr/>
        </p:nvSpPr>
        <p:spPr>
          <a:xfrm>
            <a:off x="897297" y="47453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5" name="9bjj_16_official_PredictedAtoms_2">
            <a:extLst>
              <a:ext uri="{FF2B5EF4-FFF2-40B4-BE49-F238E27FC236}">
                <a16:creationId xmlns:a16="http://schemas.microsoft.com/office/drawing/2014/main" id="{BA206A0B-8B29-4FE9-8D87-830FF39F8CD7}"/>
              </a:ext>
            </a:extLst>
          </p:cNvPr>
          <p:cNvSpPr>
            <a:spLocks noGrp="1"/>
          </p:cNvSpPr>
          <p:nvPr/>
        </p:nvSpPr>
        <p:spPr>
          <a:xfrm>
            <a:off x="1059724" y="477844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6" name="9bjj_16_official_PredictedAtoms_3">
            <a:extLst>
              <a:ext uri="{FF2B5EF4-FFF2-40B4-BE49-F238E27FC236}">
                <a16:creationId xmlns:a16="http://schemas.microsoft.com/office/drawing/2014/main" id="{3182E108-3809-48CB-91A1-685194CA873E}"/>
              </a:ext>
            </a:extLst>
          </p:cNvPr>
          <p:cNvSpPr>
            <a:spLocks noGrp="1"/>
          </p:cNvSpPr>
          <p:nvPr/>
        </p:nvSpPr>
        <p:spPr>
          <a:xfrm>
            <a:off x="1078694" y="488592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7" name="9bjj_16_official_PredictedAtoms_4">
            <a:extLst>
              <a:ext uri="{FF2B5EF4-FFF2-40B4-BE49-F238E27FC236}">
                <a16:creationId xmlns:a16="http://schemas.microsoft.com/office/drawing/2014/main" id="{4C610600-AA60-45EF-AE51-BD6AA60C0BB6}"/>
              </a:ext>
            </a:extLst>
          </p:cNvPr>
          <p:cNvSpPr>
            <a:spLocks noGrp="1"/>
          </p:cNvSpPr>
          <p:nvPr/>
        </p:nvSpPr>
        <p:spPr>
          <a:xfrm>
            <a:off x="1232995" y="49496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8" name="9bjj_16_official_PredictedAtoms_5">
            <a:extLst>
              <a:ext uri="{FF2B5EF4-FFF2-40B4-BE49-F238E27FC236}">
                <a16:creationId xmlns:a16="http://schemas.microsoft.com/office/drawing/2014/main" id="{488D534C-212F-4F3C-BE28-25E1C0924E53}"/>
              </a:ext>
            </a:extLst>
          </p:cNvPr>
          <p:cNvSpPr>
            <a:spLocks noGrp="1"/>
          </p:cNvSpPr>
          <p:nvPr/>
        </p:nvSpPr>
        <p:spPr>
          <a:xfrm>
            <a:off x="1235005" y="503946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29" name="9bjj_16_official_PredictedAtoms_6">
            <a:extLst>
              <a:ext uri="{FF2B5EF4-FFF2-40B4-BE49-F238E27FC236}">
                <a16:creationId xmlns:a16="http://schemas.microsoft.com/office/drawing/2014/main" id="{288B2306-DA66-4CBD-93C4-7AE9FE74F721}"/>
              </a:ext>
            </a:extLst>
          </p:cNvPr>
          <p:cNvSpPr>
            <a:spLocks noGrp="1"/>
          </p:cNvSpPr>
          <p:nvPr/>
        </p:nvSpPr>
        <p:spPr>
          <a:xfrm>
            <a:off x="1377949" y="491600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0" name="9bjj_16_official_PredictedAtoms_7">
            <a:extLst>
              <a:ext uri="{FF2B5EF4-FFF2-40B4-BE49-F238E27FC236}">
                <a16:creationId xmlns:a16="http://schemas.microsoft.com/office/drawing/2014/main" id="{D0C2D1CB-85CD-455B-81C7-160379D84C63}"/>
              </a:ext>
            </a:extLst>
          </p:cNvPr>
          <p:cNvSpPr>
            <a:spLocks noGrp="1"/>
          </p:cNvSpPr>
          <p:nvPr/>
        </p:nvSpPr>
        <p:spPr>
          <a:xfrm>
            <a:off x="1539281" y="494581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1" name="9bjj_16_official_PredictedAtoms_8">
            <a:extLst>
              <a:ext uri="{FF2B5EF4-FFF2-40B4-BE49-F238E27FC236}">
                <a16:creationId xmlns:a16="http://schemas.microsoft.com/office/drawing/2014/main" id="{E0D65C83-AD99-4B38-905C-96C7ED92F292}"/>
              </a:ext>
            </a:extLst>
          </p:cNvPr>
          <p:cNvSpPr>
            <a:spLocks noGrp="1"/>
          </p:cNvSpPr>
          <p:nvPr/>
        </p:nvSpPr>
        <p:spPr>
          <a:xfrm>
            <a:off x="1600433" y="50740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2" name="9bjj_16_official_PredictedAtoms_9">
            <a:extLst>
              <a:ext uri="{FF2B5EF4-FFF2-40B4-BE49-F238E27FC236}">
                <a16:creationId xmlns:a16="http://schemas.microsoft.com/office/drawing/2014/main" id="{1F6A1216-482E-44C8-9F04-792578C03EB2}"/>
              </a:ext>
            </a:extLst>
          </p:cNvPr>
          <p:cNvSpPr>
            <a:spLocks noGrp="1"/>
          </p:cNvSpPr>
          <p:nvPr/>
        </p:nvSpPr>
        <p:spPr>
          <a:xfrm>
            <a:off x="1763984" y="510149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3" name="9bjj_16_official_PredictedAtoms_10">
            <a:extLst>
              <a:ext uri="{FF2B5EF4-FFF2-40B4-BE49-F238E27FC236}">
                <a16:creationId xmlns:a16="http://schemas.microsoft.com/office/drawing/2014/main" id="{9885F1D1-1E94-4D36-9512-6BC6D2E97FD9}"/>
              </a:ext>
            </a:extLst>
          </p:cNvPr>
          <p:cNvSpPr>
            <a:spLocks noGrp="1"/>
          </p:cNvSpPr>
          <p:nvPr/>
        </p:nvSpPr>
        <p:spPr>
          <a:xfrm>
            <a:off x="1870719" y="49905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4" name="9bjj_16_official_PredictedAtoms_11">
            <a:extLst>
              <a:ext uri="{FF2B5EF4-FFF2-40B4-BE49-F238E27FC236}">
                <a16:creationId xmlns:a16="http://schemas.microsoft.com/office/drawing/2014/main" id="{C7C970D7-C016-4BF9-AB82-878858FFDE9B}"/>
              </a:ext>
            </a:extLst>
          </p:cNvPr>
          <p:cNvSpPr>
            <a:spLocks noGrp="1"/>
          </p:cNvSpPr>
          <p:nvPr/>
        </p:nvSpPr>
        <p:spPr>
          <a:xfrm>
            <a:off x="1802136" y="485806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5" name="9bjj_16_official_PredictedAtoms_12">
            <a:extLst>
              <a:ext uri="{FF2B5EF4-FFF2-40B4-BE49-F238E27FC236}">
                <a16:creationId xmlns:a16="http://schemas.microsoft.com/office/drawing/2014/main" id="{F9C6234A-58F2-47F3-9C16-2441A2B066EB}"/>
              </a:ext>
            </a:extLst>
          </p:cNvPr>
          <p:cNvSpPr>
            <a:spLocks noGrp="1"/>
          </p:cNvSpPr>
          <p:nvPr/>
        </p:nvSpPr>
        <p:spPr>
          <a:xfrm>
            <a:off x="1636230" y="484225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6" name="9bjj_16_official_PredictedAtoms_13">
            <a:extLst>
              <a:ext uri="{FF2B5EF4-FFF2-40B4-BE49-F238E27FC236}">
                <a16:creationId xmlns:a16="http://schemas.microsoft.com/office/drawing/2014/main" id="{D06B3C44-A785-4E3B-9660-77E297CFEBB2}"/>
              </a:ext>
            </a:extLst>
          </p:cNvPr>
          <p:cNvSpPr>
            <a:spLocks noGrp="1"/>
          </p:cNvSpPr>
          <p:nvPr/>
        </p:nvSpPr>
        <p:spPr>
          <a:xfrm>
            <a:off x="1903802" y="471630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7" name="9bjj_16_official_PredictedAtoms_14">
            <a:extLst>
              <a:ext uri="{FF2B5EF4-FFF2-40B4-BE49-F238E27FC236}">
                <a16:creationId xmlns:a16="http://schemas.microsoft.com/office/drawing/2014/main" id="{9804BC21-DFE8-4EEE-A361-A5EE61CF06D8}"/>
              </a:ext>
            </a:extLst>
          </p:cNvPr>
          <p:cNvSpPr>
            <a:spLocks noGrp="1"/>
          </p:cNvSpPr>
          <p:nvPr/>
        </p:nvSpPr>
        <p:spPr>
          <a:xfrm>
            <a:off x="2050992" y="463352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8" name="9bjj_16_official_PredictedAtoms_15">
            <a:extLst>
              <a:ext uri="{FF2B5EF4-FFF2-40B4-BE49-F238E27FC236}">
                <a16:creationId xmlns:a16="http://schemas.microsoft.com/office/drawing/2014/main" id="{1592A43E-B36D-4CBB-BBF0-576438A4C939}"/>
              </a:ext>
            </a:extLst>
          </p:cNvPr>
          <p:cNvSpPr>
            <a:spLocks noGrp="1"/>
          </p:cNvSpPr>
          <p:nvPr/>
        </p:nvSpPr>
        <p:spPr>
          <a:xfrm>
            <a:off x="2063408" y="446468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39" name="9bjj_16_official_PredictedAtoms_16">
            <a:extLst>
              <a:ext uri="{FF2B5EF4-FFF2-40B4-BE49-F238E27FC236}">
                <a16:creationId xmlns:a16="http://schemas.microsoft.com/office/drawing/2014/main" id="{46B3A9F6-2ED4-464D-B41A-EE4694EAF080}"/>
              </a:ext>
            </a:extLst>
          </p:cNvPr>
          <p:cNvSpPr>
            <a:spLocks noGrp="1"/>
          </p:cNvSpPr>
          <p:nvPr/>
        </p:nvSpPr>
        <p:spPr>
          <a:xfrm>
            <a:off x="2174035" y="437852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0" name="9bjj_16_official_PredictedAtoms_17">
            <a:extLst>
              <a:ext uri="{FF2B5EF4-FFF2-40B4-BE49-F238E27FC236}">
                <a16:creationId xmlns:a16="http://schemas.microsoft.com/office/drawing/2014/main" id="{B855B983-ACB4-4745-8573-144A17190DBD}"/>
              </a:ext>
            </a:extLst>
          </p:cNvPr>
          <p:cNvSpPr>
            <a:spLocks noGrp="1"/>
          </p:cNvSpPr>
          <p:nvPr/>
        </p:nvSpPr>
        <p:spPr>
          <a:xfrm>
            <a:off x="2276204" y="44549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1" name="9bjj_16_official_PredictedAtoms_18">
            <a:extLst>
              <a:ext uri="{FF2B5EF4-FFF2-40B4-BE49-F238E27FC236}">
                <a16:creationId xmlns:a16="http://schemas.microsoft.com/office/drawing/2014/main" id="{1D6B1B86-8D64-46C3-BF55-FA1876FFF3CC}"/>
              </a:ext>
            </a:extLst>
          </p:cNvPr>
          <p:cNvSpPr>
            <a:spLocks noGrp="1"/>
          </p:cNvSpPr>
          <p:nvPr/>
        </p:nvSpPr>
        <p:spPr>
          <a:xfrm>
            <a:off x="2274530" y="46232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2" name="9bjj_16_official_PredictedAtoms_19">
            <a:extLst>
              <a:ext uri="{FF2B5EF4-FFF2-40B4-BE49-F238E27FC236}">
                <a16:creationId xmlns:a16="http://schemas.microsoft.com/office/drawing/2014/main" id="{80E9E3DB-6213-4B78-98CF-D16A367DDB8F}"/>
              </a:ext>
            </a:extLst>
          </p:cNvPr>
          <p:cNvSpPr>
            <a:spLocks noGrp="1"/>
          </p:cNvSpPr>
          <p:nvPr/>
        </p:nvSpPr>
        <p:spPr>
          <a:xfrm>
            <a:off x="2164213" y="47211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3" name="9bjj_16_official_PredictedAtoms_20">
            <a:extLst>
              <a:ext uri="{FF2B5EF4-FFF2-40B4-BE49-F238E27FC236}">
                <a16:creationId xmlns:a16="http://schemas.microsoft.com/office/drawing/2014/main" id="{70061ACC-F837-4D73-9D02-21388F431FB3}"/>
              </a:ext>
            </a:extLst>
          </p:cNvPr>
          <p:cNvSpPr>
            <a:spLocks noGrp="1"/>
          </p:cNvSpPr>
          <p:nvPr/>
        </p:nvSpPr>
        <p:spPr>
          <a:xfrm>
            <a:off x="2172042" y="489499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4" name="9bjj_16_official_PredictedAtoms_21">
            <a:extLst>
              <a:ext uri="{FF2B5EF4-FFF2-40B4-BE49-F238E27FC236}">
                <a16:creationId xmlns:a16="http://schemas.microsoft.com/office/drawing/2014/main" id="{5044E417-0DD8-4C60-B7B0-B9F5606D5FA6}"/>
              </a:ext>
            </a:extLst>
          </p:cNvPr>
          <p:cNvSpPr>
            <a:spLocks noGrp="1"/>
          </p:cNvSpPr>
          <p:nvPr/>
        </p:nvSpPr>
        <p:spPr>
          <a:xfrm>
            <a:off x="2306384" y="4955884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5" name="9bjj_16_official_PredictedAtoms_22">
            <a:extLst>
              <a:ext uri="{FF2B5EF4-FFF2-40B4-BE49-F238E27FC236}">
                <a16:creationId xmlns:a16="http://schemas.microsoft.com/office/drawing/2014/main" id="{63F1F3C4-94B4-48FF-97D9-9E6F3BAD1D17}"/>
              </a:ext>
            </a:extLst>
          </p:cNvPr>
          <p:cNvSpPr>
            <a:spLocks noGrp="1"/>
          </p:cNvSpPr>
          <p:nvPr/>
        </p:nvSpPr>
        <p:spPr>
          <a:xfrm>
            <a:off x="2039435" y="500591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6" name="9bjj_16_official_PredictedAtoms_23">
            <a:extLst>
              <a:ext uri="{FF2B5EF4-FFF2-40B4-BE49-F238E27FC236}">
                <a16:creationId xmlns:a16="http://schemas.microsoft.com/office/drawing/2014/main" id="{F1AF7FB0-ABEF-47A9-A38D-2C441403C568}"/>
              </a:ext>
            </a:extLst>
          </p:cNvPr>
          <p:cNvSpPr>
            <a:spLocks noGrp="1"/>
          </p:cNvSpPr>
          <p:nvPr/>
        </p:nvSpPr>
        <p:spPr>
          <a:xfrm>
            <a:off x="2092227" y="517807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7" name="9bjj_16_official_PredictedAtoms_24">
            <a:extLst>
              <a:ext uri="{FF2B5EF4-FFF2-40B4-BE49-F238E27FC236}">
                <a16:creationId xmlns:a16="http://schemas.microsoft.com/office/drawing/2014/main" id="{45F33116-8A9B-44AF-820B-C4ECF3327ABA}"/>
              </a:ext>
            </a:extLst>
          </p:cNvPr>
          <p:cNvSpPr>
            <a:spLocks noGrp="1"/>
          </p:cNvSpPr>
          <p:nvPr/>
        </p:nvSpPr>
        <p:spPr>
          <a:xfrm>
            <a:off x="2124332" y="524225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8" name="9bjj_16_official_PredictedAtoms_25">
            <a:extLst>
              <a:ext uri="{FF2B5EF4-FFF2-40B4-BE49-F238E27FC236}">
                <a16:creationId xmlns:a16="http://schemas.microsoft.com/office/drawing/2014/main" id="{BDAD4D22-CE48-43AB-8A13-2C93909C380F}"/>
              </a:ext>
            </a:extLst>
          </p:cNvPr>
          <p:cNvSpPr>
            <a:spLocks noGrp="1"/>
          </p:cNvSpPr>
          <p:nvPr/>
        </p:nvSpPr>
        <p:spPr>
          <a:xfrm>
            <a:off x="2290968" y="52108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49" name="9bjj_16_official_PredictedAtoms_26">
            <a:extLst>
              <a:ext uri="{FF2B5EF4-FFF2-40B4-BE49-F238E27FC236}">
                <a16:creationId xmlns:a16="http://schemas.microsoft.com/office/drawing/2014/main" id="{680307B2-CC7C-44C6-86D6-7BCBE39EACF5}"/>
              </a:ext>
            </a:extLst>
          </p:cNvPr>
          <p:cNvSpPr>
            <a:spLocks noGrp="1"/>
          </p:cNvSpPr>
          <p:nvPr/>
        </p:nvSpPr>
        <p:spPr>
          <a:xfrm>
            <a:off x="2319524" y="5295541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0" name="9bjj_16_official_PredictedAtoms_27">
            <a:extLst>
              <a:ext uri="{FF2B5EF4-FFF2-40B4-BE49-F238E27FC236}">
                <a16:creationId xmlns:a16="http://schemas.microsoft.com/office/drawing/2014/main" id="{187F82F3-1DAE-401B-A1BF-EBFC1344E15B}"/>
              </a:ext>
            </a:extLst>
          </p:cNvPr>
          <p:cNvSpPr>
            <a:spLocks noGrp="1"/>
          </p:cNvSpPr>
          <p:nvPr/>
        </p:nvSpPr>
        <p:spPr>
          <a:xfrm>
            <a:off x="920325" y="491744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751" name="stage3-cases-alternatives_25">
            <a:extLst>
              <a:ext uri="{FF2B5EF4-FFF2-40B4-BE49-F238E27FC236}">
                <a16:creationId xmlns:a16="http://schemas.microsoft.com/office/drawing/2014/main" id="{6DC47D5A-D93F-45DB-B60B-68A7A2BBF6DB}"/>
              </a:ext>
            </a:extLst>
          </p:cNvPr>
          <p:cNvSpPr>
            <a:spLocks noGrp="1"/>
          </p:cNvSpPr>
          <p:nvPr/>
        </p:nvSpPr>
        <p:spPr>
          <a:xfrm>
            <a:off x="2286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0.99 Å   D 43%   Clash 0</a:t>
            </a:r>
          </a:p>
        </p:txBody>
      </p:sp>
      <p:sp>
        <p:nvSpPr>
          <p:cNvPr id="752" name="9bjj_16_tuned_Receptor">
            <a:extLst>
              <a:ext uri="{FF2B5EF4-FFF2-40B4-BE49-F238E27FC236}">
                <a16:creationId xmlns:a16="http://schemas.microsoft.com/office/drawing/2014/main" id="{64E4081B-E702-4105-BE90-10BD0081515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147" y="819853"/>
                </a:moveTo>
                <a:lnTo>
                  <a:pt x="790510" y="826417"/>
                </a:lnTo>
                <a:moveTo>
                  <a:pt x="975147" y="819853"/>
                </a:moveTo>
                <a:lnTo>
                  <a:pt x="1051757" y="657322"/>
                </a:lnTo>
                <a:moveTo>
                  <a:pt x="2166745" y="290475"/>
                </a:moveTo>
                <a:lnTo>
                  <a:pt x="2103266" y="232688"/>
                </a:lnTo>
                <a:moveTo>
                  <a:pt x="1043499" y="958500"/>
                </a:moveTo>
                <a:lnTo>
                  <a:pt x="975147" y="819853"/>
                </a:lnTo>
                <a:moveTo>
                  <a:pt x="1204912" y="988475"/>
                </a:moveTo>
                <a:lnTo>
                  <a:pt x="1299808" y="899926"/>
                </a:lnTo>
                <a:moveTo>
                  <a:pt x="1204912" y="988475"/>
                </a:moveTo>
                <a:lnTo>
                  <a:pt x="1043499" y="958500"/>
                </a:lnTo>
                <a:moveTo>
                  <a:pt x="2103266" y="232688"/>
                </a:moveTo>
                <a:lnTo>
                  <a:pt x="2019435" y="66037"/>
                </a:lnTo>
                <a:moveTo>
                  <a:pt x="790510" y="826417"/>
                </a:moveTo>
                <a:lnTo>
                  <a:pt x="778298" y="923268"/>
                </a:lnTo>
                <a:moveTo>
                  <a:pt x="1051757" y="657322"/>
                </a:moveTo>
                <a:lnTo>
                  <a:pt x="1085602" y="629445"/>
                </a:lnTo>
                <a:moveTo>
                  <a:pt x="1270662" y="1135509"/>
                </a:moveTo>
                <a:lnTo>
                  <a:pt x="1204912" y="988475"/>
                </a:lnTo>
                <a:moveTo>
                  <a:pt x="1043499" y="958500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270662" y="1135509"/>
                </a:lnTo>
                <a:moveTo>
                  <a:pt x="110212" y="501089"/>
                </a:moveTo>
                <a:lnTo>
                  <a:pt x="69773" y="485139"/>
                </a:lnTo>
                <a:moveTo>
                  <a:pt x="2518541" y="769946"/>
                </a:moveTo>
                <a:lnTo>
                  <a:pt x="2587060" y="752175"/>
                </a:lnTo>
                <a:moveTo>
                  <a:pt x="2103266" y="232688"/>
                </a:moveTo>
                <a:lnTo>
                  <a:pt x="2240827" y="222929"/>
                </a:lnTo>
                <a:moveTo>
                  <a:pt x="778298" y="923268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554884" y="1135614"/>
                </a:lnTo>
                <a:moveTo>
                  <a:pt x="14308" y="309796"/>
                </a:moveTo>
                <a:lnTo>
                  <a:pt x="83498" y="190458"/>
                </a:lnTo>
                <a:moveTo>
                  <a:pt x="69773" y="485139"/>
                </a:moveTo>
                <a:lnTo>
                  <a:pt x="14308" y="309796"/>
                </a:lnTo>
                <a:moveTo>
                  <a:pt x="2395432" y="492587"/>
                </a:moveTo>
                <a:lnTo>
                  <a:pt x="2428442" y="651325"/>
                </a:lnTo>
                <a:moveTo>
                  <a:pt x="1270662" y="1135509"/>
                </a:moveTo>
                <a:lnTo>
                  <a:pt x="1277798" y="1100731"/>
                </a:lnTo>
                <a:moveTo>
                  <a:pt x="2428442" y="651325"/>
                </a:moveTo>
                <a:lnTo>
                  <a:pt x="2518541" y="769946"/>
                </a:lnTo>
                <a:moveTo>
                  <a:pt x="2518541" y="769946"/>
                </a:moveTo>
                <a:lnTo>
                  <a:pt x="2540342" y="910137"/>
                </a:lnTo>
                <a:moveTo>
                  <a:pt x="2281611" y="386266"/>
                </a:moveTo>
                <a:lnTo>
                  <a:pt x="2395432" y="492587"/>
                </a:lnTo>
                <a:moveTo>
                  <a:pt x="2240827" y="222929"/>
                </a:moveTo>
                <a:lnTo>
                  <a:pt x="2281611" y="386266"/>
                </a:lnTo>
                <a:moveTo>
                  <a:pt x="69773" y="485139"/>
                </a:moveTo>
                <a:lnTo>
                  <a:pt x="218353" y="530352"/>
                </a:lnTo>
                <a:moveTo>
                  <a:pt x="1448463" y="1045051"/>
                </a:moveTo>
                <a:lnTo>
                  <a:pt x="1554884" y="1135614"/>
                </a:lnTo>
                <a:moveTo>
                  <a:pt x="218353" y="530352"/>
                </a:moveTo>
                <a:lnTo>
                  <a:pt x="267555" y="711164"/>
                </a:lnTo>
                <a:moveTo>
                  <a:pt x="1277798" y="1100731"/>
                </a:moveTo>
                <a:lnTo>
                  <a:pt x="1448463" y="1045051"/>
                </a:lnTo>
                <a:moveTo>
                  <a:pt x="267555" y="711164"/>
                </a:moveTo>
                <a:lnTo>
                  <a:pt x="155100" y="819966"/>
                </a:lnTo>
                <a:moveTo>
                  <a:pt x="155100" y="819966"/>
                </a:moveTo>
                <a:lnTo>
                  <a:pt x="166886" y="782368"/>
                </a:lnTo>
                <a:moveTo>
                  <a:pt x="166886" y="782368"/>
                </a:moveTo>
                <a:lnTo>
                  <a:pt x="286516" y="835041"/>
                </a:lnTo>
                <a:moveTo>
                  <a:pt x="2350206" y="1139316"/>
                </a:moveTo>
                <a:lnTo>
                  <a:pt x="2305654" y="1209876"/>
                </a:lnTo>
                <a:moveTo>
                  <a:pt x="286516" y="835041"/>
                </a:moveTo>
                <a:lnTo>
                  <a:pt x="409077" y="926554"/>
                </a:lnTo>
                <a:moveTo>
                  <a:pt x="2293720" y="963775"/>
                </a:moveTo>
                <a:lnTo>
                  <a:pt x="2422932" y="837918"/>
                </a:lnTo>
                <a:moveTo>
                  <a:pt x="2293720" y="963775"/>
                </a:moveTo>
                <a:lnTo>
                  <a:pt x="2350206" y="1139316"/>
                </a:lnTo>
                <a:moveTo>
                  <a:pt x="2422932" y="837918"/>
                </a:moveTo>
                <a:lnTo>
                  <a:pt x="2419898" y="703808"/>
                </a:lnTo>
                <a:moveTo>
                  <a:pt x="1734913" y="1264974"/>
                </a:moveTo>
                <a:lnTo>
                  <a:pt x="1605413" y="1222562"/>
                </a:lnTo>
                <a:moveTo>
                  <a:pt x="286516" y="835041"/>
                </a:moveTo>
                <a:lnTo>
                  <a:pt x="283187" y="794703"/>
                </a:lnTo>
                <a:moveTo>
                  <a:pt x="1394015" y="92637"/>
                </a:moveTo>
                <a:lnTo>
                  <a:pt x="1546569" y="2013"/>
                </a:lnTo>
                <a:moveTo>
                  <a:pt x="1605413" y="1222562"/>
                </a:moveTo>
                <a:lnTo>
                  <a:pt x="1452144" y="1290627"/>
                </a:lnTo>
                <a:moveTo>
                  <a:pt x="1452144" y="1290627"/>
                </a:moveTo>
                <a:lnTo>
                  <a:pt x="1322605" y="1249025"/>
                </a:lnTo>
                <a:moveTo>
                  <a:pt x="2273751" y="925042"/>
                </a:moveTo>
                <a:lnTo>
                  <a:pt x="2293720" y="963775"/>
                </a:lnTo>
                <a:moveTo>
                  <a:pt x="1470370" y="300679"/>
                </a:moveTo>
                <a:lnTo>
                  <a:pt x="1394015" y="92637"/>
                </a:lnTo>
                <a:moveTo>
                  <a:pt x="849147" y="37328"/>
                </a:moveTo>
                <a:lnTo>
                  <a:pt x="647458" y="113924"/>
                </a:lnTo>
                <a:moveTo>
                  <a:pt x="2419898" y="703808"/>
                </a:moveTo>
                <a:lnTo>
                  <a:pt x="2374085" y="782669"/>
                </a:lnTo>
                <a:moveTo>
                  <a:pt x="1623845" y="314486"/>
                </a:moveTo>
                <a:lnTo>
                  <a:pt x="1470370" y="300679"/>
                </a:lnTo>
                <a:moveTo>
                  <a:pt x="947417" y="220728"/>
                </a:moveTo>
                <a:lnTo>
                  <a:pt x="849147" y="37328"/>
                </a:lnTo>
                <a:moveTo>
                  <a:pt x="2273751" y="925042"/>
                </a:moveTo>
                <a:lnTo>
                  <a:pt x="2374085" y="782669"/>
                </a:lnTo>
                <a:moveTo>
                  <a:pt x="1684917" y="491177"/>
                </a:moveTo>
                <a:lnTo>
                  <a:pt x="1623845" y="314486"/>
                </a:lnTo>
                <a:moveTo>
                  <a:pt x="1559119" y="588960"/>
                </a:moveTo>
                <a:lnTo>
                  <a:pt x="1684917" y="491177"/>
                </a:lnTo>
                <a:moveTo>
                  <a:pt x="1684917" y="491177"/>
                </a:moveTo>
                <a:lnTo>
                  <a:pt x="1848391" y="489691"/>
                </a:lnTo>
                <a:moveTo>
                  <a:pt x="863048" y="290434"/>
                </a:moveTo>
                <a:lnTo>
                  <a:pt x="947417" y="220728"/>
                </a:lnTo>
                <a:moveTo>
                  <a:pt x="1570654" y="752827"/>
                </a:moveTo>
                <a:lnTo>
                  <a:pt x="1686055" y="827927"/>
                </a:lnTo>
                <a:moveTo>
                  <a:pt x="1848391" y="489691"/>
                </a:moveTo>
                <a:lnTo>
                  <a:pt x="1971205" y="430594"/>
                </a:lnTo>
                <a:moveTo>
                  <a:pt x="1570654" y="752827"/>
                </a:moveTo>
                <a:lnTo>
                  <a:pt x="1559119" y="588960"/>
                </a:lnTo>
                <a:moveTo>
                  <a:pt x="1283889" y="866273"/>
                </a:moveTo>
                <a:lnTo>
                  <a:pt x="1166452" y="996107"/>
                </a:lnTo>
                <a:moveTo>
                  <a:pt x="1166452" y="996107"/>
                </a:moveTo>
                <a:lnTo>
                  <a:pt x="1011494" y="1033846"/>
                </a:lnTo>
                <a:moveTo>
                  <a:pt x="1435392" y="846084"/>
                </a:moveTo>
                <a:lnTo>
                  <a:pt x="1283889" y="866273"/>
                </a:lnTo>
                <a:moveTo>
                  <a:pt x="1011494" y="1033846"/>
                </a:moveTo>
                <a:lnTo>
                  <a:pt x="959548" y="1164426"/>
                </a:lnTo>
                <a:moveTo>
                  <a:pt x="1435392" y="846084"/>
                </a:moveTo>
                <a:lnTo>
                  <a:pt x="1570654" y="752827"/>
                </a:lnTo>
                <a:moveTo>
                  <a:pt x="954554" y="434502"/>
                </a:moveTo>
                <a:lnTo>
                  <a:pt x="863048" y="290434"/>
                </a:lnTo>
                <a:moveTo>
                  <a:pt x="1166452" y="996107"/>
                </a:moveTo>
                <a:lnTo>
                  <a:pt x="1204571" y="1105676"/>
                </a:lnTo>
                <a:moveTo>
                  <a:pt x="1129040" y="383612"/>
                </a:moveTo>
                <a:lnTo>
                  <a:pt x="1248115" y="427335"/>
                </a:lnTo>
                <a:moveTo>
                  <a:pt x="1078320" y="1205329"/>
                </a:moveTo>
                <a:lnTo>
                  <a:pt x="959548" y="1164426"/>
                </a:lnTo>
                <a:moveTo>
                  <a:pt x="954554" y="434502"/>
                </a:moveTo>
                <a:lnTo>
                  <a:pt x="1129040" y="383612"/>
                </a:lnTo>
                <a:moveTo>
                  <a:pt x="1390073" y="762687"/>
                </a:moveTo>
                <a:lnTo>
                  <a:pt x="1435392" y="846084"/>
                </a:lnTo>
                <a:moveTo>
                  <a:pt x="1204571" y="1105676"/>
                </a:moveTo>
                <a:lnTo>
                  <a:pt x="1078320" y="1205329"/>
                </a:lnTo>
                <a:moveTo>
                  <a:pt x="864092" y="492831"/>
                </a:moveTo>
                <a:lnTo>
                  <a:pt x="954554" y="4345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753" name="9bjj_16_tuned_ExperimentalDensity">
            <a:extLst>
              <a:ext uri="{FF2B5EF4-FFF2-40B4-BE49-F238E27FC236}">
                <a16:creationId xmlns:a16="http://schemas.microsoft.com/office/drawing/2014/main" id="{B84D057E-CD03-4E8A-9B51-BDC46FEFC3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246" y="545028"/>
                </a:moveTo>
                <a:lnTo>
                  <a:pt x="1648115" y="580575"/>
                </a:lnTo>
                <a:moveTo>
                  <a:pt x="1759530" y="283600"/>
                </a:moveTo>
                <a:lnTo>
                  <a:pt x="1800252" y="284552"/>
                </a:lnTo>
                <a:moveTo>
                  <a:pt x="1798687" y="272247"/>
                </a:moveTo>
                <a:lnTo>
                  <a:pt x="1899392" y="122593"/>
                </a:lnTo>
                <a:moveTo>
                  <a:pt x="1798687" y="272247"/>
                </a:moveTo>
                <a:lnTo>
                  <a:pt x="1759530" y="283600"/>
                </a:lnTo>
                <a:moveTo>
                  <a:pt x="1798687" y="272247"/>
                </a:moveTo>
                <a:lnTo>
                  <a:pt x="1800252" y="284552"/>
                </a:lnTo>
                <a:moveTo>
                  <a:pt x="1590246" y="545028"/>
                </a:moveTo>
                <a:lnTo>
                  <a:pt x="1597107" y="568221"/>
                </a:lnTo>
                <a:moveTo>
                  <a:pt x="1776886" y="127496"/>
                </a:moveTo>
                <a:lnTo>
                  <a:pt x="1899392" y="122593"/>
                </a:lnTo>
                <a:moveTo>
                  <a:pt x="1597107" y="568221"/>
                </a:moveTo>
                <a:lnTo>
                  <a:pt x="1648115" y="580575"/>
                </a:lnTo>
                <a:moveTo>
                  <a:pt x="1776886" y="127496"/>
                </a:moveTo>
                <a:lnTo>
                  <a:pt x="1798687" y="272247"/>
                </a:lnTo>
                <a:moveTo>
                  <a:pt x="1648115" y="580575"/>
                </a:moveTo>
                <a:lnTo>
                  <a:pt x="1668226" y="605971"/>
                </a:lnTo>
                <a:moveTo>
                  <a:pt x="1668226" y="605971"/>
                </a:moveTo>
                <a:lnTo>
                  <a:pt x="1732335" y="637675"/>
                </a:lnTo>
                <a:moveTo>
                  <a:pt x="1718155" y="534493"/>
                </a:moveTo>
                <a:lnTo>
                  <a:pt x="1732335" y="637675"/>
                </a:lnTo>
                <a:moveTo>
                  <a:pt x="1597107" y="568221"/>
                </a:moveTo>
                <a:lnTo>
                  <a:pt x="1668226" y="605971"/>
                </a:lnTo>
                <a:moveTo>
                  <a:pt x="2041894" y="999770"/>
                </a:moveTo>
                <a:lnTo>
                  <a:pt x="2046822" y="1033572"/>
                </a:lnTo>
                <a:moveTo>
                  <a:pt x="2046822" y="1033572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46822" y="1033572"/>
                </a:lnTo>
                <a:moveTo>
                  <a:pt x="2041894" y="999770"/>
                </a:moveTo>
                <a:lnTo>
                  <a:pt x="2108492" y="1014508"/>
                </a:lnTo>
                <a:moveTo>
                  <a:pt x="1718155" y="534493"/>
                </a:moveTo>
                <a:lnTo>
                  <a:pt x="1668226" y="605971"/>
                </a:lnTo>
                <a:moveTo>
                  <a:pt x="2033320" y="1026444"/>
                </a:moveTo>
                <a:lnTo>
                  <a:pt x="2041894" y="999770"/>
                </a:lnTo>
                <a:moveTo>
                  <a:pt x="2051912" y="1055001"/>
                </a:moveTo>
                <a:lnTo>
                  <a:pt x="2046822" y="1033572"/>
                </a:lnTo>
                <a:moveTo>
                  <a:pt x="2051912" y="1055001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51912" y="1055001"/>
                </a:lnTo>
                <a:moveTo>
                  <a:pt x="1712755" y="492862"/>
                </a:moveTo>
                <a:lnTo>
                  <a:pt x="1718155" y="534493"/>
                </a:lnTo>
                <a:moveTo>
                  <a:pt x="1718155" y="534493"/>
                </a:moveTo>
                <a:lnTo>
                  <a:pt x="1839220" y="501102"/>
                </a:lnTo>
                <a:moveTo>
                  <a:pt x="1679638" y="524028"/>
                </a:moveTo>
                <a:lnTo>
                  <a:pt x="1668226" y="605971"/>
                </a:lnTo>
                <a:moveTo>
                  <a:pt x="1603577" y="581648"/>
                </a:moveTo>
                <a:lnTo>
                  <a:pt x="1597107" y="568221"/>
                </a:lnTo>
                <a:moveTo>
                  <a:pt x="1679638" y="524028"/>
                </a:moveTo>
                <a:lnTo>
                  <a:pt x="1718155" y="534493"/>
                </a:lnTo>
                <a:moveTo>
                  <a:pt x="2023962" y="867878"/>
                </a:moveTo>
                <a:lnTo>
                  <a:pt x="2041894" y="999770"/>
                </a:lnTo>
                <a:moveTo>
                  <a:pt x="1483680" y="611339"/>
                </a:moveTo>
                <a:lnTo>
                  <a:pt x="1597107" y="568221"/>
                </a:lnTo>
                <a:moveTo>
                  <a:pt x="1712755" y="492862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839220" y="501102"/>
                </a:lnTo>
                <a:moveTo>
                  <a:pt x="1712755" y="492862"/>
                </a:moveTo>
                <a:lnTo>
                  <a:pt x="1839220" y="501102"/>
                </a:lnTo>
                <a:moveTo>
                  <a:pt x="1836878" y="486468"/>
                </a:moveTo>
                <a:lnTo>
                  <a:pt x="1860775" y="495268"/>
                </a:lnTo>
                <a:moveTo>
                  <a:pt x="1839220" y="501102"/>
                </a:moveTo>
                <a:lnTo>
                  <a:pt x="1860775" y="495268"/>
                </a:lnTo>
                <a:moveTo>
                  <a:pt x="2041894" y="999770"/>
                </a:moveTo>
                <a:lnTo>
                  <a:pt x="2029479" y="861640"/>
                </a:lnTo>
                <a:moveTo>
                  <a:pt x="2023962" y="867878"/>
                </a:moveTo>
                <a:lnTo>
                  <a:pt x="2033320" y="1026444"/>
                </a:lnTo>
                <a:moveTo>
                  <a:pt x="1603577" y="581648"/>
                </a:moveTo>
                <a:lnTo>
                  <a:pt x="1668226" y="605971"/>
                </a:lnTo>
                <a:moveTo>
                  <a:pt x="1679638" y="524028"/>
                </a:moveTo>
                <a:lnTo>
                  <a:pt x="1712755" y="492862"/>
                </a:lnTo>
                <a:moveTo>
                  <a:pt x="2029479" y="861640"/>
                </a:moveTo>
                <a:lnTo>
                  <a:pt x="2108492" y="1014508"/>
                </a:lnTo>
                <a:moveTo>
                  <a:pt x="2008545" y="864963"/>
                </a:moveTo>
                <a:lnTo>
                  <a:pt x="2033320" y="1026444"/>
                </a:lnTo>
                <a:moveTo>
                  <a:pt x="1817465" y="357241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960279" y="467581"/>
                </a:lnTo>
                <a:moveTo>
                  <a:pt x="1494652" y="683273"/>
                </a:moveTo>
                <a:lnTo>
                  <a:pt x="1617517" y="685474"/>
                </a:lnTo>
                <a:moveTo>
                  <a:pt x="1860775" y="495268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39010" y="333341"/>
                </a:lnTo>
                <a:moveTo>
                  <a:pt x="1817465" y="357241"/>
                </a:moveTo>
                <a:lnTo>
                  <a:pt x="1925462" y="247271"/>
                </a:lnTo>
                <a:moveTo>
                  <a:pt x="1603577" y="581648"/>
                </a:moveTo>
                <a:lnTo>
                  <a:pt x="1679638" y="524028"/>
                </a:lnTo>
                <a:moveTo>
                  <a:pt x="1939010" y="333341"/>
                </a:moveTo>
                <a:lnTo>
                  <a:pt x="1960279" y="467581"/>
                </a:lnTo>
                <a:moveTo>
                  <a:pt x="1925462" y="247271"/>
                </a:moveTo>
                <a:lnTo>
                  <a:pt x="1939010" y="333341"/>
                </a:lnTo>
                <a:moveTo>
                  <a:pt x="2115053" y="961925"/>
                </a:moveTo>
                <a:lnTo>
                  <a:pt x="2108492" y="1014508"/>
                </a:lnTo>
                <a:moveTo>
                  <a:pt x="1806153" y="280207"/>
                </a:moveTo>
                <a:lnTo>
                  <a:pt x="1817465" y="357241"/>
                </a:lnTo>
                <a:moveTo>
                  <a:pt x="2022004" y="853247"/>
                </a:moveTo>
                <a:lnTo>
                  <a:pt x="2023962" y="867878"/>
                </a:lnTo>
                <a:moveTo>
                  <a:pt x="1881717" y="768769"/>
                </a:moveTo>
                <a:lnTo>
                  <a:pt x="2001864" y="717233"/>
                </a:lnTo>
                <a:moveTo>
                  <a:pt x="2023962" y="867878"/>
                </a:moveTo>
                <a:lnTo>
                  <a:pt x="2029479" y="861640"/>
                </a:lnTo>
                <a:moveTo>
                  <a:pt x="2008545" y="864963"/>
                </a:moveTo>
                <a:lnTo>
                  <a:pt x="2023962" y="867878"/>
                </a:lnTo>
                <a:moveTo>
                  <a:pt x="1806153" y="280207"/>
                </a:moveTo>
                <a:lnTo>
                  <a:pt x="1925462" y="247271"/>
                </a:lnTo>
                <a:moveTo>
                  <a:pt x="1881717" y="768769"/>
                </a:moveTo>
                <a:lnTo>
                  <a:pt x="1901354" y="870755"/>
                </a:lnTo>
                <a:moveTo>
                  <a:pt x="1971210" y="984763"/>
                </a:moveTo>
                <a:lnTo>
                  <a:pt x="2033320" y="1026444"/>
                </a:lnTo>
                <a:moveTo>
                  <a:pt x="1354710" y="591014"/>
                </a:moveTo>
                <a:lnTo>
                  <a:pt x="1373079" y="706622"/>
                </a:lnTo>
                <a:moveTo>
                  <a:pt x="2022004" y="853247"/>
                </a:moveTo>
                <a:lnTo>
                  <a:pt x="2029479" y="861640"/>
                </a:lnTo>
                <a:moveTo>
                  <a:pt x="1354710" y="591014"/>
                </a:moveTo>
                <a:lnTo>
                  <a:pt x="1494652" y="683273"/>
                </a:lnTo>
                <a:moveTo>
                  <a:pt x="2008545" y="864963"/>
                </a:moveTo>
                <a:lnTo>
                  <a:pt x="2022004" y="853247"/>
                </a:lnTo>
                <a:moveTo>
                  <a:pt x="1373079" y="706622"/>
                </a:moveTo>
                <a:lnTo>
                  <a:pt x="1494652" y="683273"/>
                </a:lnTo>
                <a:moveTo>
                  <a:pt x="1917217" y="188742"/>
                </a:moveTo>
                <a:lnTo>
                  <a:pt x="1925462" y="247271"/>
                </a:lnTo>
                <a:moveTo>
                  <a:pt x="1960279" y="467581"/>
                </a:moveTo>
                <a:lnTo>
                  <a:pt x="1997421" y="308159"/>
                </a:lnTo>
                <a:moveTo>
                  <a:pt x="1939010" y="333341"/>
                </a:moveTo>
                <a:lnTo>
                  <a:pt x="1997421" y="308159"/>
                </a:lnTo>
                <a:moveTo>
                  <a:pt x="1354710" y="59101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3577" y="581648"/>
                </a:lnTo>
                <a:moveTo>
                  <a:pt x="1925462" y="247271"/>
                </a:moveTo>
                <a:lnTo>
                  <a:pt x="1997421" y="308159"/>
                </a:lnTo>
                <a:moveTo>
                  <a:pt x="1483680" y="611339"/>
                </a:moveTo>
                <a:lnTo>
                  <a:pt x="1494652" y="683273"/>
                </a:lnTo>
                <a:moveTo>
                  <a:pt x="1766316" y="344852"/>
                </a:moveTo>
                <a:lnTo>
                  <a:pt x="1817465" y="357241"/>
                </a:lnTo>
                <a:moveTo>
                  <a:pt x="2001864" y="717233"/>
                </a:moveTo>
                <a:lnTo>
                  <a:pt x="2022004" y="853247"/>
                </a:lnTo>
                <a:moveTo>
                  <a:pt x="1617517" y="685474"/>
                </a:moveTo>
                <a:lnTo>
                  <a:pt x="1635705" y="758811"/>
                </a:lnTo>
                <a:moveTo>
                  <a:pt x="2001864" y="717233"/>
                </a:moveTo>
                <a:lnTo>
                  <a:pt x="2008545" y="864963"/>
                </a:lnTo>
                <a:moveTo>
                  <a:pt x="2064063" y="1088170"/>
                </a:moveTo>
                <a:lnTo>
                  <a:pt x="2108492" y="1014508"/>
                </a:lnTo>
                <a:moveTo>
                  <a:pt x="1709028" y="435440"/>
                </a:moveTo>
                <a:lnTo>
                  <a:pt x="1836878" y="486468"/>
                </a:lnTo>
                <a:moveTo>
                  <a:pt x="1709028" y="435440"/>
                </a:moveTo>
                <a:lnTo>
                  <a:pt x="1712755" y="492862"/>
                </a:lnTo>
                <a:moveTo>
                  <a:pt x="1766316" y="344852"/>
                </a:moveTo>
                <a:lnTo>
                  <a:pt x="1806153" y="280207"/>
                </a:lnTo>
                <a:moveTo>
                  <a:pt x="1901354" y="870755"/>
                </a:moveTo>
                <a:lnTo>
                  <a:pt x="2008545" y="864963"/>
                </a:lnTo>
                <a:moveTo>
                  <a:pt x="2068494" y="1083188"/>
                </a:moveTo>
                <a:lnTo>
                  <a:pt x="2108492" y="1014508"/>
                </a:lnTo>
                <a:moveTo>
                  <a:pt x="1247983" y="693312"/>
                </a:moveTo>
                <a:lnTo>
                  <a:pt x="1354710" y="591014"/>
                </a:lnTo>
                <a:moveTo>
                  <a:pt x="1247983" y="693312"/>
                </a:moveTo>
                <a:lnTo>
                  <a:pt x="1373079" y="706622"/>
                </a:lnTo>
                <a:moveTo>
                  <a:pt x="1250408" y="708269"/>
                </a:moveTo>
                <a:lnTo>
                  <a:pt x="1373079" y="706622"/>
                </a:lnTo>
                <a:moveTo>
                  <a:pt x="2054643" y="1085388"/>
                </a:moveTo>
                <a:lnTo>
                  <a:pt x="2033320" y="1026444"/>
                </a:lnTo>
                <a:moveTo>
                  <a:pt x="1709028" y="435440"/>
                </a:moveTo>
                <a:lnTo>
                  <a:pt x="1679638" y="524028"/>
                </a:lnTo>
                <a:moveTo>
                  <a:pt x="2051912" y="1055001"/>
                </a:moveTo>
                <a:lnTo>
                  <a:pt x="2064063" y="1088170"/>
                </a:lnTo>
                <a:moveTo>
                  <a:pt x="2029479" y="861640"/>
                </a:moveTo>
                <a:lnTo>
                  <a:pt x="2115053" y="961925"/>
                </a:lnTo>
                <a:moveTo>
                  <a:pt x="703517" y="417541"/>
                </a:moveTo>
                <a:lnTo>
                  <a:pt x="843690" y="520462"/>
                </a:lnTo>
                <a:moveTo>
                  <a:pt x="1709028" y="435440"/>
                </a:moveTo>
                <a:lnTo>
                  <a:pt x="1817465" y="357241"/>
                </a:lnTo>
                <a:moveTo>
                  <a:pt x="843690" y="520462"/>
                </a:moveTo>
                <a:lnTo>
                  <a:pt x="864272" y="641126"/>
                </a:lnTo>
                <a:moveTo>
                  <a:pt x="1960279" y="467581"/>
                </a:moveTo>
                <a:lnTo>
                  <a:pt x="2063419" y="411552"/>
                </a:lnTo>
                <a:moveTo>
                  <a:pt x="1900001" y="70038"/>
                </a:moveTo>
                <a:lnTo>
                  <a:pt x="1917217" y="188742"/>
                </a:lnTo>
                <a:moveTo>
                  <a:pt x="2054643" y="1085388"/>
                </a:moveTo>
                <a:lnTo>
                  <a:pt x="2051912" y="1055001"/>
                </a:lnTo>
                <a:moveTo>
                  <a:pt x="2008545" y="864963"/>
                </a:moveTo>
                <a:lnTo>
                  <a:pt x="1971210" y="984763"/>
                </a:lnTo>
                <a:moveTo>
                  <a:pt x="1901354" y="870755"/>
                </a:moveTo>
                <a:lnTo>
                  <a:pt x="2001864" y="717233"/>
                </a:lnTo>
                <a:moveTo>
                  <a:pt x="2022004" y="853247"/>
                </a:moveTo>
                <a:lnTo>
                  <a:pt x="2014485" y="698607"/>
                </a:lnTo>
                <a:moveTo>
                  <a:pt x="843690" y="520462"/>
                </a:moveTo>
                <a:lnTo>
                  <a:pt x="985770" y="616310"/>
                </a:lnTo>
                <a:moveTo>
                  <a:pt x="1692037" y="470517"/>
                </a:moveTo>
                <a:lnTo>
                  <a:pt x="1679638" y="524028"/>
                </a:lnTo>
                <a:moveTo>
                  <a:pt x="2014485" y="698607"/>
                </a:moveTo>
                <a:lnTo>
                  <a:pt x="2029479" y="861640"/>
                </a:lnTo>
                <a:moveTo>
                  <a:pt x="833102" y="441257"/>
                </a:moveTo>
                <a:lnTo>
                  <a:pt x="843690" y="520462"/>
                </a:lnTo>
                <a:moveTo>
                  <a:pt x="1505856" y="733593"/>
                </a:moveTo>
                <a:lnTo>
                  <a:pt x="1494652" y="683273"/>
                </a:lnTo>
                <a:moveTo>
                  <a:pt x="1373079" y="706622"/>
                </a:moveTo>
                <a:lnTo>
                  <a:pt x="1392516" y="804653"/>
                </a:lnTo>
                <a:moveTo>
                  <a:pt x="1392516" y="804653"/>
                </a:moveTo>
                <a:lnTo>
                  <a:pt x="1494652" y="683273"/>
                </a:lnTo>
                <a:moveTo>
                  <a:pt x="742719" y="664880"/>
                </a:moveTo>
                <a:lnTo>
                  <a:pt x="864272" y="641126"/>
                </a:lnTo>
                <a:moveTo>
                  <a:pt x="1494652" y="683273"/>
                </a:moveTo>
                <a:lnTo>
                  <a:pt x="1635705" y="758811"/>
                </a:lnTo>
                <a:moveTo>
                  <a:pt x="1494652" y="683273"/>
                </a:moveTo>
                <a:lnTo>
                  <a:pt x="1634780" y="758893"/>
                </a:lnTo>
                <a:moveTo>
                  <a:pt x="1247983" y="693312"/>
                </a:moveTo>
                <a:lnTo>
                  <a:pt x="1250408" y="708269"/>
                </a:lnTo>
                <a:moveTo>
                  <a:pt x="1925462" y="247271"/>
                </a:moveTo>
                <a:lnTo>
                  <a:pt x="2058154" y="261979"/>
                </a:lnTo>
                <a:moveTo>
                  <a:pt x="843690" y="520462"/>
                </a:moveTo>
                <a:lnTo>
                  <a:pt x="898877" y="482576"/>
                </a:lnTo>
                <a:moveTo>
                  <a:pt x="1901354" y="870755"/>
                </a:moveTo>
                <a:lnTo>
                  <a:pt x="1971210" y="984763"/>
                </a:lnTo>
                <a:moveTo>
                  <a:pt x="1997421" y="308159"/>
                </a:moveTo>
                <a:lnTo>
                  <a:pt x="2063419" y="411552"/>
                </a:lnTo>
                <a:moveTo>
                  <a:pt x="2001864" y="717233"/>
                </a:moveTo>
                <a:lnTo>
                  <a:pt x="2014485" y="698607"/>
                </a:lnTo>
                <a:moveTo>
                  <a:pt x="864272" y="641126"/>
                </a:moveTo>
                <a:lnTo>
                  <a:pt x="985770" y="616310"/>
                </a:lnTo>
                <a:moveTo>
                  <a:pt x="1247983" y="693312"/>
                </a:moveTo>
                <a:lnTo>
                  <a:pt x="1219740" y="710917"/>
                </a:lnTo>
                <a:moveTo>
                  <a:pt x="1917217" y="188742"/>
                </a:moveTo>
                <a:lnTo>
                  <a:pt x="1994654" y="143185"/>
                </a:lnTo>
                <a:moveTo>
                  <a:pt x="1219740" y="710917"/>
                </a:moveTo>
                <a:lnTo>
                  <a:pt x="1250408" y="708269"/>
                </a:lnTo>
                <a:moveTo>
                  <a:pt x="703517" y="417541"/>
                </a:moveTo>
                <a:lnTo>
                  <a:pt x="833102" y="441257"/>
                </a:lnTo>
                <a:moveTo>
                  <a:pt x="1865387" y="163709"/>
                </a:moveTo>
                <a:lnTo>
                  <a:pt x="1917217" y="188742"/>
                </a:lnTo>
                <a:moveTo>
                  <a:pt x="599286" y="542296"/>
                </a:moveTo>
                <a:lnTo>
                  <a:pt x="742719" y="664880"/>
                </a:lnTo>
                <a:moveTo>
                  <a:pt x="1606940" y="563312"/>
                </a:moveTo>
                <a:lnTo>
                  <a:pt x="1679638" y="524028"/>
                </a:lnTo>
                <a:moveTo>
                  <a:pt x="1709028" y="435440"/>
                </a:moveTo>
                <a:lnTo>
                  <a:pt x="1766316" y="344852"/>
                </a:lnTo>
                <a:moveTo>
                  <a:pt x="1255014" y="732073"/>
                </a:moveTo>
                <a:lnTo>
                  <a:pt x="1250408" y="708269"/>
                </a:lnTo>
                <a:moveTo>
                  <a:pt x="1804368" y="233494"/>
                </a:moveTo>
                <a:lnTo>
                  <a:pt x="1925462" y="247271"/>
                </a:lnTo>
                <a:moveTo>
                  <a:pt x="1917217" y="188742"/>
                </a:moveTo>
                <a:lnTo>
                  <a:pt x="2058154" y="261979"/>
                </a:lnTo>
                <a:moveTo>
                  <a:pt x="1219740" y="710917"/>
                </a:moveTo>
                <a:lnTo>
                  <a:pt x="1255014" y="732073"/>
                </a:lnTo>
                <a:moveTo>
                  <a:pt x="2049117" y="806980"/>
                </a:moveTo>
                <a:lnTo>
                  <a:pt x="2029479" y="861640"/>
                </a:lnTo>
                <a:moveTo>
                  <a:pt x="1997421" y="308159"/>
                </a:moveTo>
                <a:lnTo>
                  <a:pt x="2058154" y="261979"/>
                </a:lnTo>
                <a:moveTo>
                  <a:pt x="1355182" y="556740"/>
                </a:moveTo>
                <a:lnTo>
                  <a:pt x="1354710" y="591014"/>
                </a:lnTo>
                <a:moveTo>
                  <a:pt x="1901354" y="870755"/>
                </a:moveTo>
                <a:lnTo>
                  <a:pt x="1921349" y="979819"/>
                </a:lnTo>
                <a:moveTo>
                  <a:pt x="1917217" y="188742"/>
                </a:moveTo>
                <a:lnTo>
                  <a:pt x="2048672" y="198968"/>
                </a:lnTo>
                <a:moveTo>
                  <a:pt x="1804368" y="233494"/>
                </a:moveTo>
                <a:lnTo>
                  <a:pt x="1806153" y="280207"/>
                </a:lnTo>
                <a:moveTo>
                  <a:pt x="1250408" y="708269"/>
                </a:moveTo>
                <a:lnTo>
                  <a:pt x="1392516" y="804653"/>
                </a:lnTo>
                <a:moveTo>
                  <a:pt x="864272" y="641126"/>
                </a:moveTo>
                <a:lnTo>
                  <a:pt x="1006324" y="736414"/>
                </a:lnTo>
                <a:moveTo>
                  <a:pt x="595617" y="513370"/>
                </a:moveTo>
                <a:lnTo>
                  <a:pt x="703517" y="417541"/>
                </a:lnTo>
                <a:moveTo>
                  <a:pt x="1127953" y="714182"/>
                </a:moveTo>
                <a:lnTo>
                  <a:pt x="1247983" y="693312"/>
                </a:lnTo>
                <a:moveTo>
                  <a:pt x="898877" y="482576"/>
                </a:moveTo>
                <a:lnTo>
                  <a:pt x="985770" y="616310"/>
                </a:lnTo>
                <a:moveTo>
                  <a:pt x="1354710" y="591014"/>
                </a:moveTo>
                <a:lnTo>
                  <a:pt x="1482116" y="565844"/>
                </a:lnTo>
                <a:moveTo>
                  <a:pt x="1900001" y="70038"/>
                </a:moveTo>
                <a:lnTo>
                  <a:pt x="1994654" y="143185"/>
                </a:lnTo>
                <a:moveTo>
                  <a:pt x="1606940" y="563312"/>
                </a:moveTo>
                <a:lnTo>
                  <a:pt x="1603577" y="581648"/>
                </a:lnTo>
                <a:moveTo>
                  <a:pt x="985770" y="616310"/>
                </a:moveTo>
                <a:lnTo>
                  <a:pt x="1006324" y="736414"/>
                </a:lnTo>
                <a:moveTo>
                  <a:pt x="985770" y="616310"/>
                </a:moveTo>
                <a:lnTo>
                  <a:pt x="1127953" y="714182"/>
                </a:lnTo>
                <a:moveTo>
                  <a:pt x="833102" y="441257"/>
                </a:moveTo>
                <a:lnTo>
                  <a:pt x="898877" y="482576"/>
                </a:lnTo>
                <a:moveTo>
                  <a:pt x="1127953" y="714182"/>
                </a:moveTo>
                <a:lnTo>
                  <a:pt x="1219740" y="710917"/>
                </a:lnTo>
                <a:moveTo>
                  <a:pt x="1804368" y="233494"/>
                </a:moveTo>
                <a:lnTo>
                  <a:pt x="1917217" y="188742"/>
                </a:lnTo>
                <a:moveTo>
                  <a:pt x="1865387" y="163709"/>
                </a:moveTo>
                <a:lnTo>
                  <a:pt x="1900001" y="70038"/>
                </a:lnTo>
                <a:moveTo>
                  <a:pt x="985770" y="616310"/>
                </a:moveTo>
                <a:lnTo>
                  <a:pt x="1106544" y="577162"/>
                </a:lnTo>
                <a:moveTo>
                  <a:pt x="619756" y="660745"/>
                </a:moveTo>
                <a:lnTo>
                  <a:pt x="742719" y="664880"/>
                </a:lnTo>
                <a:moveTo>
                  <a:pt x="1482116" y="56584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6940" y="563312"/>
                </a:lnTo>
                <a:moveTo>
                  <a:pt x="1127953" y="714182"/>
                </a:moveTo>
                <a:lnTo>
                  <a:pt x="1255014" y="732073"/>
                </a:lnTo>
                <a:moveTo>
                  <a:pt x="1250408" y="708269"/>
                </a:moveTo>
                <a:lnTo>
                  <a:pt x="1339428" y="805786"/>
                </a:lnTo>
                <a:moveTo>
                  <a:pt x="972895" y="521247"/>
                </a:moveTo>
                <a:lnTo>
                  <a:pt x="985770" y="616310"/>
                </a:lnTo>
                <a:moveTo>
                  <a:pt x="1921349" y="979819"/>
                </a:moveTo>
                <a:lnTo>
                  <a:pt x="1971210" y="984763"/>
                </a:lnTo>
                <a:moveTo>
                  <a:pt x="595617" y="513370"/>
                </a:moveTo>
                <a:lnTo>
                  <a:pt x="599286" y="542296"/>
                </a:lnTo>
                <a:moveTo>
                  <a:pt x="1392516" y="804653"/>
                </a:moveTo>
                <a:lnTo>
                  <a:pt x="1505856" y="733593"/>
                </a:lnTo>
                <a:moveTo>
                  <a:pt x="1505856" y="733593"/>
                </a:moveTo>
                <a:lnTo>
                  <a:pt x="1634780" y="758893"/>
                </a:lnTo>
                <a:moveTo>
                  <a:pt x="1804368" y="233494"/>
                </a:moveTo>
                <a:lnTo>
                  <a:pt x="1766316" y="344852"/>
                </a:lnTo>
                <a:moveTo>
                  <a:pt x="1997421" y="308159"/>
                </a:moveTo>
                <a:lnTo>
                  <a:pt x="2078606" y="380065"/>
                </a:lnTo>
                <a:moveTo>
                  <a:pt x="1777708" y="853111"/>
                </a:moveTo>
                <a:lnTo>
                  <a:pt x="1901354" y="870755"/>
                </a:lnTo>
                <a:moveTo>
                  <a:pt x="2115053" y="961925"/>
                </a:moveTo>
                <a:lnTo>
                  <a:pt x="2068494" y="1083188"/>
                </a:lnTo>
                <a:moveTo>
                  <a:pt x="579524" y="533280"/>
                </a:moveTo>
                <a:lnTo>
                  <a:pt x="599286" y="542296"/>
                </a:lnTo>
                <a:moveTo>
                  <a:pt x="1169708" y="553447"/>
                </a:moveTo>
                <a:lnTo>
                  <a:pt x="1247983" y="693312"/>
                </a:lnTo>
                <a:moveTo>
                  <a:pt x="1255014" y="732073"/>
                </a:moveTo>
                <a:lnTo>
                  <a:pt x="1339428" y="805786"/>
                </a:lnTo>
                <a:moveTo>
                  <a:pt x="1006324" y="736414"/>
                </a:moveTo>
                <a:lnTo>
                  <a:pt x="1127953" y="714182"/>
                </a:lnTo>
                <a:moveTo>
                  <a:pt x="1692037" y="470517"/>
                </a:moveTo>
                <a:lnTo>
                  <a:pt x="1709028" y="435440"/>
                </a:lnTo>
                <a:moveTo>
                  <a:pt x="599286" y="542296"/>
                </a:moveTo>
                <a:lnTo>
                  <a:pt x="619756" y="660745"/>
                </a:lnTo>
                <a:moveTo>
                  <a:pt x="1971210" y="984763"/>
                </a:moveTo>
                <a:lnTo>
                  <a:pt x="2054643" y="1085388"/>
                </a:lnTo>
                <a:moveTo>
                  <a:pt x="1247983" y="693312"/>
                </a:moveTo>
                <a:lnTo>
                  <a:pt x="1355182" y="556740"/>
                </a:lnTo>
                <a:moveTo>
                  <a:pt x="2049117" y="806980"/>
                </a:moveTo>
                <a:lnTo>
                  <a:pt x="2115053" y="961925"/>
                </a:lnTo>
                <a:moveTo>
                  <a:pt x="742719" y="664880"/>
                </a:moveTo>
                <a:lnTo>
                  <a:pt x="883658" y="738140"/>
                </a:lnTo>
                <a:moveTo>
                  <a:pt x="1634780" y="758893"/>
                </a:moveTo>
                <a:lnTo>
                  <a:pt x="1635705" y="758811"/>
                </a:lnTo>
                <a:moveTo>
                  <a:pt x="1635738" y="758947"/>
                </a:moveTo>
                <a:lnTo>
                  <a:pt x="1635705" y="758811"/>
                </a:lnTo>
                <a:moveTo>
                  <a:pt x="1634780" y="758893"/>
                </a:moveTo>
                <a:lnTo>
                  <a:pt x="1635738" y="758947"/>
                </a:lnTo>
                <a:moveTo>
                  <a:pt x="1106544" y="577162"/>
                </a:moveTo>
                <a:lnTo>
                  <a:pt x="1127953" y="714182"/>
                </a:lnTo>
                <a:moveTo>
                  <a:pt x="864272" y="641126"/>
                </a:moveTo>
                <a:lnTo>
                  <a:pt x="883658" y="738140"/>
                </a:lnTo>
                <a:moveTo>
                  <a:pt x="898877" y="482576"/>
                </a:moveTo>
                <a:lnTo>
                  <a:pt x="972895" y="521247"/>
                </a:lnTo>
                <a:moveTo>
                  <a:pt x="1233817" y="578343"/>
                </a:moveTo>
                <a:lnTo>
                  <a:pt x="1247983" y="693312"/>
                </a:lnTo>
                <a:moveTo>
                  <a:pt x="1713505" y="442546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95617" y="513370"/>
                </a:lnTo>
                <a:moveTo>
                  <a:pt x="1339428" y="805786"/>
                </a:moveTo>
                <a:lnTo>
                  <a:pt x="1392516" y="804653"/>
                </a:lnTo>
                <a:moveTo>
                  <a:pt x="1513454" y="768748"/>
                </a:moveTo>
                <a:lnTo>
                  <a:pt x="1505856" y="733593"/>
                </a:lnTo>
                <a:moveTo>
                  <a:pt x="1770602" y="292629"/>
                </a:moveTo>
                <a:lnTo>
                  <a:pt x="1766316" y="344852"/>
                </a:lnTo>
                <a:moveTo>
                  <a:pt x="2014485" y="698607"/>
                </a:moveTo>
                <a:lnTo>
                  <a:pt x="2049117" y="806980"/>
                </a:lnTo>
                <a:moveTo>
                  <a:pt x="1395301" y="814785"/>
                </a:moveTo>
                <a:lnTo>
                  <a:pt x="1392516" y="804653"/>
                </a:lnTo>
                <a:moveTo>
                  <a:pt x="972895" y="521247"/>
                </a:moveTo>
                <a:lnTo>
                  <a:pt x="1106544" y="577162"/>
                </a:lnTo>
                <a:moveTo>
                  <a:pt x="2060171" y="525939"/>
                </a:moveTo>
                <a:lnTo>
                  <a:pt x="2014485" y="698607"/>
                </a:lnTo>
                <a:moveTo>
                  <a:pt x="1994654" y="143185"/>
                </a:moveTo>
                <a:lnTo>
                  <a:pt x="2048672" y="198968"/>
                </a:lnTo>
                <a:moveTo>
                  <a:pt x="1513454" y="768748"/>
                </a:moveTo>
                <a:lnTo>
                  <a:pt x="1634780" y="758893"/>
                </a:lnTo>
                <a:moveTo>
                  <a:pt x="1513454" y="768748"/>
                </a:moveTo>
                <a:lnTo>
                  <a:pt x="1635738" y="758947"/>
                </a:lnTo>
                <a:moveTo>
                  <a:pt x="2063419" y="411552"/>
                </a:moveTo>
                <a:lnTo>
                  <a:pt x="2060171" y="525939"/>
                </a:lnTo>
                <a:moveTo>
                  <a:pt x="1921349" y="979819"/>
                </a:moveTo>
                <a:lnTo>
                  <a:pt x="2054643" y="1085388"/>
                </a:lnTo>
                <a:moveTo>
                  <a:pt x="1127953" y="714182"/>
                </a:moveTo>
                <a:lnTo>
                  <a:pt x="1169708" y="553447"/>
                </a:lnTo>
                <a:moveTo>
                  <a:pt x="1102715" y="546263"/>
                </a:moveTo>
                <a:lnTo>
                  <a:pt x="1106544" y="577162"/>
                </a:lnTo>
                <a:moveTo>
                  <a:pt x="1339428" y="805786"/>
                </a:moveTo>
                <a:lnTo>
                  <a:pt x="1395301" y="814785"/>
                </a:lnTo>
                <a:moveTo>
                  <a:pt x="2064063" y="1088170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063" y="1088170"/>
                </a:lnTo>
                <a:moveTo>
                  <a:pt x="1106544" y="577162"/>
                </a:moveTo>
                <a:lnTo>
                  <a:pt x="1169708" y="553447"/>
                </a:lnTo>
                <a:moveTo>
                  <a:pt x="2064397" y="1086951"/>
                </a:moveTo>
                <a:lnTo>
                  <a:pt x="2064063" y="1088170"/>
                </a:lnTo>
                <a:moveTo>
                  <a:pt x="2063419" y="411552"/>
                </a:moveTo>
                <a:lnTo>
                  <a:pt x="2078606" y="380065"/>
                </a:lnTo>
                <a:moveTo>
                  <a:pt x="1635705" y="758811"/>
                </a:moveTo>
                <a:lnTo>
                  <a:pt x="1777708" y="853111"/>
                </a:lnTo>
                <a:moveTo>
                  <a:pt x="972895" y="521247"/>
                </a:moveTo>
                <a:lnTo>
                  <a:pt x="1102715" y="546263"/>
                </a:lnTo>
                <a:moveTo>
                  <a:pt x="704432" y="385714"/>
                </a:moveTo>
                <a:lnTo>
                  <a:pt x="703517" y="417541"/>
                </a:lnTo>
                <a:moveTo>
                  <a:pt x="883658" y="738140"/>
                </a:moveTo>
                <a:lnTo>
                  <a:pt x="1006324" y="736414"/>
                </a:lnTo>
                <a:moveTo>
                  <a:pt x="2048672" y="198968"/>
                </a:moveTo>
                <a:lnTo>
                  <a:pt x="2058154" y="261979"/>
                </a:lnTo>
                <a:moveTo>
                  <a:pt x="583798" y="646473"/>
                </a:moveTo>
                <a:lnTo>
                  <a:pt x="599286" y="542296"/>
                </a:lnTo>
                <a:moveTo>
                  <a:pt x="742719" y="664880"/>
                </a:moveTo>
                <a:lnTo>
                  <a:pt x="761051" y="741040"/>
                </a:lnTo>
                <a:moveTo>
                  <a:pt x="1804368" y="233494"/>
                </a:moveTo>
                <a:lnTo>
                  <a:pt x="1865387" y="163709"/>
                </a:lnTo>
                <a:moveTo>
                  <a:pt x="1777708" y="853111"/>
                </a:moveTo>
                <a:lnTo>
                  <a:pt x="1921349" y="979819"/>
                </a:lnTo>
                <a:moveTo>
                  <a:pt x="1635705" y="758811"/>
                </a:moveTo>
                <a:lnTo>
                  <a:pt x="1767743" y="851654"/>
                </a:lnTo>
                <a:moveTo>
                  <a:pt x="1635738" y="758947"/>
                </a:moveTo>
                <a:lnTo>
                  <a:pt x="1767743" y="851654"/>
                </a:lnTo>
                <a:moveTo>
                  <a:pt x="2064397" y="1086951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397" y="1086951"/>
                </a:lnTo>
                <a:moveTo>
                  <a:pt x="1395301" y="814785"/>
                </a:moveTo>
                <a:lnTo>
                  <a:pt x="1513454" y="768748"/>
                </a:lnTo>
                <a:moveTo>
                  <a:pt x="1709028" y="435440"/>
                </a:moveTo>
                <a:lnTo>
                  <a:pt x="1713505" y="442546"/>
                </a:lnTo>
                <a:moveTo>
                  <a:pt x="2093552" y="913796"/>
                </a:moveTo>
                <a:lnTo>
                  <a:pt x="2115053" y="961925"/>
                </a:lnTo>
                <a:moveTo>
                  <a:pt x="1606940" y="563312"/>
                </a:moveTo>
                <a:lnTo>
                  <a:pt x="1692037" y="470517"/>
                </a:lnTo>
                <a:moveTo>
                  <a:pt x="1902206" y="45314"/>
                </a:moveTo>
                <a:lnTo>
                  <a:pt x="1900001" y="70038"/>
                </a:lnTo>
                <a:moveTo>
                  <a:pt x="1102715" y="546263"/>
                </a:moveTo>
                <a:lnTo>
                  <a:pt x="1169708" y="553447"/>
                </a:lnTo>
                <a:moveTo>
                  <a:pt x="703517" y="417541"/>
                </a:moveTo>
                <a:lnTo>
                  <a:pt x="837138" y="426633"/>
                </a:lnTo>
                <a:moveTo>
                  <a:pt x="2058154" y="261979"/>
                </a:moveTo>
                <a:lnTo>
                  <a:pt x="2075542" y="244214"/>
                </a:lnTo>
                <a:moveTo>
                  <a:pt x="1692037" y="470517"/>
                </a:moveTo>
                <a:lnTo>
                  <a:pt x="1713505" y="442546"/>
                </a:lnTo>
                <a:moveTo>
                  <a:pt x="2058154" y="261979"/>
                </a:moveTo>
                <a:lnTo>
                  <a:pt x="2078606" y="380065"/>
                </a:lnTo>
                <a:moveTo>
                  <a:pt x="1735368" y="412095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83798" y="646473"/>
                </a:lnTo>
                <a:moveTo>
                  <a:pt x="2078485" y="636903"/>
                </a:moveTo>
                <a:lnTo>
                  <a:pt x="2014485" y="698607"/>
                </a:lnTo>
                <a:moveTo>
                  <a:pt x="2048672" y="198968"/>
                </a:moveTo>
                <a:lnTo>
                  <a:pt x="2075542" y="244214"/>
                </a:lnTo>
                <a:moveTo>
                  <a:pt x="1921349" y="979819"/>
                </a:moveTo>
                <a:lnTo>
                  <a:pt x="1941137" y="1084774"/>
                </a:lnTo>
                <a:moveTo>
                  <a:pt x="837138" y="426633"/>
                </a:moveTo>
                <a:lnTo>
                  <a:pt x="833102" y="441257"/>
                </a:lnTo>
                <a:moveTo>
                  <a:pt x="1900001" y="70038"/>
                </a:moveTo>
                <a:lnTo>
                  <a:pt x="2012322" y="88838"/>
                </a:lnTo>
                <a:moveTo>
                  <a:pt x="583798" y="646473"/>
                </a:moveTo>
                <a:lnTo>
                  <a:pt x="619756" y="660745"/>
                </a:lnTo>
                <a:moveTo>
                  <a:pt x="1169708" y="553447"/>
                </a:moveTo>
                <a:lnTo>
                  <a:pt x="1233817" y="578343"/>
                </a:lnTo>
                <a:moveTo>
                  <a:pt x="833102" y="441257"/>
                </a:moveTo>
                <a:lnTo>
                  <a:pt x="853700" y="438206"/>
                </a:lnTo>
                <a:moveTo>
                  <a:pt x="595617" y="513370"/>
                </a:moveTo>
                <a:lnTo>
                  <a:pt x="704432" y="385714"/>
                </a:lnTo>
                <a:moveTo>
                  <a:pt x="1233817" y="578343"/>
                </a:moveTo>
                <a:lnTo>
                  <a:pt x="1355182" y="556740"/>
                </a:lnTo>
                <a:moveTo>
                  <a:pt x="1355182" y="556740"/>
                </a:moveTo>
                <a:lnTo>
                  <a:pt x="1482116" y="565844"/>
                </a:lnTo>
                <a:moveTo>
                  <a:pt x="1767743" y="851654"/>
                </a:moveTo>
                <a:lnTo>
                  <a:pt x="1777708" y="853111"/>
                </a:lnTo>
                <a:moveTo>
                  <a:pt x="1482116" y="565844"/>
                </a:moveTo>
                <a:lnTo>
                  <a:pt x="1606940" y="563312"/>
                </a:lnTo>
                <a:moveTo>
                  <a:pt x="1780688" y="867366"/>
                </a:moveTo>
                <a:lnTo>
                  <a:pt x="1777708" y="853111"/>
                </a:lnTo>
                <a:moveTo>
                  <a:pt x="1941137" y="1084774"/>
                </a:moveTo>
                <a:lnTo>
                  <a:pt x="2054643" y="1085388"/>
                </a:lnTo>
                <a:moveTo>
                  <a:pt x="595617" y="513370"/>
                </a:moveTo>
                <a:lnTo>
                  <a:pt x="596747" y="492088"/>
                </a:lnTo>
                <a:moveTo>
                  <a:pt x="1941137" y="1084774"/>
                </a:moveTo>
                <a:lnTo>
                  <a:pt x="2064397" y="1086951"/>
                </a:lnTo>
                <a:moveTo>
                  <a:pt x="626705" y="684758"/>
                </a:moveTo>
                <a:lnTo>
                  <a:pt x="619756" y="660745"/>
                </a:lnTo>
                <a:moveTo>
                  <a:pt x="1902206" y="45314"/>
                </a:moveTo>
                <a:lnTo>
                  <a:pt x="1865387" y="163709"/>
                </a:lnTo>
                <a:moveTo>
                  <a:pt x="2078606" y="380065"/>
                </a:moveTo>
                <a:lnTo>
                  <a:pt x="2075542" y="244214"/>
                </a:lnTo>
                <a:moveTo>
                  <a:pt x="1767743" y="851654"/>
                </a:moveTo>
                <a:lnTo>
                  <a:pt x="1780688" y="867366"/>
                </a:lnTo>
                <a:moveTo>
                  <a:pt x="1770602" y="292629"/>
                </a:moveTo>
                <a:lnTo>
                  <a:pt x="1804368" y="233494"/>
                </a:lnTo>
                <a:moveTo>
                  <a:pt x="1841441" y="953824"/>
                </a:moveTo>
                <a:lnTo>
                  <a:pt x="1921349" y="979819"/>
                </a:lnTo>
                <a:moveTo>
                  <a:pt x="1139543" y="749288"/>
                </a:moveTo>
                <a:lnTo>
                  <a:pt x="1255014" y="732073"/>
                </a:lnTo>
                <a:moveTo>
                  <a:pt x="619756" y="660745"/>
                </a:moveTo>
                <a:lnTo>
                  <a:pt x="761051" y="741040"/>
                </a:lnTo>
                <a:moveTo>
                  <a:pt x="579524" y="533280"/>
                </a:moveTo>
                <a:lnTo>
                  <a:pt x="596747" y="492088"/>
                </a:lnTo>
                <a:moveTo>
                  <a:pt x="853700" y="438206"/>
                </a:moveTo>
                <a:lnTo>
                  <a:pt x="898877" y="482576"/>
                </a:lnTo>
                <a:moveTo>
                  <a:pt x="1264349" y="746657"/>
                </a:moveTo>
                <a:lnTo>
                  <a:pt x="1255014" y="732073"/>
                </a:lnTo>
                <a:moveTo>
                  <a:pt x="1102715" y="546263"/>
                </a:moveTo>
                <a:lnTo>
                  <a:pt x="1104918" y="545016"/>
                </a:lnTo>
                <a:moveTo>
                  <a:pt x="2093552" y="913796"/>
                </a:moveTo>
                <a:lnTo>
                  <a:pt x="2068494" y="1083188"/>
                </a:lnTo>
                <a:moveTo>
                  <a:pt x="1606940" y="563312"/>
                </a:moveTo>
                <a:lnTo>
                  <a:pt x="1713505" y="442546"/>
                </a:lnTo>
                <a:moveTo>
                  <a:pt x="1104918" y="545016"/>
                </a:moveTo>
                <a:lnTo>
                  <a:pt x="1169708" y="553447"/>
                </a:lnTo>
                <a:moveTo>
                  <a:pt x="1255014" y="732073"/>
                </a:moveTo>
                <a:lnTo>
                  <a:pt x="1284633" y="762944"/>
                </a:lnTo>
                <a:moveTo>
                  <a:pt x="2012322" y="88838"/>
                </a:moveTo>
                <a:lnTo>
                  <a:pt x="1994654" y="143185"/>
                </a:lnTo>
                <a:moveTo>
                  <a:pt x="2087781" y="414571"/>
                </a:moveTo>
                <a:lnTo>
                  <a:pt x="2063419" y="411552"/>
                </a:lnTo>
                <a:moveTo>
                  <a:pt x="2049117" y="806980"/>
                </a:moveTo>
                <a:lnTo>
                  <a:pt x="2093552" y="913796"/>
                </a:lnTo>
                <a:moveTo>
                  <a:pt x="1006324" y="736414"/>
                </a:moveTo>
                <a:lnTo>
                  <a:pt x="1139543" y="749288"/>
                </a:lnTo>
                <a:moveTo>
                  <a:pt x="1139543" y="749288"/>
                </a:moveTo>
                <a:lnTo>
                  <a:pt x="1127953" y="714182"/>
                </a:lnTo>
                <a:moveTo>
                  <a:pt x="579524" y="533280"/>
                </a:moveTo>
                <a:lnTo>
                  <a:pt x="617573" y="617582"/>
                </a:lnTo>
                <a:moveTo>
                  <a:pt x="853700" y="438206"/>
                </a:moveTo>
                <a:lnTo>
                  <a:pt x="972895" y="521247"/>
                </a:lnTo>
                <a:moveTo>
                  <a:pt x="1104918" y="545016"/>
                </a:moveTo>
                <a:lnTo>
                  <a:pt x="1233817" y="578343"/>
                </a:lnTo>
                <a:moveTo>
                  <a:pt x="619756" y="660745"/>
                </a:moveTo>
                <a:lnTo>
                  <a:pt x="723366" y="738185"/>
                </a:lnTo>
                <a:moveTo>
                  <a:pt x="1635738" y="758947"/>
                </a:moveTo>
                <a:lnTo>
                  <a:pt x="1654153" y="837271"/>
                </a:lnTo>
                <a:moveTo>
                  <a:pt x="2078485" y="636903"/>
                </a:moveTo>
                <a:lnTo>
                  <a:pt x="2049117" y="806980"/>
                </a:lnTo>
                <a:moveTo>
                  <a:pt x="1865847" y="112094"/>
                </a:moveTo>
                <a:lnTo>
                  <a:pt x="1865387" y="163709"/>
                </a:lnTo>
                <a:moveTo>
                  <a:pt x="761051" y="741040"/>
                </a:moveTo>
                <a:lnTo>
                  <a:pt x="883658" y="738140"/>
                </a:lnTo>
                <a:moveTo>
                  <a:pt x="2060171" y="525939"/>
                </a:moveTo>
                <a:lnTo>
                  <a:pt x="2078485" y="636903"/>
                </a:lnTo>
                <a:moveTo>
                  <a:pt x="1020345" y="782833"/>
                </a:moveTo>
                <a:lnTo>
                  <a:pt x="1006324" y="736414"/>
                </a:lnTo>
                <a:moveTo>
                  <a:pt x="1777708" y="853111"/>
                </a:moveTo>
                <a:lnTo>
                  <a:pt x="1841441" y="953824"/>
                </a:lnTo>
                <a:moveTo>
                  <a:pt x="2012322" y="88838"/>
                </a:moveTo>
                <a:lnTo>
                  <a:pt x="2048672" y="198968"/>
                </a:lnTo>
                <a:moveTo>
                  <a:pt x="583798" y="646473"/>
                </a:moveTo>
                <a:lnTo>
                  <a:pt x="626705" y="684758"/>
                </a:lnTo>
                <a:moveTo>
                  <a:pt x="2059275" y="474540"/>
                </a:moveTo>
                <a:lnTo>
                  <a:pt x="2063419" y="411552"/>
                </a:lnTo>
                <a:moveTo>
                  <a:pt x="2075542" y="244214"/>
                </a:moveTo>
                <a:lnTo>
                  <a:pt x="2122557" y="350621"/>
                </a:lnTo>
                <a:moveTo>
                  <a:pt x="1284633" y="762944"/>
                </a:moveTo>
                <a:lnTo>
                  <a:pt x="1339428" y="805786"/>
                </a:lnTo>
                <a:moveTo>
                  <a:pt x="1780688" y="867366"/>
                </a:moveTo>
                <a:lnTo>
                  <a:pt x="1841441" y="953824"/>
                </a:lnTo>
                <a:moveTo>
                  <a:pt x="2078606" y="380065"/>
                </a:moveTo>
                <a:lnTo>
                  <a:pt x="2122557" y="350621"/>
                </a:lnTo>
                <a:moveTo>
                  <a:pt x="1513454" y="768748"/>
                </a:moveTo>
                <a:lnTo>
                  <a:pt x="1654153" y="837271"/>
                </a:lnTo>
                <a:moveTo>
                  <a:pt x="2039941" y="113962"/>
                </a:moveTo>
                <a:lnTo>
                  <a:pt x="2048672" y="198968"/>
                </a:lnTo>
                <a:moveTo>
                  <a:pt x="1878296" y="1061844"/>
                </a:moveTo>
                <a:lnTo>
                  <a:pt x="1921349" y="979819"/>
                </a:lnTo>
                <a:moveTo>
                  <a:pt x="1284633" y="762944"/>
                </a:moveTo>
                <a:lnTo>
                  <a:pt x="1395301" y="814785"/>
                </a:lnTo>
                <a:moveTo>
                  <a:pt x="976630" y="504964"/>
                </a:moveTo>
                <a:lnTo>
                  <a:pt x="972895" y="521247"/>
                </a:lnTo>
                <a:moveTo>
                  <a:pt x="2095200" y="1027406"/>
                </a:moveTo>
                <a:lnTo>
                  <a:pt x="2068494" y="1083188"/>
                </a:lnTo>
                <a:moveTo>
                  <a:pt x="1811547" y="240231"/>
                </a:moveTo>
                <a:lnTo>
                  <a:pt x="1865387" y="163709"/>
                </a:lnTo>
                <a:moveTo>
                  <a:pt x="1654153" y="837271"/>
                </a:moveTo>
                <a:lnTo>
                  <a:pt x="1767743" y="851654"/>
                </a:lnTo>
                <a:moveTo>
                  <a:pt x="976630" y="504964"/>
                </a:moveTo>
                <a:lnTo>
                  <a:pt x="1102715" y="546263"/>
                </a:lnTo>
                <a:moveTo>
                  <a:pt x="2066595" y="1062197"/>
                </a:moveTo>
                <a:lnTo>
                  <a:pt x="2068494" y="1083188"/>
                </a:lnTo>
                <a:moveTo>
                  <a:pt x="617573" y="617582"/>
                </a:moveTo>
                <a:lnTo>
                  <a:pt x="583798" y="646473"/>
                </a:lnTo>
                <a:moveTo>
                  <a:pt x="2066595" y="1062197"/>
                </a:moveTo>
                <a:lnTo>
                  <a:pt x="2064397" y="1086951"/>
                </a:lnTo>
                <a:moveTo>
                  <a:pt x="596747" y="492088"/>
                </a:moveTo>
                <a:lnTo>
                  <a:pt x="704432" y="385714"/>
                </a:lnTo>
                <a:moveTo>
                  <a:pt x="1400740" y="807894"/>
                </a:moveTo>
                <a:lnTo>
                  <a:pt x="1395301" y="814785"/>
                </a:lnTo>
                <a:moveTo>
                  <a:pt x="2100035" y="747353"/>
                </a:moveTo>
                <a:lnTo>
                  <a:pt x="2049117" y="806980"/>
                </a:lnTo>
                <a:moveTo>
                  <a:pt x="1713505" y="442546"/>
                </a:moveTo>
                <a:lnTo>
                  <a:pt x="1735368" y="412095"/>
                </a:lnTo>
                <a:moveTo>
                  <a:pt x="1654153" y="837271"/>
                </a:moveTo>
                <a:lnTo>
                  <a:pt x="1780688" y="867366"/>
                </a:lnTo>
                <a:moveTo>
                  <a:pt x="883658" y="738140"/>
                </a:moveTo>
                <a:lnTo>
                  <a:pt x="1020345" y="782833"/>
                </a:lnTo>
                <a:moveTo>
                  <a:pt x="2087781" y="414571"/>
                </a:moveTo>
                <a:lnTo>
                  <a:pt x="2078606" y="380065"/>
                </a:lnTo>
                <a:moveTo>
                  <a:pt x="1037642" y="522873"/>
                </a:moveTo>
                <a:lnTo>
                  <a:pt x="1102715" y="546263"/>
                </a:lnTo>
                <a:moveTo>
                  <a:pt x="1821074" y="233074"/>
                </a:moveTo>
                <a:lnTo>
                  <a:pt x="1865387" y="163709"/>
                </a:lnTo>
                <a:moveTo>
                  <a:pt x="1770602" y="292629"/>
                </a:moveTo>
                <a:lnTo>
                  <a:pt x="1735368" y="412095"/>
                </a:lnTo>
                <a:moveTo>
                  <a:pt x="704432" y="385714"/>
                </a:moveTo>
                <a:lnTo>
                  <a:pt x="837138" y="426633"/>
                </a:lnTo>
                <a:moveTo>
                  <a:pt x="626705" y="684758"/>
                </a:moveTo>
                <a:lnTo>
                  <a:pt x="723366" y="738185"/>
                </a:lnTo>
                <a:moveTo>
                  <a:pt x="2048672" y="198968"/>
                </a:moveTo>
                <a:lnTo>
                  <a:pt x="2084714" y="191216"/>
                </a:lnTo>
                <a:moveTo>
                  <a:pt x="1513454" y="768748"/>
                </a:moveTo>
                <a:lnTo>
                  <a:pt x="1531585" y="840944"/>
                </a:lnTo>
                <a:moveTo>
                  <a:pt x="617573" y="617582"/>
                </a:moveTo>
                <a:lnTo>
                  <a:pt x="626705" y="684758"/>
                </a:lnTo>
                <a:moveTo>
                  <a:pt x="723366" y="738185"/>
                </a:moveTo>
                <a:lnTo>
                  <a:pt x="761051" y="741040"/>
                </a:lnTo>
                <a:moveTo>
                  <a:pt x="1395301" y="814785"/>
                </a:moveTo>
                <a:lnTo>
                  <a:pt x="1514812" y="840269"/>
                </a:lnTo>
                <a:moveTo>
                  <a:pt x="2059275" y="474540"/>
                </a:moveTo>
                <a:lnTo>
                  <a:pt x="2060171" y="525939"/>
                </a:lnTo>
                <a:moveTo>
                  <a:pt x="1951318" y="1117356"/>
                </a:moveTo>
                <a:lnTo>
                  <a:pt x="2064397" y="1086951"/>
                </a:lnTo>
                <a:moveTo>
                  <a:pt x="1804368" y="233494"/>
                </a:moveTo>
                <a:lnTo>
                  <a:pt x="1811547" y="240231"/>
                </a:lnTo>
                <a:moveTo>
                  <a:pt x="1514812" y="840269"/>
                </a:moveTo>
                <a:lnTo>
                  <a:pt x="1513454" y="768748"/>
                </a:lnTo>
                <a:moveTo>
                  <a:pt x="1713505" y="442546"/>
                </a:moveTo>
                <a:lnTo>
                  <a:pt x="1732877" y="539291"/>
                </a:lnTo>
                <a:moveTo>
                  <a:pt x="764979" y="756375"/>
                </a:moveTo>
                <a:lnTo>
                  <a:pt x="761051" y="741040"/>
                </a:lnTo>
                <a:moveTo>
                  <a:pt x="1902206" y="45314"/>
                </a:moveTo>
                <a:lnTo>
                  <a:pt x="2012322" y="88838"/>
                </a:lnTo>
                <a:moveTo>
                  <a:pt x="607536" y="477290"/>
                </a:moveTo>
                <a:lnTo>
                  <a:pt x="704432" y="385714"/>
                </a:lnTo>
                <a:moveTo>
                  <a:pt x="596747" y="492088"/>
                </a:moveTo>
                <a:lnTo>
                  <a:pt x="617573" y="617582"/>
                </a:lnTo>
                <a:moveTo>
                  <a:pt x="1355182" y="556740"/>
                </a:moveTo>
                <a:lnTo>
                  <a:pt x="1482543" y="531320"/>
                </a:lnTo>
                <a:moveTo>
                  <a:pt x="1233817" y="578343"/>
                </a:moveTo>
                <a:lnTo>
                  <a:pt x="1245867" y="618476"/>
                </a:lnTo>
                <a:moveTo>
                  <a:pt x="2084714" y="191216"/>
                </a:moveTo>
                <a:lnTo>
                  <a:pt x="2075542" y="244214"/>
                </a:lnTo>
                <a:moveTo>
                  <a:pt x="1865847" y="112094"/>
                </a:moveTo>
                <a:lnTo>
                  <a:pt x="1902206" y="45314"/>
                </a:lnTo>
                <a:moveTo>
                  <a:pt x="1482543" y="531320"/>
                </a:moveTo>
                <a:lnTo>
                  <a:pt x="1482116" y="565844"/>
                </a:lnTo>
                <a:moveTo>
                  <a:pt x="837138" y="426633"/>
                </a:moveTo>
                <a:lnTo>
                  <a:pt x="853700" y="438206"/>
                </a:lnTo>
                <a:moveTo>
                  <a:pt x="596747" y="492088"/>
                </a:moveTo>
                <a:lnTo>
                  <a:pt x="607536" y="477290"/>
                </a:lnTo>
                <a:moveTo>
                  <a:pt x="1878296" y="1061844"/>
                </a:moveTo>
                <a:lnTo>
                  <a:pt x="1941137" y="1084774"/>
                </a:lnTo>
                <a:moveTo>
                  <a:pt x="1362894" y="562384"/>
                </a:moveTo>
                <a:lnTo>
                  <a:pt x="1355182" y="556740"/>
                </a:lnTo>
                <a:moveTo>
                  <a:pt x="2093552" y="913796"/>
                </a:moveTo>
                <a:lnTo>
                  <a:pt x="2095200" y="1027406"/>
                </a:lnTo>
                <a:moveTo>
                  <a:pt x="1482116" y="565844"/>
                </a:moveTo>
                <a:lnTo>
                  <a:pt x="1609386" y="539919"/>
                </a:lnTo>
                <a:moveTo>
                  <a:pt x="1780688" y="867366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06940" y="563312"/>
                </a:lnTo>
                <a:moveTo>
                  <a:pt x="1606940" y="563312"/>
                </a:moveTo>
                <a:lnTo>
                  <a:pt x="1634626" y="541961"/>
                </a:lnTo>
                <a:moveTo>
                  <a:pt x="723366" y="738185"/>
                </a:moveTo>
                <a:lnTo>
                  <a:pt x="764979" y="756375"/>
                </a:lnTo>
                <a:moveTo>
                  <a:pt x="1233817" y="578343"/>
                </a:moveTo>
                <a:lnTo>
                  <a:pt x="1362894" y="562384"/>
                </a:lnTo>
                <a:moveTo>
                  <a:pt x="2087781" y="414571"/>
                </a:moveTo>
                <a:lnTo>
                  <a:pt x="2122557" y="350621"/>
                </a:lnTo>
                <a:moveTo>
                  <a:pt x="2100035" y="747353"/>
                </a:moveTo>
                <a:lnTo>
                  <a:pt x="2093552" y="913796"/>
                </a:lnTo>
                <a:moveTo>
                  <a:pt x="1770602" y="292629"/>
                </a:moveTo>
                <a:lnTo>
                  <a:pt x="1811547" y="240231"/>
                </a:lnTo>
                <a:moveTo>
                  <a:pt x="1037642" y="522873"/>
                </a:moveTo>
                <a:lnTo>
                  <a:pt x="1104918" y="545016"/>
                </a:lnTo>
                <a:moveTo>
                  <a:pt x="1117624" y="591578"/>
                </a:moveTo>
                <a:lnTo>
                  <a:pt x="1233817" y="578343"/>
                </a:lnTo>
                <a:moveTo>
                  <a:pt x="617573" y="617582"/>
                </a:moveTo>
                <a:lnTo>
                  <a:pt x="607536" y="477290"/>
                </a:lnTo>
                <a:moveTo>
                  <a:pt x="837138" y="426633"/>
                </a:moveTo>
                <a:lnTo>
                  <a:pt x="839191" y="431518"/>
                </a:lnTo>
                <a:moveTo>
                  <a:pt x="1634626" y="541961"/>
                </a:moveTo>
                <a:lnTo>
                  <a:pt x="1713505" y="442546"/>
                </a:lnTo>
                <a:moveTo>
                  <a:pt x="2078485" y="636903"/>
                </a:moveTo>
                <a:lnTo>
                  <a:pt x="2100035" y="747353"/>
                </a:lnTo>
                <a:moveTo>
                  <a:pt x="2012322" y="88838"/>
                </a:moveTo>
                <a:lnTo>
                  <a:pt x="2039941" y="113962"/>
                </a:lnTo>
                <a:moveTo>
                  <a:pt x="839191" y="431518"/>
                </a:moveTo>
                <a:lnTo>
                  <a:pt x="853700" y="438206"/>
                </a:lnTo>
                <a:moveTo>
                  <a:pt x="1841441" y="953824"/>
                </a:moveTo>
                <a:lnTo>
                  <a:pt x="1878296" y="1061844"/>
                </a:lnTo>
                <a:moveTo>
                  <a:pt x="1951318" y="1117356"/>
                </a:moveTo>
                <a:lnTo>
                  <a:pt x="1941137" y="1084774"/>
                </a:lnTo>
                <a:moveTo>
                  <a:pt x="704432" y="385714"/>
                </a:moveTo>
                <a:lnTo>
                  <a:pt x="716819" y="439070"/>
                </a:lnTo>
                <a:moveTo>
                  <a:pt x="1139543" y="749288"/>
                </a:moveTo>
                <a:lnTo>
                  <a:pt x="1264349" y="746657"/>
                </a:lnTo>
                <a:moveTo>
                  <a:pt x="2059275" y="474540"/>
                </a:moveTo>
                <a:lnTo>
                  <a:pt x="2078485" y="636903"/>
                </a:lnTo>
                <a:moveTo>
                  <a:pt x="626705" y="684758"/>
                </a:moveTo>
                <a:lnTo>
                  <a:pt x="660810" y="582703"/>
                </a:lnTo>
                <a:moveTo>
                  <a:pt x="853700" y="438206"/>
                </a:moveTo>
                <a:lnTo>
                  <a:pt x="976630" y="504964"/>
                </a:lnTo>
                <a:moveTo>
                  <a:pt x="1264349" y="746657"/>
                </a:moveTo>
                <a:lnTo>
                  <a:pt x="1284633" y="762944"/>
                </a:lnTo>
                <a:moveTo>
                  <a:pt x="1020345" y="782833"/>
                </a:moveTo>
                <a:lnTo>
                  <a:pt x="1139543" y="749288"/>
                </a:lnTo>
                <a:moveTo>
                  <a:pt x="1667892" y="899334"/>
                </a:moveTo>
                <a:lnTo>
                  <a:pt x="1780688" y="867366"/>
                </a:lnTo>
                <a:moveTo>
                  <a:pt x="1732877" y="539291"/>
                </a:moveTo>
                <a:lnTo>
                  <a:pt x="1735368" y="412095"/>
                </a:lnTo>
                <a:moveTo>
                  <a:pt x="2084714" y="191216"/>
                </a:moveTo>
                <a:lnTo>
                  <a:pt x="2122557" y="350621"/>
                </a:lnTo>
                <a:moveTo>
                  <a:pt x="1796089" y="930268"/>
                </a:moveTo>
                <a:lnTo>
                  <a:pt x="1841441" y="953824"/>
                </a:lnTo>
                <a:moveTo>
                  <a:pt x="1117624" y="591578"/>
                </a:moveTo>
                <a:lnTo>
                  <a:pt x="1104918" y="545016"/>
                </a:lnTo>
                <a:moveTo>
                  <a:pt x="716819" y="439070"/>
                </a:moveTo>
                <a:lnTo>
                  <a:pt x="837138" y="426633"/>
                </a:lnTo>
                <a:moveTo>
                  <a:pt x="1770602" y="292629"/>
                </a:moveTo>
                <a:lnTo>
                  <a:pt x="1831763" y="353667"/>
                </a:lnTo>
                <a:moveTo>
                  <a:pt x="839191" y="431518"/>
                </a:moveTo>
                <a:lnTo>
                  <a:pt x="976630" y="504964"/>
                </a:lnTo>
                <a:moveTo>
                  <a:pt x="1902206" y="45314"/>
                </a:moveTo>
                <a:lnTo>
                  <a:pt x="1911439" y="74506"/>
                </a:lnTo>
                <a:moveTo>
                  <a:pt x="660810" y="582703"/>
                </a:moveTo>
                <a:lnTo>
                  <a:pt x="723366" y="738185"/>
                </a:lnTo>
                <a:moveTo>
                  <a:pt x="2097209" y="861673"/>
                </a:moveTo>
                <a:lnTo>
                  <a:pt x="2093552" y="913796"/>
                </a:lnTo>
                <a:moveTo>
                  <a:pt x="2059275" y="474540"/>
                </a:moveTo>
                <a:lnTo>
                  <a:pt x="2087781" y="414571"/>
                </a:lnTo>
                <a:moveTo>
                  <a:pt x="2117951" y="585421"/>
                </a:moveTo>
                <a:lnTo>
                  <a:pt x="2078485" y="636903"/>
                </a:lnTo>
                <a:moveTo>
                  <a:pt x="1735368" y="412095"/>
                </a:moveTo>
                <a:lnTo>
                  <a:pt x="1836805" y="509861"/>
                </a:lnTo>
                <a:moveTo>
                  <a:pt x="617573" y="617582"/>
                </a:moveTo>
                <a:lnTo>
                  <a:pt x="660810" y="582703"/>
                </a:lnTo>
                <a:moveTo>
                  <a:pt x="607536" y="477290"/>
                </a:moveTo>
                <a:lnTo>
                  <a:pt x="716819" y="439070"/>
                </a:lnTo>
                <a:moveTo>
                  <a:pt x="2075540" y="319443"/>
                </a:moveTo>
                <a:lnTo>
                  <a:pt x="2122557" y="350621"/>
                </a:lnTo>
                <a:moveTo>
                  <a:pt x="2066595" y="1062197"/>
                </a:moveTo>
                <a:lnTo>
                  <a:pt x="2095200" y="1027406"/>
                </a:lnTo>
                <a:moveTo>
                  <a:pt x="1245867" y="618476"/>
                </a:moveTo>
                <a:lnTo>
                  <a:pt x="1264349" y="746657"/>
                </a:lnTo>
                <a:moveTo>
                  <a:pt x="2039941" y="113962"/>
                </a:moveTo>
                <a:lnTo>
                  <a:pt x="2084714" y="191216"/>
                </a:lnTo>
                <a:moveTo>
                  <a:pt x="1284633" y="762944"/>
                </a:moveTo>
                <a:lnTo>
                  <a:pt x="1400740" y="807894"/>
                </a:lnTo>
                <a:moveTo>
                  <a:pt x="1735368" y="412095"/>
                </a:moveTo>
                <a:lnTo>
                  <a:pt x="1853875" y="504571"/>
                </a:lnTo>
                <a:moveTo>
                  <a:pt x="1531585" y="840944"/>
                </a:moveTo>
                <a:lnTo>
                  <a:pt x="1654153" y="837271"/>
                </a:lnTo>
                <a:moveTo>
                  <a:pt x="716819" y="439070"/>
                </a:moveTo>
                <a:lnTo>
                  <a:pt x="839191" y="431518"/>
                </a:lnTo>
                <a:moveTo>
                  <a:pt x="607536" y="477290"/>
                </a:moveTo>
                <a:lnTo>
                  <a:pt x="660810" y="582703"/>
                </a:lnTo>
                <a:moveTo>
                  <a:pt x="1865847" y="112094"/>
                </a:moveTo>
                <a:lnTo>
                  <a:pt x="1821074" y="233074"/>
                </a:lnTo>
                <a:moveTo>
                  <a:pt x="976630" y="504964"/>
                </a:moveTo>
                <a:lnTo>
                  <a:pt x="1037642" y="522873"/>
                </a:lnTo>
                <a:moveTo>
                  <a:pt x="1911439" y="74506"/>
                </a:moveTo>
                <a:lnTo>
                  <a:pt x="2012322" y="88838"/>
                </a:lnTo>
                <a:moveTo>
                  <a:pt x="1865847" y="112094"/>
                </a:moveTo>
                <a:lnTo>
                  <a:pt x="1911439" y="74506"/>
                </a:lnTo>
                <a:moveTo>
                  <a:pt x="2071778" y="289479"/>
                </a:moveTo>
                <a:lnTo>
                  <a:pt x="2122557" y="350621"/>
                </a:lnTo>
                <a:moveTo>
                  <a:pt x="2121921" y="602785"/>
                </a:moveTo>
                <a:lnTo>
                  <a:pt x="2078485" y="636903"/>
                </a:lnTo>
                <a:moveTo>
                  <a:pt x="1732877" y="539291"/>
                </a:moveTo>
                <a:lnTo>
                  <a:pt x="1836805" y="509861"/>
                </a:lnTo>
                <a:moveTo>
                  <a:pt x="1911439" y="74506"/>
                </a:moveTo>
                <a:lnTo>
                  <a:pt x="2039941" y="113962"/>
                </a:lnTo>
                <a:moveTo>
                  <a:pt x="1732877" y="539291"/>
                </a:moveTo>
                <a:lnTo>
                  <a:pt x="1875102" y="637985"/>
                </a:lnTo>
                <a:moveTo>
                  <a:pt x="2075540" y="319443"/>
                </a:moveTo>
                <a:lnTo>
                  <a:pt x="2087781" y="414571"/>
                </a:lnTo>
                <a:moveTo>
                  <a:pt x="1264349" y="746657"/>
                </a:moveTo>
                <a:lnTo>
                  <a:pt x="1293680" y="596094"/>
                </a:lnTo>
                <a:moveTo>
                  <a:pt x="1634626" y="541961"/>
                </a:moveTo>
                <a:lnTo>
                  <a:pt x="1732877" y="539291"/>
                </a:lnTo>
                <a:moveTo>
                  <a:pt x="1878296" y="1061844"/>
                </a:moveTo>
                <a:lnTo>
                  <a:pt x="1951318" y="1117356"/>
                </a:lnTo>
                <a:moveTo>
                  <a:pt x="1951318" y="1117356"/>
                </a:moveTo>
                <a:lnTo>
                  <a:pt x="2066595" y="1062197"/>
                </a:lnTo>
                <a:moveTo>
                  <a:pt x="1293680" y="596094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735368" y="412095"/>
                </a:lnTo>
                <a:moveTo>
                  <a:pt x="746300" y="683001"/>
                </a:moveTo>
                <a:lnTo>
                  <a:pt x="723366" y="738185"/>
                </a:lnTo>
                <a:moveTo>
                  <a:pt x="1667892" y="899334"/>
                </a:moveTo>
                <a:lnTo>
                  <a:pt x="1654153" y="837271"/>
                </a:lnTo>
                <a:moveTo>
                  <a:pt x="1400740" y="807894"/>
                </a:moveTo>
                <a:lnTo>
                  <a:pt x="1514812" y="840269"/>
                </a:lnTo>
                <a:moveTo>
                  <a:pt x="2016488" y="720102"/>
                </a:moveTo>
                <a:lnTo>
                  <a:pt x="2078485" y="636903"/>
                </a:lnTo>
                <a:moveTo>
                  <a:pt x="2097209" y="861673"/>
                </a:moveTo>
                <a:lnTo>
                  <a:pt x="2095200" y="1027406"/>
                </a:lnTo>
                <a:moveTo>
                  <a:pt x="1732877" y="539291"/>
                </a:moveTo>
                <a:lnTo>
                  <a:pt x="1753017" y="651211"/>
                </a:lnTo>
                <a:moveTo>
                  <a:pt x="1836805" y="509861"/>
                </a:moveTo>
                <a:lnTo>
                  <a:pt x="1855218" y="513820"/>
                </a:lnTo>
                <a:moveTo>
                  <a:pt x="607536" y="477290"/>
                </a:moveTo>
                <a:lnTo>
                  <a:pt x="736932" y="550456"/>
                </a:lnTo>
                <a:moveTo>
                  <a:pt x="1853875" y="504571"/>
                </a:moveTo>
                <a:lnTo>
                  <a:pt x="1836805" y="509861"/>
                </a:lnTo>
                <a:moveTo>
                  <a:pt x="746300" y="683001"/>
                </a:moveTo>
                <a:lnTo>
                  <a:pt x="764979" y="756375"/>
                </a:lnTo>
                <a:moveTo>
                  <a:pt x="1836805" y="509861"/>
                </a:moveTo>
                <a:lnTo>
                  <a:pt x="1875102" y="637985"/>
                </a:lnTo>
                <a:moveTo>
                  <a:pt x="1514812" y="840269"/>
                </a:moveTo>
                <a:lnTo>
                  <a:pt x="1531585" y="840944"/>
                </a:lnTo>
                <a:moveTo>
                  <a:pt x="1811547" y="240231"/>
                </a:moveTo>
                <a:lnTo>
                  <a:pt x="1821074" y="233074"/>
                </a:lnTo>
                <a:moveTo>
                  <a:pt x="1853875" y="504571"/>
                </a:moveTo>
                <a:lnTo>
                  <a:pt x="1855218" y="513820"/>
                </a:lnTo>
                <a:moveTo>
                  <a:pt x="1855218" y="513820"/>
                </a:moveTo>
                <a:lnTo>
                  <a:pt x="1875102" y="637985"/>
                </a:lnTo>
                <a:moveTo>
                  <a:pt x="1037642" y="522873"/>
                </a:moveTo>
                <a:lnTo>
                  <a:pt x="1117624" y="591578"/>
                </a:lnTo>
                <a:moveTo>
                  <a:pt x="2100035" y="747353"/>
                </a:moveTo>
                <a:lnTo>
                  <a:pt x="2097209" y="861673"/>
                </a:lnTo>
                <a:moveTo>
                  <a:pt x="759619" y="689950"/>
                </a:moveTo>
                <a:lnTo>
                  <a:pt x="764979" y="756375"/>
                </a:lnTo>
                <a:moveTo>
                  <a:pt x="2075540" y="319443"/>
                </a:moveTo>
                <a:lnTo>
                  <a:pt x="2059275" y="474540"/>
                </a:lnTo>
                <a:moveTo>
                  <a:pt x="1245867" y="618476"/>
                </a:moveTo>
                <a:lnTo>
                  <a:pt x="1362894" y="562384"/>
                </a:lnTo>
                <a:moveTo>
                  <a:pt x="1482543" y="531320"/>
                </a:moveTo>
                <a:lnTo>
                  <a:pt x="1609386" y="539919"/>
                </a:lnTo>
                <a:moveTo>
                  <a:pt x="839191" y="431518"/>
                </a:moveTo>
                <a:lnTo>
                  <a:pt x="980222" y="506610"/>
                </a:lnTo>
                <a:moveTo>
                  <a:pt x="2059275" y="474540"/>
                </a:moveTo>
                <a:lnTo>
                  <a:pt x="2111263" y="544027"/>
                </a:lnTo>
                <a:moveTo>
                  <a:pt x="2059275" y="474540"/>
                </a:moveTo>
                <a:lnTo>
                  <a:pt x="2117951" y="585421"/>
                </a:lnTo>
                <a:moveTo>
                  <a:pt x="2039941" y="113962"/>
                </a:moveTo>
                <a:lnTo>
                  <a:pt x="2053537" y="170690"/>
                </a:lnTo>
                <a:moveTo>
                  <a:pt x="1534511" y="854690"/>
                </a:moveTo>
                <a:lnTo>
                  <a:pt x="1531585" y="840944"/>
                </a:lnTo>
                <a:moveTo>
                  <a:pt x="1362894" y="562384"/>
                </a:moveTo>
                <a:lnTo>
                  <a:pt x="1482543" y="531320"/>
                </a:lnTo>
                <a:moveTo>
                  <a:pt x="1132730" y="674858"/>
                </a:moveTo>
                <a:lnTo>
                  <a:pt x="1139543" y="749288"/>
                </a:lnTo>
                <a:moveTo>
                  <a:pt x="1974984" y="472058"/>
                </a:moveTo>
                <a:lnTo>
                  <a:pt x="2059275" y="474540"/>
                </a:lnTo>
                <a:moveTo>
                  <a:pt x="1117624" y="591578"/>
                </a:moveTo>
                <a:lnTo>
                  <a:pt x="1245867" y="618476"/>
                </a:lnTo>
                <a:moveTo>
                  <a:pt x="1132730" y="674858"/>
                </a:moveTo>
                <a:lnTo>
                  <a:pt x="1264349" y="746657"/>
                </a:lnTo>
                <a:moveTo>
                  <a:pt x="1609386" y="539919"/>
                </a:moveTo>
                <a:lnTo>
                  <a:pt x="1634626" y="541961"/>
                </a:lnTo>
                <a:moveTo>
                  <a:pt x="1514812" y="840269"/>
                </a:moveTo>
                <a:lnTo>
                  <a:pt x="1534511" y="854690"/>
                </a:lnTo>
                <a:moveTo>
                  <a:pt x="976630" y="504964"/>
                </a:moveTo>
                <a:lnTo>
                  <a:pt x="980222" y="506610"/>
                </a:lnTo>
                <a:moveTo>
                  <a:pt x="1245867" y="618476"/>
                </a:moveTo>
                <a:lnTo>
                  <a:pt x="1293680" y="596094"/>
                </a:lnTo>
                <a:moveTo>
                  <a:pt x="1852383" y="1014416"/>
                </a:moveTo>
                <a:lnTo>
                  <a:pt x="1841441" y="953824"/>
                </a:lnTo>
                <a:moveTo>
                  <a:pt x="764979" y="756375"/>
                </a:moveTo>
                <a:lnTo>
                  <a:pt x="890318" y="719806"/>
                </a:lnTo>
                <a:moveTo>
                  <a:pt x="1020345" y="782833"/>
                </a:moveTo>
                <a:lnTo>
                  <a:pt x="1132730" y="674858"/>
                </a:lnTo>
                <a:moveTo>
                  <a:pt x="1179396" y="614238"/>
                </a:moveTo>
                <a:lnTo>
                  <a:pt x="1245867" y="618476"/>
                </a:lnTo>
                <a:moveTo>
                  <a:pt x="1753017" y="651211"/>
                </a:moveTo>
                <a:lnTo>
                  <a:pt x="1875102" y="637985"/>
                </a:lnTo>
                <a:moveTo>
                  <a:pt x="1853875" y="504571"/>
                </a:moveTo>
                <a:lnTo>
                  <a:pt x="1974984" y="472058"/>
                </a:lnTo>
                <a:moveTo>
                  <a:pt x="980222" y="506610"/>
                </a:moveTo>
                <a:lnTo>
                  <a:pt x="1037642" y="522873"/>
                </a:lnTo>
                <a:moveTo>
                  <a:pt x="1709628" y="643925"/>
                </a:moveTo>
                <a:lnTo>
                  <a:pt x="1732877" y="539291"/>
                </a:lnTo>
                <a:moveTo>
                  <a:pt x="1531585" y="840944"/>
                </a:moveTo>
                <a:lnTo>
                  <a:pt x="1667892" y="899334"/>
                </a:lnTo>
                <a:moveTo>
                  <a:pt x="2071778" y="289479"/>
                </a:moveTo>
                <a:lnTo>
                  <a:pt x="2084714" y="191216"/>
                </a:lnTo>
                <a:moveTo>
                  <a:pt x="1667892" y="899334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10004" y="536934"/>
                </a:lnTo>
                <a:moveTo>
                  <a:pt x="1293680" y="596094"/>
                </a:moveTo>
                <a:lnTo>
                  <a:pt x="1362894" y="562384"/>
                </a:lnTo>
                <a:moveTo>
                  <a:pt x="1811547" y="240231"/>
                </a:moveTo>
                <a:lnTo>
                  <a:pt x="1831763" y="353667"/>
                </a:lnTo>
                <a:moveTo>
                  <a:pt x="1610004" y="536934"/>
                </a:moveTo>
                <a:lnTo>
                  <a:pt x="1634626" y="541961"/>
                </a:lnTo>
                <a:moveTo>
                  <a:pt x="1284633" y="762944"/>
                </a:moveTo>
                <a:lnTo>
                  <a:pt x="1408225" y="828960"/>
                </a:lnTo>
                <a:moveTo>
                  <a:pt x="839191" y="431518"/>
                </a:moveTo>
                <a:lnTo>
                  <a:pt x="857872" y="514607"/>
                </a:lnTo>
                <a:moveTo>
                  <a:pt x="716819" y="439070"/>
                </a:moveTo>
                <a:lnTo>
                  <a:pt x="736932" y="550456"/>
                </a:lnTo>
                <a:moveTo>
                  <a:pt x="1014949" y="716213"/>
                </a:moveTo>
                <a:lnTo>
                  <a:pt x="1020345" y="782833"/>
                </a:lnTo>
                <a:moveTo>
                  <a:pt x="2111263" y="544027"/>
                </a:moveTo>
                <a:lnTo>
                  <a:pt x="2117951" y="585421"/>
                </a:lnTo>
                <a:moveTo>
                  <a:pt x="1267004" y="714200"/>
                </a:moveTo>
                <a:lnTo>
                  <a:pt x="1284633" y="762944"/>
                </a:lnTo>
                <a:moveTo>
                  <a:pt x="1855218" y="513820"/>
                </a:moveTo>
                <a:lnTo>
                  <a:pt x="1980856" y="600862"/>
                </a:lnTo>
                <a:moveTo>
                  <a:pt x="1831763" y="353667"/>
                </a:moveTo>
                <a:lnTo>
                  <a:pt x="1853875" y="504571"/>
                </a:lnTo>
                <a:moveTo>
                  <a:pt x="1974984" y="472058"/>
                </a:moveTo>
                <a:lnTo>
                  <a:pt x="2075540" y="319443"/>
                </a:lnTo>
                <a:moveTo>
                  <a:pt x="1722288" y="921200"/>
                </a:moveTo>
                <a:lnTo>
                  <a:pt x="1796089" y="930268"/>
                </a:lnTo>
                <a:moveTo>
                  <a:pt x="2016488" y="720102"/>
                </a:moveTo>
                <a:lnTo>
                  <a:pt x="2100035" y="747353"/>
                </a:lnTo>
                <a:moveTo>
                  <a:pt x="1974984" y="472058"/>
                </a:moveTo>
                <a:lnTo>
                  <a:pt x="2111263" y="544027"/>
                </a:lnTo>
                <a:moveTo>
                  <a:pt x="2053537" y="170690"/>
                </a:moveTo>
                <a:lnTo>
                  <a:pt x="2084714" y="191216"/>
                </a:lnTo>
                <a:moveTo>
                  <a:pt x="1875102" y="637985"/>
                </a:moveTo>
                <a:lnTo>
                  <a:pt x="1980856" y="600862"/>
                </a:lnTo>
                <a:moveTo>
                  <a:pt x="1266808" y="723342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821074" y="233074"/>
                </a:lnTo>
                <a:moveTo>
                  <a:pt x="1534511" y="854690"/>
                </a:moveTo>
                <a:lnTo>
                  <a:pt x="1667892" y="899334"/>
                </a:lnTo>
                <a:moveTo>
                  <a:pt x="736932" y="550456"/>
                </a:moveTo>
                <a:lnTo>
                  <a:pt x="660810" y="582703"/>
                </a:lnTo>
                <a:moveTo>
                  <a:pt x="1117624" y="591578"/>
                </a:moveTo>
                <a:lnTo>
                  <a:pt x="1179396" y="614238"/>
                </a:lnTo>
                <a:moveTo>
                  <a:pt x="2071422" y="979639"/>
                </a:moveTo>
                <a:lnTo>
                  <a:pt x="2095200" y="1027406"/>
                </a:lnTo>
                <a:moveTo>
                  <a:pt x="1875102" y="637985"/>
                </a:moveTo>
                <a:lnTo>
                  <a:pt x="1895360" y="752250"/>
                </a:lnTo>
                <a:moveTo>
                  <a:pt x="1132730" y="674858"/>
                </a:moveTo>
                <a:lnTo>
                  <a:pt x="1245867" y="618476"/>
                </a:lnTo>
                <a:moveTo>
                  <a:pt x="2060100" y="989514"/>
                </a:moveTo>
                <a:lnTo>
                  <a:pt x="2095200" y="1027406"/>
                </a:lnTo>
                <a:moveTo>
                  <a:pt x="2111263" y="544027"/>
                </a:moveTo>
                <a:lnTo>
                  <a:pt x="2128242" y="577461"/>
                </a:lnTo>
                <a:moveTo>
                  <a:pt x="660810" y="582703"/>
                </a:moveTo>
                <a:lnTo>
                  <a:pt x="746300" y="683001"/>
                </a:lnTo>
                <a:moveTo>
                  <a:pt x="2071778" y="289479"/>
                </a:moveTo>
                <a:lnTo>
                  <a:pt x="2075540" y="319443"/>
                </a:lnTo>
                <a:moveTo>
                  <a:pt x="2117951" y="585421"/>
                </a:moveTo>
                <a:lnTo>
                  <a:pt x="2128242" y="577461"/>
                </a:lnTo>
                <a:moveTo>
                  <a:pt x="1366044" y="567528"/>
                </a:moveTo>
                <a:lnTo>
                  <a:pt x="1482543" y="531320"/>
                </a:lnTo>
                <a:moveTo>
                  <a:pt x="1408225" y="828960"/>
                </a:moveTo>
                <a:lnTo>
                  <a:pt x="1400740" y="807894"/>
                </a:lnTo>
                <a:moveTo>
                  <a:pt x="1821074" y="233074"/>
                </a:moveTo>
                <a:lnTo>
                  <a:pt x="1939357" y="328165"/>
                </a:lnTo>
                <a:moveTo>
                  <a:pt x="1855218" y="513820"/>
                </a:moveTo>
                <a:lnTo>
                  <a:pt x="1995429" y="590004"/>
                </a:lnTo>
                <a:moveTo>
                  <a:pt x="980222" y="506610"/>
                </a:moveTo>
                <a:lnTo>
                  <a:pt x="1117624" y="591578"/>
                </a:lnTo>
                <a:moveTo>
                  <a:pt x="1865847" y="112094"/>
                </a:moveTo>
                <a:lnTo>
                  <a:pt x="1930549" y="166062"/>
                </a:lnTo>
                <a:moveTo>
                  <a:pt x="1853875" y="504571"/>
                </a:moveTo>
                <a:lnTo>
                  <a:pt x="1995429" y="590004"/>
                </a:lnTo>
                <a:moveTo>
                  <a:pt x="1634626" y="541961"/>
                </a:moveTo>
                <a:lnTo>
                  <a:pt x="1709628" y="643925"/>
                </a:lnTo>
                <a:moveTo>
                  <a:pt x="1821074" y="233074"/>
                </a:moveTo>
                <a:lnTo>
                  <a:pt x="1953011" y="323883"/>
                </a:lnTo>
                <a:moveTo>
                  <a:pt x="1831763" y="353667"/>
                </a:moveTo>
                <a:lnTo>
                  <a:pt x="1974984" y="472058"/>
                </a:lnTo>
                <a:moveTo>
                  <a:pt x="660810" y="582703"/>
                </a:moveTo>
                <a:lnTo>
                  <a:pt x="757765" y="676075"/>
                </a:lnTo>
                <a:moveTo>
                  <a:pt x="1911439" y="74506"/>
                </a:moveTo>
                <a:lnTo>
                  <a:pt x="2053537" y="170690"/>
                </a:lnTo>
                <a:moveTo>
                  <a:pt x="1996654" y="319068"/>
                </a:moveTo>
                <a:lnTo>
                  <a:pt x="2075540" y="319443"/>
                </a:lnTo>
                <a:moveTo>
                  <a:pt x="2121921" y="602785"/>
                </a:moveTo>
                <a:lnTo>
                  <a:pt x="2117951" y="585421"/>
                </a:lnTo>
                <a:moveTo>
                  <a:pt x="2060100" y="989514"/>
                </a:moveTo>
                <a:lnTo>
                  <a:pt x="2066595" y="1062197"/>
                </a:lnTo>
                <a:moveTo>
                  <a:pt x="1362894" y="562384"/>
                </a:moveTo>
                <a:lnTo>
                  <a:pt x="1366044" y="567528"/>
                </a:lnTo>
                <a:moveTo>
                  <a:pt x="716819" y="439070"/>
                </a:moveTo>
                <a:lnTo>
                  <a:pt x="857872" y="514607"/>
                </a:lnTo>
                <a:moveTo>
                  <a:pt x="1753017" y="651211"/>
                </a:moveTo>
                <a:lnTo>
                  <a:pt x="1895360" y="752250"/>
                </a:lnTo>
                <a:moveTo>
                  <a:pt x="1852383" y="1014416"/>
                </a:moveTo>
                <a:lnTo>
                  <a:pt x="1878296" y="1061844"/>
                </a:lnTo>
                <a:moveTo>
                  <a:pt x="1807014" y="975626"/>
                </a:moveTo>
                <a:lnTo>
                  <a:pt x="1796089" y="930268"/>
                </a:lnTo>
                <a:moveTo>
                  <a:pt x="1875102" y="637985"/>
                </a:moveTo>
                <a:lnTo>
                  <a:pt x="2016488" y="720102"/>
                </a:lnTo>
                <a:moveTo>
                  <a:pt x="1974984" y="472058"/>
                </a:moveTo>
                <a:lnTo>
                  <a:pt x="1996654" y="319068"/>
                </a:lnTo>
                <a:moveTo>
                  <a:pt x="2111263" y="544027"/>
                </a:moveTo>
                <a:lnTo>
                  <a:pt x="2117146" y="569518"/>
                </a:lnTo>
                <a:moveTo>
                  <a:pt x="1408225" y="828960"/>
                </a:moveTo>
                <a:lnTo>
                  <a:pt x="1514812" y="840269"/>
                </a:lnTo>
                <a:moveTo>
                  <a:pt x="1939357" y="328165"/>
                </a:moveTo>
                <a:lnTo>
                  <a:pt x="1974984" y="472058"/>
                </a:lnTo>
                <a:moveTo>
                  <a:pt x="1709628" y="643925"/>
                </a:moveTo>
                <a:lnTo>
                  <a:pt x="1753017" y="651211"/>
                </a:lnTo>
                <a:moveTo>
                  <a:pt x="1953887" y="330229"/>
                </a:moveTo>
                <a:lnTo>
                  <a:pt x="1974984" y="472058"/>
                </a:lnTo>
                <a:moveTo>
                  <a:pt x="1753017" y="651211"/>
                </a:moveTo>
                <a:lnTo>
                  <a:pt x="1773434" y="768605"/>
                </a:lnTo>
                <a:moveTo>
                  <a:pt x="2121921" y="602785"/>
                </a:moveTo>
                <a:lnTo>
                  <a:pt x="2128242" y="577461"/>
                </a:lnTo>
                <a:moveTo>
                  <a:pt x="1667892" y="899334"/>
                </a:moveTo>
                <a:lnTo>
                  <a:pt x="1722288" y="921200"/>
                </a:lnTo>
                <a:moveTo>
                  <a:pt x="1974984" y="472058"/>
                </a:moveTo>
                <a:lnTo>
                  <a:pt x="2117146" y="569518"/>
                </a:lnTo>
                <a:moveTo>
                  <a:pt x="1293680" y="596094"/>
                </a:moveTo>
                <a:lnTo>
                  <a:pt x="1366044" y="567528"/>
                </a:lnTo>
                <a:moveTo>
                  <a:pt x="1408225" y="828960"/>
                </a:moveTo>
                <a:lnTo>
                  <a:pt x="1534511" y="854690"/>
                </a:lnTo>
                <a:moveTo>
                  <a:pt x="1610004" y="536934"/>
                </a:moveTo>
                <a:lnTo>
                  <a:pt x="1709628" y="643925"/>
                </a:lnTo>
                <a:moveTo>
                  <a:pt x="1974984" y="472058"/>
                </a:moveTo>
                <a:lnTo>
                  <a:pt x="1995429" y="590004"/>
                </a:lnTo>
                <a:moveTo>
                  <a:pt x="1132730" y="674858"/>
                </a:moveTo>
                <a:lnTo>
                  <a:pt x="1179396" y="614238"/>
                </a:lnTo>
                <a:moveTo>
                  <a:pt x="1117624" y="591578"/>
                </a:moveTo>
                <a:lnTo>
                  <a:pt x="1122515" y="606663"/>
                </a:lnTo>
                <a:moveTo>
                  <a:pt x="1996654" y="319068"/>
                </a:moveTo>
                <a:lnTo>
                  <a:pt x="2071778" y="289479"/>
                </a:lnTo>
                <a:moveTo>
                  <a:pt x="2053537" y="170690"/>
                </a:moveTo>
                <a:lnTo>
                  <a:pt x="2071778" y="289479"/>
                </a:lnTo>
                <a:moveTo>
                  <a:pt x="1796089" y="930268"/>
                </a:moveTo>
                <a:lnTo>
                  <a:pt x="1852383" y="1014416"/>
                </a:lnTo>
                <a:moveTo>
                  <a:pt x="1951318" y="1117356"/>
                </a:moveTo>
                <a:lnTo>
                  <a:pt x="2060100" y="989514"/>
                </a:lnTo>
                <a:moveTo>
                  <a:pt x="2117146" y="569518"/>
                </a:moveTo>
                <a:lnTo>
                  <a:pt x="2128242" y="577461"/>
                </a:lnTo>
                <a:moveTo>
                  <a:pt x="1831763" y="353667"/>
                </a:moveTo>
                <a:lnTo>
                  <a:pt x="1939357" y="328165"/>
                </a:lnTo>
                <a:moveTo>
                  <a:pt x="1482543" y="531320"/>
                </a:moveTo>
                <a:lnTo>
                  <a:pt x="1486789" y="527812"/>
                </a:lnTo>
                <a:moveTo>
                  <a:pt x="2016488" y="720102"/>
                </a:moveTo>
                <a:lnTo>
                  <a:pt x="2097209" y="861673"/>
                </a:lnTo>
                <a:moveTo>
                  <a:pt x="1852383" y="1014416"/>
                </a:moveTo>
                <a:lnTo>
                  <a:pt x="1951318" y="1117356"/>
                </a:lnTo>
                <a:moveTo>
                  <a:pt x="1122515" y="606663"/>
                </a:moveTo>
                <a:lnTo>
                  <a:pt x="1179396" y="614238"/>
                </a:lnTo>
                <a:moveTo>
                  <a:pt x="1980856" y="600862"/>
                </a:moveTo>
                <a:lnTo>
                  <a:pt x="2002250" y="633724"/>
                </a:lnTo>
                <a:moveTo>
                  <a:pt x="2053537" y="170690"/>
                </a:moveTo>
                <a:lnTo>
                  <a:pt x="1996654" y="319068"/>
                </a:lnTo>
                <a:moveTo>
                  <a:pt x="1293680" y="596094"/>
                </a:moveTo>
                <a:lnTo>
                  <a:pt x="1267004" y="714200"/>
                </a:lnTo>
                <a:moveTo>
                  <a:pt x="1995429" y="590004"/>
                </a:moveTo>
                <a:lnTo>
                  <a:pt x="1980856" y="600862"/>
                </a:lnTo>
                <a:moveTo>
                  <a:pt x="1486789" y="527812"/>
                </a:moveTo>
                <a:lnTo>
                  <a:pt x="1609386" y="539919"/>
                </a:lnTo>
                <a:moveTo>
                  <a:pt x="2117146" y="569518"/>
                </a:moveTo>
                <a:lnTo>
                  <a:pt x="2121921" y="602785"/>
                </a:lnTo>
                <a:moveTo>
                  <a:pt x="2002250" y="633724"/>
                </a:moveTo>
                <a:lnTo>
                  <a:pt x="2121921" y="602785"/>
                </a:lnTo>
                <a:moveTo>
                  <a:pt x="1953887" y="330229"/>
                </a:moveTo>
                <a:lnTo>
                  <a:pt x="1996654" y="319068"/>
                </a:lnTo>
                <a:moveTo>
                  <a:pt x="1773434" y="768605"/>
                </a:moveTo>
                <a:lnTo>
                  <a:pt x="1895360" y="752250"/>
                </a:lnTo>
                <a:moveTo>
                  <a:pt x="736932" y="550456"/>
                </a:moveTo>
                <a:lnTo>
                  <a:pt x="757765" y="676075"/>
                </a:lnTo>
                <a:moveTo>
                  <a:pt x="746300" y="683001"/>
                </a:moveTo>
                <a:lnTo>
                  <a:pt x="759619" y="689950"/>
                </a:lnTo>
                <a:moveTo>
                  <a:pt x="1953011" y="323883"/>
                </a:moveTo>
                <a:lnTo>
                  <a:pt x="1996654" y="319068"/>
                </a:lnTo>
                <a:moveTo>
                  <a:pt x="1667892" y="899334"/>
                </a:moveTo>
                <a:lnTo>
                  <a:pt x="1794384" y="896558"/>
                </a:lnTo>
                <a:moveTo>
                  <a:pt x="1939357" y="328165"/>
                </a:moveTo>
                <a:lnTo>
                  <a:pt x="1953887" y="330229"/>
                </a:lnTo>
                <a:moveTo>
                  <a:pt x="1953011" y="323883"/>
                </a:moveTo>
                <a:lnTo>
                  <a:pt x="2053537" y="170690"/>
                </a:lnTo>
                <a:moveTo>
                  <a:pt x="2097209" y="861673"/>
                </a:moveTo>
                <a:lnTo>
                  <a:pt x="2071422" y="979639"/>
                </a:lnTo>
                <a:moveTo>
                  <a:pt x="1953011" y="323883"/>
                </a:moveTo>
                <a:lnTo>
                  <a:pt x="1939357" y="328165"/>
                </a:lnTo>
                <a:moveTo>
                  <a:pt x="2037424" y="847770"/>
                </a:moveTo>
                <a:lnTo>
                  <a:pt x="2097209" y="861673"/>
                </a:lnTo>
                <a:moveTo>
                  <a:pt x="1943721" y="1038601"/>
                </a:moveTo>
                <a:lnTo>
                  <a:pt x="1951318" y="1117356"/>
                </a:lnTo>
                <a:moveTo>
                  <a:pt x="1980856" y="600862"/>
                </a:moveTo>
                <a:lnTo>
                  <a:pt x="2016488" y="720102"/>
                </a:lnTo>
                <a:moveTo>
                  <a:pt x="1953011" y="323883"/>
                </a:moveTo>
                <a:lnTo>
                  <a:pt x="1953887" y="330229"/>
                </a:lnTo>
                <a:moveTo>
                  <a:pt x="980222" y="506610"/>
                </a:moveTo>
                <a:lnTo>
                  <a:pt x="1122515" y="606663"/>
                </a:lnTo>
                <a:moveTo>
                  <a:pt x="757765" y="676075"/>
                </a:moveTo>
                <a:lnTo>
                  <a:pt x="746300" y="683001"/>
                </a:lnTo>
                <a:moveTo>
                  <a:pt x="2002250" y="633724"/>
                </a:moveTo>
                <a:lnTo>
                  <a:pt x="2117146" y="569518"/>
                </a:lnTo>
                <a:moveTo>
                  <a:pt x="1895360" y="752250"/>
                </a:moveTo>
                <a:lnTo>
                  <a:pt x="2016488" y="720102"/>
                </a:lnTo>
                <a:moveTo>
                  <a:pt x="2016488" y="720102"/>
                </a:moveTo>
                <a:lnTo>
                  <a:pt x="2121921" y="602785"/>
                </a:lnTo>
                <a:moveTo>
                  <a:pt x="1930549" y="166062"/>
                </a:moveTo>
                <a:lnTo>
                  <a:pt x="1821074" y="233074"/>
                </a:lnTo>
                <a:moveTo>
                  <a:pt x="757765" y="676075"/>
                </a:moveTo>
                <a:lnTo>
                  <a:pt x="759619" y="689950"/>
                </a:lnTo>
                <a:moveTo>
                  <a:pt x="1995429" y="590004"/>
                </a:moveTo>
                <a:lnTo>
                  <a:pt x="2117146" y="569518"/>
                </a:lnTo>
                <a:moveTo>
                  <a:pt x="857872" y="514607"/>
                </a:moveTo>
                <a:lnTo>
                  <a:pt x="980222" y="506610"/>
                </a:lnTo>
                <a:moveTo>
                  <a:pt x="736932" y="550456"/>
                </a:moveTo>
                <a:lnTo>
                  <a:pt x="857872" y="514607"/>
                </a:lnTo>
                <a:moveTo>
                  <a:pt x="1995429" y="590004"/>
                </a:moveTo>
                <a:lnTo>
                  <a:pt x="2002250" y="633724"/>
                </a:lnTo>
                <a:moveTo>
                  <a:pt x="1794384" y="896558"/>
                </a:moveTo>
                <a:lnTo>
                  <a:pt x="1722288" y="921200"/>
                </a:lnTo>
                <a:moveTo>
                  <a:pt x="1722288" y="921200"/>
                </a:moveTo>
                <a:lnTo>
                  <a:pt x="1807014" y="975626"/>
                </a:lnTo>
                <a:moveTo>
                  <a:pt x="1486789" y="527812"/>
                </a:moveTo>
                <a:lnTo>
                  <a:pt x="1610004" y="536934"/>
                </a:lnTo>
                <a:moveTo>
                  <a:pt x="1122515" y="606663"/>
                </a:moveTo>
                <a:lnTo>
                  <a:pt x="1132730" y="674858"/>
                </a:lnTo>
                <a:moveTo>
                  <a:pt x="759619" y="689950"/>
                </a:moveTo>
                <a:lnTo>
                  <a:pt x="890318" y="719806"/>
                </a:lnTo>
                <a:moveTo>
                  <a:pt x="2002250" y="633724"/>
                </a:moveTo>
                <a:lnTo>
                  <a:pt x="2016488" y="720102"/>
                </a:lnTo>
                <a:moveTo>
                  <a:pt x="1911439" y="74506"/>
                </a:moveTo>
                <a:lnTo>
                  <a:pt x="1930549" y="166062"/>
                </a:lnTo>
                <a:moveTo>
                  <a:pt x="1895360" y="752250"/>
                </a:moveTo>
                <a:lnTo>
                  <a:pt x="2037424" y="847770"/>
                </a:lnTo>
                <a:moveTo>
                  <a:pt x="1014949" y="716213"/>
                </a:moveTo>
                <a:lnTo>
                  <a:pt x="1132730" y="674858"/>
                </a:lnTo>
                <a:moveTo>
                  <a:pt x="1773434" y="768605"/>
                </a:moveTo>
                <a:lnTo>
                  <a:pt x="1794384" y="896558"/>
                </a:lnTo>
                <a:moveTo>
                  <a:pt x="1702226" y="758971"/>
                </a:moveTo>
                <a:lnTo>
                  <a:pt x="1753017" y="651211"/>
                </a:lnTo>
                <a:moveTo>
                  <a:pt x="1014949" y="716213"/>
                </a:moveTo>
                <a:lnTo>
                  <a:pt x="1122515" y="606663"/>
                </a:lnTo>
                <a:moveTo>
                  <a:pt x="1534511" y="854690"/>
                </a:moveTo>
                <a:lnTo>
                  <a:pt x="1658193" y="808989"/>
                </a:lnTo>
                <a:moveTo>
                  <a:pt x="1667892" y="899334"/>
                </a:moveTo>
                <a:lnTo>
                  <a:pt x="1702226" y="758971"/>
                </a:lnTo>
                <a:moveTo>
                  <a:pt x="890318" y="719806"/>
                </a:moveTo>
                <a:lnTo>
                  <a:pt x="1014949" y="716213"/>
                </a:lnTo>
                <a:moveTo>
                  <a:pt x="1794384" y="896558"/>
                </a:moveTo>
                <a:lnTo>
                  <a:pt x="1807014" y="975626"/>
                </a:lnTo>
                <a:moveTo>
                  <a:pt x="1895360" y="752250"/>
                </a:moveTo>
                <a:lnTo>
                  <a:pt x="1915348" y="861173"/>
                </a:lnTo>
                <a:moveTo>
                  <a:pt x="1293680" y="596094"/>
                </a:moveTo>
                <a:lnTo>
                  <a:pt x="1385754" y="670957"/>
                </a:lnTo>
                <a:moveTo>
                  <a:pt x="2016488" y="720102"/>
                </a:moveTo>
                <a:lnTo>
                  <a:pt x="2037424" y="847770"/>
                </a:lnTo>
                <a:moveTo>
                  <a:pt x="1266808" y="723342"/>
                </a:moveTo>
                <a:lnTo>
                  <a:pt x="1408225" y="828960"/>
                </a:lnTo>
                <a:moveTo>
                  <a:pt x="1366044" y="567528"/>
                </a:moveTo>
                <a:lnTo>
                  <a:pt x="1486789" y="527812"/>
                </a:lnTo>
                <a:moveTo>
                  <a:pt x="1610004" y="536934"/>
                </a:moveTo>
                <a:lnTo>
                  <a:pt x="1628908" y="624421"/>
                </a:lnTo>
                <a:moveTo>
                  <a:pt x="1266808" y="723342"/>
                </a:moveTo>
                <a:lnTo>
                  <a:pt x="1267004" y="714200"/>
                </a:lnTo>
                <a:moveTo>
                  <a:pt x="1773434" y="768605"/>
                </a:moveTo>
                <a:lnTo>
                  <a:pt x="1915348" y="861173"/>
                </a:lnTo>
                <a:moveTo>
                  <a:pt x="1930549" y="166062"/>
                </a:moveTo>
                <a:lnTo>
                  <a:pt x="2053537" y="170690"/>
                </a:lnTo>
                <a:moveTo>
                  <a:pt x="2037424" y="847770"/>
                </a:moveTo>
                <a:lnTo>
                  <a:pt x="2071422" y="979639"/>
                </a:lnTo>
                <a:moveTo>
                  <a:pt x="1709628" y="643925"/>
                </a:moveTo>
                <a:lnTo>
                  <a:pt x="1702226" y="758971"/>
                </a:lnTo>
                <a:moveTo>
                  <a:pt x="1658193" y="808989"/>
                </a:moveTo>
                <a:lnTo>
                  <a:pt x="1667892" y="899334"/>
                </a:lnTo>
                <a:moveTo>
                  <a:pt x="1807014" y="975626"/>
                </a:moveTo>
                <a:lnTo>
                  <a:pt x="1852383" y="1014416"/>
                </a:lnTo>
                <a:moveTo>
                  <a:pt x="1930549" y="166062"/>
                </a:moveTo>
                <a:lnTo>
                  <a:pt x="1953011" y="323883"/>
                </a:lnTo>
                <a:moveTo>
                  <a:pt x="2060100" y="989514"/>
                </a:moveTo>
                <a:lnTo>
                  <a:pt x="2071422" y="979639"/>
                </a:lnTo>
                <a:moveTo>
                  <a:pt x="1702226" y="758971"/>
                </a:moveTo>
                <a:lnTo>
                  <a:pt x="1773434" y="768605"/>
                </a:lnTo>
                <a:moveTo>
                  <a:pt x="2058496" y="978113"/>
                </a:moveTo>
                <a:lnTo>
                  <a:pt x="2071422" y="979639"/>
                </a:lnTo>
                <a:moveTo>
                  <a:pt x="1545842" y="880280"/>
                </a:moveTo>
                <a:lnTo>
                  <a:pt x="1534511" y="854690"/>
                </a:lnTo>
                <a:moveTo>
                  <a:pt x="2037424" y="847770"/>
                </a:moveTo>
                <a:lnTo>
                  <a:pt x="2058496" y="978113"/>
                </a:lnTo>
                <a:moveTo>
                  <a:pt x="1794384" y="896558"/>
                </a:moveTo>
                <a:lnTo>
                  <a:pt x="1915348" y="861173"/>
                </a:lnTo>
                <a:moveTo>
                  <a:pt x="2058496" y="978113"/>
                </a:moveTo>
                <a:lnTo>
                  <a:pt x="2060100" y="989514"/>
                </a:lnTo>
                <a:moveTo>
                  <a:pt x="1702226" y="758971"/>
                </a:moveTo>
                <a:lnTo>
                  <a:pt x="1794384" y="896558"/>
                </a:lnTo>
                <a:moveTo>
                  <a:pt x="1366044" y="567528"/>
                </a:moveTo>
                <a:lnTo>
                  <a:pt x="1385754" y="670957"/>
                </a:lnTo>
                <a:moveTo>
                  <a:pt x="1915348" y="861173"/>
                </a:moveTo>
                <a:lnTo>
                  <a:pt x="2037424" y="847770"/>
                </a:lnTo>
                <a:moveTo>
                  <a:pt x="1461106" y="911126"/>
                </a:moveTo>
                <a:lnTo>
                  <a:pt x="1534511" y="854690"/>
                </a:lnTo>
                <a:moveTo>
                  <a:pt x="736932" y="550456"/>
                </a:moveTo>
                <a:lnTo>
                  <a:pt x="877583" y="618048"/>
                </a:lnTo>
                <a:moveTo>
                  <a:pt x="1628908" y="624421"/>
                </a:moveTo>
                <a:lnTo>
                  <a:pt x="1709628" y="643925"/>
                </a:lnTo>
                <a:moveTo>
                  <a:pt x="1285600" y="831505"/>
                </a:moveTo>
                <a:lnTo>
                  <a:pt x="1408225" y="828960"/>
                </a:lnTo>
                <a:moveTo>
                  <a:pt x="980222" y="506610"/>
                </a:moveTo>
                <a:lnTo>
                  <a:pt x="999083" y="593243"/>
                </a:lnTo>
                <a:moveTo>
                  <a:pt x="1943721" y="1038601"/>
                </a:moveTo>
                <a:lnTo>
                  <a:pt x="2060100" y="989514"/>
                </a:lnTo>
                <a:moveTo>
                  <a:pt x="1915348" y="861173"/>
                </a:moveTo>
                <a:lnTo>
                  <a:pt x="2058496" y="978113"/>
                </a:lnTo>
                <a:moveTo>
                  <a:pt x="1943721" y="1038601"/>
                </a:moveTo>
                <a:lnTo>
                  <a:pt x="2058496" y="978113"/>
                </a:lnTo>
                <a:moveTo>
                  <a:pt x="759619" y="689950"/>
                </a:moveTo>
                <a:lnTo>
                  <a:pt x="877583" y="618048"/>
                </a:lnTo>
                <a:moveTo>
                  <a:pt x="1266808" y="723342"/>
                </a:moveTo>
                <a:lnTo>
                  <a:pt x="1285600" y="831505"/>
                </a:lnTo>
                <a:moveTo>
                  <a:pt x="1852383" y="1014416"/>
                </a:moveTo>
                <a:lnTo>
                  <a:pt x="1943721" y="1038601"/>
                </a:lnTo>
                <a:moveTo>
                  <a:pt x="1794384" y="896558"/>
                </a:moveTo>
                <a:lnTo>
                  <a:pt x="1935955" y="982322"/>
                </a:lnTo>
                <a:moveTo>
                  <a:pt x="1807014" y="975626"/>
                </a:moveTo>
                <a:lnTo>
                  <a:pt x="1935955" y="982322"/>
                </a:lnTo>
                <a:moveTo>
                  <a:pt x="1385754" y="670957"/>
                </a:moveTo>
                <a:lnTo>
                  <a:pt x="1267004" y="714200"/>
                </a:lnTo>
                <a:moveTo>
                  <a:pt x="757765" y="676075"/>
                </a:moveTo>
                <a:lnTo>
                  <a:pt x="877583" y="618048"/>
                </a:lnTo>
                <a:moveTo>
                  <a:pt x="1366044" y="567528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66808" y="723342"/>
                </a:lnTo>
                <a:moveTo>
                  <a:pt x="877583" y="618048"/>
                </a:moveTo>
                <a:lnTo>
                  <a:pt x="890318" y="719806"/>
                </a:lnTo>
                <a:moveTo>
                  <a:pt x="857872" y="514607"/>
                </a:moveTo>
                <a:lnTo>
                  <a:pt x="877583" y="618048"/>
                </a:lnTo>
                <a:moveTo>
                  <a:pt x="999083" y="593243"/>
                </a:moveTo>
                <a:lnTo>
                  <a:pt x="1122515" y="606663"/>
                </a:lnTo>
                <a:moveTo>
                  <a:pt x="890318" y="719806"/>
                </a:moveTo>
                <a:lnTo>
                  <a:pt x="999083" y="593243"/>
                </a:lnTo>
                <a:moveTo>
                  <a:pt x="1935955" y="982322"/>
                </a:moveTo>
                <a:lnTo>
                  <a:pt x="2058496" y="978113"/>
                </a:lnTo>
                <a:moveTo>
                  <a:pt x="999083" y="593243"/>
                </a:moveTo>
                <a:lnTo>
                  <a:pt x="1014949" y="716213"/>
                </a:lnTo>
                <a:moveTo>
                  <a:pt x="1935955" y="982322"/>
                </a:moveTo>
                <a:lnTo>
                  <a:pt x="1852383" y="1014416"/>
                </a:lnTo>
                <a:moveTo>
                  <a:pt x="857872" y="514607"/>
                </a:moveTo>
                <a:lnTo>
                  <a:pt x="999083" y="593243"/>
                </a:lnTo>
                <a:moveTo>
                  <a:pt x="1486789" y="527812"/>
                </a:moveTo>
                <a:lnTo>
                  <a:pt x="1628908" y="624421"/>
                </a:lnTo>
                <a:moveTo>
                  <a:pt x="1284730" y="814312"/>
                </a:moveTo>
                <a:lnTo>
                  <a:pt x="1267004" y="714200"/>
                </a:lnTo>
                <a:moveTo>
                  <a:pt x="1915348" y="861173"/>
                </a:moveTo>
                <a:lnTo>
                  <a:pt x="1935955" y="982322"/>
                </a:lnTo>
                <a:moveTo>
                  <a:pt x="1935955" y="982322"/>
                </a:moveTo>
                <a:lnTo>
                  <a:pt x="1943721" y="1038601"/>
                </a:lnTo>
                <a:moveTo>
                  <a:pt x="1266808" y="723342"/>
                </a:moveTo>
                <a:lnTo>
                  <a:pt x="1284730" y="814312"/>
                </a:lnTo>
                <a:moveTo>
                  <a:pt x="1658193" y="808989"/>
                </a:moveTo>
                <a:lnTo>
                  <a:pt x="1702226" y="758971"/>
                </a:lnTo>
                <a:moveTo>
                  <a:pt x="1628908" y="624421"/>
                </a:moveTo>
                <a:lnTo>
                  <a:pt x="1702226" y="758971"/>
                </a:lnTo>
                <a:moveTo>
                  <a:pt x="1408225" y="828960"/>
                </a:moveTo>
                <a:lnTo>
                  <a:pt x="1427252" y="918884"/>
                </a:lnTo>
                <a:moveTo>
                  <a:pt x="1408225" y="828960"/>
                </a:moveTo>
                <a:lnTo>
                  <a:pt x="1461106" y="911126"/>
                </a:lnTo>
                <a:moveTo>
                  <a:pt x="1486789" y="527812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85600" y="831505"/>
                </a:lnTo>
                <a:moveTo>
                  <a:pt x="1289942" y="850874"/>
                </a:moveTo>
                <a:lnTo>
                  <a:pt x="1285600" y="831505"/>
                </a:lnTo>
                <a:moveTo>
                  <a:pt x="1649566" y="746590"/>
                </a:moveTo>
                <a:lnTo>
                  <a:pt x="1702226" y="758971"/>
                </a:lnTo>
                <a:moveTo>
                  <a:pt x="1257972" y="829506"/>
                </a:moveTo>
                <a:lnTo>
                  <a:pt x="1289942" y="850874"/>
                </a:lnTo>
                <a:moveTo>
                  <a:pt x="1385754" y="670957"/>
                </a:moveTo>
                <a:lnTo>
                  <a:pt x="1506876" y="638699"/>
                </a:lnTo>
                <a:moveTo>
                  <a:pt x="1284730" y="814312"/>
                </a:moveTo>
                <a:lnTo>
                  <a:pt x="1385754" y="670957"/>
                </a:lnTo>
                <a:moveTo>
                  <a:pt x="1506876" y="638699"/>
                </a:moveTo>
                <a:lnTo>
                  <a:pt x="1628908" y="624421"/>
                </a:lnTo>
                <a:moveTo>
                  <a:pt x="1257972" y="829506"/>
                </a:moveTo>
                <a:lnTo>
                  <a:pt x="1284730" y="814312"/>
                </a:lnTo>
                <a:moveTo>
                  <a:pt x="1285600" y="831505"/>
                </a:moveTo>
                <a:lnTo>
                  <a:pt x="1427252" y="918884"/>
                </a:lnTo>
                <a:moveTo>
                  <a:pt x="1649566" y="746590"/>
                </a:moveTo>
                <a:lnTo>
                  <a:pt x="1658193" y="808989"/>
                </a:lnTo>
                <a:moveTo>
                  <a:pt x="1628908" y="624421"/>
                </a:moveTo>
                <a:lnTo>
                  <a:pt x="1649566" y="746590"/>
                </a:lnTo>
                <a:moveTo>
                  <a:pt x="877583" y="618048"/>
                </a:moveTo>
                <a:lnTo>
                  <a:pt x="999083" y="593243"/>
                </a:lnTo>
                <a:moveTo>
                  <a:pt x="1285600" y="831505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58193" y="808989"/>
                </a:lnTo>
                <a:moveTo>
                  <a:pt x="1284730" y="814312"/>
                </a:moveTo>
                <a:lnTo>
                  <a:pt x="1289942" y="850874"/>
                </a:lnTo>
                <a:moveTo>
                  <a:pt x="1506876" y="638699"/>
                </a:moveTo>
                <a:lnTo>
                  <a:pt x="1649566" y="746590"/>
                </a:lnTo>
                <a:moveTo>
                  <a:pt x="1385754" y="670957"/>
                </a:moveTo>
                <a:lnTo>
                  <a:pt x="1405767" y="780370"/>
                </a:lnTo>
                <a:moveTo>
                  <a:pt x="1385754" y="670957"/>
                </a:moveTo>
                <a:lnTo>
                  <a:pt x="1527291" y="756052"/>
                </a:lnTo>
                <a:moveTo>
                  <a:pt x="1289942" y="850874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49566" y="746590"/>
                </a:lnTo>
                <a:moveTo>
                  <a:pt x="1506876" y="638699"/>
                </a:moveTo>
                <a:lnTo>
                  <a:pt x="1527291" y="756052"/>
                </a:lnTo>
                <a:moveTo>
                  <a:pt x="1284730" y="814312"/>
                </a:moveTo>
                <a:lnTo>
                  <a:pt x="1405767" y="780370"/>
                </a:lnTo>
                <a:moveTo>
                  <a:pt x="1461106" y="911126"/>
                </a:moveTo>
                <a:lnTo>
                  <a:pt x="1545842" y="880280"/>
                </a:lnTo>
                <a:moveTo>
                  <a:pt x="1527291" y="756052"/>
                </a:moveTo>
                <a:lnTo>
                  <a:pt x="1649566" y="746590"/>
                </a:lnTo>
                <a:moveTo>
                  <a:pt x="1289942" y="850874"/>
                </a:moveTo>
                <a:lnTo>
                  <a:pt x="1426533" y="904676"/>
                </a:lnTo>
                <a:moveTo>
                  <a:pt x="1427252" y="918884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7252" y="918884"/>
                </a:lnTo>
                <a:moveTo>
                  <a:pt x="1527291" y="756052"/>
                </a:moveTo>
                <a:lnTo>
                  <a:pt x="1545842" y="880280"/>
                </a:lnTo>
                <a:moveTo>
                  <a:pt x="1428583" y="924515"/>
                </a:moveTo>
                <a:lnTo>
                  <a:pt x="1427252" y="918884"/>
                </a:lnTo>
                <a:moveTo>
                  <a:pt x="1428583" y="924515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8583" y="924515"/>
                </a:lnTo>
                <a:moveTo>
                  <a:pt x="1284730" y="814312"/>
                </a:moveTo>
                <a:lnTo>
                  <a:pt x="1426533" y="904676"/>
                </a:lnTo>
                <a:moveTo>
                  <a:pt x="1527291" y="756052"/>
                </a:moveTo>
                <a:lnTo>
                  <a:pt x="1461106" y="911126"/>
                </a:lnTo>
                <a:moveTo>
                  <a:pt x="1405767" y="780370"/>
                </a:moveTo>
                <a:lnTo>
                  <a:pt x="1527291" y="756052"/>
                </a:lnTo>
                <a:moveTo>
                  <a:pt x="1426533" y="904676"/>
                </a:moveTo>
                <a:lnTo>
                  <a:pt x="1461106" y="911126"/>
                </a:lnTo>
                <a:moveTo>
                  <a:pt x="1426533" y="904676"/>
                </a:moveTo>
                <a:lnTo>
                  <a:pt x="1412448" y="918851"/>
                </a:lnTo>
                <a:moveTo>
                  <a:pt x="1426533" y="904676"/>
                </a:moveTo>
                <a:lnTo>
                  <a:pt x="1428583" y="924515"/>
                </a:lnTo>
                <a:moveTo>
                  <a:pt x="1405767" y="780370"/>
                </a:moveTo>
                <a:lnTo>
                  <a:pt x="1426533" y="904676"/>
                </a:lnTo>
                <a:moveTo>
                  <a:pt x="1426533" y="904676"/>
                </a:moveTo>
                <a:lnTo>
                  <a:pt x="1527291" y="75605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754" name="9bjj_16_tuned_ReferenceLigand_0">
            <a:extLst>
              <a:ext uri="{FF2B5EF4-FFF2-40B4-BE49-F238E27FC236}">
                <a16:creationId xmlns:a16="http://schemas.microsoft.com/office/drawing/2014/main" id="{1A9DAD79-D9BB-4B0E-9B63-1CE850C2893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05" y="881423"/>
                </a:moveTo>
                <a:lnTo>
                  <a:pt x="2106792" y="9695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5" name="9bjj_16_tuned_ReferenceLigand_1">
            <a:extLst>
              <a:ext uri="{FF2B5EF4-FFF2-40B4-BE49-F238E27FC236}">
                <a16:creationId xmlns:a16="http://schemas.microsoft.com/office/drawing/2014/main" id="{B6541D78-5C03-4508-A40C-22A1B11C64A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63" y="435720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6" name="9bjj_16_tuned_ReferenceLigand_2">
            <a:extLst>
              <a:ext uri="{FF2B5EF4-FFF2-40B4-BE49-F238E27FC236}">
                <a16:creationId xmlns:a16="http://schemas.microsoft.com/office/drawing/2014/main" id="{2B8DBE1B-3137-4392-A676-DD9AB113575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677463" y="435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7" name="9bjj_16_tuned_ReferenceLigand_3">
            <a:extLst>
              <a:ext uri="{FF2B5EF4-FFF2-40B4-BE49-F238E27FC236}">
                <a16:creationId xmlns:a16="http://schemas.microsoft.com/office/drawing/2014/main" id="{58AE564F-AAFF-4BBC-A483-E1B55345629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91" y="311360"/>
                </a:moveTo>
                <a:lnTo>
                  <a:pt x="1823943" y="1408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8" name="9bjj_16_tuned_ReferenceLigand_4">
            <a:extLst>
              <a:ext uri="{FF2B5EF4-FFF2-40B4-BE49-F238E27FC236}">
                <a16:creationId xmlns:a16="http://schemas.microsoft.com/office/drawing/2014/main" id="{4FD1F1C9-4BFE-4B0B-8CDA-01001960646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374335" y="547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59" name="9bjj_16_tuned_ReferenceLigand_5">
            <a:extLst>
              <a:ext uri="{FF2B5EF4-FFF2-40B4-BE49-F238E27FC236}">
                <a16:creationId xmlns:a16="http://schemas.microsoft.com/office/drawing/2014/main" id="{33444BF2-939D-495A-9F2A-AD3F74824A2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943" y="140802"/>
                </a:moveTo>
                <a:lnTo>
                  <a:pt x="1930512" y="34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0" name="9bjj_16_tuned_ReferenceLigand_6">
            <a:extLst>
              <a:ext uri="{FF2B5EF4-FFF2-40B4-BE49-F238E27FC236}">
                <a16:creationId xmlns:a16="http://schemas.microsoft.com/office/drawing/2014/main" id="{A188A58B-FECF-4ABD-8E74-6531EC2209A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1072" y="970689"/>
                </a:moveTo>
                <a:lnTo>
                  <a:pt x="1988905" y="8814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1" name="9bjj_16_tuned_ReferenceLigand_7">
            <a:extLst>
              <a:ext uri="{FF2B5EF4-FFF2-40B4-BE49-F238E27FC236}">
                <a16:creationId xmlns:a16="http://schemas.microsoft.com/office/drawing/2014/main" id="{BB1D8CD9-7645-4CA0-935D-1C94C14DCF7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4335" y="547878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2" name="9bjj_16_tuned_ReferenceLigand_8">
            <a:extLst>
              <a:ext uri="{FF2B5EF4-FFF2-40B4-BE49-F238E27FC236}">
                <a16:creationId xmlns:a16="http://schemas.microsoft.com/office/drawing/2014/main" id="{CC921BD1-984B-47EC-8A04-75D845A1A2E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300" y="619073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3" name="9bjj_16_tuned_ReferenceLigand_9">
            <a:extLst>
              <a:ext uri="{FF2B5EF4-FFF2-40B4-BE49-F238E27FC236}">
                <a16:creationId xmlns:a16="http://schemas.microsoft.com/office/drawing/2014/main" id="{C744CFD5-0F25-4D18-84C7-297EABC9C8F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4" name="9bjj_16_tuned_ReferenceLigand_10">
            <a:extLst>
              <a:ext uri="{FF2B5EF4-FFF2-40B4-BE49-F238E27FC236}">
                <a16:creationId xmlns:a16="http://schemas.microsoft.com/office/drawing/2014/main" id="{FAD08B3B-306C-45EE-95AC-AE925E1775E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1480" y="356443"/>
                </a:moveTo>
                <a:lnTo>
                  <a:pt x="535291" y="38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5" name="9bjj_16_tuned_ReferenceLigand_11">
            <a:extLst>
              <a:ext uri="{FF2B5EF4-FFF2-40B4-BE49-F238E27FC236}">
                <a16:creationId xmlns:a16="http://schemas.microsoft.com/office/drawing/2014/main" id="{94C9581B-7C62-4BBA-B1F3-9E559F5E9F8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15" y="666416"/>
                </a:moveTo>
                <a:lnTo>
                  <a:pt x="1545974" y="562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6" name="9bjj_16_tuned_ReferenceLigand_12">
            <a:extLst>
              <a:ext uri="{FF2B5EF4-FFF2-40B4-BE49-F238E27FC236}">
                <a16:creationId xmlns:a16="http://schemas.microsoft.com/office/drawing/2014/main" id="{71971A66-C2C7-4610-8E1F-2125EF8B3DE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5291" y="382008"/>
                </a:moveTo>
                <a:lnTo>
                  <a:pt x="500933" y="543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7" name="9bjj_16_tuned_ReferenceLigand_13">
            <a:extLst>
              <a:ext uri="{FF2B5EF4-FFF2-40B4-BE49-F238E27FC236}">
                <a16:creationId xmlns:a16="http://schemas.microsoft.com/office/drawing/2014/main" id="{FC9F45FF-4A47-4936-8EBA-5CA1600BC31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77300" y="61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8" name="9bjj_16_tuned_ReferenceLigand_14">
            <a:extLst>
              <a:ext uri="{FF2B5EF4-FFF2-40B4-BE49-F238E27FC236}">
                <a16:creationId xmlns:a16="http://schemas.microsoft.com/office/drawing/2014/main" id="{C7C45A33-371E-4B45-95B9-D42BB622E50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701480" y="3564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69" name="9bjj_16_tuned_ReferenceLigand_15">
            <a:extLst>
              <a:ext uri="{FF2B5EF4-FFF2-40B4-BE49-F238E27FC236}">
                <a16:creationId xmlns:a16="http://schemas.microsoft.com/office/drawing/2014/main" id="{5F90D287-E518-4A3E-8744-1BB2FB49412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12" y="34438"/>
                </a:moveTo>
                <a:lnTo>
                  <a:pt x="2036081" y="978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0" name="9bjj_16_tuned_ReferenceLigand_16">
            <a:extLst>
              <a:ext uri="{FF2B5EF4-FFF2-40B4-BE49-F238E27FC236}">
                <a16:creationId xmlns:a16="http://schemas.microsoft.com/office/drawing/2014/main" id="{09BD4DDD-E925-4B6D-B8E0-4EF6B0172D6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0933" y="543510"/>
                </a:moveTo>
                <a:lnTo>
                  <a:pt x="649225" y="61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1" name="9bjj_16_tuned_ReferenceLigand_17">
            <a:extLst>
              <a:ext uri="{FF2B5EF4-FFF2-40B4-BE49-F238E27FC236}">
                <a16:creationId xmlns:a16="http://schemas.microsoft.com/office/drawing/2014/main" id="{81641218-E718-4AC8-9B7B-F94103613C9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25" y="617032"/>
                </a:moveTo>
                <a:lnTo>
                  <a:pt x="780021" y="5100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2" name="9bjj_16_tuned_ReferenceLigand_18">
            <a:extLst>
              <a:ext uri="{FF2B5EF4-FFF2-40B4-BE49-F238E27FC236}">
                <a16:creationId xmlns:a16="http://schemas.microsoft.com/office/drawing/2014/main" id="{E03150BC-9C71-4921-A285-83EBC3AB671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962304" y="5362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3" name="9bjj_16_tuned_ReferenceLigand_19">
            <a:extLst>
              <a:ext uri="{FF2B5EF4-FFF2-40B4-BE49-F238E27FC236}">
                <a16:creationId xmlns:a16="http://schemas.microsoft.com/office/drawing/2014/main" id="{B079FD25-CFBB-4ECD-B271-6B185051B65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17" y="636925"/>
                </a:moveTo>
                <a:lnTo>
                  <a:pt x="1318134" y="740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4" name="9bjj_16_tuned_ReferenceLigand_20">
            <a:extLst>
              <a:ext uri="{FF2B5EF4-FFF2-40B4-BE49-F238E27FC236}">
                <a16:creationId xmlns:a16="http://schemas.microsoft.com/office/drawing/2014/main" id="{6C7F3DAF-5214-4F68-A721-317465FC21B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925179" y="5616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5" name="9bjj_16_tuned_ReferenceLigand_21">
            <a:extLst>
              <a:ext uri="{FF2B5EF4-FFF2-40B4-BE49-F238E27FC236}">
                <a16:creationId xmlns:a16="http://schemas.microsoft.com/office/drawing/2014/main" id="{9D5084DA-3234-4D04-8D75-E0D593B7742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027" y="858543"/>
                </a:moveTo>
                <a:lnTo>
                  <a:pt x="1901072" y="970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6" name="9bjj_16_tuned_ReferenceLigand_22">
            <a:extLst>
              <a:ext uri="{FF2B5EF4-FFF2-40B4-BE49-F238E27FC236}">
                <a16:creationId xmlns:a16="http://schemas.microsoft.com/office/drawing/2014/main" id="{FC20518D-CF05-4ECF-ADE2-B37DD09B3DE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7" name="9bjj_16_tuned_ReferenceLigand_23">
            <a:extLst>
              <a:ext uri="{FF2B5EF4-FFF2-40B4-BE49-F238E27FC236}">
                <a16:creationId xmlns:a16="http://schemas.microsoft.com/office/drawing/2014/main" id="{3DF2F07B-199A-43CE-A974-B41DDC91379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2099" y="265743"/>
                </a:moveTo>
                <a:lnTo>
                  <a:pt x="1923951" y="3768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8" name="9bjj_16_tuned_ReferenceLigand_24">
            <a:extLst>
              <a:ext uri="{FF2B5EF4-FFF2-40B4-BE49-F238E27FC236}">
                <a16:creationId xmlns:a16="http://schemas.microsoft.com/office/drawing/2014/main" id="{7D522AA9-E674-4B31-845C-47EE0207820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1790750" y="683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79" name="9bjj_16_tuned_ReferenceLigand_25">
            <a:extLst>
              <a:ext uri="{FF2B5EF4-FFF2-40B4-BE49-F238E27FC236}">
                <a16:creationId xmlns:a16="http://schemas.microsoft.com/office/drawing/2014/main" id="{B8BF88D1-E765-4361-A582-681C4CE3329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524" y="754813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0" name="9bjj_16_tuned_ReferenceLigand_26">
            <a:extLst>
              <a:ext uri="{FF2B5EF4-FFF2-40B4-BE49-F238E27FC236}">
                <a16:creationId xmlns:a16="http://schemas.microsoft.com/office/drawing/2014/main" id="{A79C5B6C-91B4-4837-B79C-7EB18B86A42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2062647" y="6142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1" name="9bjj_16_tuned_ReferenceLigand_27">
            <a:extLst>
              <a:ext uri="{FF2B5EF4-FFF2-40B4-BE49-F238E27FC236}">
                <a16:creationId xmlns:a16="http://schemas.microsoft.com/office/drawing/2014/main" id="{548B8360-AFD9-42D7-A364-8C5009D15F3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6081" y="97889"/>
                </a:moveTo>
                <a:lnTo>
                  <a:pt x="2032099" y="26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2" name="9bjj_16_tuned_ReferenceLigand_28">
            <a:extLst>
              <a:ext uri="{FF2B5EF4-FFF2-40B4-BE49-F238E27FC236}">
                <a16:creationId xmlns:a16="http://schemas.microsoft.com/office/drawing/2014/main" id="{4BBA3A2F-1EA5-4627-96BD-5312DCF7838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845027" y="858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3" name="9bjj_16_tuned_ReferenceLigand_29">
            <a:extLst>
              <a:ext uri="{FF2B5EF4-FFF2-40B4-BE49-F238E27FC236}">
                <a16:creationId xmlns:a16="http://schemas.microsoft.com/office/drawing/2014/main" id="{0B946AC5-7DE7-46D2-B441-EE9BA398E93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19179" y="47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4" name="9bjj_16_tuned_ReferenceLigand_30">
            <a:extLst>
              <a:ext uri="{FF2B5EF4-FFF2-40B4-BE49-F238E27FC236}">
                <a16:creationId xmlns:a16="http://schemas.microsoft.com/office/drawing/2014/main" id="{B96E237D-7153-42E5-BF97-DCE80FF8AD8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134" y="740531"/>
                </a:moveTo>
                <a:lnTo>
                  <a:pt x="1486524" y="7548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785" name="9bjj_16_tuned_PredictedLigand_0">
            <a:extLst>
              <a:ext uri="{FF2B5EF4-FFF2-40B4-BE49-F238E27FC236}">
                <a16:creationId xmlns:a16="http://schemas.microsoft.com/office/drawing/2014/main" id="{DF7A3D71-17A5-4B27-BFC8-5A500AE79DC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0625" y="870089"/>
                </a:moveTo>
                <a:lnTo>
                  <a:pt x="2078821" y="91071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6" name="9bjj_16_tuned_PredictedLigand_1">
            <a:extLst>
              <a:ext uri="{FF2B5EF4-FFF2-40B4-BE49-F238E27FC236}">
                <a16:creationId xmlns:a16="http://schemas.microsoft.com/office/drawing/2014/main" id="{6B801515-81C8-4627-A5A2-025D36DEC5E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3068" y="904099"/>
                </a:moveTo>
                <a:lnTo>
                  <a:pt x="2060625" y="8700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7" name="9bjj_16_tuned_PredictedLigand_2">
            <a:extLst>
              <a:ext uri="{FF2B5EF4-FFF2-40B4-BE49-F238E27FC236}">
                <a16:creationId xmlns:a16="http://schemas.microsoft.com/office/drawing/2014/main" id="{4CFF7003-8D7C-4CF1-933F-6CAECFD10D8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8172" y="536069"/>
                </a:moveTo>
                <a:lnTo>
                  <a:pt x="1726213" y="39914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8" name="9bjj_16_tuned_PredictedLigand_3">
            <a:extLst>
              <a:ext uri="{FF2B5EF4-FFF2-40B4-BE49-F238E27FC236}">
                <a16:creationId xmlns:a16="http://schemas.microsoft.com/office/drawing/2014/main" id="{68073ACF-2B8C-4E30-9E38-6AA667FC745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6213" y="399141"/>
                </a:moveTo>
                <a:lnTo>
                  <a:pt x="1859862" y="2789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89" name="9bjj_16_tuned_PredictedLigand_4">
            <a:extLst>
              <a:ext uri="{FF2B5EF4-FFF2-40B4-BE49-F238E27FC236}">
                <a16:creationId xmlns:a16="http://schemas.microsoft.com/office/drawing/2014/main" id="{1447A1B6-A2C7-4989-BD94-F6D969E2655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73251" y="451407"/>
                </a:moveTo>
                <a:lnTo>
                  <a:pt x="837817" y="48393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0" name="9bjj_16_tuned_PredictedLigand_5">
            <a:extLst>
              <a:ext uri="{FF2B5EF4-FFF2-40B4-BE49-F238E27FC236}">
                <a16:creationId xmlns:a16="http://schemas.microsoft.com/office/drawing/2014/main" id="{69D8C720-B204-49BD-BBC4-53B4FE2AE18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9862" y="278995"/>
                </a:moveTo>
                <a:lnTo>
                  <a:pt x="1851675" y="10746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1" name="9bjj_16_tuned_PredictedLigand_6">
            <a:extLst>
              <a:ext uri="{FF2B5EF4-FFF2-40B4-BE49-F238E27FC236}">
                <a16:creationId xmlns:a16="http://schemas.microsoft.com/office/drawing/2014/main" id="{8205C977-BD32-4AFC-AF12-71BB67A87526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8172" y="536069"/>
                </a:moveTo>
                <a:lnTo>
                  <a:pt x="1430240" y="517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2" name="9bjj_16_tuned_PredictedLigand_7">
            <a:extLst>
              <a:ext uri="{FF2B5EF4-FFF2-40B4-BE49-F238E27FC236}">
                <a16:creationId xmlns:a16="http://schemas.microsoft.com/office/drawing/2014/main" id="{BFAD09DD-1893-4A74-AC26-4E31BA21B1D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91868" y="523345"/>
                </a:moveTo>
                <a:lnTo>
                  <a:pt x="673251" y="45140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3" name="9bjj_16_tuned_PredictedLigand_8">
            <a:extLst>
              <a:ext uri="{FF2B5EF4-FFF2-40B4-BE49-F238E27FC236}">
                <a16:creationId xmlns:a16="http://schemas.microsoft.com/office/drawing/2014/main" id="{96CF5E61-82B1-43E8-8B4A-86F29712574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1675" y="107467"/>
                </a:moveTo>
                <a:lnTo>
                  <a:pt x="1945180" y="335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4" name="9bjj_16_tuned_PredictedLigand_9">
            <a:extLst>
              <a:ext uri="{FF2B5EF4-FFF2-40B4-BE49-F238E27FC236}">
                <a16:creationId xmlns:a16="http://schemas.microsoft.com/office/drawing/2014/main" id="{9F40486B-1C45-4719-BFB1-C8EE050101E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30240" y="517861"/>
                </a:moveTo>
                <a:lnTo>
                  <a:pt x="1332062" y="6117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5" name="9bjj_16_tuned_PredictedLigand_10">
            <a:extLst>
              <a:ext uri="{FF2B5EF4-FFF2-40B4-BE49-F238E27FC236}">
                <a16:creationId xmlns:a16="http://schemas.microsoft.com/office/drawing/2014/main" id="{3604FB2B-E018-4552-8BC4-714B1326499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37817" y="483932"/>
                </a:moveTo>
                <a:lnTo>
                  <a:pt x="867850" y="5763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6" name="9bjj_16_tuned_PredictedLigand_11">
            <a:extLst>
              <a:ext uri="{FF2B5EF4-FFF2-40B4-BE49-F238E27FC236}">
                <a16:creationId xmlns:a16="http://schemas.microsoft.com/office/drawing/2014/main" id="{D8B1F0AC-C0E3-48DF-91A0-E74E9FFBB819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65912" y="654859"/>
                </a:moveTo>
                <a:lnTo>
                  <a:pt x="1598172" y="53606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7" name="9bjj_16_tuned_PredictedLigand_12">
            <a:extLst>
              <a:ext uri="{FF2B5EF4-FFF2-40B4-BE49-F238E27FC236}">
                <a16:creationId xmlns:a16="http://schemas.microsoft.com/office/drawing/2014/main" id="{A9ED0690-23FC-442F-8663-F4006C8E2BC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8834" y="353150"/>
                </a:moveTo>
                <a:lnTo>
                  <a:pt x="1859862" y="27899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8" name="9bjj_16_tuned_PredictedLigand_13">
            <a:extLst>
              <a:ext uri="{FF2B5EF4-FFF2-40B4-BE49-F238E27FC236}">
                <a16:creationId xmlns:a16="http://schemas.microsoft.com/office/drawing/2014/main" id="{9905E859-B8BB-448F-838D-C71AE4C6EC2F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579" y="832842"/>
                </a:moveTo>
                <a:lnTo>
                  <a:pt x="1903068" y="90409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799" name="9bjj_16_tuned_PredictedLigand_14">
            <a:extLst>
              <a:ext uri="{FF2B5EF4-FFF2-40B4-BE49-F238E27FC236}">
                <a16:creationId xmlns:a16="http://schemas.microsoft.com/office/drawing/2014/main" id="{C6118B21-30BB-4AA6-8BA3-A10A2715019C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6195" y="581331"/>
                </a:moveTo>
                <a:lnTo>
                  <a:pt x="1332062" y="611764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0" name="9bjj_16_tuned_PredictedLigand_15">
            <a:extLst>
              <a:ext uri="{FF2B5EF4-FFF2-40B4-BE49-F238E27FC236}">
                <a16:creationId xmlns:a16="http://schemas.microsoft.com/office/drawing/2014/main" id="{37AFE31A-7E04-49D2-AFF3-C8E5AD95C37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5133" y="630140"/>
                </a:moveTo>
                <a:lnTo>
                  <a:pt x="1166195" y="58133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1" name="9bjj_16_tuned_PredictedLigand_16">
            <a:extLst>
              <a:ext uri="{FF2B5EF4-FFF2-40B4-BE49-F238E27FC236}">
                <a16:creationId xmlns:a16="http://schemas.microsoft.com/office/drawing/2014/main" id="{95B0FCB0-3DF9-4A69-887C-06FF3A46563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2030" y="655663"/>
                </a:moveTo>
                <a:lnTo>
                  <a:pt x="1665912" y="6548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2" name="9bjj_16_tuned_PredictedLigand_17">
            <a:extLst>
              <a:ext uri="{FF2B5EF4-FFF2-40B4-BE49-F238E27FC236}">
                <a16:creationId xmlns:a16="http://schemas.microsoft.com/office/drawing/2014/main" id="{E3158DA1-49B1-4B1E-BADD-447F944E87EA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68834" y="353150"/>
                </a:moveTo>
                <a:lnTo>
                  <a:pt x="1985287" y="5314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3" name="9bjj_16_tuned_PredictedLigand_18">
            <a:extLst>
              <a:ext uri="{FF2B5EF4-FFF2-40B4-BE49-F238E27FC236}">
                <a16:creationId xmlns:a16="http://schemas.microsoft.com/office/drawing/2014/main" id="{3554D993-274F-48F4-B292-2ED9F175048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2062" y="611764"/>
                </a:moveTo>
                <a:lnTo>
                  <a:pt x="1392563" y="7320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4" name="9bjj_16_tuned_PredictedLigand_19">
            <a:extLst>
              <a:ext uri="{FF2B5EF4-FFF2-40B4-BE49-F238E27FC236}">
                <a16:creationId xmlns:a16="http://schemas.microsoft.com/office/drawing/2014/main" id="{4B19C930-79A1-4154-A469-F760D8CF0223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850" y="576320"/>
                </a:moveTo>
                <a:lnTo>
                  <a:pt x="1025133" y="63014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5" name="9bjj_16_tuned_PredictedLigand_20">
            <a:extLst>
              <a:ext uri="{FF2B5EF4-FFF2-40B4-BE49-F238E27FC236}">
                <a16:creationId xmlns:a16="http://schemas.microsoft.com/office/drawing/2014/main" id="{93B30401-A536-4F44-82F9-E7BFAA50615B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287" y="531459"/>
                </a:moveTo>
                <a:lnTo>
                  <a:pt x="1842030" y="65566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6" name="9bjj_16_tuned_PredictedLigand_21">
            <a:extLst>
              <a:ext uri="{FF2B5EF4-FFF2-40B4-BE49-F238E27FC236}">
                <a16:creationId xmlns:a16="http://schemas.microsoft.com/office/drawing/2014/main" id="{6CBBB195-18F1-494C-B8BD-A6D186A18C57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14933" y="604333"/>
                </a:moveTo>
                <a:lnTo>
                  <a:pt x="591868" y="52334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7" name="9bjj_16_tuned_PredictedLigand_22">
            <a:extLst>
              <a:ext uri="{FF2B5EF4-FFF2-40B4-BE49-F238E27FC236}">
                <a16:creationId xmlns:a16="http://schemas.microsoft.com/office/drawing/2014/main" id="{BD40C4D0-7517-43EA-A84B-423173C39561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5180" y="3355"/>
                </a:moveTo>
                <a:lnTo>
                  <a:pt x="2049999" y="7185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8" name="9bjj_16_tuned_PredictedLigand_23">
            <a:extLst>
              <a:ext uri="{FF2B5EF4-FFF2-40B4-BE49-F238E27FC236}">
                <a16:creationId xmlns:a16="http://schemas.microsoft.com/office/drawing/2014/main" id="{02D64FBD-8A32-492F-9BC3-A7B738CC69C4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5287" y="531459"/>
                </a:moveTo>
                <a:lnTo>
                  <a:pt x="2124393" y="5896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09" name="9bjj_16_tuned_PredictedLigand_24">
            <a:extLst>
              <a:ext uri="{FF2B5EF4-FFF2-40B4-BE49-F238E27FC236}">
                <a16:creationId xmlns:a16="http://schemas.microsoft.com/office/drawing/2014/main" id="{3AEDACAF-AD7B-4D8E-99CF-D43C5222713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2030" y="655663"/>
                </a:moveTo>
                <a:lnTo>
                  <a:pt x="1895579" y="8328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0" name="9bjj_16_tuned_PredictedLigand_25">
            <a:extLst>
              <a:ext uri="{FF2B5EF4-FFF2-40B4-BE49-F238E27FC236}">
                <a16:creationId xmlns:a16="http://schemas.microsoft.com/office/drawing/2014/main" id="{8E7998E8-5222-4E26-B96F-9BAA6C9689B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67850" y="576320"/>
                </a:moveTo>
                <a:lnTo>
                  <a:pt x="714933" y="60433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1" name="9bjj_16_tuned_PredictedLigand_26">
            <a:extLst>
              <a:ext uri="{FF2B5EF4-FFF2-40B4-BE49-F238E27FC236}">
                <a16:creationId xmlns:a16="http://schemas.microsoft.com/office/drawing/2014/main" id="{75939DF8-58F0-48E5-B560-D3A188067E72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60998" y="755861"/>
                </a:moveTo>
                <a:lnTo>
                  <a:pt x="1665912" y="65485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2" name="9bjj_16_tuned_PredictedLigand_27">
            <a:extLst>
              <a:ext uri="{FF2B5EF4-FFF2-40B4-BE49-F238E27FC236}">
                <a16:creationId xmlns:a16="http://schemas.microsoft.com/office/drawing/2014/main" id="{7DC9EA1D-36BA-4B8C-B62A-1FC001D27EEE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6101" y="247506"/>
                </a:moveTo>
                <a:lnTo>
                  <a:pt x="1968834" y="3531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3" name="9bjj_16_tuned_PredictedLigand_28">
            <a:extLst>
              <a:ext uri="{FF2B5EF4-FFF2-40B4-BE49-F238E27FC236}">
                <a16:creationId xmlns:a16="http://schemas.microsoft.com/office/drawing/2014/main" id="{E1BABAF7-7377-4833-B797-4BF811AD9E8D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92563" y="732059"/>
                </a:moveTo>
                <a:lnTo>
                  <a:pt x="1560998" y="75586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4" name="9bjj_16_tuned_PredictedLigand_29">
            <a:extLst>
              <a:ext uri="{FF2B5EF4-FFF2-40B4-BE49-F238E27FC236}">
                <a16:creationId xmlns:a16="http://schemas.microsoft.com/office/drawing/2014/main" id="{0A8DF85C-3D91-4C81-B060-FFE18CDC8110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9999" y="71853"/>
                </a:moveTo>
                <a:lnTo>
                  <a:pt x="2066101" y="2475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5" name="9bjj_16_tuned_PredictedLigand_30">
            <a:extLst>
              <a:ext uri="{FF2B5EF4-FFF2-40B4-BE49-F238E27FC236}">
                <a16:creationId xmlns:a16="http://schemas.microsoft.com/office/drawing/2014/main" id="{6399FF99-C2BB-4AEE-92E8-EA967D1E4F65}"/>
              </a:ext>
            </a:extLst>
          </p:cNvPr>
          <p:cNvSpPr>
            <a:spLocks noGrp="1"/>
          </p:cNvSpPr>
          <p:nvPr/>
        </p:nvSpPr>
        <p:spPr>
          <a:xfrm>
            <a:off x="32004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5133" y="630140"/>
                </a:moveTo>
                <a:lnTo>
                  <a:pt x="1040339" y="72103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816" name="9bjj_16_tuned_PredictedAtoms_0">
            <a:extLst>
              <a:ext uri="{FF2B5EF4-FFF2-40B4-BE49-F238E27FC236}">
                <a16:creationId xmlns:a16="http://schemas.microsoft.com/office/drawing/2014/main" id="{CD2EE77B-5585-4D9F-A992-F1E741749F9B}"/>
              </a:ext>
            </a:extLst>
          </p:cNvPr>
          <p:cNvSpPr>
            <a:spLocks noGrp="1"/>
          </p:cNvSpPr>
          <p:nvPr/>
        </p:nvSpPr>
        <p:spPr>
          <a:xfrm>
            <a:off x="3776075" y="487912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17" name="9bjj_16_tuned_PredictedAtoms_1">
            <a:extLst>
              <a:ext uri="{FF2B5EF4-FFF2-40B4-BE49-F238E27FC236}">
                <a16:creationId xmlns:a16="http://schemas.microsoft.com/office/drawing/2014/main" id="{58F613DC-71F7-4182-95E2-58B13736AA67}"/>
              </a:ext>
            </a:extLst>
          </p:cNvPr>
          <p:cNvSpPr>
            <a:spLocks noGrp="1"/>
          </p:cNvSpPr>
          <p:nvPr/>
        </p:nvSpPr>
        <p:spPr>
          <a:xfrm>
            <a:off x="3857458" y="48071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18" name="9bjj_16_tuned_PredictedAtoms_2">
            <a:extLst>
              <a:ext uri="{FF2B5EF4-FFF2-40B4-BE49-F238E27FC236}">
                <a16:creationId xmlns:a16="http://schemas.microsoft.com/office/drawing/2014/main" id="{AB3E87A8-FEAB-4DC2-9095-7F80EC10F4D3}"/>
              </a:ext>
            </a:extLst>
          </p:cNvPr>
          <p:cNvSpPr>
            <a:spLocks noGrp="1"/>
          </p:cNvSpPr>
          <p:nvPr/>
        </p:nvSpPr>
        <p:spPr>
          <a:xfrm>
            <a:off x="4022025" y="48397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19" name="9bjj_16_tuned_PredictedAtoms_3">
            <a:extLst>
              <a:ext uri="{FF2B5EF4-FFF2-40B4-BE49-F238E27FC236}">
                <a16:creationId xmlns:a16="http://schemas.microsoft.com/office/drawing/2014/main" id="{CC0795DF-F7EA-4A37-8913-BA6E7D26BD1F}"/>
              </a:ext>
            </a:extLst>
          </p:cNvPr>
          <p:cNvSpPr>
            <a:spLocks noGrp="1"/>
          </p:cNvSpPr>
          <p:nvPr/>
        </p:nvSpPr>
        <p:spPr>
          <a:xfrm>
            <a:off x="4052057" y="49321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0" name="9bjj_16_tuned_PredictedAtoms_4">
            <a:extLst>
              <a:ext uri="{FF2B5EF4-FFF2-40B4-BE49-F238E27FC236}">
                <a16:creationId xmlns:a16="http://schemas.microsoft.com/office/drawing/2014/main" id="{800C2F85-26DD-4793-89E6-CA481EB976BF}"/>
              </a:ext>
            </a:extLst>
          </p:cNvPr>
          <p:cNvSpPr>
            <a:spLocks noGrp="1"/>
          </p:cNvSpPr>
          <p:nvPr/>
        </p:nvSpPr>
        <p:spPr>
          <a:xfrm>
            <a:off x="4209341" y="498592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1" name="9bjj_16_tuned_PredictedAtoms_5">
            <a:extLst>
              <a:ext uri="{FF2B5EF4-FFF2-40B4-BE49-F238E27FC236}">
                <a16:creationId xmlns:a16="http://schemas.microsoft.com/office/drawing/2014/main" id="{9EEA82DB-8638-48F1-A6FD-0BF98F6AD3D0}"/>
              </a:ext>
            </a:extLst>
          </p:cNvPr>
          <p:cNvSpPr>
            <a:spLocks noGrp="1"/>
          </p:cNvSpPr>
          <p:nvPr/>
        </p:nvSpPr>
        <p:spPr>
          <a:xfrm>
            <a:off x="4224547" y="507681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2" name="9bjj_16_tuned_PredictedAtoms_6">
            <a:extLst>
              <a:ext uri="{FF2B5EF4-FFF2-40B4-BE49-F238E27FC236}">
                <a16:creationId xmlns:a16="http://schemas.microsoft.com/office/drawing/2014/main" id="{394EA678-374A-4AF7-8178-F03D4142D0E3}"/>
              </a:ext>
            </a:extLst>
          </p:cNvPr>
          <p:cNvSpPr>
            <a:spLocks noGrp="1"/>
          </p:cNvSpPr>
          <p:nvPr/>
        </p:nvSpPr>
        <p:spPr>
          <a:xfrm>
            <a:off x="4350402" y="493711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3" name="9bjj_16_tuned_PredictedAtoms_7">
            <a:extLst>
              <a:ext uri="{FF2B5EF4-FFF2-40B4-BE49-F238E27FC236}">
                <a16:creationId xmlns:a16="http://schemas.microsoft.com/office/drawing/2014/main" id="{3098DD20-A086-4346-B289-F4AE90D4E589}"/>
              </a:ext>
            </a:extLst>
          </p:cNvPr>
          <p:cNvSpPr>
            <a:spLocks noGrp="1"/>
          </p:cNvSpPr>
          <p:nvPr/>
        </p:nvSpPr>
        <p:spPr>
          <a:xfrm>
            <a:off x="4516270" y="4967547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4" name="9bjj_16_tuned_PredictedAtoms_8">
            <a:extLst>
              <a:ext uri="{FF2B5EF4-FFF2-40B4-BE49-F238E27FC236}">
                <a16:creationId xmlns:a16="http://schemas.microsoft.com/office/drawing/2014/main" id="{6933A726-85C9-44E2-9852-8F81EB6A78ED}"/>
              </a:ext>
            </a:extLst>
          </p:cNvPr>
          <p:cNvSpPr>
            <a:spLocks noGrp="1"/>
          </p:cNvSpPr>
          <p:nvPr/>
        </p:nvSpPr>
        <p:spPr>
          <a:xfrm>
            <a:off x="4576770" y="508784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5" name="9bjj_16_tuned_PredictedAtoms_9">
            <a:extLst>
              <a:ext uri="{FF2B5EF4-FFF2-40B4-BE49-F238E27FC236}">
                <a16:creationId xmlns:a16="http://schemas.microsoft.com/office/drawing/2014/main" id="{0A8F9905-F5AF-440A-B079-17029EE92F41}"/>
              </a:ext>
            </a:extLst>
          </p:cNvPr>
          <p:cNvSpPr>
            <a:spLocks noGrp="1"/>
          </p:cNvSpPr>
          <p:nvPr/>
        </p:nvSpPr>
        <p:spPr>
          <a:xfrm>
            <a:off x="4745206" y="51116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6" name="9bjj_16_tuned_PredictedAtoms_10">
            <a:extLst>
              <a:ext uri="{FF2B5EF4-FFF2-40B4-BE49-F238E27FC236}">
                <a16:creationId xmlns:a16="http://schemas.microsoft.com/office/drawing/2014/main" id="{17EA136C-F8C8-4B7B-A5A5-F0E2E6AF4CBE}"/>
              </a:ext>
            </a:extLst>
          </p:cNvPr>
          <p:cNvSpPr>
            <a:spLocks noGrp="1"/>
          </p:cNvSpPr>
          <p:nvPr/>
        </p:nvSpPr>
        <p:spPr>
          <a:xfrm>
            <a:off x="4850120" y="50106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7" name="9bjj_16_tuned_PredictedAtoms_11">
            <a:extLst>
              <a:ext uri="{FF2B5EF4-FFF2-40B4-BE49-F238E27FC236}">
                <a16:creationId xmlns:a16="http://schemas.microsoft.com/office/drawing/2014/main" id="{D6004207-9CD7-4FBB-B61F-B28F5545DA83}"/>
              </a:ext>
            </a:extLst>
          </p:cNvPr>
          <p:cNvSpPr>
            <a:spLocks noGrp="1"/>
          </p:cNvSpPr>
          <p:nvPr/>
        </p:nvSpPr>
        <p:spPr>
          <a:xfrm>
            <a:off x="4782379" y="489185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8" name="9bjj_16_tuned_PredictedAtoms_12">
            <a:extLst>
              <a:ext uri="{FF2B5EF4-FFF2-40B4-BE49-F238E27FC236}">
                <a16:creationId xmlns:a16="http://schemas.microsoft.com/office/drawing/2014/main" id="{4BF32391-E8F1-4AD5-893B-FB0999C539AC}"/>
              </a:ext>
            </a:extLst>
          </p:cNvPr>
          <p:cNvSpPr>
            <a:spLocks noGrp="1"/>
          </p:cNvSpPr>
          <p:nvPr/>
        </p:nvSpPr>
        <p:spPr>
          <a:xfrm>
            <a:off x="4614447" y="487364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29" name="9bjj_16_tuned_PredictedAtoms_13">
            <a:extLst>
              <a:ext uri="{FF2B5EF4-FFF2-40B4-BE49-F238E27FC236}">
                <a16:creationId xmlns:a16="http://schemas.microsoft.com/office/drawing/2014/main" id="{1F3B901A-F082-4186-BB38-5F825912F31B}"/>
              </a:ext>
            </a:extLst>
          </p:cNvPr>
          <p:cNvSpPr>
            <a:spLocks noGrp="1"/>
          </p:cNvSpPr>
          <p:nvPr/>
        </p:nvSpPr>
        <p:spPr>
          <a:xfrm>
            <a:off x="4910421" y="475492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0" name="9bjj_16_tuned_PredictedAtoms_14">
            <a:extLst>
              <a:ext uri="{FF2B5EF4-FFF2-40B4-BE49-F238E27FC236}">
                <a16:creationId xmlns:a16="http://schemas.microsoft.com/office/drawing/2014/main" id="{339B423B-03C7-49BA-A0C4-E7B8C6D1B066}"/>
              </a:ext>
            </a:extLst>
          </p:cNvPr>
          <p:cNvSpPr>
            <a:spLocks noGrp="1"/>
          </p:cNvSpPr>
          <p:nvPr/>
        </p:nvSpPr>
        <p:spPr>
          <a:xfrm>
            <a:off x="5044069" y="463477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1" name="9bjj_16_tuned_PredictedAtoms_15">
            <a:extLst>
              <a:ext uri="{FF2B5EF4-FFF2-40B4-BE49-F238E27FC236}">
                <a16:creationId xmlns:a16="http://schemas.microsoft.com/office/drawing/2014/main" id="{BF574F0F-9480-4831-A7F1-1FB4F993867B}"/>
              </a:ext>
            </a:extLst>
          </p:cNvPr>
          <p:cNvSpPr>
            <a:spLocks noGrp="1"/>
          </p:cNvSpPr>
          <p:nvPr/>
        </p:nvSpPr>
        <p:spPr>
          <a:xfrm>
            <a:off x="5035882" y="446324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2" name="9bjj_16_tuned_PredictedAtoms_17">
            <a:extLst>
              <a:ext uri="{FF2B5EF4-FFF2-40B4-BE49-F238E27FC236}">
                <a16:creationId xmlns:a16="http://schemas.microsoft.com/office/drawing/2014/main" id="{DB969817-961E-4602-A70D-9D76ADB3AADE}"/>
              </a:ext>
            </a:extLst>
          </p:cNvPr>
          <p:cNvSpPr>
            <a:spLocks noGrp="1"/>
          </p:cNvSpPr>
          <p:nvPr/>
        </p:nvSpPr>
        <p:spPr>
          <a:xfrm>
            <a:off x="5234206" y="44276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3" name="9bjj_16_tuned_PredictedAtoms_18">
            <a:extLst>
              <a:ext uri="{FF2B5EF4-FFF2-40B4-BE49-F238E27FC236}">
                <a16:creationId xmlns:a16="http://schemas.microsoft.com/office/drawing/2014/main" id="{7FD49507-79A2-42A9-9A14-FB9A573A0E1E}"/>
              </a:ext>
            </a:extLst>
          </p:cNvPr>
          <p:cNvSpPr>
            <a:spLocks noGrp="1"/>
          </p:cNvSpPr>
          <p:nvPr/>
        </p:nvSpPr>
        <p:spPr>
          <a:xfrm>
            <a:off x="5250308" y="460328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4" name="9bjj_16_tuned_PredictedAtoms_19">
            <a:extLst>
              <a:ext uri="{FF2B5EF4-FFF2-40B4-BE49-F238E27FC236}">
                <a16:creationId xmlns:a16="http://schemas.microsoft.com/office/drawing/2014/main" id="{28316B84-AAF7-46F5-87E7-8B8CA64AD24F}"/>
              </a:ext>
            </a:extLst>
          </p:cNvPr>
          <p:cNvSpPr>
            <a:spLocks noGrp="1"/>
          </p:cNvSpPr>
          <p:nvPr/>
        </p:nvSpPr>
        <p:spPr>
          <a:xfrm>
            <a:off x="5153041" y="47089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5" name="9bjj_16_tuned_PredictedAtoms_20">
            <a:extLst>
              <a:ext uri="{FF2B5EF4-FFF2-40B4-BE49-F238E27FC236}">
                <a16:creationId xmlns:a16="http://schemas.microsoft.com/office/drawing/2014/main" id="{5F511866-5602-4A95-B331-E4A71F475669}"/>
              </a:ext>
            </a:extLst>
          </p:cNvPr>
          <p:cNvSpPr>
            <a:spLocks noGrp="1"/>
          </p:cNvSpPr>
          <p:nvPr/>
        </p:nvSpPr>
        <p:spPr>
          <a:xfrm>
            <a:off x="5169494" y="488724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6" name="9bjj_16_tuned_PredictedAtoms_21">
            <a:extLst>
              <a:ext uri="{FF2B5EF4-FFF2-40B4-BE49-F238E27FC236}">
                <a16:creationId xmlns:a16="http://schemas.microsoft.com/office/drawing/2014/main" id="{0F3746F1-BC12-4B3C-B039-92C1050B895B}"/>
              </a:ext>
            </a:extLst>
          </p:cNvPr>
          <p:cNvSpPr>
            <a:spLocks noGrp="1"/>
          </p:cNvSpPr>
          <p:nvPr/>
        </p:nvSpPr>
        <p:spPr>
          <a:xfrm>
            <a:off x="5308601" y="49454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7" name="9bjj_16_tuned_PredictedAtoms_22">
            <a:extLst>
              <a:ext uri="{FF2B5EF4-FFF2-40B4-BE49-F238E27FC236}">
                <a16:creationId xmlns:a16="http://schemas.microsoft.com/office/drawing/2014/main" id="{20B9F305-9F66-4FE5-B712-3984BB05FA67}"/>
              </a:ext>
            </a:extLst>
          </p:cNvPr>
          <p:cNvSpPr>
            <a:spLocks noGrp="1"/>
          </p:cNvSpPr>
          <p:nvPr/>
        </p:nvSpPr>
        <p:spPr>
          <a:xfrm>
            <a:off x="5026238" y="501144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8" name="9bjj_16_tuned_PredictedAtoms_23">
            <a:extLst>
              <a:ext uri="{FF2B5EF4-FFF2-40B4-BE49-F238E27FC236}">
                <a16:creationId xmlns:a16="http://schemas.microsoft.com/office/drawing/2014/main" id="{47C08CFC-442E-49D0-B3F3-5B0506367910}"/>
              </a:ext>
            </a:extLst>
          </p:cNvPr>
          <p:cNvSpPr>
            <a:spLocks noGrp="1"/>
          </p:cNvSpPr>
          <p:nvPr/>
        </p:nvSpPr>
        <p:spPr>
          <a:xfrm>
            <a:off x="5079786" y="518862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39" name="9bjj_16_tuned_PredictedAtoms_24">
            <a:extLst>
              <a:ext uri="{FF2B5EF4-FFF2-40B4-BE49-F238E27FC236}">
                <a16:creationId xmlns:a16="http://schemas.microsoft.com/office/drawing/2014/main" id="{36C8305A-B351-4C2C-9EC8-65C4670C553F}"/>
              </a:ext>
            </a:extLst>
          </p:cNvPr>
          <p:cNvSpPr>
            <a:spLocks noGrp="1"/>
          </p:cNvSpPr>
          <p:nvPr/>
        </p:nvSpPr>
        <p:spPr>
          <a:xfrm>
            <a:off x="5087275" y="525988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0" name="9bjj_16_tuned_PredictedAtoms_25">
            <a:extLst>
              <a:ext uri="{FF2B5EF4-FFF2-40B4-BE49-F238E27FC236}">
                <a16:creationId xmlns:a16="http://schemas.microsoft.com/office/drawing/2014/main" id="{6D5ABD22-E4EE-4537-8A58-D8E387756D18}"/>
              </a:ext>
            </a:extLst>
          </p:cNvPr>
          <p:cNvSpPr>
            <a:spLocks noGrp="1"/>
          </p:cNvSpPr>
          <p:nvPr/>
        </p:nvSpPr>
        <p:spPr>
          <a:xfrm>
            <a:off x="5244832" y="522587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1" name="9bjj_16_tuned_PredictedAtoms_26">
            <a:extLst>
              <a:ext uri="{FF2B5EF4-FFF2-40B4-BE49-F238E27FC236}">
                <a16:creationId xmlns:a16="http://schemas.microsoft.com/office/drawing/2014/main" id="{87400E1E-F26C-4106-B36B-548A4A3159FA}"/>
              </a:ext>
            </a:extLst>
          </p:cNvPr>
          <p:cNvSpPr>
            <a:spLocks noGrp="1"/>
          </p:cNvSpPr>
          <p:nvPr/>
        </p:nvSpPr>
        <p:spPr>
          <a:xfrm>
            <a:off x="5263028" y="526649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2" name="9bjj_16_tuned_PredictedAtoms_27">
            <a:extLst>
              <a:ext uri="{FF2B5EF4-FFF2-40B4-BE49-F238E27FC236}">
                <a16:creationId xmlns:a16="http://schemas.microsoft.com/office/drawing/2014/main" id="{857DCDBB-CA71-4183-AD6C-307CC381B208}"/>
              </a:ext>
            </a:extLst>
          </p:cNvPr>
          <p:cNvSpPr>
            <a:spLocks noGrp="1"/>
          </p:cNvSpPr>
          <p:nvPr/>
        </p:nvSpPr>
        <p:spPr>
          <a:xfrm>
            <a:off x="3899140" y="496011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843" name="stage3-cases-alternatives_27">
            <a:extLst>
              <a:ext uri="{FF2B5EF4-FFF2-40B4-BE49-F238E27FC236}">
                <a16:creationId xmlns:a16="http://schemas.microsoft.com/office/drawing/2014/main" id="{726EB425-7EAA-4ABA-9327-FF18A92E6272}"/>
              </a:ext>
            </a:extLst>
          </p:cNvPr>
          <p:cNvSpPr>
            <a:spLocks noGrp="1"/>
          </p:cNvSpPr>
          <p:nvPr/>
        </p:nvSpPr>
        <p:spPr>
          <a:xfrm>
            <a:off x="32004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1.03 Å   D 46%   Clash 0</a:t>
            </a:r>
          </a:p>
        </p:txBody>
      </p:sp>
      <p:sp>
        <p:nvSpPr>
          <p:cNvPr id="844" name="9bjj_16_build_Receptor">
            <a:extLst>
              <a:ext uri="{FF2B5EF4-FFF2-40B4-BE49-F238E27FC236}">
                <a16:creationId xmlns:a16="http://schemas.microsoft.com/office/drawing/2014/main" id="{DF37F01A-45B0-4945-9A12-97A530BC892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75147" y="819853"/>
                </a:moveTo>
                <a:lnTo>
                  <a:pt x="790510" y="826417"/>
                </a:lnTo>
                <a:moveTo>
                  <a:pt x="975147" y="819853"/>
                </a:moveTo>
                <a:lnTo>
                  <a:pt x="1051757" y="657322"/>
                </a:lnTo>
                <a:moveTo>
                  <a:pt x="2166745" y="290475"/>
                </a:moveTo>
                <a:lnTo>
                  <a:pt x="2103266" y="232688"/>
                </a:lnTo>
                <a:moveTo>
                  <a:pt x="1043499" y="958500"/>
                </a:moveTo>
                <a:lnTo>
                  <a:pt x="975147" y="819853"/>
                </a:lnTo>
                <a:moveTo>
                  <a:pt x="1204912" y="988475"/>
                </a:moveTo>
                <a:lnTo>
                  <a:pt x="1299808" y="899926"/>
                </a:lnTo>
                <a:moveTo>
                  <a:pt x="1204912" y="988475"/>
                </a:moveTo>
                <a:lnTo>
                  <a:pt x="1043499" y="958500"/>
                </a:lnTo>
                <a:moveTo>
                  <a:pt x="2103266" y="232688"/>
                </a:moveTo>
                <a:lnTo>
                  <a:pt x="2019435" y="66037"/>
                </a:lnTo>
                <a:moveTo>
                  <a:pt x="790510" y="826417"/>
                </a:moveTo>
                <a:lnTo>
                  <a:pt x="778298" y="923268"/>
                </a:lnTo>
                <a:moveTo>
                  <a:pt x="1051757" y="657322"/>
                </a:moveTo>
                <a:lnTo>
                  <a:pt x="1085602" y="629445"/>
                </a:lnTo>
                <a:moveTo>
                  <a:pt x="1270662" y="1135509"/>
                </a:moveTo>
                <a:lnTo>
                  <a:pt x="1204912" y="988475"/>
                </a:lnTo>
                <a:moveTo>
                  <a:pt x="1043499" y="958500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270662" y="1135509"/>
                </a:lnTo>
                <a:moveTo>
                  <a:pt x="110212" y="501089"/>
                </a:moveTo>
                <a:lnTo>
                  <a:pt x="69773" y="485139"/>
                </a:lnTo>
                <a:moveTo>
                  <a:pt x="2518541" y="769946"/>
                </a:moveTo>
                <a:lnTo>
                  <a:pt x="2587060" y="752175"/>
                </a:lnTo>
                <a:moveTo>
                  <a:pt x="2103266" y="232688"/>
                </a:moveTo>
                <a:lnTo>
                  <a:pt x="2240827" y="222929"/>
                </a:lnTo>
                <a:moveTo>
                  <a:pt x="778298" y="923268"/>
                </a:moveTo>
                <a:lnTo>
                  <a:pt x="915579" y="1045723"/>
                </a:lnTo>
                <a:moveTo>
                  <a:pt x="1443220" y="1167951"/>
                </a:moveTo>
                <a:lnTo>
                  <a:pt x="1554884" y="1135614"/>
                </a:lnTo>
                <a:moveTo>
                  <a:pt x="14308" y="309796"/>
                </a:moveTo>
                <a:lnTo>
                  <a:pt x="83498" y="190458"/>
                </a:lnTo>
                <a:moveTo>
                  <a:pt x="69773" y="485139"/>
                </a:moveTo>
                <a:lnTo>
                  <a:pt x="14308" y="309796"/>
                </a:lnTo>
                <a:moveTo>
                  <a:pt x="2395432" y="492587"/>
                </a:moveTo>
                <a:lnTo>
                  <a:pt x="2428442" y="651325"/>
                </a:lnTo>
                <a:moveTo>
                  <a:pt x="1270662" y="1135509"/>
                </a:moveTo>
                <a:lnTo>
                  <a:pt x="1277798" y="1100731"/>
                </a:lnTo>
                <a:moveTo>
                  <a:pt x="2428442" y="651325"/>
                </a:moveTo>
                <a:lnTo>
                  <a:pt x="2518541" y="769946"/>
                </a:lnTo>
                <a:moveTo>
                  <a:pt x="2518541" y="769946"/>
                </a:moveTo>
                <a:lnTo>
                  <a:pt x="2540342" y="910137"/>
                </a:lnTo>
                <a:moveTo>
                  <a:pt x="2281611" y="386266"/>
                </a:moveTo>
                <a:lnTo>
                  <a:pt x="2395432" y="492587"/>
                </a:lnTo>
                <a:moveTo>
                  <a:pt x="2240827" y="222929"/>
                </a:moveTo>
                <a:lnTo>
                  <a:pt x="2281611" y="386266"/>
                </a:lnTo>
                <a:moveTo>
                  <a:pt x="69773" y="485139"/>
                </a:moveTo>
                <a:lnTo>
                  <a:pt x="218353" y="530352"/>
                </a:lnTo>
                <a:moveTo>
                  <a:pt x="1448463" y="1045051"/>
                </a:moveTo>
                <a:lnTo>
                  <a:pt x="1554884" y="1135614"/>
                </a:lnTo>
                <a:moveTo>
                  <a:pt x="218353" y="530352"/>
                </a:moveTo>
                <a:lnTo>
                  <a:pt x="267555" y="711164"/>
                </a:lnTo>
                <a:moveTo>
                  <a:pt x="1277798" y="1100731"/>
                </a:moveTo>
                <a:lnTo>
                  <a:pt x="1448463" y="1045051"/>
                </a:lnTo>
                <a:moveTo>
                  <a:pt x="267555" y="711164"/>
                </a:moveTo>
                <a:lnTo>
                  <a:pt x="155100" y="819966"/>
                </a:lnTo>
                <a:moveTo>
                  <a:pt x="155100" y="819966"/>
                </a:moveTo>
                <a:lnTo>
                  <a:pt x="166886" y="782368"/>
                </a:lnTo>
                <a:moveTo>
                  <a:pt x="166886" y="782368"/>
                </a:moveTo>
                <a:lnTo>
                  <a:pt x="286516" y="835041"/>
                </a:lnTo>
                <a:moveTo>
                  <a:pt x="2350206" y="1139316"/>
                </a:moveTo>
                <a:lnTo>
                  <a:pt x="2305654" y="1209876"/>
                </a:lnTo>
                <a:moveTo>
                  <a:pt x="286516" y="835041"/>
                </a:moveTo>
                <a:lnTo>
                  <a:pt x="409077" y="926554"/>
                </a:lnTo>
                <a:moveTo>
                  <a:pt x="2293720" y="963775"/>
                </a:moveTo>
                <a:lnTo>
                  <a:pt x="2422932" y="837918"/>
                </a:lnTo>
                <a:moveTo>
                  <a:pt x="2293720" y="963775"/>
                </a:moveTo>
                <a:lnTo>
                  <a:pt x="2350206" y="1139316"/>
                </a:lnTo>
                <a:moveTo>
                  <a:pt x="2422932" y="837918"/>
                </a:moveTo>
                <a:lnTo>
                  <a:pt x="2419898" y="703808"/>
                </a:lnTo>
                <a:moveTo>
                  <a:pt x="1734913" y="1264974"/>
                </a:moveTo>
                <a:lnTo>
                  <a:pt x="1605413" y="1222562"/>
                </a:lnTo>
                <a:moveTo>
                  <a:pt x="286516" y="835041"/>
                </a:moveTo>
                <a:lnTo>
                  <a:pt x="283187" y="794703"/>
                </a:lnTo>
                <a:moveTo>
                  <a:pt x="1394015" y="92637"/>
                </a:moveTo>
                <a:lnTo>
                  <a:pt x="1546569" y="2013"/>
                </a:lnTo>
                <a:moveTo>
                  <a:pt x="1605413" y="1222562"/>
                </a:moveTo>
                <a:lnTo>
                  <a:pt x="1452144" y="1290627"/>
                </a:lnTo>
                <a:moveTo>
                  <a:pt x="1452144" y="1290627"/>
                </a:moveTo>
                <a:lnTo>
                  <a:pt x="1322605" y="1249025"/>
                </a:lnTo>
                <a:moveTo>
                  <a:pt x="2273751" y="925042"/>
                </a:moveTo>
                <a:lnTo>
                  <a:pt x="2293720" y="963775"/>
                </a:lnTo>
                <a:moveTo>
                  <a:pt x="1470370" y="300679"/>
                </a:moveTo>
                <a:lnTo>
                  <a:pt x="1394015" y="92637"/>
                </a:lnTo>
                <a:moveTo>
                  <a:pt x="849147" y="37328"/>
                </a:moveTo>
                <a:lnTo>
                  <a:pt x="647458" y="113924"/>
                </a:lnTo>
                <a:moveTo>
                  <a:pt x="2419898" y="703808"/>
                </a:moveTo>
                <a:lnTo>
                  <a:pt x="2374085" y="782669"/>
                </a:lnTo>
                <a:moveTo>
                  <a:pt x="1623845" y="314486"/>
                </a:moveTo>
                <a:lnTo>
                  <a:pt x="1470370" y="300679"/>
                </a:lnTo>
                <a:moveTo>
                  <a:pt x="947417" y="220728"/>
                </a:moveTo>
                <a:lnTo>
                  <a:pt x="849147" y="37328"/>
                </a:lnTo>
                <a:moveTo>
                  <a:pt x="2273751" y="925042"/>
                </a:moveTo>
                <a:lnTo>
                  <a:pt x="2374085" y="782669"/>
                </a:lnTo>
                <a:moveTo>
                  <a:pt x="1684917" y="491177"/>
                </a:moveTo>
                <a:lnTo>
                  <a:pt x="1623845" y="314486"/>
                </a:lnTo>
                <a:moveTo>
                  <a:pt x="1559119" y="588960"/>
                </a:moveTo>
                <a:lnTo>
                  <a:pt x="1684917" y="491177"/>
                </a:lnTo>
                <a:moveTo>
                  <a:pt x="1684917" y="491177"/>
                </a:moveTo>
                <a:lnTo>
                  <a:pt x="1848391" y="489691"/>
                </a:lnTo>
                <a:moveTo>
                  <a:pt x="863048" y="290434"/>
                </a:moveTo>
                <a:lnTo>
                  <a:pt x="947417" y="220728"/>
                </a:lnTo>
                <a:moveTo>
                  <a:pt x="1570654" y="752827"/>
                </a:moveTo>
                <a:lnTo>
                  <a:pt x="1686055" y="827927"/>
                </a:lnTo>
                <a:moveTo>
                  <a:pt x="1848391" y="489691"/>
                </a:moveTo>
                <a:lnTo>
                  <a:pt x="1971205" y="430594"/>
                </a:lnTo>
                <a:moveTo>
                  <a:pt x="1570654" y="752827"/>
                </a:moveTo>
                <a:lnTo>
                  <a:pt x="1559119" y="588960"/>
                </a:lnTo>
                <a:moveTo>
                  <a:pt x="1283889" y="866273"/>
                </a:moveTo>
                <a:lnTo>
                  <a:pt x="1166452" y="996107"/>
                </a:lnTo>
                <a:moveTo>
                  <a:pt x="1166452" y="996107"/>
                </a:moveTo>
                <a:lnTo>
                  <a:pt x="1011494" y="1033846"/>
                </a:lnTo>
                <a:moveTo>
                  <a:pt x="1435392" y="846084"/>
                </a:moveTo>
                <a:lnTo>
                  <a:pt x="1283889" y="866273"/>
                </a:lnTo>
                <a:moveTo>
                  <a:pt x="1011494" y="1033846"/>
                </a:moveTo>
                <a:lnTo>
                  <a:pt x="959548" y="1164426"/>
                </a:lnTo>
                <a:moveTo>
                  <a:pt x="1435392" y="846084"/>
                </a:moveTo>
                <a:lnTo>
                  <a:pt x="1570654" y="752827"/>
                </a:lnTo>
                <a:moveTo>
                  <a:pt x="954554" y="434502"/>
                </a:moveTo>
                <a:lnTo>
                  <a:pt x="863048" y="290434"/>
                </a:lnTo>
                <a:moveTo>
                  <a:pt x="1166452" y="996107"/>
                </a:moveTo>
                <a:lnTo>
                  <a:pt x="1204571" y="1105676"/>
                </a:lnTo>
                <a:moveTo>
                  <a:pt x="1129040" y="383612"/>
                </a:moveTo>
                <a:lnTo>
                  <a:pt x="1248115" y="427335"/>
                </a:lnTo>
                <a:moveTo>
                  <a:pt x="1078320" y="1205329"/>
                </a:moveTo>
                <a:lnTo>
                  <a:pt x="959548" y="1164426"/>
                </a:lnTo>
                <a:moveTo>
                  <a:pt x="954554" y="434502"/>
                </a:moveTo>
                <a:lnTo>
                  <a:pt x="1129040" y="383612"/>
                </a:lnTo>
                <a:moveTo>
                  <a:pt x="1390073" y="762687"/>
                </a:moveTo>
                <a:lnTo>
                  <a:pt x="1435392" y="846084"/>
                </a:lnTo>
                <a:moveTo>
                  <a:pt x="1204571" y="1105676"/>
                </a:moveTo>
                <a:lnTo>
                  <a:pt x="1078320" y="1205329"/>
                </a:lnTo>
                <a:moveTo>
                  <a:pt x="864092" y="492831"/>
                </a:moveTo>
                <a:lnTo>
                  <a:pt x="954554" y="434502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845" name="9bjj_16_build_ExperimentalDensity">
            <a:extLst>
              <a:ext uri="{FF2B5EF4-FFF2-40B4-BE49-F238E27FC236}">
                <a16:creationId xmlns:a16="http://schemas.microsoft.com/office/drawing/2014/main" id="{DE29C9D2-1765-4E10-BCF3-20B3E617890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90246" y="545028"/>
                </a:moveTo>
                <a:lnTo>
                  <a:pt x="1648115" y="580575"/>
                </a:lnTo>
                <a:moveTo>
                  <a:pt x="1759530" y="283600"/>
                </a:moveTo>
                <a:lnTo>
                  <a:pt x="1800252" y="284552"/>
                </a:lnTo>
                <a:moveTo>
                  <a:pt x="1798687" y="272247"/>
                </a:moveTo>
                <a:lnTo>
                  <a:pt x="1899392" y="122593"/>
                </a:lnTo>
                <a:moveTo>
                  <a:pt x="1798687" y="272247"/>
                </a:moveTo>
                <a:lnTo>
                  <a:pt x="1759530" y="283600"/>
                </a:lnTo>
                <a:moveTo>
                  <a:pt x="1798687" y="272247"/>
                </a:moveTo>
                <a:lnTo>
                  <a:pt x="1800252" y="284552"/>
                </a:lnTo>
                <a:moveTo>
                  <a:pt x="1590246" y="545028"/>
                </a:moveTo>
                <a:lnTo>
                  <a:pt x="1597107" y="568221"/>
                </a:lnTo>
                <a:moveTo>
                  <a:pt x="1776886" y="127496"/>
                </a:moveTo>
                <a:lnTo>
                  <a:pt x="1899392" y="122593"/>
                </a:lnTo>
                <a:moveTo>
                  <a:pt x="1597107" y="568221"/>
                </a:moveTo>
                <a:lnTo>
                  <a:pt x="1648115" y="580575"/>
                </a:lnTo>
                <a:moveTo>
                  <a:pt x="1776886" y="127496"/>
                </a:moveTo>
                <a:lnTo>
                  <a:pt x="1798687" y="272247"/>
                </a:lnTo>
                <a:moveTo>
                  <a:pt x="1648115" y="580575"/>
                </a:moveTo>
                <a:lnTo>
                  <a:pt x="1668226" y="605971"/>
                </a:lnTo>
                <a:moveTo>
                  <a:pt x="1668226" y="605971"/>
                </a:moveTo>
                <a:lnTo>
                  <a:pt x="1732335" y="637675"/>
                </a:lnTo>
                <a:moveTo>
                  <a:pt x="1718155" y="534493"/>
                </a:moveTo>
                <a:lnTo>
                  <a:pt x="1732335" y="637675"/>
                </a:lnTo>
                <a:moveTo>
                  <a:pt x="1597107" y="568221"/>
                </a:moveTo>
                <a:lnTo>
                  <a:pt x="1668226" y="605971"/>
                </a:lnTo>
                <a:moveTo>
                  <a:pt x="2041894" y="999770"/>
                </a:moveTo>
                <a:lnTo>
                  <a:pt x="2046822" y="1033572"/>
                </a:lnTo>
                <a:moveTo>
                  <a:pt x="2046822" y="1033572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46822" y="1033572"/>
                </a:lnTo>
                <a:moveTo>
                  <a:pt x="2041894" y="999770"/>
                </a:moveTo>
                <a:lnTo>
                  <a:pt x="2108492" y="1014508"/>
                </a:lnTo>
                <a:moveTo>
                  <a:pt x="1718155" y="534493"/>
                </a:moveTo>
                <a:lnTo>
                  <a:pt x="1668226" y="605971"/>
                </a:lnTo>
                <a:moveTo>
                  <a:pt x="2033320" y="1026444"/>
                </a:moveTo>
                <a:lnTo>
                  <a:pt x="2041894" y="999770"/>
                </a:lnTo>
                <a:moveTo>
                  <a:pt x="2051912" y="1055001"/>
                </a:moveTo>
                <a:lnTo>
                  <a:pt x="2046822" y="1033572"/>
                </a:lnTo>
                <a:moveTo>
                  <a:pt x="2051912" y="1055001"/>
                </a:moveTo>
                <a:lnTo>
                  <a:pt x="2108492" y="1014508"/>
                </a:lnTo>
                <a:moveTo>
                  <a:pt x="2033320" y="1026444"/>
                </a:moveTo>
                <a:lnTo>
                  <a:pt x="2051912" y="1055001"/>
                </a:lnTo>
                <a:moveTo>
                  <a:pt x="1712755" y="492862"/>
                </a:moveTo>
                <a:lnTo>
                  <a:pt x="1718155" y="534493"/>
                </a:lnTo>
                <a:moveTo>
                  <a:pt x="1718155" y="534493"/>
                </a:moveTo>
                <a:lnTo>
                  <a:pt x="1839220" y="501102"/>
                </a:lnTo>
                <a:moveTo>
                  <a:pt x="1679638" y="524028"/>
                </a:moveTo>
                <a:lnTo>
                  <a:pt x="1668226" y="605971"/>
                </a:lnTo>
                <a:moveTo>
                  <a:pt x="1603577" y="581648"/>
                </a:moveTo>
                <a:lnTo>
                  <a:pt x="1597107" y="568221"/>
                </a:lnTo>
                <a:moveTo>
                  <a:pt x="1679638" y="524028"/>
                </a:moveTo>
                <a:lnTo>
                  <a:pt x="1718155" y="534493"/>
                </a:lnTo>
                <a:moveTo>
                  <a:pt x="2023962" y="867878"/>
                </a:moveTo>
                <a:lnTo>
                  <a:pt x="2041894" y="999770"/>
                </a:lnTo>
                <a:moveTo>
                  <a:pt x="1483680" y="611339"/>
                </a:moveTo>
                <a:lnTo>
                  <a:pt x="1597107" y="568221"/>
                </a:lnTo>
                <a:moveTo>
                  <a:pt x="1712755" y="492862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839220" y="501102"/>
                </a:lnTo>
                <a:moveTo>
                  <a:pt x="1712755" y="492862"/>
                </a:moveTo>
                <a:lnTo>
                  <a:pt x="1839220" y="501102"/>
                </a:lnTo>
                <a:moveTo>
                  <a:pt x="1836878" y="486468"/>
                </a:moveTo>
                <a:lnTo>
                  <a:pt x="1860775" y="495268"/>
                </a:lnTo>
                <a:moveTo>
                  <a:pt x="1839220" y="501102"/>
                </a:moveTo>
                <a:lnTo>
                  <a:pt x="1860775" y="495268"/>
                </a:lnTo>
                <a:moveTo>
                  <a:pt x="2041894" y="999770"/>
                </a:moveTo>
                <a:lnTo>
                  <a:pt x="2029479" y="861640"/>
                </a:lnTo>
                <a:moveTo>
                  <a:pt x="2023962" y="867878"/>
                </a:moveTo>
                <a:lnTo>
                  <a:pt x="2033320" y="1026444"/>
                </a:lnTo>
                <a:moveTo>
                  <a:pt x="1603577" y="581648"/>
                </a:moveTo>
                <a:lnTo>
                  <a:pt x="1668226" y="605971"/>
                </a:lnTo>
                <a:moveTo>
                  <a:pt x="1679638" y="524028"/>
                </a:moveTo>
                <a:lnTo>
                  <a:pt x="1712755" y="492862"/>
                </a:lnTo>
                <a:moveTo>
                  <a:pt x="2029479" y="861640"/>
                </a:moveTo>
                <a:lnTo>
                  <a:pt x="2108492" y="1014508"/>
                </a:lnTo>
                <a:moveTo>
                  <a:pt x="2008545" y="864963"/>
                </a:moveTo>
                <a:lnTo>
                  <a:pt x="2033320" y="1026444"/>
                </a:lnTo>
                <a:moveTo>
                  <a:pt x="1817465" y="357241"/>
                </a:moveTo>
                <a:lnTo>
                  <a:pt x="1836878" y="486468"/>
                </a:lnTo>
                <a:moveTo>
                  <a:pt x="1836878" y="486468"/>
                </a:moveTo>
                <a:lnTo>
                  <a:pt x="1960279" y="467581"/>
                </a:lnTo>
                <a:moveTo>
                  <a:pt x="1494652" y="683273"/>
                </a:moveTo>
                <a:lnTo>
                  <a:pt x="1617517" y="685474"/>
                </a:lnTo>
                <a:moveTo>
                  <a:pt x="1860775" y="495268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60279" y="467581"/>
                </a:lnTo>
                <a:moveTo>
                  <a:pt x="1817465" y="357241"/>
                </a:moveTo>
                <a:lnTo>
                  <a:pt x="1939010" y="333341"/>
                </a:lnTo>
                <a:moveTo>
                  <a:pt x="1817465" y="357241"/>
                </a:moveTo>
                <a:lnTo>
                  <a:pt x="1925462" y="247271"/>
                </a:lnTo>
                <a:moveTo>
                  <a:pt x="1603577" y="581648"/>
                </a:moveTo>
                <a:lnTo>
                  <a:pt x="1679638" y="524028"/>
                </a:lnTo>
                <a:moveTo>
                  <a:pt x="1939010" y="333341"/>
                </a:moveTo>
                <a:lnTo>
                  <a:pt x="1960279" y="467581"/>
                </a:lnTo>
                <a:moveTo>
                  <a:pt x="1925462" y="247271"/>
                </a:moveTo>
                <a:lnTo>
                  <a:pt x="1939010" y="333341"/>
                </a:lnTo>
                <a:moveTo>
                  <a:pt x="2115053" y="961925"/>
                </a:moveTo>
                <a:lnTo>
                  <a:pt x="2108492" y="1014508"/>
                </a:lnTo>
                <a:moveTo>
                  <a:pt x="1806153" y="280207"/>
                </a:moveTo>
                <a:lnTo>
                  <a:pt x="1817465" y="357241"/>
                </a:lnTo>
                <a:moveTo>
                  <a:pt x="2022004" y="853247"/>
                </a:moveTo>
                <a:lnTo>
                  <a:pt x="2023962" y="867878"/>
                </a:lnTo>
                <a:moveTo>
                  <a:pt x="1881717" y="768769"/>
                </a:moveTo>
                <a:lnTo>
                  <a:pt x="2001864" y="717233"/>
                </a:lnTo>
                <a:moveTo>
                  <a:pt x="2023962" y="867878"/>
                </a:moveTo>
                <a:lnTo>
                  <a:pt x="2029479" y="861640"/>
                </a:lnTo>
                <a:moveTo>
                  <a:pt x="2008545" y="864963"/>
                </a:moveTo>
                <a:lnTo>
                  <a:pt x="2023962" y="867878"/>
                </a:lnTo>
                <a:moveTo>
                  <a:pt x="1806153" y="280207"/>
                </a:moveTo>
                <a:lnTo>
                  <a:pt x="1925462" y="247271"/>
                </a:lnTo>
                <a:moveTo>
                  <a:pt x="1881717" y="768769"/>
                </a:moveTo>
                <a:lnTo>
                  <a:pt x="1901354" y="870755"/>
                </a:lnTo>
                <a:moveTo>
                  <a:pt x="1971210" y="984763"/>
                </a:moveTo>
                <a:lnTo>
                  <a:pt x="2033320" y="1026444"/>
                </a:lnTo>
                <a:moveTo>
                  <a:pt x="1354710" y="591014"/>
                </a:moveTo>
                <a:lnTo>
                  <a:pt x="1373079" y="706622"/>
                </a:lnTo>
                <a:moveTo>
                  <a:pt x="2022004" y="853247"/>
                </a:moveTo>
                <a:lnTo>
                  <a:pt x="2029479" y="861640"/>
                </a:lnTo>
                <a:moveTo>
                  <a:pt x="1354710" y="591014"/>
                </a:moveTo>
                <a:lnTo>
                  <a:pt x="1494652" y="683273"/>
                </a:lnTo>
                <a:moveTo>
                  <a:pt x="2008545" y="864963"/>
                </a:moveTo>
                <a:lnTo>
                  <a:pt x="2022004" y="853247"/>
                </a:lnTo>
                <a:moveTo>
                  <a:pt x="1373079" y="706622"/>
                </a:moveTo>
                <a:lnTo>
                  <a:pt x="1494652" y="683273"/>
                </a:lnTo>
                <a:moveTo>
                  <a:pt x="1917217" y="188742"/>
                </a:moveTo>
                <a:lnTo>
                  <a:pt x="1925462" y="247271"/>
                </a:lnTo>
                <a:moveTo>
                  <a:pt x="1960279" y="467581"/>
                </a:moveTo>
                <a:lnTo>
                  <a:pt x="1997421" y="308159"/>
                </a:lnTo>
                <a:moveTo>
                  <a:pt x="1939010" y="333341"/>
                </a:moveTo>
                <a:lnTo>
                  <a:pt x="1997421" y="308159"/>
                </a:lnTo>
                <a:moveTo>
                  <a:pt x="1354710" y="59101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3577" y="581648"/>
                </a:lnTo>
                <a:moveTo>
                  <a:pt x="1925462" y="247271"/>
                </a:moveTo>
                <a:lnTo>
                  <a:pt x="1997421" y="308159"/>
                </a:lnTo>
                <a:moveTo>
                  <a:pt x="1483680" y="611339"/>
                </a:moveTo>
                <a:lnTo>
                  <a:pt x="1494652" y="683273"/>
                </a:lnTo>
                <a:moveTo>
                  <a:pt x="1766316" y="344852"/>
                </a:moveTo>
                <a:lnTo>
                  <a:pt x="1817465" y="357241"/>
                </a:lnTo>
                <a:moveTo>
                  <a:pt x="2001864" y="717233"/>
                </a:moveTo>
                <a:lnTo>
                  <a:pt x="2022004" y="853247"/>
                </a:lnTo>
                <a:moveTo>
                  <a:pt x="1617517" y="685474"/>
                </a:moveTo>
                <a:lnTo>
                  <a:pt x="1635705" y="758811"/>
                </a:lnTo>
                <a:moveTo>
                  <a:pt x="2001864" y="717233"/>
                </a:moveTo>
                <a:lnTo>
                  <a:pt x="2008545" y="864963"/>
                </a:lnTo>
                <a:moveTo>
                  <a:pt x="2064063" y="1088170"/>
                </a:moveTo>
                <a:lnTo>
                  <a:pt x="2108492" y="1014508"/>
                </a:lnTo>
                <a:moveTo>
                  <a:pt x="1709028" y="435440"/>
                </a:moveTo>
                <a:lnTo>
                  <a:pt x="1836878" y="486468"/>
                </a:lnTo>
                <a:moveTo>
                  <a:pt x="1709028" y="435440"/>
                </a:moveTo>
                <a:lnTo>
                  <a:pt x="1712755" y="492862"/>
                </a:lnTo>
                <a:moveTo>
                  <a:pt x="1766316" y="344852"/>
                </a:moveTo>
                <a:lnTo>
                  <a:pt x="1806153" y="280207"/>
                </a:lnTo>
                <a:moveTo>
                  <a:pt x="1901354" y="870755"/>
                </a:moveTo>
                <a:lnTo>
                  <a:pt x="2008545" y="864963"/>
                </a:lnTo>
                <a:moveTo>
                  <a:pt x="2068494" y="1083188"/>
                </a:moveTo>
                <a:lnTo>
                  <a:pt x="2108492" y="1014508"/>
                </a:lnTo>
                <a:moveTo>
                  <a:pt x="1247983" y="693312"/>
                </a:moveTo>
                <a:lnTo>
                  <a:pt x="1354710" y="591014"/>
                </a:lnTo>
                <a:moveTo>
                  <a:pt x="1247983" y="693312"/>
                </a:moveTo>
                <a:lnTo>
                  <a:pt x="1373079" y="706622"/>
                </a:lnTo>
                <a:moveTo>
                  <a:pt x="1250408" y="708269"/>
                </a:moveTo>
                <a:lnTo>
                  <a:pt x="1373079" y="706622"/>
                </a:lnTo>
                <a:moveTo>
                  <a:pt x="2054643" y="1085388"/>
                </a:moveTo>
                <a:lnTo>
                  <a:pt x="2033320" y="1026444"/>
                </a:lnTo>
                <a:moveTo>
                  <a:pt x="1709028" y="435440"/>
                </a:moveTo>
                <a:lnTo>
                  <a:pt x="1679638" y="524028"/>
                </a:lnTo>
                <a:moveTo>
                  <a:pt x="2051912" y="1055001"/>
                </a:moveTo>
                <a:lnTo>
                  <a:pt x="2064063" y="1088170"/>
                </a:lnTo>
                <a:moveTo>
                  <a:pt x="2029479" y="861640"/>
                </a:moveTo>
                <a:lnTo>
                  <a:pt x="2115053" y="961925"/>
                </a:lnTo>
                <a:moveTo>
                  <a:pt x="703517" y="417541"/>
                </a:moveTo>
                <a:lnTo>
                  <a:pt x="843690" y="520462"/>
                </a:lnTo>
                <a:moveTo>
                  <a:pt x="1709028" y="435440"/>
                </a:moveTo>
                <a:lnTo>
                  <a:pt x="1817465" y="357241"/>
                </a:lnTo>
                <a:moveTo>
                  <a:pt x="843690" y="520462"/>
                </a:moveTo>
                <a:lnTo>
                  <a:pt x="864272" y="641126"/>
                </a:lnTo>
                <a:moveTo>
                  <a:pt x="1960279" y="467581"/>
                </a:moveTo>
                <a:lnTo>
                  <a:pt x="2063419" y="411552"/>
                </a:lnTo>
                <a:moveTo>
                  <a:pt x="1900001" y="70038"/>
                </a:moveTo>
                <a:lnTo>
                  <a:pt x="1917217" y="188742"/>
                </a:lnTo>
                <a:moveTo>
                  <a:pt x="2054643" y="1085388"/>
                </a:moveTo>
                <a:lnTo>
                  <a:pt x="2051912" y="1055001"/>
                </a:lnTo>
                <a:moveTo>
                  <a:pt x="2008545" y="864963"/>
                </a:moveTo>
                <a:lnTo>
                  <a:pt x="1971210" y="984763"/>
                </a:lnTo>
                <a:moveTo>
                  <a:pt x="1901354" y="870755"/>
                </a:moveTo>
                <a:lnTo>
                  <a:pt x="2001864" y="717233"/>
                </a:lnTo>
                <a:moveTo>
                  <a:pt x="2022004" y="853247"/>
                </a:moveTo>
                <a:lnTo>
                  <a:pt x="2014485" y="698607"/>
                </a:lnTo>
                <a:moveTo>
                  <a:pt x="843690" y="520462"/>
                </a:moveTo>
                <a:lnTo>
                  <a:pt x="985770" y="616310"/>
                </a:lnTo>
                <a:moveTo>
                  <a:pt x="1692037" y="470517"/>
                </a:moveTo>
                <a:lnTo>
                  <a:pt x="1679638" y="524028"/>
                </a:lnTo>
                <a:moveTo>
                  <a:pt x="2014485" y="698607"/>
                </a:moveTo>
                <a:lnTo>
                  <a:pt x="2029479" y="861640"/>
                </a:lnTo>
                <a:moveTo>
                  <a:pt x="833102" y="441257"/>
                </a:moveTo>
                <a:lnTo>
                  <a:pt x="843690" y="520462"/>
                </a:lnTo>
                <a:moveTo>
                  <a:pt x="1505856" y="733593"/>
                </a:moveTo>
                <a:lnTo>
                  <a:pt x="1494652" y="683273"/>
                </a:lnTo>
                <a:moveTo>
                  <a:pt x="1373079" y="706622"/>
                </a:moveTo>
                <a:lnTo>
                  <a:pt x="1392516" y="804653"/>
                </a:lnTo>
                <a:moveTo>
                  <a:pt x="1392516" y="804653"/>
                </a:moveTo>
                <a:lnTo>
                  <a:pt x="1494652" y="683273"/>
                </a:lnTo>
                <a:moveTo>
                  <a:pt x="742719" y="664880"/>
                </a:moveTo>
                <a:lnTo>
                  <a:pt x="864272" y="641126"/>
                </a:lnTo>
                <a:moveTo>
                  <a:pt x="1494652" y="683273"/>
                </a:moveTo>
                <a:lnTo>
                  <a:pt x="1635705" y="758811"/>
                </a:lnTo>
                <a:moveTo>
                  <a:pt x="1494652" y="683273"/>
                </a:moveTo>
                <a:lnTo>
                  <a:pt x="1634780" y="758893"/>
                </a:lnTo>
                <a:moveTo>
                  <a:pt x="1247983" y="693312"/>
                </a:moveTo>
                <a:lnTo>
                  <a:pt x="1250408" y="708269"/>
                </a:lnTo>
                <a:moveTo>
                  <a:pt x="1925462" y="247271"/>
                </a:moveTo>
                <a:lnTo>
                  <a:pt x="2058154" y="261979"/>
                </a:lnTo>
                <a:moveTo>
                  <a:pt x="843690" y="520462"/>
                </a:moveTo>
                <a:lnTo>
                  <a:pt x="898877" y="482576"/>
                </a:lnTo>
                <a:moveTo>
                  <a:pt x="1901354" y="870755"/>
                </a:moveTo>
                <a:lnTo>
                  <a:pt x="1971210" y="984763"/>
                </a:lnTo>
                <a:moveTo>
                  <a:pt x="1997421" y="308159"/>
                </a:moveTo>
                <a:lnTo>
                  <a:pt x="2063419" y="411552"/>
                </a:lnTo>
                <a:moveTo>
                  <a:pt x="2001864" y="717233"/>
                </a:moveTo>
                <a:lnTo>
                  <a:pt x="2014485" y="698607"/>
                </a:lnTo>
                <a:moveTo>
                  <a:pt x="864272" y="641126"/>
                </a:moveTo>
                <a:lnTo>
                  <a:pt x="985770" y="616310"/>
                </a:lnTo>
                <a:moveTo>
                  <a:pt x="1247983" y="693312"/>
                </a:moveTo>
                <a:lnTo>
                  <a:pt x="1219740" y="710917"/>
                </a:lnTo>
                <a:moveTo>
                  <a:pt x="1917217" y="188742"/>
                </a:moveTo>
                <a:lnTo>
                  <a:pt x="1994654" y="143185"/>
                </a:lnTo>
                <a:moveTo>
                  <a:pt x="1219740" y="710917"/>
                </a:moveTo>
                <a:lnTo>
                  <a:pt x="1250408" y="708269"/>
                </a:lnTo>
                <a:moveTo>
                  <a:pt x="703517" y="417541"/>
                </a:moveTo>
                <a:lnTo>
                  <a:pt x="833102" y="441257"/>
                </a:lnTo>
                <a:moveTo>
                  <a:pt x="1865387" y="163709"/>
                </a:moveTo>
                <a:lnTo>
                  <a:pt x="1917217" y="188742"/>
                </a:lnTo>
                <a:moveTo>
                  <a:pt x="599286" y="542296"/>
                </a:moveTo>
                <a:lnTo>
                  <a:pt x="742719" y="664880"/>
                </a:lnTo>
                <a:moveTo>
                  <a:pt x="1606940" y="563312"/>
                </a:moveTo>
                <a:lnTo>
                  <a:pt x="1679638" y="524028"/>
                </a:lnTo>
                <a:moveTo>
                  <a:pt x="1709028" y="435440"/>
                </a:moveTo>
                <a:lnTo>
                  <a:pt x="1766316" y="344852"/>
                </a:lnTo>
                <a:moveTo>
                  <a:pt x="1255014" y="732073"/>
                </a:moveTo>
                <a:lnTo>
                  <a:pt x="1250408" y="708269"/>
                </a:lnTo>
                <a:moveTo>
                  <a:pt x="1804368" y="233494"/>
                </a:moveTo>
                <a:lnTo>
                  <a:pt x="1925462" y="247271"/>
                </a:lnTo>
                <a:moveTo>
                  <a:pt x="1917217" y="188742"/>
                </a:moveTo>
                <a:lnTo>
                  <a:pt x="2058154" y="261979"/>
                </a:lnTo>
                <a:moveTo>
                  <a:pt x="1219740" y="710917"/>
                </a:moveTo>
                <a:lnTo>
                  <a:pt x="1255014" y="732073"/>
                </a:lnTo>
                <a:moveTo>
                  <a:pt x="2049117" y="806980"/>
                </a:moveTo>
                <a:lnTo>
                  <a:pt x="2029479" y="861640"/>
                </a:lnTo>
                <a:moveTo>
                  <a:pt x="1997421" y="308159"/>
                </a:moveTo>
                <a:lnTo>
                  <a:pt x="2058154" y="261979"/>
                </a:lnTo>
                <a:moveTo>
                  <a:pt x="1355182" y="556740"/>
                </a:moveTo>
                <a:lnTo>
                  <a:pt x="1354710" y="591014"/>
                </a:lnTo>
                <a:moveTo>
                  <a:pt x="1901354" y="870755"/>
                </a:moveTo>
                <a:lnTo>
                  <a:pt x="1921349" y="979819"/>
                </a:lnTo>
                <a:moveTo>
                  <a:pt x="1917217" y="188742"/>
                </a:moveTo>
                <a:lnTo>
                  <a:pt x="2048672" y="198968"/>
                </a:lnTo>
                <a:moveTo>
                  <a:pt x="1804368" y="233494"/>
                </a:moveTo>
                <a:lnTo>
                  <a:pt x="1806153" y="280207"/>
                </a:lnTo>
                <a:moveTo>
                  <a:pt x="1250408" y="708269"/>
                </a:moveTo>
                <a:lnTo>
                  <a:pt x="1392516" y="804653"/>
                </a:lnTo>
                <a:moveTo>
                  <a:pt x="864272" y="641126"/>
                </a:moveTo>
                <a:lnTo>
                  <a:pt x="1006324" y="736414"/>
                </a:lnTo>
                <a:moveTo>
                  <a:pt x="595617" y="513370"/>
                </a:moveTo>
                <a:lnTo>
                  <a:pt x="703517" y="417541"/>
                </a:lnTo>
                <a:moveTo>
                  <a:pt x="1127953" y="714182"/>
                </a:moveTo>
                <a:lnTo>
                  <a:pt x="1247983" y="693312"/>
                </a:lnTo>
                <a:moveTo>
                  <a:pt x="898877" y="482576"/>
                </a:moveTo>
                <a:lnTo>
                  <a:pt x="985770" y="616310"/>
                </a:lnTo>
                <a:moveTo>
                  <a:pt x="1354710" y="591014"/>
                </a:moveTo>
                <a:lnTo>
                  <a:pt x="1482116" y="565844"/>
                </a:lnTo>
                <a:moveTo>
                  <a:pt x="1900001" y="70038"/>
                </a:moveTo>
                <a:lnTo>
                  <a:pt x="1994654" y="143185"/>
                </a:lnTo>
                <a:moveTo>
                  <a:pt x="1606940" y="563312"/>
                </a:moveTo>
                <a:lnTo>
                  <a:pt x="1603577" y="581648"/>
                </a:lnTo>
                <a:moveTo>
                  <a:pt x="985770" y="616310"/>
                </a:moveTo>
                <a:lnTo>
                  <a:pt x="1006324" y="736414"/>
                </a:lnTo>
                <a:moveTo>
                  <a:pt x="985770" y="616310"/>
                </a:moveTo>
                <a:lnTo>
                  <a:pt x="1127953" y="714182"/>
                </a:lnTo>
                <a:moveTo>
                  <a:pt x="833102" y="441257"/>
                </a:moveTo>
                <a:lnTo>
                  <a:pt x="898877" y="482576"/>
                </a:lnTo>
                <a:moveTo>
                  <a:pt x="1127953" y="714182"/>
                </a:moveTo>
                <a:lnTo>
                  <a:pt x="1219740" y="710917"/>
                </a:lnTo>
                <a:moveTo>
                  <a:pt x="1804368" y="233494"/>
                </a:moveTo>
                <a:lnTo>
                  <a:pt x="1917217" y="188742"/>
                </a:lnTo>
                <a:moveTo>
                  <a:pt x="1865387" y="163709"/>
                </a:moveTo>
                <a:lnTo>
                  <a:pt x="1900001" y="70038"/>
                </a:lnTo>
                <a:moveTo>
                  <a:pt x="985770" y="616310"/>
                </a:moveTo>
                <a:lnTo>
                  <a:pt x="1106544" y="577162"/>
                </a:lnTo>
                <a:moveTo>
                  <a:pt x="619756" y="660745"/>
                </a:moveTo>
                <a:lnTo>
                  <a:pt x="742719" y="664880"/>
                </a:lnTo>
                <a:moveTo>
                  <a:pt x="1482116" y="565844"/>
                </a:moveTo>
                <a:lnTo>
                  <a:pt x="1483680" y="611339"/>
                </a:lnTo>
                <a:moveTo>
                  <a:pt x="1483680" y="611339"/>
                </a:moveTo>
                <a:lnTo>
                  <a:pt x="1606940" y="563312"/>
                </a:lnTo>
                <a:moveTo>
                  <a:pt x="1127953" y="714182"/>
                </a:moveTo>
                <a:lnTo>
                  <a:pt x="1255014" y="732073"/>
                </a:lnTo>
                <a:moveTo>
                  <a:pt x="1250408" y="708269"/>
                </a:moveTo>
                <a:lnTo>
                  <a:pt x="1339428" y="805786"/>
                </a:lnTo>
                <a:moveTo>
                  <a:pt x="972895" y="521247"/>
                </a:moveTo>
                <a:lnTo>
                  <a:pt x="985770" y="616310"/>
                </a:lnTo>
                <a:moveTo>
                  <a:pt x="1921349" y="979819"/>
                </a:moveTo>
                <a:lnTo>
                  <a:pt x="1971210" y="984763"/>
                </a:lnTo>
                <a:moveTo>
                  <a:pt x="595617" y="513370"/>
                </a:moveTo>
                <a:lnTo>
                  <a:pt x="599286" y="542296"/>
                </a:lnTo>
                <a:moveTo>
                  <a:pt x="1392516" y="804653"/>
                </a:moveTo>
                <a:lnTo>
                  <a:pt x="1505856" y="733593"/>
                </a:lnTo>
                <a:moveTo>
                  <a:pt x="1505856" y="733593"/>
                </a:moveTo>
                <a:lnTo>
                  <a:pt x="1634780" y="758893"/>
                </a:lnTo>
                <a:moveTo>
                  <a:pt x="1804368" y="233494"/>
                </a:moveTo>
                <a:lnTo>
                  <a:pt x="1766316" y="344852"/>
                </a:lnTo>
                <a:moveTo>
                  <a:pt x="1997421" y="308159"/>
                </a:moveTo>
                <a:lnTo>
                  <a:pt x="2078606" y="380065"/>
                </a:lnTo>
                <a:moveTo>
                  <a:pt x="1777708" y="853111"/>
                </a:moveTo>
                <a:lnTo>
                  <a:pt x="1901354" y="870755"/>
                </a:lnTo>
                <a:moveTo>
                  <a:pt x="2115053" y="961925"/>
                </a:moveTo>
                <a:lnTo>
                  <a:pt x="2068494" y="1083188"/>
                </a:lnTo>
                <a:moveTo>
                  <a:pt x="579524" y="533280"/>
                </a:moveTo>
                <a:lnTo>
                  <a:pt x="599286" y="542296"/>
                </a:lnTo>
                <a:moveTo>
                  <a:pt x="1169708" y="553447"/>
                </a:moveTo>
                <a:lnTo>
                  <a:pt x="1247983" y="693312"/>
                </a:lnTo>
                <a:moveTo>
                  <a:pt x="1255014" y="732073"/>
                </a:moveTo>
                <a:lnTo>
                  <a:pt x="1339428" y="805786"/>
                </a:lnTo>
                <a:moveTo>
                  <a:pt x="1006324" y="736414"/>
                </a:moveTo>
                <a:lnTo>
                  <a:pt x="1127953" y="714182"/>
                </a:lnTo>
                <a:moveTo>
                  <a:pt x="1692037" y="470517"/>
                </a:moveTo>
                <a:lnTo>
                  <a:pt x="1709028" y="435440"/>
                </a:lnTo>
                <a:moveTo>
                  <a:pt x="599286" y="542296"/>
                </a:moveTo>
                <a:lnTo>
                  <a:pt x="619756" y="660745"/>
                </a:lnTo>
                <a:moveTo>
                  <a:pt x="1971210" y="984763"/>
                </a:moveTo>
                <a:lnTo>
                  <a:pt x="2054643" y="1085388"/>
                </a:lnTo>
                <a:moveTo>
                  <a:pt x="1247983" y="693312"/>
                </a:moveTo>
                <a:lnTo>
                  <a:pt x="1355182" y="556740"/>
                </a:lnTo>
                <a:moveTo>
                  <a:pt x="2049117" y="806980"/>
                </a:moveTo>
                <a:lnTo>
                  <a:pt x="2115053" y="961925"/>
                </a:lnTo>
                <a:moveTo>
                  <a:pt x="742719" y="664880"/>
                </a:moveTo>
                <a:lnTo>
                  <a:pt x="883658" y="738140"/>
                </a:lnTo>
                <a:moveTo>
                  <a:pt x="1634780" y="758893"/>
                </a:moveTo>
                <a:lnTo>
                  <a:pt x="1635705" y="758811"/>
                </a:lnTo>
                <a:moveTo>
                  <a:pt x="1635738" y="758947"/>
                </a:moveTo>
                <a:lnTo>
                  <a:pt x="1635705" y="758811"/>
                </a:lnTo>
                <a:moveTo>
                  <a:pt x="1634780" y="758893"/>
                </a:moveTo>
                <a:lnTo>
                  <a:pt x="1635738" y="758947"/>
                </a:lnTo>
                <a:moveTo>
                  <a:pt x="1106544" y="577162"/>
                </a:moveTo>
                <a:lnTo>
                  <a:pt x="1127953" y="714182"/>
                </a:lnTo>
                <a:moveTo>
                  <a:pt x="864272" y="641126"/>
                </a:moveTo>
                <a:lnTo>
                  <a:pt x="883658" y="738140"/>
                </a:lnTo>
                <a:moveTo>
                  <a:pt x="898877" y="482576"/>
                </a:moveTo>
                <a:lnTo>
                  <a:pt x="972895" y="521247"/>
                </a:lnTo>
                <a:moveTo>
                  <a:pt x="1233817" y="578343"/>
                </a:moveTo>
                <a:lnTo>
                  <a:pt x="1247983" y="693312"/>
                </a:lnTo>
                <a:moveTo>
                  <a:pt x="1713505" y="442546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95617" y="513370"/>
                </a:lnTo>
                <a:moveTo>
                  <a:pt x="1339428" y="805786"/>
                </a:moveTo>
                <a:lnTo>
                  <a:pt x="1392516" y="804653"/>
                </a:lnTo>
                <a:moveTo>
                  <a:pt x="1513454" y="768748"/>
                </a:moveTo>
                <a:lnTo>
                  <a:pt x="1505856" y="733593"/>
                </a:lnTo>
                <a:moveTo>
                  <a:pt x="1770602" y="292629"/>
                </a:moveTo>
                <a:lnTo>
                  <a:pt x="1766316" y="344852"/>
                </a:lnTo>
                <a:moveTo>
                  <a:pt x="2014485" y="698607"/>
                </a:moveTo>
                <a:lnTo>
                  <a:pt x="2049117" y="806980"/>
                </a:lnTo>
                <a:moveTo>
                  <a:pt x="1395301" y="814785"/>
                </a:moveTo>
                <a:lnTo>
                  <a:pt x="1392516" y="804653"/>
                </a:lnTo>
                <a:moveTo>
                  <a:pt x="972895" y="521247"/>
                </a:moveTo>
                <a:lnTo>
                  <a:pt x="1106544" y="577162"/>
                </a:lnTo>
                <a:moveTo>
                  <a:pt x="2060171" y="525939"/>
                </a:moveTo>
                <a:lnTo>
                  <a:pt x="2014485" y="698607"/>
                </a:lnTo>
                <a:moveTo>
                  <a:pt x="1994654" y="143185"/>
                </a:moveTo>
                <a:lnTo>
                  <a:pt x="2048672" y="198968"/>
                </a:lnTo>
                <a:moveTo>
                  <a:pt x="1513454" y="768748"/>
                </a:moveTo>
                <a:lnTo>
                  <a:pt x="1634780" y="758893"/>
                </a:lnTo>
                <a:moveTo>
                  <a:pt x="1513454" y="768748"/>
                </a:moveTo>
                <a:lnTo>
                  <a:pt x="1635738" y="758947"/>
                </a:lnTo>
                <a:moveTo>
                  <a:pt x="2063419" y="411552"/>
                </a:moveTo>
                <a:lnTo>
                  <a:pt x="2060171" y="525939"/>
                </a:lnTo>
                <a:moveTo>
                  <a:pt x="1921349" y="979819"/>
                </a:moveTo>
                <a:lnTo>
                  <a:pt x="2054643" y="1085388"/>
                </a:lnTo>
                <a:moveTo>
                  <a:pt x="1127953" y="714182"/>
                </a:moveTo>
                <a:lnTo>
                  <a:pt x="1169708" y="553447"/>
                </a:lnTo>
                <a:moveTo>
                  <a:pt x="1102715" y="546263"/>
                </a:moveTo>
                <a:lnTo>
                  <a:pt x="1106544" y="577162"/>
                </a:lnTo>
                <a:moveTo>
                  <a:pt x="1339428" y="805786"/>
                </a:moveTo>
                <a:lnTo>
                  <a:pt x="1395301" y="814785"/>
                </a:lnTo>
                <a:moveTo>
                  <a:pt x="2064063" y="1088170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063" y="1088170"/>
                </a:lnTo>
                <a:moveTo>
                  <a:pt x="1106544" y="577162"/>
                </a:moveTo>
                <a:lnTo>
                  <a:pt x="1169708" y="553447"/>
                </a:lnTo>
                <a:moveTo>
                  <a:pt x="2064397" y="1086951"/>
                </a:moveTo>
                <a:lnTo>
                  <a:pt x="2064063" y="1088170"/>
                </a:lnTo>
                <a:moveTo>
                  <a:pt x="2063419" y="411552"/>
                </a:moveTo>
                <a:lnTo>
                  <a:pt x="2078606" y="380065"/>
                </a:lnTo>
                <a:moveTo>
                  <a:pt x="1635705" y="758811"/>
                </a:moveTo>
                <a:lnTo>
                  <a:pt x="1777708" y="853111"/>
                </a:lnTo>
                <a:moveTo>
                  <a:pt x="972895" y="521247"/>
                </a:moveTo>
                <a:lnTo>
                  <a:pt x="1102715" y="546263"/>
                </a:lnTo>
                <a:moveTo>
                  <a:pt x="704432" y="385714"/>
                </a:moveTo>
                <a:lnTo>
                  <a:pt x="703517" y="417541"/>
                </a:lnTo>
                <a:moveTo>
                  <a:pt x="883658" y="738140"/>
                </a:moveTo>
                <a:lnTo>
                  <a:pt x="1006324" y="736414"/>
                </a:lnTo>
                <a:moveTo>
                  <a:pt x="2048672" y="198968"/>
                </a:moveTo>
                <a:lnTo>
                  <a:pt x="2058154" y="261979"/>
                </a:lnTo>
                <a:moveTo>
                  <a:pt x="583798" y="646473"/>
                </a:moveTo>
                <a:lnTo>
                  <a:pt x="599286" y="542296"/>
                </a:lnTo>
                <a:moveTo>
                  <a:pt x="742719" y="664880"/>
                </a:moveTo>
                <a:lnTo>
                  <a:pt x="761051" y="741040"/>
                </a:lnTo>
                <a:moveTo>
                  <a:pt x="1804368" y="233494"/>
                </a:moveTo>
                <a:lnTo>
                  <a:pt x="1865387" y="163709"/>
                </a:lnTo>
                <a:moveTo>
                  <a:pt x="1777708" y="853111"/>
                </a:moveTo>
                <a:lnTo>
                  <a:pt x="1921349" y="979819"/>
                </a:lnTo>
                <a:moveTo>
                  <a:pt x="1635705" y="758811"/>
                </a:moveTo>
                <a:lnTo>
                  <a:pt x="1767743" y="851654"/>
                </a:lnTo>
                <a:moveTo>
                  <a:pt x="1635738" y="758947"/>
                </a:moveTo>
                <a:lnTo>
                  <a:pt x="1767743" y="851654"/>
                </a:lnTo>
                <a:moveTo>
                  <a:pt x="2064397" y="1086951"/>
                </a:moveTo>
                <a:lnTo>
                  <a:pt x="2068494" y="1083188"/>
                </a:lnTo>
                <a:moveTo>
                  <a:pt x="2054643" y="1085388"/>
                </a:moveTo>
                <a:lnTo>
                  <a:pt x="2064397" y="1086951"/>
                </a:lnTo>
                <a:moveTo>
                  <a:pt x="1395301" y="814785"/>
                </a:moveTo>
                <a:lnTo>
                  <a:pt x="1513454" y="768748"/>
                </a:lnTo>
                <a:moveTo>
                  <a:pt x="1709028" y="435440"/>
                </a:moveTo>
                <a:lnTo>
                  <a:pt x="1713505" y="442546"/>
                </a:lnTo>
                <a:moveTo>
                  <a:pt x="2093552" y="913796"/>
                </a:moveTo>
                <a:lnTo>
                  <a:pt x="2115053" y="961925"/>
                </a:lnTo>
                <a:moveTo>
                  <a:pt x="1606940" y="563312"/>
                </a:moveTo>
                <a:lnTo>
                  <a:pt x="1692037" y="470517"/>
                </a:lnTo>
                <a:moveTo>
                  <a:pt x="1902206" y="45314"/>
                </a:moveTo>
                <a:lnTo>
                  <a:pt x="1900001" y="70038"/>
                </a:lnTo>
                <a:moveTo>
                  <a:pt x="1102715" y="546263"/>
                </a:moveTo>
                <a:lnTo>
                  <a:pt x="1169708" y="553447"/>
                </a:lnTo>
                <a:moveTo>
                  <a:pt x="703517" y="417541"/>
                </a:moveTo>
                <a:lnTo>
                  <a:pt x="837138" y="426633"/>
                </a:lnTo>
                <a:moveTo>
                  <a:pt x="2058154" y="261979"/>
                </a:moveTo>
                <a:lnTo>
                  <a:pt x="2075542" y="244214"/>
                </a:lnTo>
                <a:moveTo>
                  <a:pt x="1692037" y="470517"/>
                </a:moveTo>
                <a:lnTo>
                  <a:pt x="1713505" y="442546"/>
                </a:lnTo>
                <a:moveTo>
                  <a:pt x="2058154" y="261979"/>
                </a:moveTo>
                <a:lnTo>
                  <a:pt x="2078606" y="380065"/>
                </a:lnTo>
                <a:moveTo>
                  <a:pt x="1735368" y="412095"/>
                </a:moveTo>
                <a:lnTo>
                  <a:pt x="1766316" y="344852"/>
                </a:lnTo>
                <a:moveTo>
                  <a:pt x="579524" y="533280"/>
                </a:moveTo>
                <a:lnTo>
                  <a:pt x="583798" y="646473"/>
                </a:lnTo>
                <a:moveTo>
                  <a:pt x="2078485" y="636903"/>
                </a:moveTo>
                <a:lnTo>
                  <a:pt x="2014485" y="698607"/>
                </a:lnTo>
                <a:moveTo>
                  <a:pt x="2048672" y="198968"/>
                </a:moveTo>
                <a:lnTo>
                  <a:pt x="2075542" y="244214"/>
                </a:lnTo>
                <a:moveTo>
                  <a:pt x="1921349" y="979819"/>
                </a:moveTo>
                <a:lnTo>
                  <a:pt x="1941137" y="1084774"/>
                </a:lnTo>
                <a:moveTo>
                  <a:pt x="837138" y="426633"/>
                </a:moveTo>
                <a:lnTo>
                  <a:pt x="833102" y="441257"/>
                </a:lnTo>
                <a:moveTo>
                  <a:pt x="1900001" y="70038"/>
                </a:moveTo>
                <a:lnTo>
                  <a:pt x="2012322" y="88838"/>
                </a:lnTo>
                <a:moveTo>
                  <a:pt x="583798" y="646473"/>
                </a:moveTo>
                <a:lnTo>
                  <a:pt x="619756" y="660745"/>
                </a:lnTo>
                <a:moveTo>
                  <a:pt x="1169708" y="553447"/>
                </a:moveTo>
                <a:lnTo>
                  <a:pt x="1233817" y="578343"/>
                </a:lnTo>
                <a:moveTo>
                  <a:pt x="833102" y="441257"/>
                </a:moveTo>
                <a:lnTo>
                  <a:pt x="853700" y="438206"/>
                </a:lnTo>
                <a:moveTo>
                  <a:pt x="595617" y="513370"/>
                </a:moveTo>
                <a:lnTo>
                  <a:pt x="704432" y="385714"/>
                </a:lnTo>
                <a:moveTo>
                  <a:pt x="1233817" y="578343"/>
                </a:moveTo>
                <a:lnTo>
                  <a:pt x="1355182" y="556740"/>
                </a:lnTo>
                <a:moveTo>
                  <a:pt x="1355182" y="556740"/>
                </a:moveTo>
                <a:lnTo>
                  <a:pt x="1482116" y="565844"/>
                </a:lnTo>
                <a:moveTo>
                  <a:pt x="1767743" y="851654"/>
                </a:moveTo>
                <a:lnTo>
                  <a:pt x="1777708" y="853111"/>
                </a:lnTo>
                <a:moveTo>
                  <a:pt x="1482116" y="565844"/>
                </a:moveTo>
                <a:lnTo>
                  <a:pt x="1606940" y="563312"/>
                </a:lnTo>
                <a:moveTo>
                  <a:pt x="1780688" y="867366"/>
                </a:moveTo>
                <a:lnTo>
                  <a:pt x="1777708" y="853111"/>
                </a:lnTo>
                <a:moveTo>
                  <a:pt x="1941137" y="1084774"/>
                </a:moveTo>
                <a:lnTo>
                  <a:pt x="2054643" y="1085388"/>
                </a:lnTo>
                <a:moveTo>
                  <a:pt x="595617" y="513370"/>
                </a:moveTo>
                <a:lnTo>
                  <a:pt x="596747" y="492088"/>
                </a:lnTo>
                <a:moveTo>
                  <a:pt x="1941137" y="1084774"/>
                </a:moveTo>
                <a:lnTo>
                  <a:pt x="2064397" y="1086951"/>
                </a:lnTo>
                <a:moveTo>
                  <a:pt x="626705" y="684758"/>
                </a:moveTo>
                <a:lnTo>
                  <a:pt x="619756" y="660745"/>
                </a:lnTo>
                <a:moveTo>
                  <a:pt x="1902206" y="45314"/>
                </a:moveTo>
                <a:lnTo>
                  <a:pt x="1865387" y="163709"/>
                </a:lnTo>
                <a:moveTo>
                  <a:pt x="2078606" y="380065"/>
                </a:moveTo>
                <a:lnTo>
                  <a:pt x="2075542" y="244214"/>
                </a:lnTo>
                <a:moveTo>
                  <a:pt x="1767743" y="851654"/>
                </a:moveTo>
                <a:lnTo>
                  <a:pt x="1780688" y="867366"/>
                </a:lnTo>
                <a:moveTo>
                  <a:pt x="1770602" y="292629"/>
                </a:moveTo>
                <a:lnTo>
                  <a:pt x="1804368" y="233494"/>
                </a:lnTo>
                <a:moveTo>
                  <a:pt x="1841441" y="953824"/>
                </a:moveTo>
                <a:lnTo>
                  <a:pt x="1921349" y="979819"/>
                </a:lnTo>
                <a:moveTo>
                  <a:pt x="1139543" y="749288"/>
                </a:moveTo>
                <a:lnTo>
                  <a:pt x="1255014" y="732073"/>
                </a:lnTo>
                <a:moveTo>
                  <a:pt x="619756" y="660745"/>
                </a:moveTo>
                <a:lnTo>
                  <a:pt x="761051" y="741040"/>
                </a:lnTo>
                <a:moveTo>
                  <a:pt x="579524" y="533280"/>
                </a:moveTo>
                <a:lnTo>
                  <a:pt x="596747" y="492088"/>
                </a:lnTo>
                <a:moveTo>
                  <a:pt x="853700" y="438206"/>
                </a:moveTo>
                <a:lnTo>
                  <a:pt x="898877" y="482576"/>
                </a:lnTo>
                <a:moveTo>
                  <a:pt x="1264349" y="746657"/>
                </a:moveTo>
                <a:lnTo>
                  <a:pt x="1255014" y="732073"/>
                </a:lnTo>
                <a:moveTo>
                  <a:pt x="1102715" y="546263"/>
                </a:moveTo>
                <a:lnTo>
                  <a:pt x="1104918" y="545016"/>
                </a:lnTo>
                <a:moveTo>
                  <a:pt x="2093552" y="913796"/>
                </a:moveTo>
                <a:lnTo>
                  <a:pt x="2068494" y="1083188"/>
                </a:lnTo>
                <a:moveTo>
                  <a:pt x="1606940" y="563312"/>
                </a:moveTo>
                <a:lnTo>
                  <a:pt x="1713505" y="442546"/>
                </a:lnTo>
                <a:moveTo>
                  <a:pt x="1104918" y="545016"/>
                </a:moveTo>
                <a:lnTo>
                  <a:pt x="1169708" y="553447"/>
                </a:lnTo>
                <a:moveTo>
                  <a:pt x="1255014" y="732073"/>
                </a:moveTo>
                <a:lnTo>
                  <a:pt x="1284633" y="762944"/>
                </a:lnTo>
                <a:moveTo>
                  <a:pt x="2012322" y="88838"/>
                </a:moveTo>
                <a:lnTo>
                  <a:pt x="1994654" y="143185"/>
                </a:lnTo>
                <a:moveTo>
                  <a:pt x="2087781" y="414571"/>
                </a:moveTo>
                <a:lnTo>
                  <a:pt x="2063419" y="411552"/>
                </a:lnTo>
                <a:moveTo>
                  <a:pt x="2049117" y="806980"/>
                </a:moveTo>
                <a:lnTo>
                  <a:pt x="2093552" y="913796"/>
                </a:lnTo>
                <a:moveTo>
                  <a:pt x="1006324" y="736414"/>
                </a:moveTo>
                <a:lnTo>
                  <a:pt x="1139543" y="749288"/>
                </a:lnTo>
                <a:moveTo>
                  <a:pt x="1139543" y="749288"/>
                </a:moveTo>
                <a:lnTo>
                  <a:pt x="1127953" y="714182"/>
                </a:lnTo>
                <a:moveTo>
                  <a:pt x="579524" y="533280"/>
                </a:moveTo>
                <a:lnTo>
                  <a:pt x="617573" y="617582"/>
                </a:lnTo>
                <a:moveTo>
                  <a:pt x="853700" y="438206"/>
                </a:moveTo>
                <a:lnTo>
                  <a:pt x="972895" y="521247"/>
                </a:lnTo>
                <a:moveTo>
                  <a:pt x="1104918" y="545016"/>
                </a:moveTo>
                <a:lnTo>
                  <a:pt x="1233817" y="578343"/>
                </a:lnTo>
                <a:moveTo>
                  <a:pt x="619756" y="660745"/>
                </a:moveTo>
                <a:lnTo>
                  <a:pt x="723366" y="738185"/>
                </a:lnTo>
                <a:moveTo>
                  <a:pt x="1635738" y="758947"/>
                </a:moveTo>
                <a:lnTo>
                  <a:pt x="1654153" y="837271"/>
                </a:lnTo>
                <a:moveTo>
                  <a:pt x="2078485" y="636903"/>
                </a:moveTo>
                <a:lnTo>
                  <a:pt x="2049117" y="806980"/>
                </a:lnTo>
                <a:moveTo>
                  <a:pt x="1865847" y="112094"/>
                </a:moveTo>
                <a:lnTo>
                  <a:pt x="1865387" y="163709"/>
                </a:lnTo>
                <a:moveTo>
                  <a:pt x="761051" y="741040"/>
                </a:moveTo>
                <a:lnTo>
                  <a:pt x="883658" y="738140"/>
                </a:lnTo>
                <a:moveTo>
                  <a:pt x="2060171" y="525939"/>
                </a:moveTo>
                <a:lnTo>
                  <a:pt x="2078485" y="636903"/>
                </a:lnTo>
                <a:moveTo>
                  <a:pt x="1020345" y="782833"/>
                </a:moveTo>
                <a:lnTo>
                  <a:pt x="1006324" y="736414"/>
                </a:lnTo>
                <a:moveTo>
                  <a:pt x="1777708" y="853111"/>
                </a:moveTo>
                <a:lnTo>
                  <a:pt x="1841441" y="953824"/>
                </a:lnTo>
                <a:moveTo>
                  <a:pt x="2012322" y="88838"/>
                </a:moveTo>
                <a:lnTo>
                  <a:pt x="2048672" y="198968"/>
                </a:lnTo>
                <a:moveTo>
                  <a:pt x="583798" y="646473"/>
                </a:moveTo>
                <a:lnTo>
                  <a:pt x="626705" y="684758"/>
                </a:lnTo>
                <a:moveTo>
                  <a:pt x="2059275" y="474540"/>
                </a:moveTo>
                <a:lnTo>
                  <a:pt x="2063419" y="411552"/>
                </a:lnTo>
                <a:moveTo>
                  <a:pt x="2075542" y="244214"/>
                </a:moveTo>
                <a:lnTo>
                  <a:pt x="2122557" y="350621"/>
                </a:lnTo>
                <a:moveTo>
                  <a:pt x="1284633" y="762944"/>
                </a:moveTo>
                <a:lnTo>
                  <a:pt x="1339428" y="805786"/>
                </a:lnTo>
                <a:moveTo>
                  <a:pt x="1780688" y="867366"/>
                </a:moveTo>
                <a:lnTo>
                  <a:pt x="1841441" y="953824"/>
                </a:lnTo>
                <a:moveTo>
                  <a:pt x="2078606" y="380065"/>
                </a:moveTo>
                <a:lnTo>
                  <a:pt x="2122557" y="350621"/>
                </a:lnTo>
                <a:moveTo>
                  <a:pt x="1513454" y="768748"/>
                </a:moveTo>
                <a:lnTo>
                  <a:pt x="1654153" y="837271"/>
                </a:lnTo>
                <a:moveTo>
                  <a:pt x="2039941" y="113962"/>
                </a:moveTo>
                <a:lnTo>
                  <a:pt x="2048672" y="198968"/>
                </a:lnTo>
                <a:moveTo>
                  <a:pt x="1878296" y="1061844"/>
                </a:moveTo>
                <a:lnTo>
                  <a:pt x="1921349" y="979819"/>
                </a:lnTo>
                <a:moveTo>
                  <a:pt x="1284633" y="762944"/>
                </a:moveTo>
                <a:lnTo>
                  <a:pt x="1395301" y="814785"/>
                </a:lnTo>
                <a:moveTo>
                  <a:pt x="976630" y="504964"/>
                </a:moveTo>
                <a:lnTo>
                  <a:pt x="972895" y="521247"/>
                </a:lnTo>
                <a:moveTo>
                  <a:pt x="2095200" y="1027406"/>
                </a:moveTo>
                <a:lnTo>
                  <a:pt x="2068494" y="1083188"/>
                </a:lnTo>
                <a:moveTo>
                  <a:pt x="1811547" y="240231"/>
                </a:moveTo>
                <a:lnTo>
                  <a:pt x="1865387" y="163709"/>
                </a:lnTo>
                <a:moveTo>
                  <a:pt x="1654153" y="837271"/>
                </a:moveTo>
                <a:lnTo>
                  <a:pt x="1767743" y="851654"/>
                </a:lnTo>
                <a:moveTo>
                  <a:pt x="976630" y="504964"/>
                </a:moveTo>
                <a:lnTo>
                  <a:pt x="1102715" y="546263"/>
                </a:lnTo>
                <a:moveTo>
                  <a:pt x="2066595" y="1062197"/>
                </a:moveTo>
                <a:lnTo>
                  <a:pt x="2068494" y="1083188"/>
                </a:lnTo>
                <a:moveTo>
                  <a:pt x="617573" y="617582"/>
                </a:moveTo>
                <a:lnTo>
                  <a:pt x="583798" y="646473"/>
                </a:lnTo>
                <a:moveTo>
                  <a:pt x="2066595" y="1062197"/>
                </a:moveTo>
                <a:lnTo>
                  <a:pt x="2064397" y="1086951"/>
                </a:lnTo>
                <a:moveTo>
                  <a:pt x="596747" y="492088"/>
                </a:moveTo>
                <a:lnTo>
                  <a:pt x="704432" y="385714"/>
                </a:lnTo>
                <a:moveTo>
                  <a:pt x="1400740" y="807894"/>
                </a:moveTo>
                <a:lnTo>
                  <a:pt x="1395301" y="814785"/>
                </a:lnTo>
                <a:moveTo>
                  <a:pt x="2100035" y="747353"/>
                </a:moveTo>
                <a:lnTo>
                  <a:pt x="2049117" y="806980"/>
                </a:lnTo>
                <a:moveTo>
                  <a:pt x="1713505" y="442546"/>
                </a:moveTo>
                <a:lnTo>
                  <a:pt x="1735368" y="412095"/>
                </a:lnTo>
                <a:moveTo>
                  <a:pt x="1654153" y="837271"/>
                </a:moveTo>
                <a:lnTo>
                  <a:pt x="1780688" y="867366"/>
                </a:lnTo>
                <a:moveTo>
                  <a:pt x="883658" y="738140"/>
                </a:moveTo>
                <a:lnTo>
                  <a:pt x="1020345" y="782833"/>
                </a:lnTo>
                <a:moveTo>
                  <a:pt x="2087781" y="414571"/>
                </a:moveTo>
                <a:lnTo>
                  <a:pt x="2078606" y="380065"/>
                </a:lnTo>
                <a:moveTo>
                  <a:pt x="1037642" y="522873"/>
                </a:moveTo>
                <a:lnTo>
                  <a:pt x="1102715" y="546263"/>
                </a:lnTo>
                <a:moveTo>
                  <a:pt x="1821074" y="233074"/>
                </a:moveTo>
                <a:lnTo>
                  <a:pt x="1865387" y="163709"/>
                </a:lnTo>
                <a:moveTo>
                  <a:pt x="1770602" y="292629"/>
                </a:moveTo>
                <a:lnTo>
                  <a:pt x="1735368" y="412095"/>
                </a:lnTo>
                <a:moveTo>
                  <a:pt x="704432" y="385714"/>
                </a:moveTo>
                <a:lnTo>
                  <a:pt x="837138" y="426633"/>
                </a:lnTo>
                <a:moveTo>
                  <a:pt x="626705" y="684758"/>
                </a:moveTo>
                <a:lnTo>
                  <a:pt x="723366" y="738185"/>
                </a:lnTo>
                <a:moveTo>
                  <a:pt x="2048672" y="198968"/>
                </a:moveTo>
                <a:lnTo>
                  <a:pt x="2084714" y="191216"/>
                </a:lnTo>
                <a:moveTo>
                  <a:pt x="1513454" y="768748"/>
                </a:moveTo>
                <a:lnTo>
                  <a:pt x="1531585" y="840944"/>
                </a:lnTo>
                <a:moveTo>
                  <a:pt x="617573" y="617582"/>
                </a:moveTo>
                <a:lnTo>
                  <a:pt x="626705" y="684758"/>
                </a:lnTo>
                <a:moveTo>
                  <a:pt x="723366" y="738185"/>
                </a:moveTo>
                <a:lnTo>
                  <a:pt x="761051" y="741040"/>
                </a:lnTo>
                <a:moveTo>
                  <a:pt x="1395301" y="814785"/>
                </a:moveTo>
                <a:lnTo>
                  <a:pt x="1514812" y="840269"/>
                </a:lnTo>
                <a:moveTo>
                  <a:pt x="2059275" y="474540"/>
                </a:moveTo>
                <a:lnTo>
                  <a:pt x="2060171" y="525939"/>
                </a:lnTo>
                <a:moveTo>
                  <a:pt x="1951318" y="1117356"/>
                </a:moveTo>
                <a:lnTo>
                  <a:pt x="2064397" y="1086951"/>
                </a:lnTo>
                <a:moveTo>
                  <a:pt x="1804368" y="233494"/>
                </a:moveTo>
                <a:lnTo>
                  <a:pt x="1811547" y="240231"/>
                </a:lnTo>
                <a:moveTo>
                  <a:pt x="1514812" y="840269"/>
                </a:moveTo>
                <a:lnTo>
                  <a:pt x="1513454" y="768748"/>
                </a:lnTo>
                <a:moveTo>
                  <a:pt x="1713505" y="442546"/>
                </a:moveTo>
                <a:lnTo>
                  <a:pt x="1732877" y="539291"/>
                </a:lnTo>
                <a:moveTo>
                  <a:pt x="764979" y="756375"/>
                </a:moveTo>
                <a:lnTo>
                  <a:pt x="761051" y="741040"/>
                </a:lnTo>
                <a:moveTo>
                  <a:pt x="1902206" y="45314"/>
                </a:moveTo>
                <a:lnTo>
                  <a:pt x="2012322" y="88838"/>
                </a:lnTo>
                <a:moveTo>
                  <a:pt x="607536" y="477290"/>
                </a:moveTo>
                <a:lnTo>
                  <a:pt x="704432" y="385714"/>
                </a:lnTo>
                <a:moveTo>
                  <a:pt x="596747" y="492088"/>
                </a:moveTo>
                <a:lnTo>
                  <a:pt x="617573" y="617582"/>
                </a:lnTo>
                <a:moveTo>
                  <a:pt x="1355182" y="556740"/>
                </a:moveTo>
                <a:lnTo>
                  <a:pt x="1482543" y="531320"/>
                </a:lnTo>
                <a:moveTo>
                  <a:pt x="1233817" y="578343"/>
                </a:moveTo>
                <a:lnTo>
                  <a:pt x="1245867" y="618476"/>
                </a:lnTo>
                <a:moveTo>
                  <a:pt x="2084714" y="191216"/>
                </a:moveTo>
                <a:lnTo>
                  <a:pt x="2075542" y="244214"/>
                </a:lnTo>
                <a:moveTo>
                  <a:pt x="1865847" y="112094"/>
                </a:moveTo>
                <a:lnTo>
                  <a:pt x="1902206" y="45314"/>
                </a:lnTo>
                <a:moveTo>
                  <a:pt x="1482543" y="531320"/>
                </a:moveTo>
                <a:lnTo>
                  <a:pt x="1482116" y="565844"/>
                </a:lnTo>
                <a:moveTo>
                  <a:pt x="837138" y="426633"/>
                </a:moveTo>
                <a:lnTo>
                  <a:pt x="853700" y="438206"/>
                </a:lnTo>
                <a:moveTo>
                  <a:pt x="596747" y="492088"/>
                </a:moveTo>
                <a:lnTo>
                  <a:pt x="607536" y="477290"/>
                </a:lnTo>
                <a:moveTo>
                  <a:pt x="1878296" y="1061844"/>
                </a:moveTo>
                <a:lnTo>
                  <a:pt x="1941137" y="1084774"/>
                </a:lnTo>
                <a:moveTo>
                  <a:pt x="1362894" y="562384"/>
                </a:moveTo>
                <a:lnTo>
                  <a:pt x="1355182" y="556740"/>
                </a:lnTo>
                <a:moveTo>
                  <a:pt x="2093552" y="913796"/>
                </a:moveTo>
                <a:lnTo>
                  <a:pt x="2095200" y="1027406"/>
                </a:lnTo>
                <a:moveTo>
                  <a:pt x="1482116" y="565844"/>
                </a:moveTo>
                <a:lnTo>
                  <a:pt x="1609386" y="539919"/>
                </a:lnTo>
                <a:moveTo>
                  <a:pt x="1780688" y="867366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06940" y="563312"/>
                </a:lnTo>
                <a:moveTo>
                  <a:pt x="1606940" y="563312"/>
                </a:moveTo>
                <a:lnTo>
                  <a:pt x="1634626" y="541961"/>
                </a:lnTo>
                <a:moveTo>
                  <a:pt x="723366" y="738185"/>
                </a:moveTo>
                <a:lnTo>
                  <a:pt x="764979" y="756375"/>
                </a:lnTo>
                <a:moveTo>
                  <a:pt x="1233817" y="578343"/>
                </a:moveTo>
                <a:lnTo>
                  <a:pt x="1362894" y="562384"/>
                </a:lnTo>
                <a:moveTo>
                  <a:pt x="2087781" y="414571"/>
                </a:moveTo>
                <a:lnTo>
                  <a:pt x="2122557" y="350621"/>
                </a:lnTo>
                <a:moveTo>
                  <a:pt x="2100035" y="747353"/>
                </a:moveTo>
                <a:lnTo>
                  <a:pt x="2093552" y="913796"/>
                </a:lnTo>
                <a:moveTo>
                  <a:pt x="1770602" y="292629"/>
                </a:moveTo>
                <a:lnTo>
                  <a:pt x="1811547" y="240231"/>
                </a:lnTo>
                <a:moveTo>
                  <a:pt x="1037642" y="522873"/>
                </a:moveTo>
                <a:lnTo>
                  <a:pt x="1104918" y="545016"/>
                </a:lnTo>
                <a:moveTo>
                  <a:pt x="1117624" y="591578"/>
                </a:moveTo>
                <a:lnTo>
                  <a:pt x="1233817" y="578343"/>
                </a:lnTo>
                <a:moveTo>
                  <a:pt x="617573" y="617582"/>
                </a:moveTo>
                <a:lnTo>
                  <a:pt x="607536" y="477290"/>
                </a:lnTo>
                <a:moveTo>
                  <a:pt x="837138" y="426633"/>
                </a:moveTo>
                <a:lnTo>
                  <a:pt x="839191" y="431518"/>
                </a:lnTo>
                <a:moveTo>
                  <a:pt x="1634626" y="541961"/>
                </a:moveTo>
                <a:lnTo>
                  <a:pt x="1713505" y="442546"/>
                </a:lnTo>
                <a:moveTo>
                  <a:pt x="2078485" y="636903"/>
                </a:moveTo>
                <a:lnTo>
                  <a:pt x="2100035" y="747353"/>
                </a:lnTo>
                <a:moveTo>
                  <a:pt x="2012322" y="88838"/>
                </a:moveTo>
                <a:lnTo>
                  <a:pt x="2039941" y="113962"/>
                </a:lnTo>
                <a:moveTo>
                  <a:pt x="839191" y="431518"/>
                </a:moveTo>
                <a:lnTo>
                  <a:pt x="853700" y="438206"/>
                </a:lnTo>
                <a:moveTo>
                  <a:pt x="1841441" y="953824"/>
                </a:moveTo>
                <a:lnTo>
                  <a:pt x="1878296" y="1061844"/>
                </a:lnTo>
                <a:moveTo>
                  <a:pt x="1951318" y="1117356"/>
                </a:moveTo>
                <a:lnTo>
                  <a:pt x="1941137" y="1084774"/>
                </a:lnTo>
                <a:moveTo>
                  <a:pt x="704432" y="385714"/>
                </a:moveTo>
                <a:lnTo>
                  <a:pt x="716819" y="439070"/>
                </a:lnTo>
                <a:moveTo>
                  <a:pt x="1139543" y="749288"/>
                </a:moveTo>
                <a:lnTo>
                  <a:pt x="1264349" y="746657"/>
                </a:lnTo>
                <a:moveTo>
                  <a:pt x="2059275" y="474540"/>
                </a:moveTo>
                <a:lnTo>
                  <a:pt x="2078485" y="636903"/>
                </a:lnTo>
                <a:moveTo>
                  <a:pt x="626705" y="684758"/>
                </a:moveTo>
                <a:lnTo>
                  <a:pt x="660810" y="582703"/>
                </a:lnTo>
                <a:moveTo>
                  <a:pt x="853700" y="438206"/>
                </a:moveTo>
                <a:lnTo>
                  <a:pt x="976630" y="504964"/>
                </a:lnTo>
                <a:moveTo>
                  <a:pt x="1264349" y="746657"/>
                </a:moveTo>
                <a:lnTo>
                  <a:pt x="1284633" y="762944"/>
                </a:lnTo>
                <a:moveTo>
                  <a:pt x="1020345" y="782833"/>
                </a:moveTo>
                <a:lnTo>
                  <a:pt x="1139543" y="749288"/>
                </a:lnTo>
                <a:moveTo>
                  <a:pt x="1667892" y="899334"/>
                </a:moveTo>
                <a:lnTo>
                  <a:pt x="1780688" y="867366"/>
                </a:lnTo>
                <a:moveTo>
                  <a:pt x="1732877" y="539291"/>
                </a:moveTo>
                <a:lnTo>
                  <a:pt x="1735368" y="412095"/>
                </a:lnTo>
                <a:moveTo>
                  <a:pt x="2084714" y="191216"/>
                </a:moveTo>
                <a:lnTo>
                  <a:pt x="2122557" y="350621"/>
                </a:lnTo>
                <a:moveTo>
                  <a:pt x="1796089" y="930268"/>
                </a:moveTo>
                <a:lnTo>
                  <a:pt x="1841441" y="953824"/>
                </a:lnTo>
                <a:moveTo>
                  <a:pt x="1117624" y="591578"/>
                </a:moveTo>
                <a:lnTo>
                  <a:pt x="1104918" y="545016"/>
                </a:lnTo>
                <a:moveTo>
                  <a:pt x="716819" y="439070"/>
                </a:moveTo>
                <a:lnTo>
                  <a:pt x="837138" y="426633"/>
                </a:lnTo>
                <a:moveTo>
                  <a:pt x="1770602" y="292629"/>
                </a:moveTo>
                <a:lnTo>
                  <a:pt x="1831763" y="353667"/>
                </a:lnTo>
                <a:moveTo>
                  <a:pt x="839191" y="431518"/>
                </a:moveTo>
                <a:lnTo>
                  <a:pt x="976630" y="504964"/>
                </a:lnTo>
                <a:moveTo>
                  <a:pt x="1902206" y="45314"/>
                </a:moveTo>
                <a:lnTo>
                  <a:pt x="1911439" y="74506"/>
                </a:lnTo>
                <a:moveTo>
                  <a:pt x="660810" y="582703"/>
                </a:moveTo>
                <a:lnTo>
                  <a:pt x="723366" y="738185"/>
                </a:lnTo>
                <a:moveTo>
                  <a:pt x="2097209" y="861673"/>
                </a:moveTo>
                <a:lnTo>
                  <a:pt x="2093552" y="913796"/>
                </a:lnTo>
                <a:moveTo>
                  <a:pt x="2059275" y="474540"/>
                </a:moveTo>
                <a:lnTo>
                  <a:pt x="2087781" y="414571"/>
                </a:lnTo>
                <a:moveTo>
                  <a:pt x="2117951" y="585421"/>
                </a:moveTo>
                <a:lnTo>
                  <a:pt x="2078485" y="636903"/>
                </a:lnTo>
                <a:moveTo>
                  <a:pt x="1735368" y="412095"/>
                </a:moveTo>
                <a:lnTo>
                  <a:pt x="1836805" y="509861"/>
                </a:lnTo>
                <a:moveTo>
                  <a:pt x="617573" y="617582"/>
                </a:moveTo>
                <a:lnTo>
                  <a:pt x="660810" y="582703"/>
                </a:lnTo>
                <a:moveTo>
                  <a:pt x="607536" y="477290"/>
                </a:moveTo>
                <a:lnTo>
                  <a:pt x="716819" y="439070"/>
                </a:lnTo>
                <a:moveTo>
                  <a:pt x="2075540" y="319443"/>
                </a:moveTo>
                <a:lnTo>
                  <a:pt x="2122557" y="350621"/>
                </a:lnTo>
                <a:moveTo>
                  <a:pt x="2066595" y="1062197"/>
                </a:moveTo>
                <a:lnTo>
                  <a:pt x="2095200" y="1027406"/>
                </a:lnTo>
                <a:moveTo>
                  <a:pt x="1245867" y="618476"/>
                </a:moveTo>
                <a:lnTo>
                  <a:pt x="1264349" y="746657"/>
                </a:lnTo>
                <a:moveTo>
                  <a:pt x="2039941" y="113962"/>
                </a:moveTo>
                <a:lnTo>
                  <a:pt x="2084714" y="191216"/>
                </a:lnTo>
                <a:moveTo>
                  <a:pt x="1284633" y="762944"/>
                </a:moveTo>
                <a:lnTo>
                  <a:pt x="1400740" y="807894"/>
                </a:lnTo>
                <a:moveTo>
                  <a:pt x="1735368" y="412095"/>
                </a:moveTo>
                <a:lnTo>
                  <a:pt x="1853875" y="504571"/>
                </a:lnTo>
                <a:moveTo>
                  <a:pt x="1531585" y="840944"/>
                </a:moveTo>
                <a:lnTo>
                  <a:pt x="1654153" y="837271"/>
                </a:lnTo>
                <a:moveTo>
                  <a:pt x="716819" y="439070"/>
                </a:moveTo>
                <a:lnTo>
                  <a:pt x="839191" y="431518"/>
                </a:lnTo>
                <a:moveTo>
                  <a:pt x="607536" y="477290"/>
                </a:moveTo>
                <a:lnTo>
                  <a:pt x="660810" y="582703"/>
                </a:lnTo>
                <a:moveTo>
                  <a:pt x="1865847" y="112094"/>
                </a:moveTo>
                <a:lnTo>
                  <a:pt x="1821074" y="233074"/>
                </a:lnTo>
                <a:moveTo>
                  <a:pt x="976630" y="504964"/>
                </a:moveTo>
                <a:lnTo>
                  <a:pt x="1037642" y="522873"/>
                </a:lnTo>
                <a:moveTo>
                  <a:pt x="1911439" y="74506"/>
                </a:moveTo>
                <a:lnTo>
                  <a:pt x="2012322" y="88838"/>
                </a:lnTo>
                <a:moveTo>
                  <a:pt x="1865847" y="112094"/>
                </a:moveTo>
                <a:lnTo>
                  <a:pt x="1911439" y="74506"/>
                </a:lnTo>
                <a:moveTo>
                  <a:pt x="2071778" y="289479"/>
                </a:moveTo>
                <a:lnTo>
                  <a:pt x="2122557" y="350621"/>
                </a:lnTo>
                <a:moveTo>
                  <a:pt x="2121921" y="602785"/>
                </a:moveTo>
                <a:lnTo>
                  <a:pt x="2078485" y="636903"/>
                </a:lnTo>
                <a:moveTo>
                  <a:pt x="1732877" y="539291"/>
                </a:moveTo>
                <a:lnTo>
                  <a:pt x="1836805" y="509861"/>
                </a:lnTo>
                <a:moveTo>
                  <a:pt x="1911439" y="74506"/>
                </a:moveTo>
                <a:lnTo>
                  <a:pt x="2039941" y="113962"/>
                </a:lnTo>
                <a:moveTo>
                  <a:pt x="1732877" y="539291"/>
                </a:moveTo>
                <a:lnTo>
                  <a:pt x="1875102" y="637985"/>
                </a:lnTo>
                <a:moveTo>
                  <a:pt x="2075540" y="319443"/>
                </a:moveTo>
                <a:lnTo>
                  <a:pt x="2087781" y="414571"/>
                </a:lnTo>
                <a:moveTo>
                  <a:pt x="1264349" y="746657"/>
                </a:moveTo>
                <a:lnTo>
                  <a:pt x="1293680" y="596094"/>
                </a:lnTo>
                <a:moveTo>
                  <a:pt x="1634626" y="541961"/>
                </a:moveTo>
                <a:lnTo>
                  <a:pt x="1732877" y="539291"/>
                </a:lnTo>
                <a:moveTo>
                  <a:pt x="1878296" y="1061844"/>
                </a:moveTo>
                <a:lnTo>
                  <a:pt x="1951318" y="1117356"/>
                </a:lnTo>
                <a:moveTo>
                  <a:pt x="1951318" y="1117356"/>
                </a:moveTo>
                <a:lnTo>
                  <a:pt x="2066595" y="1062197"/>
                </a:lnTo>
                <a:moveTo>
                  <a:pt x="1293680" y="596094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735368" y="412095"/>
                </a:lnTo>
                <a:moveTo>
                  <a:pt x="746300" y="683001"/>
                </a:moveTo>
                <a:lnTo>
                  <a:pt x="723366" y="738185"/>
                </a:lnTo>
                <a:moveTo>
                  <a:pt x="1667892" y="899334"/>
                </a:moveTo>
                <a:lnTo>
                  <a:pt x="1654153" y="837271"/>
                </a:lnTo>
                <a:moveTo>
                  <a:pt x="1400740" y="807894"/>
                </a:moveTo>
                <a:lnTo>
                  <a:pt x="1514812" y="840269"/>
                </a:lnTo>
                <a:moveTo>
                  <a:pt x="2016488" y="720102"/>
                </a:moveTo>
                <a:lnTo>
                  <a:pt x="2078485" y="636903"/>
                </a:lnTo>
                <a:moveTo>
                  <a:pt x="2097209" y="861673"/>
                </a:moveTo>
                <a:lnTo>
                  <a:pt x="2095200" y="1027406"/>
                </a:lnTo>
                <a:moveTo>
                  <a:pt x="1732877" y="539291"/>
                </a:moveTo>
                <a:lnTo>
                  <a:pt x="1753017" y="651211"/>
                </a:lnTo>
                <a:moveTo>
                  <a:pt x="1836805" y="509861"/>
                </a:moveTo>
                <a:lnTo>
                  <a:pt x="1855218" y="513820"/>
                </a:lnTo>
                <a:moveTo>
                  <a:pt x="607536" y="477290"/>
                </a:moveTo>
                <a:lnTo>
                  <a:pt x="736932" y="550456"/>
                </a:lnTo>
                <a:moveTo>
                  <a:pt x="1853875" y="504571"/>
                </a:moveTo>
                <a:lnTo>
                  <a:pt x="1836805" y="509861"/>
                </a:lnTo>
                <a:moveTo>
                  <a:pt x="746300" y="683001"/>
                </a:moveTo>
                <a:lnTo>
                  <a:pt x="764979" y="756375"/>
                </a:lnTo>
                <a:moveTo>
                  <a:pt x="1836805" y="509861"/>
                </a:moveTo>
                <a:lnTo>
                  <a:pt x="1875102" y="637985"/>
                </a:lnTo>
                <a:moveTo>
                  <a:pt x="1514812" y="840269"/>
                </a:moveTo>
                <a:lnTo>
                  <a:pt x="1531585" y="840944"/>
                </a:lnTo>
                <a:moveTo>
                  <a:pt x="1811547" y="240231"/>
                </a:moveTo>
                <a:lnTo>
                  <a:pt x="1821074" y="233074"/>
                </a:lnTo>
                <a:moveTo>
                  <a:pt x="1853875" y="504571"/>
                </a:moveTo>
                <a:lnTo>
                  <a:pt x="1855218" y="513820"/>
                </a:lnTo>
                <a:moveTo>
                  <a:pt x="1855218" y="513820"/>
                </a:moveTo>
                <a:lnTo>
                  <a:pt x="1875102" y="637985"/>
                </a:lnTo>
                <a:moveTo>
                  <a:pt x="1037642" y="522873"/>
                </a:moveTo>
                <a:lnTo>
                  <a:pt x="1117624" y="591578"/>
                </a:lnTo>
                <a:moveTo>
                  <a:pt x="2100035" y="747353"/>
                </a:moveTo>
                <a:lnTo>
                  <a:pt x="2097209" y="861673"/>
                </a:lnTo>
                <a:moveTo>
                  <a:pt x="759619" y="689950"/>
                </a:moveTo>
                <a:lnTo>
                  <a:pt x="764979" y="756375"/>
                </a:lnTo>
                <a:moveTo>
                  <a:pt x="2075540" y="319443"/>
                </a:moveTo>
                <a:lnTo>
                  <a:pt x="2059275" y="474540"/>
                </a:lnTo>
                <a:moveTo>
                  <a:pt x="1245867" y="618476"/>
                </a:moveTo>
                <a:lnTo>
                  <a:pt x="1362894" y="562384"/>
                </a:lnTo>
                <a:moveTo>
                  <a:pt x="1482543" y="531320"/>
                </a:moveTo>
                <a:lnTo>
                  <a:pt x="1609386" y="539919"/>
                </a:lnTo>
                <a:moveTo>
                  <a:pt x="839191" y="431518"/>
                </a:moveTo>
                <a:lnTo>
                  <a:pt x="980222" y="506610"/>
                </a:lnTo>
                <a:moveTo>
                  <a:pt x="2059275" y="474540"/>
                </a:moveTo>
                <a:lnTo>
                  <a:pt x="2111263" y="544027"/>
                </a:lnTo>
                <a:moveTo>
                  <a:pt x="2059275" y="474540"/>
                </a:moveTo>
                <a:lnTo>
                  <a:pt x="2117951" y="585421"/>
                </a:lnTo>
                <a:moveTo>
                  <a:pt x="2039941" y="113962"/>
                </a:moveTo>
                <a:lnTo>
                  <a:pt x="2053537" y="170690"/>
                </a:lnTo>
                <a:moveTo>
                  <a:pt x="1534511" y="854690"/>
                </a:moveTo>
                <a:lnTo>
                  <a:pt x="1531585" y="840944"/>
                </a:lnTo>
                <a:moveTo>
                  <a:pt x="1362894" y="562384"/>
                </a:moveTo>
                <a:lnTo>
                  <a:pt x="1482543" y="531320"/>
                </a:lnTo>
                <a:moveTo>
                  <a:pt x="1132730" y="674858"/>
                </a:moveTo>
                <a:lnTo>
                  <a:pt x="1139543" y="749288"/>
                </a:lnTo>
                <a:moveTo>
                  <a:pt x="1974984" y="472058"/>
                </a:moveTo>
                <a:lnTo>
                  <a:pt x="2059275" y="474540"/>
                </a:lnTo>
                <a:moveTo>
                  <a:pt x="1117624" y="591578"/>
                </a:moveTo>
                <a:lnTo>
                  <a:pt x="1245867" y="618476"/>
                </a:lnTo>
                <a:moveTo>
                  <a:pt x="1132730" y="674858"/>
                </a:moveTo>
                <a:lnTo>
                  <a:pt x="1264349" y="746657"/>
                </a:lnTo>
                <a:moveTo>
                  <a:pt x="1609386" y="539919"/>
                </a:moveTo>
                <a:lnTo>
                  <a:pt x="1634626" y="541961"/>
                </a:lnTo>
                <a:moveTo>
                  <a:pt x="1514812" y="840269"/>
                </a:moveTo>
                <a:lnTo>
                  <a:pt x="1534511" y="854690"/>
                </a:lnTo>
                <a:moveTo>
                  <a:pt x="976630" y="504964"/>
                </a:moveTo>
                <a:lnTo>
                  <a:pt x="980222" y="506610"/>
                </a:lnTo>
                <a:moveTo>
                  <a:pt x="1245867" y="618476"/>
                </a:moveTo>
                <a:lnTo>
                  <a:pt x="1293680" y="596094"/>
                </a:lnTo>
                <a:moveTo>
                  <a:pt x="1852383" y="1014416"/>
                </a:moveTo>
                <a:lnTo>
                  <a:pt x="1841441" y="953824"/>
                </a:lnTo>
                <a:moveTo>
                  <a:pt x="764979" y="756375"/>
                </a:moveTo>
                <a:lnTo>
                  <a:pt x="890318" y="719806"/>
                </a:lnTo>
                <a:moveTo>
                  <a:pt x="1020345" y="782833"/>
                </a:moveTo>
                <a:lnTo>
                  <a:pt x="1132730" y="674858"/>
                </a:lnTo>
                <a:moveTo>
                  <a:pt x="1179396" y="614238"/>
                </a:moveTo>
                <a:lnTo>
                  <a:pt x="1245867" y="618476"/>
                </a:lnTo>
                <a:moveTo>
                  <a:pt x="1753017" y="651211"/>
                </a:moveTo>
                <a:lnTo>
                  <a:pt x="1875102" y="637985"/>
                </a:lnTo>
                <a:moveTo>
                  <a:pt x="1853875" y="504571"/>
                </a:moveTo>
                <a:lnTo>
                  <a:pt x="1974984" y="472058"/>
                </a:lnTo>
                <a:moveTo>
                  <a:pt x="980222" y="506610"/>
                </a:moveTo>
                <a:lnTo>
                  <a:pt x="1037642" y="522873"/>
                </a:lnTo>
                <a:moveTo>
                  <a:pt x="1709628" y="643925"/>
                </a:moveTo>
                <a:lnTo>
                  <a:pt x="1732877" y="539291"/>
                </a:lnTo>
                <a:moveTo>
                  <a:pt x="1531585" y="840944"/>
                </a:moveTo>
                <a:lnTo>
                  <a:pt x="1667892" y="899334"/>
                </a:lnTo>
                <a:moveTo>
                  <a:pt x="2071778" y="289479"/>
                </a:moveTo>
                <a:lnTo>
                  <a:pt x="2084714" y="191216"/>
                </a:lnTo>
                <a:moveTo>
                  <a:pt x="1667892" y="899334"/>
                </a:moveTo>
                <a:lnTo>
                  <a:pt x="1796089" y="930268"/>
                </a:lnTo>
                <a:moveTo>
                  <a:pt x="1609386" y="539919"/>
                </a:moveTo>
                <a:lnTo>
                  <a:pt x="1610004" y="536934"/>
                </a:lnTo>
                <a:moveTo>
                  <a:pt x="1293680" y="596094"/>
                </a:moveTo>
                <a:lnTo>
                  <a:pt x="1362894" y="562384"/>
                </a:lnTo>
                <a:moveTo>
                  <a:pt x="1811547" y="240231"/>
                </a:moveTo>
                <a:lnTo>
                  <a:pt x="1831763" y="353667"/>
                </a:lnTo>
                <a:moveTo>
                  <a:pt x="1610004" y="536934"/>
                </a:moveTo>
                <a:lnTo>
                  <a:pt x="1634626" y="541961"/>
                </a:lnTo>
                <a:moveTo>
                  <a:pt x="1284633" y="762944"/>
                </a:moveTo>
                <a:lnTo>
                  <a:pt x="1408225" y="828960"/>
                </a:lnTo>
                <a:moveTo>
                  <a:pt x="839191" y="431518"/>
                </a:moveTo>
                <a:lnTo>
                  <a:pt x="857872" y="514607"/>
                </a:lnTo>
                <a:moveTo>
                  <a:pt x="716819" y="439070"/>
                </a:moveTo>
                <a:lnTo>
                  <a:pt x="736932" y="550456"/>
                </a:lnTo>
                <a:moveTo>
                  <a:pt x="1014949" y="716213"/>
                </a:moveTo>
                <a:lnTo>
                  <a:pt x="1020345" y="782833"/>
                </a:lnTo>
                <a:moveTo>
                  <a:pt x="2111263" y="544027"/>
                </a:moveTo>
                <a:lnTo>
                  <a:pt x="2117951" y="585421"/>
                </a:lnTo>
                <a:moveTo>
                  <a:pt x="1267004" y="714200"/>
                </a:moveTo>
                <a:lnTo>
                  <a:pt x="1284633" y="762944"/>
                </a:lnTo>
                <a:moveTo>
                  <a:pt x="1855218" y="513820"/>
                </a:moveTo>
                <a:lnTo>
                  <a:pt x="1980856" y="600862"/>
                </a:lnTo>
                <a:moveTo>
                  <a:pt x="1831763" y="353667"/>
                </a:moveTo>
                <a:lnTo>
                  <a:pt x="1853875" y="504571"/>
                </a:lnTo>
                <a:moveTo>
                  <a:pt x="1974984" y="472058"/>
                </a:moveTo>
                <a:lnTo>
                  <a:pt x="2075540" y="319443"/>
                </a:lnTo>
                <a:moveTo>
                  <a:pt x="1722288" y="921200"/>
                </a:moveTo>
                <a:lnTo>
                  <a:pt x="1796089" y="930268"/>
                </a:lnTo>
                <a:moveTo>
                  <a:pt x="2016488" y="720102"/>
                </a:moveTo>
                <a:lnTo>
                  <a:pt x="2100035" y="747353"/>
                </a:lnTo>
                <a:moveTo>
                  <a:pt x="1974984" y="472058"/>
                </a:moveTo>
                <a:lnTo>
                  <a:pt x="2111263" y="544027"/>
                </a:lnTo>
                <a:moveTo>
                  <a:pt x="2053537" y="170690"/>
                </a:moveTo>
                <a:lnTo>
                  <a:pt x="2084714" y="191216"/>
                </a:lnTo>
                <a:moveTo>
                  <a:pt x="1875102" y="637985"/>
                </a:moveTo>
                <a:lnTo>
                  <a:pt x="1980856" y="600862"/>
                </a:lnTo>
                <a:moveTo>
                  <a:pt x="1266808" y="723342"/>
                </a:moveTo>
                <a:lnTo>
                  <a:pt x="1284633" y="762944"/>
                </a:lnTo>
                <a:moveTo>
                  <a:pt x="1831763" y="353667"/>
                </a:moveTo>
                <a:lnTo>
                  <a:pt x="1821074" y="233074"/>
                </a:lnTo>
                <a:moveTo>
                  <a:pt x="1534511" y="854690"/>
                </a:moveTo>
                <a:lnTo>
                  <a:pt x="1667892" y="899334"/>
                </a:lnTo>
                <a:moveTo>
                  <a:pt x="736932" y="550456"/>
                </a:moveTo>
                <a:lnTo>
                  <a:pt x="660810" y="582703"/>
                </a:lnTo>
                <a:moveTo>
                  <a:pt x="1117624" y="591578"/>
                </a:moveTo>
                <a:lnTo>
                  <a:pt x="1179396" y="614238"/>
                </a:lnTo>
                <a:moveTo>
                  <a:pt x="2071422" y="979639"/>
                </a:moveTo>
                <a:lnTo>
                  <a:pt x="2095200" y="1027406"/>
                </a:lnTo>
                <a:moveTo>
                  <a:pt x="1875102" y="637985"/>
                </a:moveTo>
                <a:lnTo>
                  <a:pt x="1895360" y="752250"/>
                </a:lnTo>
                <a:moveTo>
                  <a:pt x="1132730" y="674858"/>
                </a:moveTo>
                <a:lnTo>
                  <a:pt x="1245867" y="618476"/>
                </a:lnTo>
                <a:moveTo>
                  <a:pt x="2060100" y="989514"/>
                </a:moveTo>
                <a:lnTo>
                  <a:pt x="2095200" y="1027406"/>
                </a:lnTo>
                <a:moveTo>
                  <a:pt x="2111263" y="544027"/>
                </a:moveTo>
                <a:lnTo>
                  <a:pt x="2128242" y="577461"/>
                </a:lnTo>
                <a:moveTo>
                  <a:pt x="660810" y="582703"/>
                </a:moveTo>
                <a:lnTo>
                  <a:pt x="746300" y="683001"/>
                </a:lnTo>
                <a:moveTo>
                  <a:pt x="2071778" y="289479"/>
                </a:moveTo>
                <a:lnTo>
                  <a:pt x="2075540" y="319443"/>
                </a:lnTo>
                <a:moveTo>
                  <a:pt x="2117951" y="585421"/>
                </a:moveTo>
                <a:lnTo>
                  <a:pt x="2128242" y="577461"/>
                </a:lnTo>
                <a:moveTo>
                  <a:pt x="1366044" y="567528"/>
                </a:moveTo>
                <a:lnTo>
                  <a:pt x="1482543" y="531320"/>
                </a:lnTo>
                <a:moveTo>
                  <a:pt x="1408225" y="828960"/>
                </a:moveTo>
                <a:lnTo>
                  <a:pt x="1400740" y="807894"/>
                </a:lnTo>
                <a:moveTo>
                  <a:pt x="1821074" y="233074"/>
                </a:moveTo>
                <a:lnTo>
                  <a:pt x="1939357" y="328165"/>
                </a:lnTo>
                <a:moveTo>
                  <a:pt x="1855218" y="513820"/>
                </a:moveTo>
                <a:lnTo>
                  <a:pt x="1995429" y="590004"/>
                </a:lnTo>
                <a:moveTo>
                  <a:pt x="980222" y="506610"/>
                </a:moveTo>
                <a:lnTo>
                  <a:pt x="1117624" y="591578"/>
                </a:lnTo>
                <a:moveTo>
                  <a:pt x="1865847" y="112094"/>
                </a:moveTo>
                <a:lnTo>
                  <a:pt x="1930549" y="166062"/>
                </a:lnTo>
                <a:moveTo>
                  <a:pt x="1853875" y="504571"/>
                </a:moveTo>
                <a:lnTo>
                  <a:pt x="1995429" y="590004"/>
                </a:lnTo>
                <a:moveTo>
                  <a:pt x="1634626" y="541961"/>
                </a:moveTo>
                <a:lnTo>
                  <a:pt x="1709628" y="643925"/>
                </a:lnTo>
                <a:moveTo>
                  <a:pt x="1821074" y="233074"/>
                </a:moveTo>
                <a:lnTo>
                  <a:pt x="1953011" y="323883"/>
                </a:lnTo>
                <a:moveTo>
                  <a:pt x="1831763" y="353667"/>
                </a:moveTo>
                <a:lnTo>
                  <a:pt x="1974984" y="472058"/>
                </a:lnTo>
                <a:moveTo>
                  <a:pt x="660810" y="582703"/>
                </a:moveTo>
                <a:lnTo>
                  <a:pt x="757765" y="676075"/>
                </a:lnTo>
                <a:moveTo>
                  <a:pt x="1911439" y="74506"/>
                </a:moveTo>
                <a:lnTo>
                  <a:pt x="2053537" y="170690"/>
                </a:lnTo>
                <a:moveTo>
                  <a:pt x="1996654" y="319068"/>
                </a:moveTo>
                <a:lnTo>
                  <a:pt x="2075540" y="319443"/>
                </a:lnTo>
                <a:moveTo>
                  <a:pt x="2121921" y="602785"/>
                </a:moveTo>
                <a:lnTo>
                  <a:pt x="2117951" y="585421"/>
                </a:lnTo>
                <a:moveTo>
                  <a:pt x="2060100" y="989514"/>
                </a:moveTo>
                <a:lnTo>
                  <a:pt x="2066595" y="1062197"/>
                </a:lnTo>
                <a:moveTo>
                  <a:pt x="1362894" y="562384"/>
                </a:moveTo>
                <a:lnTo>
                  <a:pt x="1366044" y="567528"/>
                </a:lnTo>
                <a:moveTo>
                  <a:pt x="716819" y="439070"/>
                </a:moveTo>
                <a:lnTo>
                  <a:pt x="857872" y="514607"/>
                </a:lnTo>
                <a:moveTo>
                  <a:pt x="1753017" y="651211"/>
                </a:moveTo>
                <a:lnTo>
                  <a:pt x="1895360" y="752250"/>
                </a:lnTo>
                <a:moveTo>
                  <a:pt x="1852383" y="1014416"/>
                </a:moveTo>
                <a:lnTo>
                  <a:pt x="1878296" y="1061844"/>
                </a:lnTo>
                <a:moveTo>
                  <a:pt x="1807014" y="975626"/>
                </a:moveTo>
                <a:lnTo>
                  <a:pt x="1796089" y="930268"/>
                </a:lnTo>
                <a:moveTo>
                  <a:pt x="1875102" y="637985"/>
                </a:moveTo>
                <a:lnTo>
                  <a:pt x="2016488" y="720102"/>
                </a:lnTo>
                <a:moveTo>
                  <a:pt x="1974984" y="472058"/>
                </a:moveTo>
                <a:lnTo>
                  <a:pt x="1996654" y="319068"/>
                </a:lnTo>
                <a:moveTo>
                  <a:pt x="2111263" y="544027"/>
                </a:moveTo>
                <a:lnTo>
                  <a:pt x="2117146" y="569518"/>
                </a:lnTo>
                <a:moveTo>
                  <a:pt x="1408225" y="828960"/>
                </a:moveTo>
                <a:lnTo>
                  <a:pt x="1514812" y="840269"/>
                </a:lnTo>
                <a:moveTo>
                  <a:pt x="1939357" y="328165"/>
                </a:moveTo>
                <a:lnTo>
                  <a:pt x="1974984" y="472058"/>
                </a:lnTo>
                <a:moveTo>
                  <a:pt x="1709628" y="643925"/>
                </a:moveTo>
                <a:lnTo>
                  <a:pt x="1753017" y="651211"/>
                </a:lnTo>
                <a:moveTo>
                  <a:pt x="1953887" y="330229"/>
                </a:moveTo>
                <a:lnTo>
                  <a:pt x="1974984" y="472058"/>
                </a:lnTo>
                <a:moveTo>
                  <a:pt x="1753017" y="651211"/>
                </a:moveTo>
                <a:lnTo>
                  <a:pt x="1773434" y="768605"/>
                </a:lnTo>
                <a:moveTo>
                  <a:pt x="2121921" y="602785"/>
                </a:moveTo>
                <a:lnTo>
                  <a:pt x="2128242" y="577461"/>
                </a:lnTo>
                <a:moveTo>
                  <a:pt x="1667892" y="899334"/>
                </a:moveTo>
                <a:lnTo>
                  <a:pt x="1722288" y="921200"/>
                </a:lnTo>
                <a:moveTo>
                  <a:pt x="1974984" y="472058"/>
                </a:moveTo>
                <a:lnTo>
                  <a:pt x="2117146" y="569518"/>
                </a:lnTo>
                <a:moveTo>
                  <a:pt x="1293680" y="596094"/>
                </a:moveTo>
                <a:lnTo>
                  <a:pt x="1366044" y="567528"/>
                </a:lnTo>
                <a:moveTo>
                  <a:pt x="1408225" y="828960"/>
                </a:moveTo>
                <a:lnTo>
                  <a:pt x="1534511" y="854690"/>
                </a:lnTo>
                <a:moveTo>
                  <a:pt x="1610004" y="536934"/>
                </a:moveTo>
                <a:lnTo>
                  <a:pt x="1709628" y="643925"/>
                </a:lnTo>
                <a:moveTo>
                  <a:pt x="1974984" y="472058"/>
                </a:moveTo>
                <a:lnTo>
                  <a:pt x="1995429" y="590004"/>
                </a:lnTo>
                <a:moveTo>
                  <a:pt x="1132730" y="674858"/>
                </a:moveTo>
                <a:lnTo>
                  <a:pt x="1179396" y="614238"/>
                </a:lnTo>
                <a:moveTo>
                  <a:pt x="1117624" y="591578"/>
                </a:moveTo>
                <a:lnTo>
                  <a:pt x="1122515" y="606663"/>
                </a:lnTo>
                <a:moveTo>
                  <a:pt x="1996654" y="319068"/>
                </a:moveTo>
                <a:lnTo>
                  <a:pt x="2071778" y="289479"/>
                </a:lnTo>
                <a:moveTo>
                  <a:pt x="2053537" y="170690"/>
                </a:moveTo>
                <a:lnTo>
                  <a:pt x="2071778" y="289479"/>
                </a:lnTo>
                <a:moveTo>
                  <a:pt x="1796089" y="930268"/>
                </a:moveTo>
                <a:lnTo>
                  <a:pt x="1852383" y="1014416"/>
                </a:lnTo>
                <a:moveTo>
                  <a:pt x="1951318" y="1117356"/>
                </a:moveTo>
                <a:lnTo>
                  <a:pt x="2060100" y="989514"/>
                </a:lnTo>
                <a:moveTo>
                  <a:pt x="2117146" y="569518"/>
                </a:moveTo>
                <a:lnTo>
                  <a:pt x="2128242" y="577461"/>
                </a:lnTo>
                <a:moveTo>
                  <a:pt x="1831763" y="353667"/>
                </a:moveTo>
                <a:lnTo>
                  <a:pt x="1939357" y="328165"/>
                </a:lnTo>
                <a:moveTo>
                  <a:pt x="1482543" y="531320"/>
                </a:moveTo>
                <a:lnTo>
                  <a:pt x="1486789" y="527812"/>
                </a:lnTo>
                <a:moveTo>
                  <a:pt x="2016488" y="720102"/>
                </a:moveTo>
                <a:lnTo>
                  <a:pt x="2097209" y="861673"/>
                </a:lnTo>
                <a:moveTo>
                  <a:pt x="1852383" y="1014416"/>
                </a:moveTo>
                <a:lnTo>
                  <a:pt x="1951318" y="1117356"/>
                </a:lnTo>
                <a:moveTo>
                  <a:pt x="1122515" y="606663"/>
                </a:moveTo>
                <a:lnTo>
                  <a:pt x="1179396" y="614238"/>
                </a:lnTo>
                <a:moveTo>
                  <a:pt x="1980856" y="600862"/>
                </a:moveTo>
                <a:lnTo>
                  <a:pt x="2002250" y="633724"/>
                </a:lnTo>
                <a:moveTo>
                  <a:pt x="2053537" y="170690"/>
                </a:moveTo>
                <a:lnTo>
                  <a:pt x="1996654" y="319068"/>
                </a:lnTo>
                <a:moveTo>
                  <a:pt x="1293680" y="596094"/>
                </a:moveTo>
                <a:lnTo>
                  <a:pt x="1267004" y="714200"/>
                </a:lnTo>
                <a:moveTo>
                  <a:pt x="1995429" y="590004"/>
                </a:moveTo>
                <a:lnTo>
                  <a:pt x="1980856" y="600862"/>
                </a:lnTo>
                <a:moveTo>
                  <a:pt x="1486789" y="527812"/>
                </a:moveTo>
                <a:lnTo>
                  <a:pt x="1609386" y="539919"/>
                </a:lnTo>
                <a:moveTo>
                  <a:pt x="2117146" y="569518"/>
                </a:moveTo>
                <a:lnTo>
                  <a:pt x="2121921" y="602785"/>
                </a:lnTo>
                <a:moveTo>
                  <a:pt x="2002250" y="633724"/>
                </a:moveTo>
                <a:lnTo>
                  <a:pt x="2121921" y="602785"/>
                </a:lnTo>
                <a:moveTo>
                  <a:pt x="1953887" y="330229"/>
                </a:moveTo>
                <a:lnTo>
                  <a:pt x="1996654" y="319068"/>
                </a:lnTo>
                <a:moveTo>
                  <a:pt x="1773434" y="768605"/>
                </a:moveTo>
                <a:lnTo>
                  <a:pt x="1895360" y="752250"/>
                </a:lnTo>
                <a:moveTo>
                  <a:pt x="736932" y="550456"/>
                </a:moveTo>
                <a:lnTo>
                  <a:pt x="757765" y="676075"/>
                </a:lnTo>
                <a:moveTo>
                  <a:pt x="746300" y="683001"/>
                </a:moveTo>
                <a:lnTo>
                  <a:pt x="759619" y="689950"/>
                </a:lnTo>
                <a:moveTo>
                  <a:pt x="1953011" y="323883"/>
                </a:moveTo>
                <a:lnTo>
                  <a:pt x="1996654" y="319068"/>
                </a:lnTo>
                <a:moveTo>
                  <a:pt x="1667892" y="899334"/>
                </a:moveTo>
                <a:lnTo>
                  <a:pt x="1794384" y="896558"/>
                </a:lnTo>
                <a:moveTo>
                  <a:pt x="1939357" y="328165"/>
                </a:moveTo>
                <a:lnTo>
                  <a:pt x="1953887" y="330229"/>
                </a:lnTo>
                <a:moveTo>
                  <a:pt x="1953011" y="323883"/>
                </a:moveTo>
                <a:lnTo>
                  <a:pt x="2053537" y="170690"/>
                </a:lnTo>
                <a:moveTo>
                  <a:pt x="2097209" y="861673"/>
                </a:moveTo>
                <a:lnTo>
                  <a:pt x="2071422" y="979639"/>
                </a:lnTo>
                <a:moveTo>
                  <a:pt x="1953011" y="323883"/>
                </a:moveTo>
                <a:lnTo>
                  <a:pt x="1939357" y="328165"/>
                </a:lnTo>
                <a:moveTo>
                  <a:pt x="2037424" y="847770"/>
                </a:moveTo>
                <a:lnTo>
                  <a:pt x="2097209" y="861673"/>
                </a:lnTo>
                <a:moveTo>
                  <a:pt x="1943721" y="1038601"/>
                </a:moveTo>
                <a:lnTo>
                  <a:pt x="1951318" y="1117356"/>
                </a:lnTo>
                <a:moveTo>
                  <a:pt x="1980856" y="600862"/>
                </a:moveTo>
                <a:lnTo>
                  <a:pt x="2016488" y="720102"/>
                </a:lnTo>
                <a:moveTo>
                  <a:pt x="1953011" y="323883"/>
                </a:moveTo>
                <a:lnTo>
                  <a:pt x="1953887" y="330229"/>
                </a:lnTo>
                <a:moveTo>
                  <a:pt x="980222" y="506610"/>
                </a:moveTo>
                <a:lnTo>
                  <a:pt x="1122515" y="606663"/>
                </a:lnTo>
                <a:moveTo>
                  <a:pt x="757765" y="676075"/>
                </a:moveTo>
                <a:lnTo>
                  <a:pt x="746300" y="683001"/>
                </a:lnTo>
                <a:moveTo>
                  <a:pt x="2002250" y="633724"/>
                </a:moveTo>
                <a:lnTo>
                  <a:pt x="2117146" y="569518"/>
                </a:lnTo>
                <a:moveTo>
                  <a:pt x="1895360" y="752250"/>
                </a:moveTo>
                <a:lnTo>
                  <a:pt x="2016488" y="720102"/>
                </a:lnTo>
                <a:moveTo>
                  <a:pt x="2016488" y="720102"/>
                </a:moveTo>
                <a:lnTo>
                  <a:pt x="2121921" y="602785"/>
                </a:lnTo>
                <a:moveTo>
                  <a:pt x="1930549" y="166062"/>
                </a:moveTo>
                <a:lnTo>
                  <a:pt x="1821074" y="233074"/>
                </a:lnTo>
                <a:moveTo>
                  <a:pt x="757765" y="676075"/>
                </a:moveTo>
                <a:lnTo>
                  <a:pt x="759619" y="689950"/>
                </a:lnTo>
                <a:moveTo>
                  <a:pt x="1995429" y="590004"/>
                </a:moveTo>
                <a:lnTo>
                  <a:pt x="2117146" y="569518"/>
                </a:lnTo>
                <a:moveTo>
                  <a:pt x="857872" y="514607"/>
                </a:moveTo>
                <a:lnTo>
                  <a:pt x="980222" y="506610"/>
                </a:lnTo>
                <a:moveTo>
                  <a:pt x="736932" y="550456"/>
                </a:moveTo>
                <a:lnTo>
                  <a:pt x="857872" y="514607"/>
                </a:lnTo>
                <a:moveTo>
                  <a:pt x="1995429" y="590004"/>
                </a:moveTo>
                <a:lnTo>
                  <a:pt x="2002250" y="633724"/>
                </a:lnTo>
                <a:moveTo>
                  <a:pt x="1794384" y="896558"/>
                </a:moveTo>
                <a:lnTo>
                  <a:pt x="1722288" y="921200"/>
                </a:lnTo>
                <a:moveTo>
                  <a:pt x="1722288" y="921200"/>
                </a:moveTo>
                <a:lnTo>
                  <a:pt x="1807014" y="975626"/>
                </a:lnTo>
                <a:moveTo>
                  <a:pt x="1486789" y="527812"/>
                </a:moveTo>
                <a:lnTo>
                  <a:pt x="1610004" y="536934"/>
                </a:lnTo>
                <a:moveTo>
                  <a:pt x="1122515" y="606663"/>
                </a:moveTo>
                <a:lnTo>
                  <a:pt x="1132730" y="674858"/>
                </a:lnTo>
                <a:moveTo>
                  <a:pt x="759619" y="689950"/>
                </a:moveTo>
                <a:lnTo>
                  <a:pt x="890318" y="719806"/>
                </a:lnTo>
                <a:moveTo>
                  <a:pt x="2002250" y="633724"/>
                </a:moveTo>
                <a:lnTo>
                  <a:pt x="2016488" y="720102"/>
                </a:lnTo>
                <a:moveTo>
                  <a:pt x="1911439" y="74506"/>
                </a:moveTo>
                <a:lnTo>
                  <a:pt x="1930549" y="166062"/>
                </a:lnTo>
                <a:moveTo>
                  <a:pt x="1895360" y="752250"/>
                </a:moveTo>
                <a:lnTo>
                  <a:pt x="2037424" y="847770"/>
                </a:lnTo>
                <a:moveTo>
                  <a:pt x="1014949" y="716213"/>
                </a:moveTo>
                <a:lnTo>
                  <a:pt x="1132730" y="674858"/>
                </a:lnTo>
                <a:moveTo>
                  <a:pt x="1773434" y="768605"/>
                </a:moveTo>
                <a:lnTo>
                  <a:pt x="1794384" y="896558"/>
                </a:lnTo>
                <a:moveTo>
                  <a:pt x="1702226" y="758971"/>
                </a:moveTo>
                <a:lnTo>
                  <a:pt x="1753017" y="651211"/>
                </a:lnTo>
                <a:moveTo>
                  <a:pt x="1014949" y="716213"/>
                </a:moveTo>
                <a:lnTo>
                  <a:pt x="1122515" y="606663"/>
                </a:lnTo>
                <a:moveTo>
                  <a:pt x="1534511" y="854690"/>
                </a:moveTo>
                <a:lnTo>
                  <a:pt x="1658193" y="808989"/>
                </a:lnTo>
                <a:moveTo>
                  <a:pt x="1667892" y="899334"/>
                </a:moveTo>
                <a:lnTo>
                  <a:pt x="1702226" y="758971"/>
                </a:lnTo>
                <a:moveTo>
                  <a:pt x="890318" y="719806"/>
                </a:moveTo>
                <a:lnTo>
                  <a:pt x="1014949" y="716213"/>
                </a:lnTo>
                <a:moveTo>
                  <a:pt x="1794384" y="896558"/>
                </a:moveTo>
                <a:lnTo>
                  <a:pt x="1807014" y="975626"/>
                </a:lnTo>
                <a:moveTo>
                  <a:pt x="1895360" y="752250"/>
                </a:moveTo>
                <a:lnTo>
                  <a:pt x="1915348" y="861173"/>
                </a:lnTo>
                <a:moveTo>
                  <a:pt x="1293680" y="596094"/>
                </a:moveTo>
                <a:lnTo>
                  <a:pt x="1385754" y="670957"/>
                </a:lnTo>
                <a:moveTo>
                  <a:pt x="2016488" y="720102"/>
                </a:moveTo>
                <a:lnTo>
                  <a:pt x="2037424" y="847770"/>
                </a:lnTo>
                <a:moveTo>
                  <a:pt x="1266808" y="723342"/>
                </a:moveTo>
                <a:lnTo>
                  <a:pt x="1408225" y="828960"/>
                </a:lnTo>
                <a:moveTo>
                  <a:pt x="1366044" y="567528"/>
                </a:moveTo>
                <a:lnTo>
                  <a:pt x="1486789" y="527812"/>
                </a:lnTo>
                <a:moveTo>
                  <a:pt x="1610004" y="536934"/>
                </a:moveTo>
                <a:lnTo>
                  <a:pt x="1628908" y="624421"/>
                </a:lnTo>
                <a:moveTo>
                  <a:pt x="1266808" y="723342"/>
                </a:moveTo>
                <a:lnTo>
                  <a:pt x="1267004" y="714200"/>
                </a:lnTo>
                <a:moveTo>
                  <a:pt x="1773434" y="768605"/>
                </a:moveTo>
                <a:lnTo>
                  <a:pt x="1915348" y="861173"/>
                </a:lnTo>
                <a:moveTo>
                  <a:pt x="1930549" y="166062"/>
                </a:moveTo>
                <a:lnTo>
                  <a:pt x="2053537" y="170690"/>
                </a:lnTo>
                <a:moveTo>
                  <a:pt x="2037424" y="847770"/>
                </a:moveTo>
                <a:lnTo>
                  <a:pt x="2071422" y="979639"/>
                </a:lnTo>
                <a:moveTo>
                  <a:pt x="1709628" y="643925"/>
                </a:moveTo>
                <a:lnTo>
                  <a:pt x="1702226" y="758971"/>
                </a:lnTo>
                <a:moveTo>
                  <a:pt x="1658193" y="808989"/>
                </a:moveTo>
                <a:lnTo>
                  <a:pt x="1667892" y="899334"/>
                </a:lnTo>
                <a:moveTo>
                  <a:pt x="1807014" y="975626"/>
                </a:moveTo>
                <a:lnTo>
                  <a:pt x="1852383" y="1014416"/>
                </a:lnTo>
                <a:moveTo>
                  <a:pt x="1930549" y="166062"/>
                </a:moveTo>
                <a:lnTo>
                  <a:pt x="1953011" y="323883"/>
                </a:lnTo>
                <a:moveTo>
                  <a:pt x="2060100" y="989514"/>
                </a:moveTo>
                <a:lnTo>
                  <a:pt x="2071422" y="979639"/>
                </a:lnTo>
                <a:moveTo>
                  <a:pt x="1702226" y="758971"/>
                </a:moveTo>
                <a:lnTo>
                  <a:pt x="1773434" y="768605"/>
                </a:lnTo>
                <a:moveTo>
                  <a:pt x="2058496" y="978113"/>
                </a:moveTo>
                <a:lnTo>
                  <a:pt x="2071422" y="979639"/>
                </a:lnTo>
                <a:moveTo>
                  <a:pt x="1545842" y="880280"/>
                </a:moveTo>
                <a:lnTo>
                  <a:pt x="1534511" y="854690"/>
                </a:lnTo>
                <a:moveTo>
                  <a:pt x="2037424" y="847770"/>
                </a:moveTo>
                <a:lnTo>
                  <a:pt x="2058496" y="978113"/>
                </a:lnTo>
                <a:moveTo>
                  <a:pt x="1794384" y="896558"/>
                </a:moveTo>
                <a:lnTo>
                  <a:pt x="1915348" y="861173"/>
                </a:lnTo>
                <a:moveTo>
                  <a:pt x="2058496" y="978113"/>
                </a:moveTo>
                <a:lnTo>
                  <a:pt x="2060100" y="989514"/>
                </a:lnTo>
                <a:moveTo>
                  <a:pt x="1702226" y="758971"/>
                </a:moveTo>
                <a:lnTo>
                  <a:pt x="1794384" y="896558"/>
                </a:lnTo>
                <a:moveTo>
                  <a:pt x="1366044" y="567528"/>
                </a:moveTo>
                <a:lnTo>
                  <a:pt x="1385754" y="670957"/>
                </a:lnTo>
                <a:moveTo>
                  <a:pt x="1915348" y="861173"/>
                </a:moveTo>
                <a:lnTo>
                  <a:pt x="2037424" y="847770"/>
                </a:lnTo>
                <a:moveTo>
                  <a:pt x="1461106" y="911126"/>
                </a:moveTo>
                <a:lnTo>
                  <a:pt x="1534511" y="854690"/>
                </a:lnTo>
                <a:moveTo>
                  <a:pt x="736932" y="550456"/>
                </a:moveTo>
                <a:lnTo>
                  <a:pt x="877583" y="618048"/>
                </a:lnTo>
                <a:moveTo>
                  <a:pt x="1628908" y="624421"/>
                </a:moveTo>
                <a:lnTo>
                  <a:pt x="1709628" y="643925"/>
                </a:lnTo>
                <a:moveTo>
                  <a:pt x="1285600" y="831505"/>
                </a:moveTo>
                <a:lnTo>
                  <a:pt x="1408225" y="828960"/>
                </a:lnTo>
                <a:moveTo>
                  <a:pt x="980222" y="506610"/>
                </a:moveTo>
                <a:lnTo>
                  <a:pt x="999083" y="593243"/>
                </a:lnTo>
                <a:moveTo>
                  <a:pt x="1943721" y="1038601"/>
                </a:moveTo>
                <a:lnTo>
                  <a:pt x="2060100" y="989514"/>
                </a:lnTo>
                <a:moveTo>
                  <a:pt x="1915348" y="861173"/>
                </a:moveTo>
                <a:lnTo>
                  <a:pt x="2058496" y="978113"/>
                </a:lnTo>
                <a:moveTo>
                  <a:pt x="1943721" y="1038601"/>
                </a:moveTo>
                <a:lnTo>
                  <a:pt x="2058496" y="978113"/>
                </a:lnTo>
                <a:moveTo>
                  <a:pt x="759619" y="689950"/>
                </a:moveTo>
                <a:lnTo>
                  <a:pt x="877583" y="618048"/>
                </a:lnTo>
                <a:moveTo>
                  <a:pt x="1266808" y="723342"/>
                </a:moveTo>
                <a:lnTo>
                  <a:pt x="1285600" y="831505"/>
                </a:lnTo>
                <a:moveTo>
                  <a:pt x="1852383" y="1014416"/>
                </a:moveTo>
                <a:lnTo>
                  <a:pt x="1943721" y="1038601"/>
                </a:lnTo>
                <a:moveTo>
                  <a:pt x="1794384" y="896558"/>
                </a:moveTo>
                <a:lnTo>
                  <a:pt x="1935955" y="982322"/>
                </a:lnTo>
                <a:moveTo>
                  <a:pt x="1807014" y="975626"/>
                </a:moveTo>
                <a:lnTo>
                  <a:pt x="1935955" y="982322"/>
                </a:lnTo>
                <a:moveTo>
                  <a:pt x="1385754" y="670957"/>
                </a:moveTo>
                <a:lnTo>
                  <a:pt x="1267004" y="714200"/>
                </a:lnTo>
                <a:moveTo>
                  <a:pt x="757765" y="676075"/>
                </a:moveTo>
                <a:lnTo>
                  <a:pt x="877583" y="618048"/>
                </a:lnTo>
                <a:moveTo>
                  <a:pt x="1366044" y="567528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66808" y="723342"/>
                </a:lnTo>
                <a:moveTo>
                  <a:pt x="877583" y="618048"/>
                </a:moveTo>
                <a:lnTo>
                  <a:pt x="890318" y="719806"/>
                </a:lnTo>
                <a:moveTo>
                  <a:pt x="857872" y="514607"/>
                </a:moveTo>
                <a:lnTo>
                  <a:pt x="877583" y="618048"/>
                </a:lnTo>
                <a:moveTo>
                  <a:pt x="999083" y="593243"/>
                </a:moveTo>
                <a:lnTo>
                  <a:pt x="1122515" y="606663"/>
                </a:lnTo>
                <a:moveTo>
                  <a:pt x="890318" y="719806"/>
                </a:moveTo>
                <a:lnTo>
                  <a:pt x="999083" y="593243"/>
                </a:lnTo>
                <a:moveTo>
                  <a:pt x="1935955" y="982322"/>
                </a:moveTo>
                <a:lnTo>
                  <a:pt x="2058496" y="978113"/>
                </a:lnTo>
                <a:moveTo>
                  <a:pt x="999083" y="593243"/>
                </a:moveTo>
                <a:lnTo>
                  <a:pt x="1014949" y="716213"/>
                </a:lnTo>
                <a:moveTo>
                  <a:pt x="1935955" y="982322"/>
                </a:moveTo>
                <a:lnTo>
                  <a:pt x="1852383" y="1014416"/>
                </a:lnTo>
                <a:moveTo>
                  <a:pt x="857872" y="514607"/>
                </a:moveTo>
                <a:lnTo>
                  <a:pt x="999083" y="593243"/>
                </a:lnTo>
                <a:moveTo>
                  <a:pt x="1486789" y="527812"/>
                </a:moveTo>
                <a:lnTo>
                  <a:pt x="1628908" y="624421"/>
                </a:lnTo>
                <a:moveTo>
                  <a:pt x="1284730" y="814312"/>
                </a:moveTo>
                <a:lnTo>
                  <a:pt x="1267004" y="714200"/>
                </a:lnTo>
                <a:moveTo>
                  <a:pt x="1915348" y="861173"/>
                </a:moveTo>
                <a:lnTo>
                  <a:pt x="1935955" y="982322"/>
                </a:lnTo>
                <a:moveTo>
                  <a:pt x="1935955" y="982322"/>
                </a:moveTo>
                <a:lnTo>
                  <a:pt x="1943721" y="1038601"/>
                </a:lnTo>
                <a:moveTo>
                  <a:pt x="1266808" y="723342"/>
                </a:moveTo>
                <a:lnTo>
                  <a:pt x="1284730" y="814312"/>
                </a:lnTo>
                <a:moveTo>
                  <a:pt x="1658193" y="808989"/>
                </a:moveTo>
                <a:lnTo>
                  <a:pt x="1702226" y="758971"/>
                </a:lnTo>
                <a:moveTo>
                  <a:pt x="1628908" y="624421"/>
                </a:moveTo>
                <a:lnTo>
                  <a:pt x="1702226" y="758971"/>
                </a:lnTo>
                <a:moveTo>
                  <a:pt x="1408225" y="828960"/>
                </a:moveTo>
                <a:lnTo>
                  <a:pt x="1427252" y="918884"/>
                </a:lnTo>
                <a:moveTo>
                  <a:pt x="1408225" y="828960"/>
                </a:moveTo>
                <a:lnTo>
                  <a:pt x="1461106" y="911126"/>
                </a:lnTo>
                <a:moveTo>
                  <a:pt x="1486789" y="527812"/>
                </a:moveTo>
                <a:lnTo>
                  <a:pt x="1506876" y="638699"/>
                </a:lnTo>
                <a:moveTo>
                  <a:pt x="1257972" y="829506"/>
                </a:moveTo>
                <a:lnTo>
                  <a:pt x="1285600" y="831505"/>
                </a:lnTo>
                <a:moveTo>
                  <a:pt x="1289942" y="850874"/>
                </a:moveTo>
                <a:lnTo>
                  <a:pt x="1285600" y="831505"/>
                </a:lnTo>
                <a:moveTo>
                  <a:pt x="1649566" y="746590"/>
                </a:moveTo>
                <a:lnTo>
                  <a:pt x="1702226" y="758971"/>
                </a:lnTo>
                <a:moveTo>
                  <a:pt x="1257972" y="829506"/>
                </a:moveTo>
                <a:lnTo>
                  <a:pt x="1289942" y="850874"/>
                </a:lnTo>
                <a:moveTo>
                  <a:pt x="1385754" y="670957"/>
                </a:moveTo>
                <a:lnTo>
                  <a:pt x="1506876" y="638699"/>
                </a:lnTo>
                <a:moveTo>
                  <a:pt x="1284730" y="814312"/>
                </a:moveTo>
                <a:lnTo>
                  <a:pt x="1385754" y="670957"/>
                </a:lnTo>
                <a:moveTo>
                  <a:pt x="1506876" y="638699"/>
                </a:moveTo>
                <a:lnTo>
                  <a:pt x="1628908" y="624421"/>
                </a:lnTo>
                <a:moveTo>
                  <a:pt x="1257972" y="829506"/>
                </a:moveTo>
                <a:lnTo>
                  <a:pt x="1284730" y="814312"/>
                </a:lnTo>
                <a:moveTo>
                  <a:pt x="1285600" y="831505"/>
                </a:moveTo>
                <a:lnTo>
                  <a:pt x="1427252" y="918884"/>
                </a:lnTo>
                <a:moveTo>
                  <a:pt x="1649566" y="746590"/>
                </a:moveTo>
                <a:lnTo>
                  <a:pt x="1658193" y="808989"/>
                </a:lnTo>
                <a:moveTo>
                  <a:pt x="1628908" y="624421"/>
                </a:moveTo>
                <a:lnTo>
                  <a:pt x="1649566" y="746590"/>
                </a:lnTo>
                <a:moveTo>
                  <a:pt x="877583" y="618048"/>
                </a:moveTo>
                <a:lnTo>
                  <a:pt x="999083" y="593243"/>
                </a:lnTo>
                <a:moveTo>
                  <a:pt x="1285600" y="831505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58193" y="808989"/>
                </a:lnTo>
                <a:moveTo>
                  <a:pt x="1284730" y="814312"/>
                </a:moveTo>
                <a:lnTo>
                  <a:pt x="1289942" y="850874"/>
                </a:lnTo>
                <a:moveTo>
                  <a:pt x="1506876" y="638699"/>
                </a:moveTo>
                <a:lnTo>
                  <a:pt x="1649566" y="746590"/>
                </a:lnTo>
                <a:moveTo>
                  <a:pt x="1385754" y="670957"/>
                </a:moveTo>
                <a:lnTo>
                  <a:pt x="1405767" y="780370"/>
                </a:lnTo>
                <a:moveTo>
                  <a:pt x="1385754" y="670957"/>
                </a:moveTo>
                <a:lnTo>
                  <a:pt x="1527291" y="756052"/>
                </a:lnTo>
                <a:moveTo>
                  <a:pt x="1289942" y="850874"/>
                </a:moveTo>
                <a:lnTo>
                  <a:pt x="1412448" y="918851"/>
                </a:lnTo>
                <a:moveTo>
                  <a:pt x="1545842" y="880280"/>
                </a:moveTo>
                <a:lnTo>
                  <a:pt x="1649566" y="746590"/>
                </a:lnTo>
                <a:moveTo>
                  <a:pt x="1506876" y="638699"/>
                </a:moveTo>
                <a:lnTo>
                  <a:pt x="1527291" y="756052"/>
                </a:lnTo>
                <a:moveTo>
                  <a:pt x="1284730" y="814312"/>
                </a:moveTo>
                <a:lnTo>
                  <a:pt x="1405767" y="780370"/>
                </a:lnTo>
                <a:moveTo>
                  <a:pt x="1461106" y="911126"/>
                </a:moveTo>
                <a:lnTo>
                  <a:pt x="1545842" y="880280"/>
                </a:lnTo>
                <a:moveTo>
                  <a:pt x="1527291" y="756052"/>
                </a:moveTo>
                <a:lnTo>
                  <a:pt x="1649566" y="746590"/>
                </a:lnTo>
                <a:moveTo>
                  <a:pt x="1289942" y="850874"/>
                </a:moveTo>
                <a:lnTo>
                  <a:pt x="1426533" y="904676"/>
                </a:lnTo>
                <a:moveTo>
                  <a:pt x="1427252" y="918884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7252" y="918884"/>
                </a:lnTo>
                <a:moveTo>
                  <a:pt x="1527291" y="756052"/>
                </a:moveTo>
                <a:lnTo>
                  <a:pt x="1545842" y="880280"/>
                </a:lnTo>
                <a:moveTo>
                  <a:pt x="1428583" y="924515"/>
                </a:moveTo>
                <a:lnTo>
                  <a:pt x="1427252" y="918884"/>
                </a:lnTo>
                <a:moveTo>
                  <a:pt x="1428583" y="924515"/>
                </a:moveTo>
                <a:lnTo>
                  <a:pt x="1461106" y="911126"/>
                </a:lnTo>
                <a:moveTo>
                  <a:pt x="1412448" y="918851"/>
                </a:moveTo>
                <a:lnTo>
                  <a:pt x="1428583" y="924515"/>
                </a:lnTo>
                <a:moveTo>
                  <a:pt x="1284730" y="814312"/>
                </a:moveTo>
                <a:lnTo>
                  <a:pt x="1426533" y="904676"/>
                </a:lnTo>
                <a:moveTo>
                  <a:pt x="1527291" y="756052"/>
                </a:moveTo>
                <a:lnTo>
                  <a:pt x="1461106" y="911126"/>
                </a:lnTo>
                <a:moveTo>
                  <a:pt x="1405767" y="780370"/>
                </a:moveTo>
                <a:lnTo>
                  <a:pt x="1527291" y="756052"/>
                </a:lnTo>
                <a:moveTo>
                  <a:pt x="1426533" y="904676"/>
                </a:moveTo>
                <a:lnTo>
                  <a:pt x="1461106" y="911126"/>
                </a:lnTo>
                <a:moveTo>
                  <a:pt x="1426533" y="904676"/>
                </a:moveTo>
                <a:lnTo>
                  <a:pt x="1412448" y="918851"/>
                </a:lnTo>
                <a:moveTo>
                  <a:pt x="1426533" y="904676"/>
                </a:moveTo>
                <a:lnTo>
                  <a:pt x="1428583" y="924515"/>
                </a:lnTo>
                <a:moveTo>
                  <a:pt x="1405767" y="780370"/>
                </a:moveTo>
                <a:lnTo>
                  <a:pt x="1426533" y="904676"/>
                </a:lnTo>
                <a:moveTo>
                  <a:pt x="1426533" y="904676"/>
                </a:moveTo>
                <a:lnTo>
                  <a:pt x="1527291" y="756052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846" name="9bjj_16_build_ReferenceLigand_0">
            <a:extLst>
              <a:ext uri="{FF2B5EF4-FFF2-40B4-BE49-F238E27FC236}">
                <a16:creationId xmlns:a16="http://schemas.microsoft.com/office/drawing/2014/main" id="{36761308-2067-4BC0-926E-77948BBB227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8905" y="881423"/>
                </a:moveTo>
                <a:lnTo>
                  <a:pt x="2106792" y="96957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47" name="9bjj_16_build_ReferenceLigand_1">
            <a:extLst>
              <a:ext uri="{FF2B5EF4-FFF2-40B4-BE49-F238E27FC236}">
                <a16:creationId xmlns:a16="http://schemas.microsoft.com/office/drawing/2014/main" id="{46427255-00A9-44C8-8F15-05943396BA1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77463" y="435720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48" name="9bjj_16_build_ReferenceLigand_2">
            <a:extLst>
              <a:ext uri="{FF2B5EF4-FFF2-40B4-BE49-F238E27FC236}">
                <a16:creationId xmlns:a16="http://schemas.microsoft.com/office/drawing/2014/main" id="{04BC9DE3-D7CD-4186-80AD-9B7335208E8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677463" y="4357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49" name="9bjj_16_build_ReferenceLigand_3">
            <a:extLst>
              <a:ext uri="{FF2B5EF4-FFF2-40B4-BE49-F238E27FC236}">
                <a16:creationId xmlns:a16="http://schemas.microsoft.com/office/drawing/2014/main" id="{2CE1FE0C-BD8C-4A71-9932-BE00F89F62F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2191" y="311360"/>
                </a:moveTo>
                <a:lnTo>
                  <a:pt x="1823943" y="14080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0" name="9bjj_16_build_ReferenceLigand_4">
            <a:extLst>
              <a:ext uri="{FF2B5EF4-FFF2-40B4-BE49-F238E27FC236}">
                <a16:creationId xmlns:a16="http://schemas.microsoft.com/office/drawing/2014/main" id="{A0E15FEB-D17B-4817-9DF1-54B24C8E997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45974" y="562551"/>
                </a:moveTo>
                <a:lnTo>
                  <a:pt x="1374335" y="5478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1" name="9bjj_16_build_ReferenceLigand_5">
            <a:extLst>
              <a:ext uri="{FF2B5EF4-FFF2-40B4-BE49-F238E27FC236}">
                <a16:creationId xmlns:a16="http://schemas.microsoft.com/office/drawing/2014/main" id="{AA671D3C-12AA-421E-9F33-E525A697240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3943" y="140802"/>
                </a:moveTo>
                <a:lnTo>
                  <a:pt x="1930512" y="3443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2" name="9bjj_16_build_ReferenceLigand_6">
            <a:extLst>
              <a:ext uri="{FF2B5EF4-FFF2-40B4-BE49-F238E27FC236}">
                <a16:creationId xmlns:a16="http://schemas.microsoft.com/office/drawing/2014/main" id="{2AC53C9A-6F9A-42E1-BC28-39B23902DFF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1072" y="970689"/>
                </a:moveTo>
                <a:lnTo>
                  <a:pt x="1988905" y="88142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3" name="9bjj_16_build_ReferenceLigand_7">
            <a:extLst>
              <a:ext uri="{FF2B5EF4-FFF2-40B4-BE49-F238E27FC236}">
                <a16:creationId xmlns:a16="http://schemas.microsoft.com/office/drawing/2014/main" id="{CD0251B6-7A24-4AAE-AF1B-9550FA42D5B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74335" y="547878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4" name="9bjj_16_build_ReferenceLigand_8">
            <a:extLst>
              <a:ext uri="{FF2B5EF4-FFF2-40B4-BE49-F238E27FC236}">
                <a16:creationId xmlns:a16="http://schemas.microsoft.com/office/drawing/2014/main" id="{02665F71-4CA4-4EFD-AE50-3778231A0DC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77300" y="619073"/>
                </a:moveTo>
                <a:lnTo>
                  <a:pt x="1253117" y="6369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5" name="9bjj_16_build_ReferenceLigand_9">
            <a:extLst>
              <a:ext uri="{FF2B5EF4-FFF2-40B4-BE49-F238E27FC236}">
                <a16:creationId xmlns:a16="http://schemas.microsoft.com/office/drawing/2014/main" id="{72195D33-F356-4508-8000-AD39A35A9B9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822191" y="3113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6" name="9bjj_16_build_ReferenceLigand_10">
            <a:extLst>
              <a:ext uri="{FF2B5EF4-FFF2-40B4-BE49-F238E27FC236}">
                <a16:creationId xmlns:a16="http://schemas.microsoft.com/office/drawing/2014/main" id="{158CFBF4-91B4-4F58-BD74-1F1DD27EB18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1480" y="356443"/>
                </a:moveTo>
                <a:lnTo>
                  <a:pt x="535291" y="38200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7" name="9bjj_16_build_ReferenceLigand_11">
            <a:extLst>
              <a:ext uri="{FF2B5EF4-FFF2-40B4-BE49-F238E27FC236}">
                <a16:creationId xmlns:a16="http://schemas.microsoft.com/office/drawing/2014/main" id="{463BD3B5-CB78-4C99-B75C-F8DBDC9D6AF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2215" y="666416"/>
                </a:moveTo>
                <a:lnTo>
                  <a:pt x="1545974" y="5625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8" name="9bjj_16_build_ReferenceLigand_12">
            <a:extLst>
              <a:ext uri="{FF2B5EF4-FFF2-40B4-BE49-F238E27FC236}">
                <a16:creationId xmlns:a16="http://schemas.microsoft.com/office/drawing/2014/main" id="{EDF40277-59A6-4833-8796-C355428C00A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5291" y="382008"/>
                </a:moveTo>
                <a:lnTo>
                  <a:pt x="500933" y="54351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59" name="9bjj_16_build_ReferenceLigand_13">
            <a:extLst>
              <a:ext uri="{FF2B5EF4-FFF2-40B4-BE49-F238E27FC236}">
                <a16:creationId xmlns:a16="http://schemas.microsoft.com/office/drawing/2014/main" id="{A8A3B118-4DDD-4D06-8331-5495F672891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77300" y="6190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0" name="9bjj_16_build_ReferenceLigand_14">
            <a:extLst>
              <a:ext uri="{FF2B5EF4-FFF2-40B4-BE49-F238E27FC236}">
                <a16:creationId xmlns:a16="http://schemas.microsoft.com/office/drawing/2014/main" id="{12BF2B73-A0D8-406B-B19F-76F700B6C68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701480" y="3564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1" name="9bjj_16_build_ReferenceLigand_15">
            <a:extLst>
              <a:ext uri="{FF2B5EF4-FFF2-40B4-BE49-F238E27FC236}">
                <a16:creationId xmlns:a16="http://schemas.microsoft.com/office/drawing/2014/main" id="{B158EB13-A8B2-4F4B-ACD6-494B8656463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0512" y="34438"/>
                </a:moveTo>
                <a:lnTo>
                  <a:pt x="2036081" y="978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2" name="9bjj_16_build_ReferenceLigand_16">
            <a:extLst>
              <a:ext uri="{FF2B5EF4-FFF2-40B4-BE49-F238E27FC236}">
                <a16:creationId xmlns:a16="http://schemas.microsoft.com/office/drawing/2014/main" id="{620A9EE3-AF52-4149-8986-5DFD53A83EA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00933" y="543510"/>
                </a:moveTo>
                <a:lnTo>
                  <a:pt x="649225" y="617032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3" name="9bjj_16_build_ReferenceLigand_17">
            <a:extLst>
              <a:ext uri="{FF2B5EF4-FFF2-40B4-BE49-F238E27FC236}">
                <a16:creationId xmlns:a16="http://schemas.microsoft.com/office/drawing/2014/main" id="{EF95D34A-1C0E-467F-94EC-D2091E16279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49225" y="617032"/>
                </a:moveTo>
                <a:lnTo>
                  <a:pt x="780021" y="51005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4" name="9bjj_16_build_ReferenceLigand_18">
            <a:extLst>
              <a:ext uri="{FF2B5EF4-FFF2-40B4-BE49-F238E27FC236}">
                <a16:creationId xmlns:a16="http://schemas.microsoft.com/office/drawing/2014/main" id="{BF13EE8B-EAA2-49B5-9456-41696D0B17C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80021" y="510056"/>
                </a:moveTo>
                <a:lnTo>
                  <a:pt x="962304" y="53626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5" name="9bjj_16_build_ReferenceLigand_19">
            <a:extLst>
              <a:ext uri="{FF2B5EF4-FFF2-40B4-BE49-F238E27FC236}">
                <a16:creationId xmlns:a16="http://schemas.microsoft.com/office/drawing/2014/main" id="{430EA029-6E21-4E26-8EC3-C5EC46B3472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3117" y="636925"/>
                </a:moveTo>
                <a:lnTo>
                  <a:pt x="1318134" y="74053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6" name="9bjj_16_build_ReferenceLigand_20">
            <a:extLst>
              <a:ext uri="{FF2B5EF4-FFF2-40B4-BE49-F238E27FC236}">
                <a16:creationId xmlns:a16="http://schemas.microsoft.com/office/drawing/2014/main" id="{501E4375-EAD9-489D-AA63-BF6E19A8DBD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3951" y="376851"/>
                </a:moveTo>
                <a:lnTo>
                  <a:pt x="1925179" y="56167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7" name="9bjj_16_build_ReferenceLigand_21">
            <a:extLst>
              <a:ext uri="{FF2B5EF4-FFF2-40B4-BE49-F238E27FC236}">
                <a16:creationId xmlns:a16="http://schemas.microsoft.com/office/drawing/2014/main" id="{26147D38-6E59-4C5D-B107-208546ED426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027" y="858543"/>
                </a:moveTo>
                <a:lnTo>
                  <a:pt x="1901072" y="97068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8" name="9bjj_16_build_ReferenceLigand_22">
            <a:extLst>
              <a:ext uri="{FF2B5EF4-FFF2-40B4-BE49-F238E27FC236}">
                <a16:creationId xmlns:a16="http://schemas.microsoft.com/office/drawing/2014/main" id="{5097D5A9-8E5D-4B66-BC41-20CD8123655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69" name="9bjj_16_build_ReferenceLigand_23">
            <a:extLst>
              <a:ext uri="{FF2B5EF4-FFF2-40B4-BE49-F238E27FC236}">
                <a16:creationId xmlns:a16="http://schemas.microsoft.com/office/drawing/2014/main" id="{EE35EE1F-EF9C-44B8-A380-99C837CCDBE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2099" y="265743"/>
                </a:moveTo>
                <a:lnTo>
                  <a:pt x="1923951" y="3768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0" name="9bjj_16_build_ReferenceLigand_24">
            <a:extLst>
              <a:ext uri="{FF2B5EF4-FFF2-40B4-BE49-F238E27FC236}">
                <a16:creationId xmlns:a16="http://schemas.microsoft.com/office/drawing/2014/main" id="{BB597EFE-9A70-40CB-AC51-1961A81D512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1790750" y="683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1" name="9bjj_16_build_ReferenceLigand_25">
            <a:extLst>
              <a:ext uri="{FF2B5EF4-FFF2-40B4-BE49-F238E27FC236}">
                <a16:creationId xmlns:a16="http://schemas.microsoft.com/office/drawing/2014/main" id="{FDDD9D93-FD5B-4796-BE79-989C8B7BAEB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6524" y="754813"/>
                </a:moveTo>
                <a:lnTo>
                  <a:pt x="1612215" y="66641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2" name="9bjj_16_build_ReferenceLigand_26">
            <a:extLst>
              <a:ext uri="{FF2B5EF4-FFF2-40B4-BE49-F238E27FC236}">
                <a16:creationId xmlns:a16="http://schemas.microsoft.com/office/drawing/2014/main" id="{0C85D4E4-E321-4875-833D-D32193FB0F8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25179" y="561673"/>
                </a:moveTo>
                <a:lnTo>
                  <a:pt x="2062647" y="6142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3" name="9bjj_16_build_ReferenceLigand_27">
            <a:extLst>
              <a:ext uri="{FF2B5EF4-FFF2-40B4-BE49-F238E27FC236}">
                <a16:creationId xmlns:a16="http://schemas.microsoft.com/office/drawing/2014/main" id="{1A8F6FFE-E2B7-471F-A364-40536E3FB90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6081" y="97889"/>
                </a:moveTo>
                <a:lnTo>
                  <a:pt x="2032099" y="2657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4" name="9bjj_16_build_ReferenceLigand_28">
            <a:extLst>
              <a:ext uri="{FF2B5EF4-FFF2-40B4-BE49-F238E27FC236}">
                <a16:creationId xmlns:a16="http://schemas.microsoft.com/office/drawing/2014/main" id="{34E2C75A-AEDC-4F5A-A489-1A32A060027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90750" y="683411"/>
                </a:moveTo>
                <a:lnTo>
                  <a:pt x="1845027" y="8585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5" name="9bjj_16_build_ReferenceLigand_29">
            <a:extLst>
              <a:ext uri="{FF2B5EF4-FFF2-40B4-BE49-F238E27FC236}">
                <a16:creationId xmlns:a16="http://schemas.microsoft.com/office/drawing/2014/main" id="{209B8209-82F1-4B2E-8840-CFE570E45DE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62304" y="536267"/>
                </a:moveTo>
                <a:lnTo>
                  <a:pt x="1019179" y="47357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6" name="9bjj_16_build_ReferenceLigand_30">
            <a:extLst>
              <a:ext uri="{FF2B5EF4-FFF2-40B4-BE49-F238E27FC236}">
                <a16:creationId xmlns:a16="http://schemas.microsoft.com/office/drawing/2014/main" id="{A7126343-817D-4182-B641-D5A7CDE9AF1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8134" y="740531"/>
                </a:moveTo>
                <a:lnTo>
                  <a:pt x="1486524" y="75481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877" name="9bjj_16_build_PredictedLigand_0">
            <a:extLst>
              <a:ext uri="{FF2B5EF4-FFF2-40B4-BE49-F238E27FC236}">
                <a16:creationId xmlns:a16="http://schemas.microsoft.com/office/drawing/2014/main" id="{A236E53B-B5EC-4528-A7DE-7B9CC6E5042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2703" y="575198"/>
                </a:moveTo>
                <a:lnTo>
                  <a:pt x="493567" y="47300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78" name="9bjj_16_build_PredictedLigand_1">
            <a:extLst>
              <a:ext uri="{FF2B5EF4-FFF2-40B4-BE49-F238E27FC236}">
                <a16:creationId xmlns:a16="http://schemas.microsoft.com/office/drawing/2014/main" id="{3FD66798-C4A5-4093-B8A6-FE2F74091DE3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3567" y="473007"/>
                </a:moveTo>
                <a:lnTo>
                  <a:pt x="585227" y="41705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79" name="9bjj_16_build_PredictedLigand_2">
            <a:extLst>
              <a:ext uri="{FF2B5EF4-FFF2-40B4-BE49-F238E27FC236}">
                <a16:creationId xmlns:a16="http://schemas.microsoft.com/office/drawing/2014/main" id="{F705168B-7098-460E-8831-7A776BA1AE9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64878" y="835286"/>
                </a:moveTo>
                <a:lnTo>
                  <a:pt x="1909602" y="6532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0" name="9bjj_16_build_PredictedLigand_3">
            <a:extLst>
              <a:ext uri="{FF2B5EF4-FFF2-40B4-BE49-F238E27FC236}">
                <a16:creationId xmlns:a16="http://schemas.microsoft.com/office/drawing/2014/main" id="{A30AFD8B-C22C-48C9-A21A-63AEF4FAC57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80226" y="528028"/>
                </a:moveTo>
                <a:lnTo>
                  <a:pt x="1625471" y="4393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1" name="9bjj_16_build_PredictedLigand_4">
            <a:extLst>
              <a:ext uri="{FF2B5EF4-FFF2-40B4-BE49-F238E27FC236}">
                <a16:creationId xmlns:a16="http://schemas.microsoft.com/office/drawing/2014/main" id="{5E9E8B3C-AD29-4C56-81B8-1DE1DF7C8BC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9602" y="653267"/>
                </a:moveTo>
                <a:lnTo>
                  <a:pt x="1908815" y="5289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2" name="9bjj_16_build_PredictedLigand_5">
            <a:extLst>
              <a:ext uri="{FF2B5EF4-FFF2-40B4-BE49-F238E27FC236}">
                <a16:creationId xmlns:a16="http://schemas.microsoft.com/office/drawing/2014/main" id="{8C749DBF-532A-4BA6-9DDB-DE72E5D250B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651" y="419917"/>
                </a:moveTo>
                <a:lnTo>
                  <a:pt x="1625471" y="43932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3" name="9bjj_16_build_PredictedLigand_6">
            <a:extLst>
              <a:ext uri="{FF2B5EF4-FFF2-40B4-BE49-F238E27FC236}">
                <a16:creationId xmlns:a16="http://schemas.microsoft.com/office/drawing/2014/main" id="{15AC72D1-F0B0-4071-9EFB-469FB4735FB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89258" y="976459"/>
                </a:moveTo>
                <a:lnTo>
                  <a:pt x="2064878" y="83528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4" name="9bjj_16_build_PredictedLigand_7">
            <a:extLst>
              <a:ext uri="{FF2B5EF4-FFF2-40B4-BE49-F238E27FC236}">
                <a16:creationId xmlns:a16="http://schemas.microsoft.com/office/drawing/2014/main" id="{F7E0C364-82F2-4722-8D30-17459CF8A77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59784" y="508285"/>
                </a:moveTo>
                <a:lnTo>
                  <a:pt x="562703" y="57519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5" name="9bjj_16_build_PredictedLigand_8">
            <a:extLst>
              <a:ext uri="{FF2B5EF4-FFF2-40B4-BE49-F238E27FC236}">
                <a16:creationId xmlns:a16="http://schemas.microsoft.com/office/drawing/2014/main" id="{5180C377-44C5-4D41-AEE8-30F1F7B63D9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8815" y="528970"/>
                </a:moveTo>
                <a:lnTo>
                  <a:pt x="1786651" y="41991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6" name="9bjj_16_build_PredictedLigand_9">
            <a:extLst>
              <a:ext uri="{FF2B5EF4-FFF2-40B4-BE49-F238E27FC236}">
                <a16:creationId xmlns:a16="http://schemas.microsoft.com/office/drawing/2014/main" id="{53A88CE8-B680-4DB5-84F0-A3F51931EDB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6651" y="419917"/>
                </a:moveTo>
                <a:lnTo>
                  <a:pt x="1859268" y="26248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7" name="9bjj_16_build_PredictedLigand_10">
            <a:extLst>
              <a:ext uri="{FF2B5EF4-FFF2-40B4-BE49-F238E27FC236}">
                <a16:creationId xmlns:a16="http://schemas.microsoft.com/office/drawing/2014/main" id="{FAEC5238-F867-422B-BAF6-ED51FDBC252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12305" y="471182"/>
                </a:moveTo>
                <a:lnTo>
                  <a:pt x="1480226" y="528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8" name="9bjj_16_build_PredictedLigand_11">
            <a:extLst>
              <a:ext uri="{FF2B5EF4-FFF2-40B4-BE49-F238E27FC236}">
                <a16:creationId xmlns:a16="http://schemas.microsoft.com/office/drawing/2014/main" id="{CFA7AE80-58EB-4577-9A0E-5D80AACA06A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0978" y="549070"/>
                </a:moveTo>
                <a:lnTo>
                  <a:pt x="933828" y="43222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89" name="9bjj_16_build_PredictedLigand_12">
            <a:extLst>
              <a:ext uri="{FF2B5EF4-FFF2-40B4-BE49-F238E27FC236}">
                <a16:creationId xmlns:a16="http://schemas.microsoft.com/office/drawing/2014/main" id="{7E487C4F-CF8F-48E7-BE16-E1050E668F7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00700" y="1089379"/>
                </a:moveTo>
                <a:lnTo>
                  <a:pt x="1989258" y="97645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0" name="9bjj_16_build_PredictedLigand_13">
            <a:extLst>
              <a:ext uri="{FF2B5EF4-FFF2-40B4-BE49-F238E27FC236}">
                <a16:creationId xmlns:a16="http://schemas.microsoft.com/office/drawing/2014/main" id="{97DC252A-D3FD-4205-B673-612B42F7E75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85227" y="417053"/>
                </a:moveTo>
                <a:lnTo>
                  <a:pt x="759528" y="60949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1" name="9bjj_16_build_PredictedLigand_14">
            <a:extLst>
              <a:ext uri="{FF2B5EF4-FFF2-40B4-BE49-F238E27FC236}">
                <a16:creationId xmlns:a16="http://schemas.microsoft.com/office/drawing/2014/main" id="{1451CCD8-AD36-40B4-8E32-3A5A0835B404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87556" y="632399"/>
                </a:moveTo>
                <a:lnTo>
                  <a:pt x="1312305" y="47118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2" name="9bjj_16_build_PredictedLigand_15">
            <a:extLst>
              <a:ext uri="{FF2B5EF4-FFF2-40B4-BE49-F238E27FC236}">
                <a16:creationId xmlns:a16="http://schemas.microsoft.com/office/drawing/2014/main" id="{E67EB347-EFDC-446D-8193-DFD83311F20D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8815" y="528970"/>
                </a:moveTo>
                <a:lnTo>
                  <a:pt x="2021673" y="54549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3" name="9bjj_16_build_PredictedLigand_16">
            <a:extLst>
              <a:ext uri="{FF2B5EF4-FFF2-40B4-BE49-F238E27FC236}">
                <a16:creationId xmlns:a16="http://schemas.microsoft.com/office/drawing/2014/main" id="{BFDE60E6-FED3-49A9-9646-80A8D5F5051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59268" y="262481"/>
                </a:moveTo>
                <a:lnTo>
                  <a:pt x="1776140" y="132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4" name="9bjj_16_build_PredictedLigand_17">
            <a:extLst>
              <a:ext uri="{FF2B5EF4-FFF2-40B4-BE49-F238E27FC236}">
                <a16:creationId xmlns:a16="http://schemas.microsoft.com/office/drawing/2014/main" id="{E4D19478-42C5-4BE5-8633-372E785CA46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50452" y="659465"/>
                </a:moveTo>
                <a:lnTo>
                  <a:pt x="1187556" y="6323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5" name="9bjj_16_build_PredictedLigand_18">
            <a:extLst>
              <a:ext uri="{FF2B5EF4-FFF2-40B4-BE49-F238E27FC236}">
                <a16:creationId xmlns:a16="http://schemas.microsoft.com/office/drawing/2014/main" id="{62E45BC9-8B58-437B-90C7-C11527EB27A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20978" y="549070"/>
                </a:moveTo>
                <a:lnTo>
                  <a:pt x="1050452" y="6594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6" name="9bjj_16_build_PredictedLigand_19">
            <a:extLst>
              <a:ext uri="{FF2B5EF4-FFF2-40B4-BE49-F238E27FC236}">
                <a16:creationId xmlns:a16="http://schemas.microsoft.com/office/drawing/2014/main" id="{63C907AD-438D-424D-87B6-612AC4DA3C1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09602" y="653267"/>
                </a:moveTo>
                <a:lnTo>
                  <a:pt x="1808934" y="8775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7" name="9bjj_16_build_PredictedLigand_20">
            <a:extLst>
              <a:ext uri="{FF2B5EF4-FFF2-40B4-BE49-F238E27FC236}">
                <a16:creationId xmlns:a16="http://schemas.microsoft.com/office/drawing/2014/main" id="{36339F00-3E26-431E-AD61-E46E15EE5C65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528" y="609495"/>
                </a:moveTo>
                <a:lnTo>
                  <a:pt x="920978" y="54907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8" name="9bjj_16_build_PredictedLigand_21">
            <a:extLst>
              <a:ext uri="{FF2B5EF4-FFF2-40B4-BE49-F238E27FC236}">
                <a16:creationId xmlns:a16="http://schemas.microsoft.com/office/drawing/2014/main" id="{08029947-6788-4551-8F6C-385980BA7DDA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140" y="132379"/>
                </a:moveTo>
                <a:lnTo>
                  <a:pt x="1853737" y="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899" name="9bjj_16_build_PredictedLigand_22">
            <a:extLst>
              <a:ext uri="{FF2B5EF4-FFF2-40B4-BE49-F238E27FC236}">
                <a16:creationId xmlns:a16="http://schemas.microsoft.com/office/drawing/2014/main" id="{81881737-0613-46B9-84DA-59F1B4F25617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5471" y="439323"/>
                </a:moveTo>
                <a:lnTo>
                  <a:pt x="1511928" y="69144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0" name="9bjj_16_build_PredictedLigand_23">
            <a:extLst>
              <a:ext uri="{FF2B5EF4-FFF2-40B4-BE49-F238E27FC236}">
                <a16:creationId xmlns:a16="http://schemas.microsoft.com/office/drawing/2014/main" id="{E2405060-930A-4819-8C69-18BFF66CDA82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5557" y="691703"/>
                </a:moveTo>
                <a:lnTo>
                  <a:pt x="1187556" y="6323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1" name="9bjj_16_build_PredictedLigand_24">
            <a:extLst>
              <a:ext uri="{FF2B5EF4-FFF2-40B4-BE49-F238E27FC236}">
                <a16:creationId xmlns:a16="http://schemas.microsoft.com/office/drawing/2014/main" id="{E5F041B8-0CEB-4D0F-AD6F-E3C67A4331CF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600" y="1056746"/>
                </a:moveTo>
                <a:lnTo>
                  <a:pt x="2000700" y="108937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2" name="9bjj_16_build_PredictedLigand_25">
            <a:extLst>
              <a:ext uri="{FF2B5EF4-FFF2-40B4-BE49-F238E27FC236}">
                <a16:creationId xmlns:a16="http://schemas.microsoft.com/office/drawing/2014/main" id="{A0CA53D2-DF3D-42BE-A3CC-594666730AB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528" y="609495"/>
                </a:moveTo>
                <a:lnTo>
                  <a:pt x="559784" y="50828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3" name="9bjj_16_build_PredictedLigand_26">
            <a:extLst>
              <a:ext uri="{FF2B5EF4-FFF2-40B4-BE49-F238E27FC236}">
                <a16:creationId xmlns:a16="http://schemas.microsoft.com/office/drawing/2014/main" id="{6CC1B84D-76BF-44EC-9B6E-7034C5A9D31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928" y="691442"/>
                </a:moveTo>
                <a:lnTo>
                  <a:pt x="1305557" y="69170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4" name="9bjj_16_build_PredictedLigand_27">
            <a:extLst>
              <a:ext uri="{FF2B5EF4-FFF2-40B4-BE49-F238E27FC236}">
                <a16:creationId xmlns:a16="http://schemas.microsoft.com/office/drawing/2014/main" id="{E5DAF81C-E837-4D56-88DF-8807A3BF136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8934" y="877576"/>
                </a:moveTo>
                <a:lnTo>
                  <a:pt x="1867600" y="105674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5" name="9bjj_16_build_PredictedLigand_28">
            <a:extLst>
              <a:ext uri="{FF2B5EF4-FFF2-40B4-BE49-F238E27FC236}">
                <a16:creationId xmlns:a16="http://schemas.microsoft.com/office/drawing/2014/main" id="{ED50D28A-C0AC-46C2-A70B-A902430F3A5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928" y="691442"/>
                </a:moveTo>
                <a:lnTo>
                  <a:pt x="1620969" y="80550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6" name="9bjj_16_build_PredictedLigand_29">
            <a:extLst>
              <a:ext uri="{FF2B5EF4-FFF2-40B4-BE49-F238E27FC236}">
                <a16:creationId xmlns:a16="http://schemas.microsoft.com/office/drawing/2014/main" id="{B5653CE3-4EAB-41C6-BE04-250CE4BEDC36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808934" y="87757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907" name="9bjj_16_build_PredictedAtoms_0">
            <a:extLst>
              <a:ext uri="{FF2B5EF4-FFF2-40B4-BE49-F238E27FC236}">
                <a16:creationId xmlns:a16="http://schemas.microsoft.com/office/drawing/2014/main" id="{40076436-6D75-402E-87FA-705614417F9C}"/>
              </a:ext>
            </a:extLst>
          </p:cNvPr>
          <p:cNvSpPr>
            <a:spLocks noGrp="1"/>
          </p:cNvSpPr>
          <p:nvPr/>
        </p:nvSpPr>
        <p:spPr>
          <a:xfrm>
            <a:off x="6718711" y="49309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08" name="9bjj_16_build_PredictedAtoms_1">
            <a:extLst>
              <a:ext uri="{FF2B5EF4-FFF2-40B4-BE49-F238E27FC236}">
                <a16:creationId xmlns:a16="http://schemas.microsoft.com/office/drawing/2014/main" id="{22B122A8-B455-438C-80AB-F66A253A6B28}"/>
              </a:ext>
            </a:extLst>
          </p:cNvPr>
          <p:cNvSpPr>
            <a:spLocks noGrp="1"/>
          </p:cNvSpPr>
          <p:nvPr/>
        </p:nvSpPr>
        <p:spPr>
          <a:xfrm>
            <a:off x="6649575" y="482879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09" name="9bjj_16_build_PredictedAtoms_2">
            <a:extLst>
              <a:ext uri="{FF2B5EF4-FFF2-40B4-BE49-F238E27FC236}">
                <a16:creationId xmlns:a16="http://schemas.microsoft.com/office/drawing/2014/main" id="{5891244E-2CC7-4504-BDD0-C7A828BC6A0F}"/>
              </a:ext>
            </a:extLst>
          </p:cNvPr>
          <p:cNvSpPr>
            <a:spLocks noGrp="1"/>
          </p:cNvSpPr>
          <p:nvPr/>
        </p:nvSpPr>
        <p:spPr>
          <a:xfrm>
            <a:off x="6741235" y="477283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0" name="9bjj_16_build_PredictedAtoms_3">
            <a:extLst>
              <a:ext uri="{FF2B5EF4-FFF2-40B4-BE49-F238E27FC236}">
                <a16:creationId xmlns:a16="http://schemas.microsoft.com/office/drawing/2014/main" id="{A2460E3C-2F15-4458-9456-D777BF007EFD}"/>
              </a:ext>
            </a:extLst>
          </p:cNvPr>
          <p:cNvSpPr>
            <a:spLocks noGrp="1"/>
          </p:cNvSpPr>
          <p:nvPr/>
        </p:nvSpPr>
        <p:spPr>
          <a:xfrm>
            <a:off x="6915536" y="49652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1" name="9bjj_16_build_PredictedAtoms_4">
            <a:extLst>
              <a:ext uri="{FF2B5EF4-FFF2-40B4-BE49-F238E27FC236}">
                <a16:creationId xmlns:a16="http://schemas.microsoft.com/office/drawing/2014/main" id="{D8F6CD8A-5D25-4C92-B494-83296937D58C}"/>
              </a:ext>
            </a:extLst>
          </p:cNvPr>
          <p:cNvSpPr>
            <a:spLocks noGrp="1"/>
          </p:cNvSpPr>
          <p:nvPr/>
        </p:nvSpPr>
        <p:spPr>
          <a:xfrm>
            <a:off x="7076986" y="490485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2" name="9bjj_16_build_PredictedAtoms_5">
            <a:extLst>
              <a:ext uri="{FF2B5EF4-FFF2-40B4-BE49-F238E27FC236}">
                <a16:creationId xmlns:a16="http://schemas.microsoft.com/office/drawing/2014/main" id="{3DAB9E7F-FE59-470E-B6F4-11F5AD9D8B16}"/>
              </a:ext>
            </a:extLst>
          </p:cNvPr>
          <p:cNvSpPr>
            <a:spLocks noGrp="1"/>
          </p:cNvSpPr>
          <p:nvPr/>
        </p:nvSpPr>
        <p:spPr>
          <a:xfrm>
            <a:off x="7089835" y="478800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3" name="9bjj_16_build_PredictedAtoms_6">
            <a:extLst>
              <a:ext uri="{FF2B5EF4-FFF2-40B4-BE49-F238E27FC236}">
                <a16:creationId xmlns:a16="http://schemas.microsoft.com/office/drawing/2014/main" id="{C60C18EF-D19B-469C-93B9-4851AB3BC3B2}"/>
              </a:ext>
            </a:extLst>
          </p:cNvPr>
          <p:cNvSpPr>
            <a:spLocks noGrp="1"/>
          </p:cNvSpPr>
          <p:nvPr/>
        </p:nvSpPr>
        <p:spPr>
          <a:xfrm>
            <a:off x="7206459" y="50152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4" name="9bjj_16_build_PredictedAtoms_7">
            <a:extLst>
              <a:ext uri="{FF2B5EF4-FFF2-40B4-BE49-F238E27FC236}">
                <a16:creationId xmlns:a16="http://schemas.microsoft.com/office/drawing/2014/main" id="{6E702669-2EE5-47B8-9859-DCEFDAC444C5}"/>
              </a:ext>
            </a:extLst>
          </p:cNvPr>
          <p:cNvSpPr>
            <a:spLocks noGrp="1"/>
          </p:cNvSpPr>
          <p:nvPr/>
        </p:nvSpPr>
        <p:spPr>
          <a:xfrm>
            <a:off x="7343563" y="498818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5" name="9bjj_16_build_PredictedAtoms_8">
            <a:extLst>
              <a:ext uri="{FF2B5EF4-FFF2-40B4-BE49-F238E27FC236}">
                <a16:creationId xmlns:a16="http://schemas.microsoft.com/office/drawing/2014/main" id="{57FC0625-3240-477A-A558-9A3FB5328B64}"/>
              </a:ext>
            </a:extLst>
          </p:cNvPr>
          <p:cNvSpPr>
            <a:spLocks noGrp="1"/>
          </p:cNvSpPr>
          <p:nvPr/>
        </p:nvSpPr>
        <p:spPr>
          <a:xfrm>
            <a:off x="7468313" y="48269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6" name="9bjj_16_build_PredictedAtoms_9">
            <a:extLst>
              <a:ext uri="{FF2B5EF4-FFF2-40B4-BE49-F238E27FC236}">
                <a16:creationId xmlns:a16="http://schemas.microsoft.com/office/drawing/2014/main" id="{D91CDEB8-0C02-4833-930E-B9EB340C3223}"/>
              </a:ext>
            </a:extLst>
          </p:cNvPr>
          <p:cNvSpPr>
            <a:spLocks noGrp="1"/>
          </p:cNvSpPr>
          <p:nvPr/>
        </p:nvSpPr>
        <p:spPr>
          <a:xfrm>
            <a:off x="7636234" y="48838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7" name="9bjj_16_build_PredictedAtoms_10">
            <a:extLst>
              <a:ext uri="{FF2B5EF4-FFF2-40B4-BE49-F238E27FC236}">
                <a16:creationId xmlns:a16="http://schemas.microsoft.com/office/drawing/2014/main" id="{F46832E6-5EA3-434A-A448-C18BE8B345A6}"/>
              </a:ext>
            </a:extLst>
          </p:cNvPr>
          <p:cNvSpPr>
            <a:spLocks noGrp="1"/>
          </p:cNvSpPr>
          <p:nvPr/>
        </p:nvSpPr>
        <p:spPr>
          <a:xfrm>
            <a:off x="7781478" y="479510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8" name="9bjj_16_build_PredictedAtoms_11">
            <a:extLst>
              <a:ext uri="{FF2B5EF4-FFF2-40B4-BE49-F238E27FC236}">
                <a16:creationId xmlns:a16="http://schemas.microsoft.com/office/drawing/2014/main" id="{6E78491C-853A-4D4C-9FB6-63C907004C3B}"/>
              </a:ext>
            </a:extLst>
          </p:cNvPr>
          <p:cNvSpPr>
            <a:spLocks noGrp="1"/>
          </p:cNvSpPr>
          <p:nvPr/>
        </p:nvSpPr>
        <p:spPr>
          <a:xfrm>
            <a:off x="7667936" y="504722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19" name="9bjj_16_build_PredictedAtoms_12">
            <a:extLst>
              <a:ext uri="{FF2B5EF4-FFF2-40B4-BE49-F238E27FC236}">
                <a16:creationId xmlns:a16="http://schemas.microsoft.com/office/drawing/2014/main" id="{03B71818-AFE6-4C5A-9BB2-EC3E9567ABB5}"/>
              </a:ext>
            </a:extLst>
          </p:cNvPr>
          <p:cNvSpPr>
            <a:spLocks noGrp="1"/>
          </p:cNvSpPr>
          <p:nvPr/>
        </p:nvSpPr>
        <p:spPr>
          <a:xfrm>
            <a:off x="7461564" y="50474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0" name="9bjj_16_build_PredictedAtoms_13">
            <a:extLst>
              <a:ext uri="{FF2B5EF4-FFF2-40B4-BE49-F238E27FC236}">
                <a16:creationId xmlns:a16="http://schemas.microsoft.com/office/drawing/2014/main" id="{8477C3DD-525D-4516-930E-1FC86A976C1D}"/>
              </a:ext>
            </a:extLst>
          </p:cNvPr>
          <p:cNvSpPr>
            <a:spLocks noGrp="1"/>
          </p:cNvSpPr>
          <p:nvPr/>
        </p:nvSpPr>
        <p:spPr>
          <a:xfrm>
            <a:off x="7776977" y="516129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1" name="9bjj_16_build_PredictedAtoms_14">
            <a:extLst>
              <a:ext uri="{FF2B5EF4-FFF2-40B4-BE49-F238E27FC236}">
                <a16:creationId xmlns:a16="http://schemas.microsoft.com/office/drawing/2014/main" id="{DFAB7C02-2AC9-470D-B4FF-76F7A3D7919B}"/>
              </a:ext>
            </a:extLst>
          </p:cNvPr>
          <p:cNvSpPr>
            <a:spLocks noGrp="1"/>
          </p:cNvSpPr>
          <p:nvPr/>
        </p:nvSpPr>
        <p:spPr>
          <a:xfrm>
            <a:off x="7964941" y="523335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2" name="9bjj_16_build_PredictedAtoms_15">
            <a:extLst>
              <a:ext uri="{FF2B5EF4-FFF2-40B4-BE49-F238E27FC236}">
                <a16:creationId xmlns:a16="http://schemas.microsoft.com/office/drawing/2014/main" id="{80FB8CBE-B178-4E98-A537-6F381E0E6CD2}"/>
              </a:ext>
            </a:extLst>
          </p:cNvPr>
          <p:cNvSpPr>
            <a:spLocks noGrp="1"/>
          </p:cNvSpPr>
          <p:nvPr/>
        </p:nvSpPr>
        <p:spPr>
          <a:xfrm>
            <a:off x="8023607" y="541252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3" name="9bjj_16_build_PredictedAtoms_16">
            <a:extLst>
              <a:ext uri="{FF2B5EF4-FFF2-40B4-BE49-F238E27FC236}">
                <a16:creationId xmlns:a16="http://schemas.microsoft.com/office/drawing/2014/main" id="{37B2A0B5-7CCB-46A0-9159-B0EA4C21F193}"/>
              </a:ext>
            </a:extLst>
          </p:cNvPr>
          <p:cNvSpPr>
            <a:spLocks noGrp="1"/>
          </p:cNvSpPr>
          <p:nvPr/>
        </p:nvSpPr>
        <p:spPr>
          <a:xfrm>
            <a:off x="8156707" y="544516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4" name="9bjj_16_build_PredictedAtoms_17">
            <a:extLst>
              <a:ext uri="{FF2B5EF4-FFF2-40B4-BE49-F238E27FC236}">
                <a16:creationId xmlns:a16="http://schemas.microsoft.com/office/drawing/2014/main" id="{F1FEB719-18FC-49F8-A064-12EC4E3027DA}"/>
              </a:ext>
            </a:extLst>
          </p:cNvPr>
          <p:cNvSpPr>
            <a:spLocks noGrp="1"/>
          </p:cNvSpPr>
          <p:nvPr/>
        </p:nvSpPr>
        <p:spPr>
          <a:xfrm>
            <a:off x="8145266" y="53322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5" name="9bjj_16_build_PredictedAtoms_18">
            <a:extLst>
              <a:ext uri="{FF2B5EF4-FFF2-40B4-BE49-F238E27FC236}">
                <a16:creationId xmlns:a16="http://schemas.microsoft.com/office/drawing/2014/main" id="{464A523B-AA64-4623-85F2-607A631A18EC}"/>
              </a:ext>
            </a:extLst>
          </p:cNvPr>
          <p:cNvSpPr>
            <a:spLocks noGrp="1"/>
          </p:cNvSpPr>
          <p:nvPr/>
        </p:nvSpPr>
        <p:spPr>
          <a:xfrm>
            <a:off x="8220886" y="519106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6" name="9bjj_16_build_PredictedAtoms_19">
            <a:extLst>
              <a:ext uri="{FF2B5EF4-FFF2-40B4-BE49-F238E27FC236}">
                <a16:creationId xmlns:a16="http://schemas.microsoft.com/office/drawing/2014/main" id="{A0CDE2B2-1040-4A01-97E1-BBD558B7E2E2}"/>
              </a:ext>
            </a:extLst>
          </p:cNvPr>
          <p:cNvSpPr>
            <a:spLocks noGrp="1"/>
          </p:cNvSpPr>
          <p:nvPr/>
        </p:nvSpPr>
        <p:spPr>
          <a:xfrm>
            <a:off x="8065610" y="50090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7" name="9bjj_16_build_PredictedAtoms_20">
            <a:extLst>
              <a:ext uri="{FF2B5EF4-FFF2-40B4-BE49-F238E27FC236}">
                <a16:creationId xmlns:a16="http://schemas.microsoft.com/office/drawing/2014/main" id="{D47C7567-3318-4114-976D-5FB454751FA2}"/>
              </a:ext>
            </a:extLst>
          </p:cNvPr>
          <p:cNvSpPr>
            <a:spLocks noGrp="1"/>
          </p:cNvSpPr>
          <p:nvPr/>
        </p:nvSpPr>
        <p:spPr>
          <a:xfrm>
            <a:off x="8064823" y="488475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8" name="9bjj_16_build_PredictedAtoms_21">
            <a:extLst>
              <a:ext uri="{FF2B5EF4-FFF2-40B4-BE49-F238E27FC236}">
                <a16:creationId xmlns:a16="http://schemas.microsoft.com/office/drawing/2014/main" id="{DA76A85D-4937-4BE6-8D34-B1568FA567C5}"/>
              </a:ext>
            </a:extLst>
          </p:cNvPr>
          <p:cNvSpPr>
            <a:spLocks noGrp="1"/>
          </p:cNvSpPr>
          <p:nvPr/>
        </p:nvSpPr>
        <p:spPr>
          <a:xfrm>
            <a:off x="8177680" y="490127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29" name="9bjj_16_build_PredictedAtoms_22">
            <a:extLst>
              <a:ext uri="{FF2B5EF4-FFF2-40B4-BE49-F238E27FC236}">
                <a16:creationId xmlns:a16="http://schemas.microsoft.com/office/drawing/2014/main" id="{F1EA3B53-93F5-4A7B-AF2C-5DD9FCF44795}"/>
              </a:ext>
            </a:extLst>
          </p:cNvPr>
          <p:cNvSpPr>
            <a:spLocks noGrp="1"/>
          </p:cNvSpPr>
          <p:nvPr/>
        </p:nvSpPr>
        <p:spPr>
          <a:xfrm>
            <a:off x="7942659" y="477569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30" name="9bjj_16_build_PredictedAtoms_23">
            <a:extLst>
              <a:ext uri="{FF2B5EF4-FFF2-40B4-BE49-F238E27FC236}">
                <a16:creationId xmlns:a16="http://schemas.microsoft.com/office/drawing/2014/main" id="{0BE0E6D5-A665-4384-910B-BF20708A0E88}"/>
              </a:ext>
            </a:extLst>
          </p:cNvPr>
          <p:cNvSpPr>
            <a:spLocks noGrp="1"/>
          </p:cNvSpPr>
          <p:nvPr/>
        </p:nvSpPr>
        <p:spPr>
          <a:xfrm>
            <a:off x="8015275" y="4618264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31" name="9bjj_16_build_PredictedAtoms_24">
            <a:extLst>
              <a:ext uri="{FF2B5EF4-FFF2-40B4-BE49-F238E27FC236}">
                <a16:creationId xmlns:a16="http://schemas.microsoft.com/office/drawing/2014/main" id="{27FD2C1F-2BC3-4D94-92DF-8A460E17C5F5}"/>
              </a:ext>
            </a:extLst>
          </p:cNvPr>
          <p:cNvSpPr>
            <a:spLocks noGrp="1"/>
          </p:cNvSpPr>
          <p:nvPr/>
        </p:nvSpPr>
        <p:spPr>
          <a:xfrm>
            <a:off x="7932147" y="448816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32" name="9bjj_16_build_PredictedAtoms_27">
            <a:extLst>
              <a:ext uri="{FF2B5EF4-FFF2-40B4-BE49-F238E27FC236}">
                <a16:creationId xmlns:a16="http://schemas.microsoft.com/office/drawing/2014/main" id="{4A723469-A05F-4A2E-AAC3-3BA30044C9BD}"/>
              </a:ext>
            </a:extLst>
          </p:cNvPr>
          <p:cNvSpPr>
            <a:spLocks noGrp="1"/>
          </p:cNvSpPr>
          <p:nvPr/>
        </p:nvSpPr>
        <p:spPr>
          <a:xfrm>
            <a:off x="6715791" y="486406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933" name="9bjj_16_build_Clashes_0">
            <a:extLst>
              <a:ext uri="{FF2B5EF4-FFF2-40B4-BE49-F238E27FC236}">
                <a16:creationId xmlns:a16="http://schemas.microsoft.com/office/drawing/2014/main" id="{B4904BEE-BD34-476C-AF2F-C62B54FBD4B1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93567" y="473007"/>
                </a:moveTo>
                <a:lnTo>
                  <a:pt x="218353" y="53035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4" name="9bjj_16_build_Clashes_1">
            <a:extLst>
              <a:ext uri="{FF2B5EF4-FFF2-40B4-BE49-F238E27FC236}">
                <a16:creationId xmlns:a16="http://schemas.microsoft.com/office/drawing/2014/main" id="{3D20DE01-FD8D-45EB-AC68-51E0FEC93868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570654" y="7528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5" name="9bjj_16_build_Clashes_2">
            <a:extLst>
              <a:ext uri="{FF2B5EF4-FFF2-40B4-BE49-F238E27FC236}">
                <a16:creationId xmlns:a16="http://schemas.microsoft.com/office/drawing/2014/main" id="{2D2570A1-5B93-497B-B824-9885D7E1E5CE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686055" y="82792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6" name="9bjj_16_build_Clashes_3">
            <a:extLst>
              <a:ext uri="{FF2B5EF4-FFF2-40B4-BE49-F238E27FC236}">
                <a16:creationId xmlns:a16="http://schemas.microsoft.com/office/drawing/2014/main" id="{C2085DE0-AEEC-482D-B999-F627DAA1C5CC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0969" y="805508"/>
                </a:moveTo>
                <a:lnTo>
                  <a:pt x="1559119" y="588960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7" name="9bjj_16_build_Clashes_4">
            <a:extLst>
              <a:ext uri="{FF2B5EF4-FFF2-40B4-BE49-F238E27FC236}">
                <a16:creationId xmlns:a16="http://schemas.microsoft.com/office/drawing/2014/main" id="{82366E78-1E83-409D-9C92-F96FFFB748DB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600" y="1056746"/>
                </a:moveTo>
                <a:lnTo>
                  <a:pt x="1734913" y="1264974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8" name="9bjj_16_build_Clashes_5">
            <a:extLst>
              <a:ext uri="{FF2B5EF4-FFF2-40B4-BE49-F238E27FC236}">
                <a16:creationId xmlns:a16="http://schemas.microsoft.com/office/drawing/2014/main" id="{06B65323-FF99-46BB-93AD-0F344F457009}"/>
              </a:ext>
            </a:extLst>
          </p:cNvPr>
          <p:cNvSpPr>
            <a:spLocks noGrp="1"/>
          </p:cNvSpPr>
          <p:nvPr/>
        </p:nvSpPr>
        <p:spPr>
          <a:xfrm>
            <a:off x="6172200" y="43719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76140" y="132379"/>
                </a:moveTo>
                <a:lnTo>
                  <a:pt x="1546569" y="2013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939" name="9bjj_16_build_ClashingReceptorAtoms_0">
            <a:extLst>
              <a:ext uri="{FF2B5EF4-FFF2-40B4-BE49-F238E27FC236}">
                <a16:creationId xmlns:a16="http://schemas.microsoft.com/office/drawing/2014/main" id="{67F45871-5D3A-46BD-8770-34C8E926FAFF}"/>
              </a:ext>
            </a:extLst>
          </p:cNvPr>
          <p:cNvSpPr>
            <a:spLocks noGrp="1"/>
          </p:cNvSpPr>
          <p:nvPr/>
        </p:nvSpPr>
        <p:spPr>
          <a:xfrm>
            <a:off x="7719041" y="5100989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0" name="9bjj_16_build_ClashingReceptorAtoms_1">
            <a:extLst>
              <a:ext uri="{FF2B5EF4-FFF2-40B4-BE49-F238E27FC236}">
                <a16:creationId xmlns:a16="http://schemas.microsoft.com/office/drawing/2014/main" id="{1440C6FE-ADD1-4BA2-99A4-0F72FAB978E2}"/>
              </a:ext>
            </a:extLst>
          </p:cNvPr>
          <p:cNvSpPr>
            <a:spLocks noGrp="1"/>
          </p:cNvSpPr>
          <p:nvPr/>
        </p:nvSpPr>
        <p:spPr>
          <a:xfrm>
            <a:off x="7834442" y="5176090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1" name="9bjj_16_build_ClashingReceptorAtoms_2">
            <a:extLst>
              <a:ext uri="{FF2B5EF4-FFF2-40B4-BE49-F238E27FC236}">
                <a16:creationId xmlns:a16="http://schemas.microsoft.com/office/drawing/2014/main" id="{9EC9E565-AF2B-4118-9F51-C68B0F537A52}"/>
              </a:ext>
            </a:extLst>
          </p:cNvPr>
          <p:cNvSpPr>
            <a:spLocks noGrp="1"/>
          </p:cNvSpPr>
          <p:nvPr/>
        </p:nvSpPr>
        <p:spPr>
          <a:xfrm>
            <a:off x="7707506" y="4937122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2" name="9bjj_16_build_ClashingReceptorAtoms_4">
            <a:extLst>
              <a:ext uri="{FF2B5EF4-FFF2-40B4-BE49-F238E27FC236}">
                <a16:creationId xmlns:a16="http://schemas.microsoft.com/office/drawing/2014/main" id="{B1042EFA-A2EB-44C1-9B64-E72D0BFC77E6}"/>
              </a:ext>
            </a:extLst>
          </p:cNvPr>
          <p:cNvSpPr>
            <a:spLocks noGrp="1"/>
          </p:cNvSpPr>
          <p:nvPr/>
        </p:nvSpPr>
        <p:spPr>
          <a:xfrm>
            <a:off x="7883300" y="5613137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3" name="9bjj_16_build_ClashingReceptorAtoms_5">
            <a:extLst>
              <a:ext uri="{FF2B5EF4-FFF2-40B4-BE49-F238E27FC236}">
                <a16:creationId xmlns:a16="http://schemas.microsoft.com/office/drawing/2014/main" id="{A135C282-7913-44A3-B454-5F13F2234F35}"/>
              </a:ext>
            </a:extLst>
          </p:cNvPr>
          <p:cNvSpPr>
            <a:spLocks noGrp="1"/>
          </p:cNvSpPr>
          <p:nvPr/>
        </p:nvSpPr>
        <p:spPr>
          <a:xfrm>
            <a:off x="6366740" y="487851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944" name="stage3-cases-alternatives_29">
            <a:extLst>
              <a:ext uri="{FF2B5EF4-FFF2-40B4-BE49-F238E27FC236}">
                <a16:creationId xmlns:a16="http://schemas.microsoft.com/office/drawing/2014/main" id="{EDDFF511-12BB-4AA9-83BE-EF0A977A3E68}"/>
              </a:ext>
            </a:extLst>
          </p:cNvPr>
          <p:cNvSpPr>
            <a:spLocks noGrp="1"/>
          </p:cNvSpPr>
          <p:nvPr/>
        </p:nvSpPr>
        <p:spPr>
          <a:xfrm>
            <a:off x="6172200" y="57150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4.41 Å   D 43%   Clash 6</a:t>
            </a:r>
          </a:p>
        </p:txBody>
      </p:sp>
      <p:sp>
        <p:nvSpPr>
          <p:cNvPr id="945" name="stage3-cases-alternatives_30">
            <a:extLst>
              <a:ext uri="{FF2B5EF4-FFF2-40B4-BE49-F238E27FC236}">
                <a16:creationId xmlns:a16="http://schemas.microsoft.com/office/drawing/2014/main" id="{5E69F341-E2D2-403D-AC06-B4ACB12E0061}"/>
              </a:ext>
            </a:extLst>
          </p:cNvPr>
          <p:cNvSpPr>
            <a:spLocks noGrp="1"/>
          </p:cNvSpPr>
          <p:nvPr/>
        </p:nvSpPr>
        <p:spPr>
          <a:xfrm>
            <a:off x="247650" y="5886450"/>
            <a:ext cx="6000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1">
                <a:solidFill>
                  <a:srgbClr val="24343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343E"/>
                </a:solidFill>
                <a:latin typeface="Arial"/>
                <a:ea typeface="Arial"/>
                <a:cs typeface="Arial"/>
              </a:rPr>
              <a:t>d  30GA · ATP (L:401)</a:t>
            </a:r>
          </a:p>
        </p:txBody>
      </p:sp>
      <p:sp>
        <p:nvSpPr>
          <p:cNvPr id="946" name="stage3-cases-alternatives_31">
            <a:extLst>
              <a:ext uri="{FF2B5EF4-FFF2-40B4-BE49-F238E27FC236}">
                <a16:creationId xmlns:a16="http://schemas.microsoft.com/office/drawing/2014/main" id="{8DF4560B-D92D-487A-9DDF-9C13BC48FD2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8229844" y="6029325"/>
                </a:moveTo>
                <a:lnTo>
                  <a:pt x="8953500" y="6029325"/>
                </a:lnTo>
              </a:path>
            </a:pathLst>
          </a:custGeom>
          <a:noFill/>
          <a:ln w="18098">
            <a:solidFill>
              <a:srgbClr val="455661"/>
            </a:solidFill>
            <a:prstDash val="solid"/>
          </a:ln>
        </p:spPr>
      </p:sp>
      <p:sp>
        <p:nvSpPr>
          <p:cNvPr id="947" name="stage3-cases-alternatives_32">
            <a:extLst>
              <a:ext uri="{FF2B5EF4-FFF2-40B4-BE49-F238E27FC236}">
                <a16:creationId xmlns:a16="http://schemas.microsoft.com/office/drawing/2014/main" id="{D678B54E-BF63-4C2D-A8BC-246097ABCC2C}"/>
              </a:ext>
            </a:extLst>
          </p:cNvPr>
          <p:cNvSpPr>
            <a:spLocks noGrp="1"/>
          </p:cNvSpPr>
          <p:nvPr/>
        </p:nvSpPr>
        <p:spPr>
          <a:xfrm>
            <a:off x="9001125" y="5915025"/>
            <a:ext cx="3143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050" b="0">
                <a:solidFill>
                  <a:srgbClr val="45566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455661"/>
                </a:solidFill>
                <a:latin typeface="Arial"/>
                <a:ea typeface="Arial"/>
                <a:cs typeface="Arial"/>
              </a:rPr>
              <a:t>5 Å</a:t>
            </a:r>
          </a:p>
        </p:txBody>
      </p:sp>
      <p:sp>
        <p:nvSpPr>
          <p:cNvPr id="948" name="30ga_7_official_Receptor">
            <a:extLst>
              <a:ext uri="{FF2B5EF4-FFF2-40B4-BE49-F238E27FC236}">
                <a16:creationId xmlns:a16="http://schemas.microsoft.com/office/drawing/2014/main" id="{86DEF826-EF31-4059-B7CC-514C18AD9E8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464" y="830554"/>
                </a:moveTo>
                <a:lnTo>
                  <a:pt x="2649148" y="844523"/>
                </a:lnTo>
                <a:moveTo>
                  <a:pt x="1564951" y="859985"/>
                </a:moveTo>
                <a:lnTo>
                  <a:pt x="1661931" y="829393"/>
                </a:lnTo>
                <a:moveTo>
                  <a:pt x="1142403" y="767673"/>
                </a:moveTo>
                <a:lnTo>
                  <a:pt x="1180586" y="753068"/>
                </a:lnTo>
                <a:moveTo>
                  <a:pt x="2511464" y="830554"/>
                </a:moveTo>
                <a:lnTo>
                  <a:pt x="2440362" y="1030635"/>
                </a:lnTo>
                <a:moveTo>
                  <a:pt x="1474630" y="693284"/>
                </a:moveTo>
                <a:lnTo>
                  <a:pt x="1564951" y="859985"/>
                </a:lnTo>
                <a:moveTo>
                  <a:pt x="939165" y="821928"/>
                </a:moveTo>
                <a:lnTo>
                  <a:pt x="1142403" y="767673"/>
                </a:lnTo>
                <a:moveTo>
                  <a:pt x="1142403" y="767673"/>
                </a:moveTo>
                <a:lnTo>
                  <a:pt x="1274394" y="736749"/>
                </a:lnTo>
                <a:moveTo>
                  <a:pt x="2605220" y="722299"/>
                </a:moveTo>
                <a:lnTo>
                  <a:pt x="2511464" y="830554"/>
                </a:lnTo>
                <a:moveTo>
                  <a:pt x="939165" y="821928"/>
                </a:moveTo>
                <a:lnTo>
                  <a:pt x="823151" y="640876"/>
                </a:lnTo>
                <a:moveTo>
                  <a:pt x="1274394" y="736749"/>
                </a:moveTo>
                <a:lnTo>
                  <a:pt x="1474630" y="693284"/>
                </a:lnTo>
                <a:moveTo>
                  <a:pt x="1022394" y="1130897"/>
                </a:moveTo>
                <a:lnTo>
                  <a:pt x="1088948" y="1189126"/>
                </a:lnTo>
                <a:moveTo>
                  <a:pt x="2440362" y="1030635"/>
                </a:moveTo>
                <a:lnTo>
                  <a:pt x="2309123" y="1027233"/>
                </a:lnTo>
                <a:moveTo>
                  <a:pt x="1768693" y="347449"/>
                </a:moveTo>
                <a:lnTo>
                  <a:pt x="1954234" y="279107"/>
                </a:lnTo>
                <a:moveTo>
                  <a:pt x="945253" y="954637"/>
                </a:moveTo>
                <a:lnTo>
                  <a:pt x="939165" y="821928"/>
                </a:lnTo>
                <a:moveTo>
                  <a:pt x="823151" y="640876"/>
                </a:moveTo>
                <a:lnTo>
                  <a:pt x="649028" y="689238"/>
                </a:lnTo>
                <a:moveTo>
                  <a:pt x="1474630" y="693284"/>
                </a:moveTo>
                <a:lnTo>
                  <a:pt x="1591466" y="650144"/>
                </a:lnTo>
                <a:moveTo>
                  <a:pt x="1756490" y="513526"/>
                </a:moveTo>
                <a:lnTo>
                  <a:pt x="1768693" y="347449"/>
                </a:lnTo>
                <a:moveTo>
                  <a:pt x="2052459" y="398972"/>
                </a:moveTo>
                <a:lnTo>
                  <a:pt x="1954234" y="279107"/>
                </a:lnTo>
                <a:moveTo>
                  <a:pt x="1022394" y="1130897"/>
                </a:moveTo>
                <a:lnTo>
                  <a:pt x="945253" y="954637"/>
                </a:lnTo>
                <a:moveTo>
                  <a:pt x="1591466" y="650144"/>
                </a:moveTo>
                <a:lnTo>
                  <a:pt x="1756490" y="513526"/>
                </a:lnTo>
                <a:moveTo>
                  <a:pt x="2644383" y="374885"/>
                </a:moveTo>
                <a:lnTo>
                  <a:pt x="2545965" y="376476"/>
                </a:lnTo>
                <a:moveTo>
                  <a:pt x="1756490" y="513526"/>
                </a:moveTo>
                <a:lnTo>
                  <a:pt x="1936434" y="541783"/>
                </a:lnTo>
                <a:moveTo>
                  <a:pt x="1936434" y="541783"/>
                </a:moveTo>
                <a:lnTo>
                  <a:pt x="2052459" y="398972"/>
                </a:lnTo>
                <a:moveTo>
                  <a:pt x="1025407" y="1259210"/>
                </a:moveTo>
                <a:lnTo>
                  <a:pt x="1022394" y="1130897"/>
                </a:lnTo>
                <a:moveTo>
                  <a:pt x="1025407" y="1259210"/>
                </a:moveTo>
                <a:lnTo>
                  <a:pt x="821735" y="1331604"/>
                </a:lnTo>
                <a:moveTo>
                  <a:pt x="1107152" y="1156704"/>
                </a:moveTo>
                <a:lnTo>
                  <a:pt x="1025407" y="1259210"/>
                </a:lnTo>
                <a:moveTo>
                  <a:pt x="1293463" y="1105735"/>
                </a:moveTo>
                <a:lnTo>
                  <a:pt x="1404848" y="1147976"/>
                </a:lnTo>
                <a:moveTo>
                  <a:pt x="1293463" y="1105735"/>
                </a:moveTo>
                <a:lnTo>
                  <a:pt x="1107152" y="1156704"/>
                </a:lnTo>
                <a:moveTo>
                  <a:pt x="1367241" y="993470"/>
                </a:moveTo>
                <a:lnTo>
                  <a:pt x="1293463" y="1105735"/>
                </a:lnTo>
                <a:moveTo>
                  <a:pt x="445616" y="1296832"/>
                </a:moveTo>
                <a:lnTo>
                  <a:pt x="446261" y="1155372"/>
                </a:lnTo>
                <a:moveTo>
                  <a:pt x="1263386" y="1028791"/>
                </a:moveTo>
                <a:lnTo>
                  <a:pt x="1367241" y="993470"/>
                </a:lnTo>
                <a:moveTo>
                  <a:pt x="1353580" y="1097534"/>
                </a:moveTo>
                <a:lnTo>
                  <a:pt x="1263386" y="1028791"/>
                </a:lnTo>
                <a:moveTo>
                  <a:pt x="1353580" y="1097534"/>
                </a:moveTo>
                <a:lnTo>
                  <a:pt x="1526643" y="1142856"/>
                </a:lnTo>
                <a:moveTo>
                  <a:pt x="738920" y="120731"/>
                </a:moveTo>
                <a:lnTo>
                  <a:pt x="735146" y="4705"/>
                </a:lnTo>
                <a:moveTo>
                  <a:pt x="738920" y="120731"/>
                </a:moveTo>
                <a:lnTo>
                  <a:pt x="619864" y="271652"/>
                </a:lnTo>
                <a:moveTo>
                  <a:pt x="1234776" y="1119050"/>
                </a:moveTo>
                <a:lnTo>
                  <a:pt x="1353580" y="1097534"/>
                </a:lnTo>
                <a:moveTo>
                  <a:pt x="2101089" y="128017"/>
                </a:moveTo>
                <a:lnTo>
                  <a:pt x="2301645" y="114298"/>
                </a:lnTo>
                <a:moveTo>
                  <a:pt x="2545321" y="1020209"/>
                </a:moveTo>
                <a:lnTo>
                  <a:pt x="2468794" y="870841"/>
                </a:lnTo>
                <a:moveTo>
                  <a:pt x="2468794" y="870841"/>
                </a:moveTo>
                <a:lnTo>
                  <a:pt x="2339976" y="745049"/>
                </a:lnTo>
                <a:moveTo>
                  <a:pt x="858673" y="89935"/>
                </a:moveTo>
                <a:lnTo>
                  <a:pt x="738920" y="120731"/>
                </a:lnTo>
                <a:moveTo>
                  <a:pt x="1077917" y="977493"/>
                </a:moveTo>
                <a:lnTo>
                  <a:pt x="1234776" y="1119050"/>
                </a:lnTo>
                <a:moveTo>
                  <a:pt x="1903946" y="746395"/>
                </a:moveTo>
                <a:lnTo>
                  <a:pt x="1956062" y="902403"/>
                </a:lnTo>
                <a:moveTo>
                  <a:pt x="761409" y="724027"/>
                </a:moveTo>
                <a:lnTo>
                  <a:pt x="954423" y="644534"/>
                </a:lnTo>
                <a:moveTo>
                  <a:pt x="1234776" y="1119050"/>
                </a:moveTo>
                <a:lnTo>
                  <a:pt x="1155604" y="1326091"/>
                </a:lnTo>
                <a:moveTo>
                  <a:pt x="1118545" y="789592"/>
                </a:moveTo>
                <a:lnTo>
                  <a:pt x="1077917" y="977493"/>
                </a:lnTo>
                <a:moveTo>
                  <a:pt x="954423" y="644534"/>
                </a:moveTo>
                <a:lnTo>
                  <a:pt x="1118545" y="789592"/>
                </a:lnTo>
                <a:moveTo>
                  <a:pt x="1118545" y="789592"/>
                </a:moveTo>
                <a:lnTo>
                  <a:pt x="1286060" y="729771"/>
                </a:lnTo>
                <a:moveTo>
                  <a:pt x="1903946" y="746395"/>
                </a:moveTo>
                <a:lnTo>
                  <a:pt x="1995616" y="593903"/>
                </a:lnTo>
                <a:moveTo>
                  <a:pt x="512722" y="1199591"/>
                </a:moveTo>
                <a:lnTo>
                  <a:pt x="630625" y="1192805"/>
                </a:lnTo>
                <a:moveTo>
                  <a:pt x="2521176" y="846225"/>
                </a:moveTo>
                <a:lnTo>
                  <a:pt x="2468794" y="870841"/>
                </a:lnTo>
                <a:moveTo>
                  <a:pt x="1724428" y="765701"/>
                </a:moveTo>
                <a:lnTo>
                  <a:pt x="1903946" y="746395"/>
                </a:lnTo>
                <a:moveTo>
                  <a:pt x="1447196" y="181059"/>
                </a:moveTo>
                <a:lnTo>
                  <a:pt x="1229611" y="168494"/>
                </a:lnTo>
                <a:moveTo>
                  <a:pt x="2651143" y="972778"/>
                </a:moveTo>
                <a:lnTo>
                  <a:pt x="2521176" y="846225"/>
                </a:lnTo>
                <a:moveTo>
                  <a:pt x="1500472" y="378654"/>
                </a:moveTo>
                <a:lnTo>
                  <a:pt x="1447196" y="181059"/>
                </a:lnTo>
                <a:moveTo>
                  <a:pt x="1729881" y="636267"/>
                </a:moveTo>
                <a:lnTo>
                  <a:pt x="1724428" y="765701"/>
                </a:lnTo>
                <a:moveTo>
                  <a:pt x="1686093" y="426657"/>
                </a:moveTo>
                <a:lnTo>
                  <a:pt x="1500472" y="378654"/>
                </a:lnTo>
                <a:moveTo>
                  <a:pt x="1686093" y="426657"/>
                </a:moveTo>
                <a:lnTo>
                  <a:pt x="1818688" y="307762"/>
                </a:lnTo>
                <a:moveTo>
                  <a:pt x="1447196" y="181059"/>
                </a:moveTo>
                <a:lnTo>
                  <a:pt x="1506440" y="37390"/>
                </a:lnTo>
                <a:moveTo>
                  <a:pt x="1729881" y="636267"/>
                </a:moveTo>
                <a:lnTo>
                  <a:pt x="1686093" y="426657"/>
                </a:lnTo>
                <a:moveTo>
                  <a:pt x="1594832" y="709577"/>
                </a:moveTo>
                <a:lnTo>
                  <a:pt x="1729881" y="636267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949" name="30ga_7_official_ExperimentalDensity">
            <a:extLst>
              <a:ext uri="{FF2B5EF4-FFF2-40B4-BE49-F238E27FC236}">
                <a16:creationId xmlns:a16="http://schemas.microsoft.com/office/drawing/2014/main" id="{8DE77017-8080-44CF-945B-84D65E73D2F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905" y="30994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93905" y="309940"/>
                </a:lnTo>
                <a:moveTo>
                  <a:pt x="901252" y="225509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01252" y="225509"/>
                </a:lnTo>
                <a:moveTo>
                  <a:pt x="567329" y="772805"/>
                </a:moveTo>
                <a:lnTo>
                  <a:pt x="633475" y="755143"/>
                </a:lnTo>
                <a:moveTo>
                  <a:pt x="768145" y="908437"/>
                </a:moveTo>
                <a:lnTo>
                  <a:pt x="633475" y="755143"/>
                </a:lnTo>
                <a:moveTo>
                  <a:pt x="390351" y="665793"/>
                </a:moveTo>
                <a:lnTo>
                  <a:pt x="306794" y="575998"/>
                </a:lnTo>
                <a:moveTo>
                  <a:pt x="1705487" y="124718"/>
                </a:moveTo>
                <a:lnTo>
                  <a:pt x="1828042" y="49772"/>
                </a:lnTo>
                <a:moveTo>
                  <a:pt x="702784" y="1003976"/>
                </a:moveTo>
                <a:lnTo>
                  <a:pt x="768145" y="908437"/>
                </a:lnTo>
                <a:moveTo>
                  <a:pt x="901252" y="225509"/>
                </a:moveTo>
                <a:lnTo>
                  <a:pt x="792291" y="150692"/>
                </a:lnTo>
                <a:moveTo>
                  <a:pt x="914111" y="223063"/>
                </a:moveTo>
                <a:lnTo>
                  <a:pt x="792291" y="150692"/>
                </a:lnTo>
                <a:moveTo>
                  <a:pt x="418426" y="742875"/>
                </a:moveTo>
                <a:lnTo>
                  <a:pt x="390351" y="665793"/>
                </a:lnTo>
                <a:moveTo>
                  <a:pt x="914111" y="223063"/>
                </a:moveTo>
                <a:lnTo>
                  <a:pt x="882378" y="140151"/>
                </a:lnTo>
                <a:moveTo>
                  <a:pt x="1401111" y="628879"/>
                </a:moveTo>
                <a:lnTo>
                  <a:pt x="1316332" y="446169"/>
                </a:lnTo>
                <a:moveTo>
                  <a:pt x="691107" y="814799"/>
                </a:moveTo>
                <a:lnTo>
                  <a:pt x="633475" y="755143"/>
                </a:lnTo>
                <a:moveTo>
                  <a:pt x="1705487" y="124718"/>
                </a:moveTo>
                <a:lnTo>
                  <a:pt x="1702616" y="105970"/>
                </a:lnTo>
                <a:moveTo>
                  <a:pt x="567329" y="772805"/>
                </a:moveTo>
                <a:lnTo>
                  <a:pt x="418426" y="742875"/>
                </a:lnTo>
                <a:moveTo>
                  <a:pt x="702784" y="1003976"/>
                </a:moveTo>
                <a:lnTo>
                  <a:pt x="709269" y="993047"/>
                </a:lnTo>
                <a:moveTo>
                  <a:pt x="1846488" y="57118"/>
                </a:moveTo>
                <a:lnTo>
                  <a:pt x="1828042" y="49772"/>
                </a:lnTo>
                <a:moveTo>
                  <a:pt x="691107" y="814799"/>
                </a:moveTo>
                <a:lnTo>
                  <a:pt x="567329" y="772805"/>
                </a:lnTo>
                <a:moveTo>
                  <a:pt x="709269" y="993047"/>
                </a:moveTo>
                <a:lnTo>
                  <a:pt x="768145" y="908437"/>
                </a:lnTo>
                <a:moveTo>
                  <a:pt x="1705487" y="124718"/>
                </a:moveTo>
                <a:lnTo>
                  <a:pt x="1846488" y="57118"/>
                </a:lnTo>
                <a:moveTo>
                  <a:pt x="625210" y="845614"/>
                </a:moveTo>
                <a:lnTo>
                  <a:pt x="567329" y="772805"/>
                </a:lnTo>
                <a:moveTo>
                  <a:pt x="768145" y="908437"/>
                </a:moveTo>
                <a:lnTo>
                  <a:pt x="691107" y="814799"/>
                </a:lnTo>
                <a:moveTo>
                  <a:pt x="412465" y="770242"/>
                </a:moveTo>
                <a:lnTo>
                  <a:pt x="567329" y="772805"/>
                </a:lnTo>
                <a:moveTo>
                  <a:pt x="305882" y="598787"/>
                </a:moveTo>
                <a:lnTo>
                  <a:pt x="306794" y="575998"/>
                </a:lnTo>
                <a:moveTo>
                  <a:pt x="1649316" y="307338"/>
                </a:moveTo>
                <a:lnTo>
                  <a:pt x="1702616" y="105970"/>
                </a:lnTo>
                <a:moveTo>
                  <a:pt x="418426" y="742875"/>
                </a:moveTo>
                <a:lnTo>
                  <a:pt x="306794" y="575998"/>
                </a:lnTo>
                <a:moveTo>
                  <a:pt x="1899175" y="57105"/>
                </a:moveTo>
                <a:lnTo>
                  <a:pt x="1828042" y="49772"/>
                </a:lnTo>
                <a:moveTo>
                  <a:pt x="1621558" y="359846"/>
                </a:moveTo>
                <a:lnTo>
                  <a:pt x="1649316" y="307338"/>
                </a:lnTo>
                <a:moveTo>
                  <a:pt x="882378" y="140151"/>
                </a:moveTo>
                <a:lnTo>
                  <a:pt x="792291" y="150692"/>
                </a:lnTo>
                <a:moveTo>
                  <a:pt x="1344937" y="522940"/>
                </a:moveTo>
                <a:lnTo>
                  <a:pt x="1316332" y="446169"/>
                </a:lnTo>
                <a:moveTo>
                  <a:pt x="418426" y="742875"/>
                </a:moveTo>
                <a:lnTo>
                  <a:pt x="305882" y="598787"/>
                </a:lnTo>
                <a:moveTo>
                  <a:pt x="478649" y="871554"/>
                </a:moveTo>
                <a:lnTo>
                  <a:pt x="567329" y="772805"/>
                </a:lnTo>
                <a:moveTo>
                  <a:pt x="306794" y="575998"/>
                </a:moveTo>
                <a:lnTo>
                  <a:pt x="269299" y="459045"/>
                </a:lnTo>
                <a:moveTo>
                  <a:pt x="1702616" y="105970"/>
                </a:moveTo>
                <a:lnTo>
                  <a:pt x="1846488" y="57118"/>
                </a:lnTo>
                <a:moveTo>
                  <a:pt x="1649316" y="307338"/>
                </a:moveTo>
                <a:lnTo>
                  <a:pt x="1595456" y="198250"/>
                </a:lnTo>
                <a:moveTo>
                  <a:pt x="389317" y="734540"/>
                </a:moveTo>
                <a:lnTo>
                  <a:pt x="305882" y="598787"/>
                </a:lnTo>
                <a:moveTo>
                  <a:pt x="575503" y="1053854"/>
                </a:moveTo>
                <a:lnTo>
                  <a:pt x="709269" y="993047"/>
                </a:lnTo>
                <a:moveTo>
                  <a:pt x="389317" y="734540"/>
                </a:moveTo>
                <a:lnTo>
                  <a:pt x="418426" y="742875"/>
                </a:lnTo>
                <a:moveTo>
                  <a:pt x="1998623" y="137530"/>
                </a:moveTo>
                <a:lnTo>
                  <a:pt x="1899175" y="57105"/>
                </a:lnTo>
                <a:moveTo>
                  <a:pt x="1401111" y="628879"/>
                </a:moveTo>
                <a:lnTo>
                  <a:pt x="1344937" y="522940"/>
                </a:lnTo>
                <a:moveTo>
                  <a:pt x="1595456" y="198250"/>
                </a:moveTo>
                <a:lnTo>
                  <a:pt x="1702616" y="105970"/>
                </a:lnTo>
                <a:moveTo>
                  <a:pt x="412465" y="770242"/>
                </a:moveTo>
                <a:lnTo>
                  <a:pt x="418426" y="742875"/>
                </a:lnTo>
                <a:moveTo>
                  <a:pt x="1477618" y="277899"/>
                </a:moveTo>
                <a:lnTo>
                  <a:pt x="1649316" y="307338"/>
                </a:lnTo>
                <a:moveTo>
                  <a:pt x="1702616" y="105970"/>
                </a:moveTo>
                <a:lnTo>
                  <a:pt x="1647588" y="0"/>
                </a:lnTo>
                <a:moveTo>
                  <a:pt x="625210" y="845614"/>
                </a:moveTo>
                <a:lnTo>
                  <a:pt x="691107" y="814799"/>
                </a:lnTo>
                <a:moveTo>
                  <a:pt x="259363" y="498384"/>
                </a:moveTo>
                <a:lnTo>
                  <a:pt x="306794" y="575998"/>
                </a:lnTo>
                <a:moveTo>
                  <a:pt x="412465" y="770242"/>
                </a:moveTo>
                <a:lnTo>
                  <a:pt x="389317" y="734540"/>
                </a:lnTo>
                <a:moveTo>
                  <a:pt x="1702616" y="105970"/>
                </a:moveTo>
                <a:lnTo>
                  <a:pt x="1747547" y="0"/>
                </a:lnTo>
                <a:moveTo>
                  <a:pt x="2521022" y="899366"/>
                </a:moveTo>
                <a:lnTo>
                  <a:pt x="2508453" y="893382"/>
                </a:lnTo>
                <a:moveTo>
                  <a:pt x="2021509" y="217672"/>
                </a:moveTo>
                <a:lnTo>
                  <a:pt x="1998623" y="137530"/>
                </a:lnTo>
                <a:moveTo>
                  <a:pt x="2389791" y="972057"/>
                </a:moveTo>
                <a:lnTo>
                  <a:pt x="2508453" y="893382"/>
                </a:lnTo>
                <a:moveTo>
                  <a:pt x="687402" y="927224"/>
                </a:moveTo>
                <a:lnTo>
                  <a:pt x="768145" y="908437"/>
                </a:lnTo>
                <a:moveTo>
                  <a:pt x="2508438" y="886865"/>
                </a:moveTo>
                <a:lnTo>
                  <a:pt x="2508453" y="893382"/>
                </a:lnTo>
                <a:moveTo>
                  <a:pt x="1899175" y="57105"/>
                </a:moveTo>
                <a:lnTo>
                  <a:pt x="1846488" y="57118"/>
                </a:lnTo>
                <a:moveTo>
                  <a:pt x="2391899" y="974092"/>
                </a:moveTo>
                <a:lnTo>
                  <a:pt x="2508453" y="893382"/>
                </a:lnTo>
                <a:moveTo>
                  <a:pt x="691929" y="907949"/>
                </a:moveTo>
                <a:lnTo>
                  <a:pt x="768145" y="908437"/>
                </a:lnTo>
                <a:moveTo>
                  <a:pt x="305882" y="598787"/>
                </a:moveTo>
                <a:lnTo>
                  <a:pt x="259363" y="498384"/>
                </a:lnTo>
                <a:moveTo>
                  <a:pt x="1846488" y="57118"/>
                </a:moveTo>
                <a:lnTo>
                  <a:pt x="1815422" y="0"/>
                </a:lnTo>
                <a:moveTo>
                  <a:pt x="2508438" y="886865"/>
                </a:moveTo>
                <a:lnTo>
                  <a:pt x="2521022" y="899366"/>
                </a:lnTo>
                <a:moveTo>
                  <a:pt x="273368" y="689341"/>
                </a:moveTo>
                <a:lnTo>
                  <a:pt x="305882" y="598787"/>
                </a:lnTo>
                <a:moveTo>
                  <a:pt x="1518971" y="348878"/>
                </a:moveTo>
                <a:lnTo>
                  <a:pt x="1621558" y="359846"/>
                </a:lnTo>
                <a:moveTo>
                  <a:pt x="2256293" y="1033181"/>
                </a:moveTo>
                <a:lnTo>
                  <a:pt x="2389791" y="972057"/>
                </a:lnTo>
                <a:moveTo>
                  <a:pt x="1621558" y="359846"/>
                </a:moveTo>
                <a:lnTo>
                  <a:pt x="1477618" y="277899"/>
                </a:lnTo>
                <a:moveTo>
                  <a:pt x="1595456" y="198250"/>
                </a:moveTo>
                <a:lnTo>
                  <a:pt x="1638972" y="0"/>
                </a:lnTo>
                <a:moveTo>
                  <a:pt x="2391899" y="974092"/>
                </a:moveTo>
                <a:lnTo>
                  <a:pt x="2389791" y="972057"/>
                </a:lnTo>
                <a:moveTo>
                  <a:pt x="1405534" y="162655"/>
                </a:moveTo>
                <a:lnTo>
                  <a:pt x="1455112" y="86227"/>
                </a:lnTo>
                <a:moveTo>
                  <a:pt x="2391899" y="974092"/>
                </a:moveTo>
                <a:lnTo>
                  <a:pt x="2508438" y="886865"/>
                </a:lnTo>
                <a:moveTo>
                  <a:pt x="2028033" y="926904"/>
                </a:moveTo>
                <a:lnTo>
                  <a:pt x="1948854" y="797795"/>
                </a:lnTo>
                <a:moveTo>
                  <a:pt x="1595456" y="198250"/>
                </a:moveTo>
                <a:lnTo>
                  <a:pt x="1517128" y="60220"/>
                </a:lnTo>
                <a:moveTo>
                  <a:pt x="389317" y="734540"/>
                </a:moveTo>
                <a:lnTo>
                  <a:pt x="273368" y="689341"/>
                </a:lnTo>
                <a:moveTo>
                  <a:pt x="2028033" y="926904"/>
                </a:moveTo>
                <a:lnTo>
                  <a:pt x="2057945" y="939698"/>
                </a:lnTo>
                <a:moveTo>
                  <a:pt x="478649" y="871554"/>
                </a:moveTo>
                <a:lnTo>
                  <a:pt x="625210" y="845614"/>
                </a:lnTo>
                <a:moveTo>
                  <a:pt x="2267944" y="1046181"/>
                </a:moveTo>
                <a:lnTo>
                  <a:pt x="2256293" y="1033181"/>
                </a:lnTo>
                <a:moveTo>
                  <a:pt x="478649" y="871554"/>
                </a:moveTo>
                <a:lnTo>
                  <a:pt x="412465" y="770242"/>
                </a:lnTo>
                <a:moveTo>
                  <a:pt x="1477618" y="277899"/>
                </a:moveTo>
                <a:lnTo>
                  <a:pt x="1405534" y="162655"/>
                </a:lnTo>
                <a:moveTo>
                  <a:pt x="1477618" y="277899"/>
                </a:moveTo>
                <a:lnTo>
                  <a:pt x="1595456" y="198250"/>
                </a:lnTo>
                <a:moveTo>
                  <a:pt x="1517128" y="60220"/>
                </a:moveTo>
                <a:lnTo>
                  <a:pt x="1621347" y="0"/>
                </a:lnTo>
                <a:moveTo>
                  <a:pt x="2267944" y="1046181"/>
                </a:moveTo>
                <a:lnTo>
                  <a:pt x="2389791" y="972057"/>
                </a:lnTo>
                <a:moveTo>
                  <a:pt x="2267944" y="1046181"/>
                </a:moveTo>
                <a:lnTo>
                  <a:pt x="2391899" y="974092"/>
                </a:lnTo>
                <a:moveTo>
                  <a:pt x="1455112" y="86227"/>
                </a:moveTo>
                <a:lnTo>
                  <a:pt x="1517128" y="60220"/>
                </a:lnTo>
                <a:moveTo>
                  <a:pt x="259363" y="498384"/>
                </a:moveTo>
                <a:lnTo>
                  <a:pt x="269299" y="459045"/>
                </a:lnTo>
                <a:moveTo>
                  <a:pt x="575503" y="1053854"/>
                </a:moveTo>
                <a:lnTo>
                  <a:pt x="542043" y="968900"/>
                </a:lnTo>
                <a:moveTo>
                  <a:pt x="1477618" y="277899"/>
                </a:moveTo>
                <a:lnTo>
                  <a:pt x="1455112" y="86227"/>
                </a:lnTo>
                <a:moveTo>
                  <a:pt x="542043" y="968900"/>
                </a:moveTo>
                <a:lnTo>
                  <a:pt x="709269" y="993047"/>
                </a:lnTo>
                <a:moveTo>
                  <a:pt x="1477618" y="277899"/>
                </a:moveTo>
                <a:lnTo>
                  <a:pt x="1517128" y="60220"/>
                </a:lnTo>
                <a:moveTo>
                  <a:pt x="2060104" y="974772"/>
                </a:moveTo>
                <a:lnTo>
                  <a:pt x="2057945" y="939698"/>
                </a:lnTo>
                <a:moveTo>
                  <a:pt x="1518971" y="348878"/>
                </a:moveTo>
                <a:lnTo>
                  <a:pt x="1477618" y="277899"/>
                </a:lnTo>
                <a:moveTo>
                  <a:pt x="687402" y="927224"/>
                </a:moveTo>
                <a:lnTo>
                  <a:pt x="709269" y="993047"/>
                </a:lnTo>
                <a:moveTo>
                  <a:pt x="2021509" y="217672"/>
                </a:moveTo>
                <a:lnTo>
                  <a:pt x="1899175" y="57105"/>
                </a:lnTo>
                <a:moveTo>
                  <a:pt x="1866324" y="0"/>
                </a:moveTo>
                <a:lnTo>
                  <a:pt x="1846488" y="57118"/>
                </a:lnTo>
                <a:moveTo>
                  <a:pt x="664452" y="924150"/>
                </a:moveTo>
                <a:lnTo>
                  <a:pt x="709269" y="993047"/>
                </a:lnTo>
                <a:moveTo>
                  <a:pt x="691929" y="907949"/>
                </a:moveTo>
                <a:lnTo>
                  <a:pt x="691107" y="814799"/>
                </a:lnTo>
                <a:moveTo>
                  <a:pt x="2060104" y="974772"/>
                </a:moveTo>
                <a:lnTo>
                  <a:pt x="2028033" y="926904"/>
                </a:lnTo>
                <a:moveTo>
                  <a:pt x="323253" y="883754"/>
                </a:moveTo>
                <a:lnTo>
                  <a:pt x="412465" y="770242"/>
                </a:lnTo>
                <a:moveTo>
                  <a:pt x="1609301" y="460708"/>
                </a:moveTo>
                <a:lnTo>
                  <a:pt x="1621558" y="359846"/>
                </a:lnTo>
                <a:moveTo>
                  <a:pt x="2267944" y="1046181"/>
                </a:moveTo>
                <a:lnTo>
                  <a:pt x="2060104" y="974772"/>
                </a:lnTo>
                <a:moveTo>
                  <a:pt x="691929" y="907949"/>
                </a:moveTo>
                <a:lnTo>
                  <a:pt x="625210" y="845614"/>
                </a:lnTo>
                <a:moveTo>
                  <a:pt x="680035" y="912187"/>
                </a:moveTo>
                <a:lnTo>
                  <a:pt x="625210" y="845614"/>
                </a:lnTo>
                <a:moveTo>
                  <a:pt x="1517128" y="60220"/>
                </a:moveTo>
                <a:lnTo>
                  <a:pt x="1539425" y="0"/>
                </a:lnTo>
                <a:moveTo>
                  <a:pt x="273368" y="689341"/>
                </a:moveTo>
                <a:lnTo>
                  <a:pt x="259363" y="498384"/>
                </a:lnTo>
                <a:moveTo>
                  <a:pt x="1455112" y="86227"/>
                </a:moveTo>
                <a:lnTo>
                  <a:pt x="1463457" y="0"/>
                </a:lnTo>
                <a:moveTo>
                  <a:pt x="2566490" y="1105253"/>
                </a:moveTo>
                <a:lnTo>
                  <a:pt x="2607956" y="1044672"/>
                </a:lnTo>
                <a:moveTo>
                  <a:pt x="1913105" y="886036"/>
                </a:moveTo>
                <a:lnTo>
                  <a:pt x="1948854" y="797795"/>
                </a:lnTo>
                <a:moveTo>
                  <a:pt x="1899175" y="57105"/>
                </a:moveTo>
                <a:lnTo>
                  <a:pt x="1896854" y="0"/>
                </a:lnTo>
                <a:moveTo>
                  <a:pt x="1517128" y="60220"/>
                </a:moveTo>
                <a:lnTo>
                  <a:pt x="1486077" y="0"/>
                </a:lnTo>
                <a:moveTo>
                  <a:pt x="2601042" y="945822"/>
                </a:moveTo>
                <a:lnTo>
                  <a:pt x="2521022" y="899366"/>
                </a:lnTo>
                <a:moveTo>
                  <a:pt x="345256" y="924377"/>
                </a:moveTo>
                <a:lnTo>
                  <a:pt x="478649" y="871554"/>
                </a:lnTo>
                <a:moveTo>
                  <a:pt x="2115719" y="1060559"/>
                </a:moveTo>
                <a:lnTo>
                  <a:pt x="2267944" y="1046181"/>
                </a:lnTo>
                <a:moveTo>
                  <a:pt x="2028033" y="926904"/>
                </a:moveTo>
                <a:lnTo>
                  <a:pt x="1913105" y="886036"/>
                </a:lnTo>
                <a:moveTo>
                  <a:pt x="542043" y="968900"/>
                </a:moveTo>
                <a:lnTo>
                  <a:pt x="478649" y="871554"/>
                </a:lnTo>
                <a:moveTo>
                  <a:pt x="478649" y="871554"/>
                </a:moveTo>
                <a:lnTo>
                  <a:pt x="323253" y="883754"/>
                </a:lnTo>
                <a:moveTo>
                  <a:pt x="264284" y="768623"/>
                </a:moveTo>
                <a:lnTo>
                  <a:pt x="389317" y="734540"/>
                </a:lnTo>
                <a:moveTo>
                  <a:pt x="2490037" y="826224"/>
                </a:moveTo>
                <a:lnTo>
                  <a:pt x="2521022" y="899366"/>
                </a:lnTo>
                <a:moveTo>
                  <a:pt x="1609301" y="460708"/>
                </a:moveTo>
                <a:lnTo>
                  <a:pt x="1518971" y="348878"/>
                </a:lnTo>
                <a:moveTo>
                  <a:pt x="1596812" y="462435"/>
                </a:moveTo>
                <a:lnTo>
                  <a:pt x="1518971" y="348878"/>
                </a:lnTo>
                <a:moveTo>
                  <a:pt x="1988374" y="98149"/>
                </a:moveTo>
                <a:lnTo>
                  <a:pt x="1899175" y="57105"/>
                </a:lnTo>
                <a:moveTo>
                  <a:pt x="2115719" y="1060559"/>
                </a:moveTo>
                <a:lnTo>
                  <a:pt x="2060104" y="974772"/>
                </a:lnTo>
                <a:moveTo>
                  <a:pt x="2490037" y="826224"/>
                </a:moveTo>
                <a:lnTo>
                  <a:pt x="2508438" y="886865"/>
                </a:lnTo>
                <a:moveTo>
                  <a:pt x="264284" y="768623"/>
                </a:moveTo>
                <a:lnTo>
                  <a:pt x="412465" y="770242"/>
                </a:lnTo>
                <a:moveTo>
                  <a:pt x="680035" y="912187"/>
                </a:moveTo>
                <a:lnTo>
                  <a:pt x="478649" y="871554"/>
                </a:lnTo>
                <a:moveTo>
                  <a:pt x="2656773" y="819197"/>
                </a:moveTo>
                <a:lnTo>
                  <a:pt x="2521022" y="899366"/>
                </a:lnTo>
                <a:moveTo>
                  <a:pt x="1913105" y="886036"/>
                </a:moveTo>
                <a:lnTo>
                  <a:pt x="1805606" y="716722"/>
                </a:lnTo>
                <a:moveTo>
                  <a:pt x="2041006" y="1043321"/>
                </a:moveTo>
                <a:lnTo>
                  <a:pt x="2028033" y="926904"/>
                </a:lnTo>
                <a:moveTo>
                  <a:pt x="345256" y="924377"/>
                </a:moveTo>
                <a:lnTo>
                  <a:pt x="323253" y="883754"/>
                </a:lnTo>
                <a:moveTo>
                  <a:pt x="2607956" y="1044672"/>
                </a:moveTo>
                <a:lnTo>
                  <a:pt x="2601042" y="945822"/>
                </a:lnTo>
                <a:moveTo>
                  <a:pt x="345256" y="924377"/>
                </a:moveTo>
                <a:lnTo>
                  <a:pt x="314301" y="897901"/>
                </a:lnTo>
                <a:moveTo>
                  <a:pt x="227622" y="415462"/>
                </a:moveTo>
                <a:lnTo>
                  <a:pt x="269299" y="459045"/>
                </a:lnTo>
                <a:moveTo>
                  <a:pt x="2021509" y="217672"/>
                </a:moveTo>
                <a:lnTo>
                  <a:pt x="1988374" y="98149"/>
                </a:lnTo>
                <a:moveTo>
                  <a:pt x="219291" y="582164"/>
                </a:moveTo>
                <a:lnTo>
                  <a:pt x="259363" y="498384"/>
                </a:lnTo>
                <a:moveTo>
                  <a:pt x="273368" y="689341"/>
                </a:moveTo>
                <a:lnTo>
                  <a:pt x="219291" y="582164"/>
                </a:lnTo>
                <a:moveTo>
                  <a:pt x="314301" y="897901"/>
                </a:moveTo>
                <a:lnTo>
                  <a:pt x="323253" y="883754"/>
                </a:lnTo>
                <a:moveTo>
                  <a:pt x="2041006" y="1043321"/>
                </a:moveTo>
                <a:lnTo>
                  <a:pt x="2060104" y="974772"/>
                </a:lnTo>
                <a:moveTo>
                  <a:pt x="680035" y="912187"/>
                </a:moveTo>
                <a:lnTo>
                  <a:pt x="542043" y="968900"/>
                </a:lnTo>
                <a:moveTo>
                  <a:pt x="664452" y="924150"/>
                </a:moveTo>
                <a:lnTo>
                  <a:pt x="542043" y="968900"/>
                </a:lnTo>
                <a:moveTo>
                  <a:pt x="2410667" y="967057"/>
                </a:moveTo>
                <a:lnTo>
                  <a:pt x="2508438" y="886865"/>
                </a:lnTo>
                <a:moveTo>
                  <a:pt x="687402" y="927224"/>
                </a:moveTo>
                <a:lnTo>
                  <a:pt x="691929" y="907949"/>
                </a:lnTo>
                <a:moveTo>
                  <a:pt x="2410667" y="967057"/>
                </a:moveTo>
                <a:lnTo>
                  <a:pt x="2391899" y="974092"/>
                </a:lnTo>
                <a:moveTo>
                  <a:pt x="664452" y="924150"/>
                </a:moveTo>
                <a:lnTo>
                  <a:pt x="687402" y="927224"/>
                </a:lnTo>
                <a:moveTo>
                  <a:pt x="1805606" y="716722"/>
                </a:moveTo>
                <a:lnTo>
                  <a:pt x="1729781" y="622368"/>
                </a:lnTo>
                <a:moveTo>
                  <a:pt x="264284" y="768623"/>
                </a:moveTo>
                <a:lnTo>
                  <a:pt x="273368" y="689341"/>
                </a:lnTo>
                <a:moveTo>
                  <a:pt x="680035" y="912187"/>
                </a:moveTo>
                <a:lnTo>
                  <a:pt x="691929" y="907949"/>
                </a:lnTo>
                <a:moveTo>
                  <a:pt x="2578254" y="1191952"/>
                </a:moveTo>
                <a:lnTo>
                  <a:pt x="2566490" y="1105253"/>
                </a:lnTo>
                <a:moveTo>
                  <a:pt x="664452" y="924150"/>
                </a:moveTo>
                <a:lnTo>
                  <a:pt x="680035" y="912187"/>
                </a:lnTo>
                <a:moveTo>
                  <a:pt x="2118858" y="253911"/>
                </a:moveTo>
                <a:lnTo>
                  <a:pt x="2021509" y="217672"/>
                </a:lnTo>
                <a:moveTo>
                  <a:pt x="1988374" y="98149"/>
                </a:moveTo>
                <a:lnTo>
                  <a:pt x="1935807" y="0"/>
                </a:lnTo>
                <a:moveTo>
                  <a:pt x="688443" y="923038"/>
                </a:moveTo>
                <a:lnTo>
                  <a:pt x="687402" y="927224"/>
                </a:lnTo>
                <a:moveTo>
                  <a:pt x="2490037" y="826224"/>
                </a:moveTo>
                <a:lnTo>
                  <a:pt x="2594516" y="730772"/>
                </a:lnTo>
                <a:moveTo>
                  <a:pt x="1596812" y="462435"/>
                </a:moveTo>
                <a:lnTo>
                  <a:pt x="1609301" y="460708"/>
                </a:lnTo>
                <a:moveTo>
                  <a:pt x="2410667" y="967057"/>
                </a:moveTo>
                <a:lnTo>
                  <a:pt x="2267944" y="1046181"/>
                </a:lnTo>
                <a:moveTo>
                  <a:pt x="2297767" y="1061713"/>
                </a:moveTo>
                <a:lnTo>
                  <a:pt x="2267944" y="1046181"/>
                </a:lnTo>
                <a:moveTo>
                  <a:pt x="2594516" y="730772"/>
                </a:moveTo>
                <a:lnTo>
                  <a:pt x="2544910" y="607162"/>
                </a:lnTo>
                <a:moveTo>
                  <a:pt x="259363" y="498384"/>
                </a:moveTo>
                <a:lnTo>
                  <a:pt x="227622" y="415462"/>
                </a:lnTo>
                <a:moveTo>
                  <a:pt x="688443" y="923038"/>
                </a:moveTo>
                <a:lnTo>
                  <a:pt x="691929" y="907949"/>
                </a:lnTo>
                <a:moveTo>
                  <a:pt x="2594516" y="730772"/>
                </a:moveTo>
                <a:lnTo>
                  <a:pt x="2536423" y="616677"/>
                </a:lnTo>
                <a:moveTo>
                  <a:pt x="2115719" y="1060559"/>
                </a:moveTo>
                <a:lnTo>
                  <a:pt x="2041006" y="1043321"/>
                </a:lnTo>
                <a:moveTo>
                  <a:pt x="688443" y="923038"/>
                </a:moveTo>
                <a:lnTo>
                  <a:pt x="680035" y="912187"/>
                </a:lnTo>
                <a:moveTo>
                  <a:pt x="688443" y="923038"/>
                </a:moveTo>
                <a:lnTo>
                  <a:pt x="664452" y="924150"/>
                </a:lnTo>
                <a:moveTo>
                  <a:pt x="2653183" y="1091651"/>
                </a:moveTo>
                <a:lnTo>
                  <a:pt x="2566490" y="1105253"/>
                </a:lnTo>
                <a:moveTo>
                  <a:pt x="2656773" y="819197"/>
                </a:moveTo>
                <a:lnTo>
                  <a:pt x="2594516" y="730772"/>
                </a:lnTo>
                <a:moveTo>
                  <a:pt x="2041006" y="1043321"/>
                </a:moveTo>
                <a:lnTo>
                  <a:pt x="1913105" y="886036"/>
                </a:lnTo>
                <a:moveTo>
                  <a:pt x="1610645" y="480637"/>
                </a:moveTo>
                <a:lnTo>
                  <a:pt x="1609301" y="460708"/>
                </a:lnTo>
                <a:moveTo>
                  <a:pt x="323253" y="883754"/>
                </a:moveTo>
                <a:lnTo>
                  <a:pt x="264284" y="768623"/>
                </a:lnTo>
                <a:moveTo>
                  <a:pt x="1818199" y="802932"/>
                </a:moveTo>
                <a:lnTo>
                  <a:pt x="1805606" y="716722"/>
                </a:lnTo>
                <a:moveTo>
                  <a:pt x="1610645" y="480637"/>
                </a:moveTo>
                <a:lnTo>
                  <a:pt x="1596812" y="462435"/>
                </a:lnTo>
                <a:moveTo>
                  <a:pt x="2653183" y="1091651"/>
                </a:moveTo>
                <a:lnTo>
                  <a:pt x="2607956" y="1044672"/>
                </a:lnTo>
                <a:moveTo>
                  <a:pt x="2544910" y="607162"/>
                </a:moveTo>
                <a:lnTo>
                  <a:pt x="2560733" y="381015"/>
                </a:lnTo>
                <a:moveTo>
                  <a:pt x="2667000" y="733197"/>
                </a:moveTo>
                <a:lnTo>
                  <a:pt x="2594516" y="730772"/>
                </a:lnTo>
                <a:moveTo>
                  <a:pt x="1729781" y="622368"/>
                </a:moveTo>
                <a:lnTo>
                  <a:pt x="1609301" y="460708"/>
                </a:lnTo>
                <a:moveTo>
                  <a:pt x="314301" y="897901"/>
                </a:moveTo>
                <a:lnTo>
                  <a:pt x="264284" y="768623"/>
                </a:lnTo>
                <a:moveTo>
                  <a:pt x="2601042" y="945822"/>
                </a:moveTo>
                <a:lnTo>
                  <a:pt x="2656773" y="819197"/>
                </a:lnTo>
                <a:moveTo>
                  <a:pt x="1729781" y="622368"/>
                </a:moveTo>
                <a:lnTo>
                  <a:pt x="1610645" y="480637"/>
                </a:lnTo>
                <a:moveTo>
                  <a:pt x="2297767" y="1061713"/>
                </a:moveTo>
                <a:lnTo>
                  <a:pt x="2115719" y="1060559"/>
                </a:lnTo>
                <a:moveTo>
                  <a:pt x="2118858" y="253911"/>
                </a:moveTo>
                <a:lnTo>
                  <a:pt x="2174720" y="296305"/>
                </a:lnTo>
                <a:moveTo>
                  <a:pt x="1913105" y="886036"/>
                </a:moveTo>
                <a:lnTo>
                  <a:pt x="1818199" y="802932"/>
                </a:lnTo>
                <a:moveTo>
                  <a:pt x="314301" y="897901"/>
                </a:moveTo>
                <a:lnTo>
                  <a:pt x="250364" y="796539"/>
                </a:lnTo>
                <a:moveTo>
                  <a:pt x="2490037" y="826224"/>
                </a:moveTo>
                <a:lnTo>
                  <a:pt x="2536423" y="616677"/>
                </a:lnTo>
                <a:moveTo>
                  <a:pt x="2536423" y="616677"/>
                </a:moveTo>
                <a:lnTo>
                  <a:pt x="2544910" y="607162"/>
                </a:lnTo>
                <a:moveTo>
                  <a:pt x="212696" y="662224"/>
                </a:moveTo>
                <a:lnTo>
                  <a:pt x="273368" y="689341"/>
                </a:lnTo>
                <a:moveTo>
                  <a:pt x="2118858" y="253911"/>
                </a:moveTo>
                <a:lnTo>
                  <a:pt x="1988374" y="98149"/>
                </a:lnTo>
                <a:moveTo>
                  <a:pt x="2656773" y="819197"/>
                </a:moveTo>
                <a:lnTo>
                  <a:pt x="2490037" y="826224"/>
                </a:lnTo>
                <a:moveTo>
                  <a:pt x="2127302" y="1054263"/>
                </a:moveTo>
                <a:lnTo>
                  <a:pt x="2115719" y="1060559"/>
                </a:lnTo>
                <a:moveTo>
                  <a:pt x="2653183" y="1091651"/>
                </a:moveTo>
                <a:lnTo>
                  <a:pt x="2601042" y="945822"/>
                </a:lnTo>
                <a:moveTo>
                  <a:pt x="2158798" y="252892"/>
                </a:moveTo>
                <a:lnTo>
                  <a:pt x="2174720" y="296305"/>
                </a:lnTo>
                <a:moveTo>
                  <a:pt x="219291" y="582164"/>
                </a:moveTo>
                <a:lnTo>
                  <a:pt x="227622" y="415462"/>
                </a:lnTo>
                <a:moveTo>
                  <a:pt x="2556730" y="461134"/>
                </a:moveTo>
                <a:lnTo>
                  <a:pt x="2560733" y="381015"/>
                </a:lnTo>
                <a:moveTo>
                  <a:pt x="1934713" y="966931"/>
                </a:moveTo>
                <a:lnTo>
                  <a:pt x="1913105" y="886036"/>
                </a:lnTo>
                <a:moveTo>
                  <a:pt x="2656773" y="819197"/>
                </a:moveTo>
                <a:lnTo>
                  <a:pt x="2667000" y="806137"/>
                </a:lnTo>
                <a:moveTo>
                  <a:pt x="2560733" y="381015"/>
                </a:moveTo>
                <a:lnTo>
                  <a:pt x="2521696" y="289463"/>
                </a:lnTo>
                <a:moveTo>
                  <a:pt x="2410667" y="967057"/>
                </a:moveTo>
                <a:lnTo>
                  <a:pt x="2490037" y="826224"/>
                </a:lnTo>
                <a:moveTo>
                  <a:pt x="1675622" y="577968"/>
                </a:moveTo>
                <a:lnTo>
                  <a:pt x="1610645" y="480637"/>
                </a:lnTo>
                <a:moveTo>
                  <a:pt x="1818199" y="802932"/>
                </a:moveTo>
                <a:lnTo>
                  <a:pt x="1729781" y="622368"/>
                </a:lnTo>
                <a:moveTo>
                  <a:pt x="1988374" y="98149"/>
                </a:moveTo>
                <a:lnTo>
                  <a:pt x="1985449" y="0"/>
                </a:lnTo>
                <a:moveTo>
                  <a:pt x="1675622" y="577968"/>
                </a:moveTo>
                <a:lnTo>
                  <a:pt x="1729781" y="622368"/>
                </a:lnTo>
                <a:moveTo>
                  <a:pt x="2177114" y="1056707"/>
                </a:moveTo>
                <a:lnTo>
                  <a:pt x="2115719" y="1060559"/>
                </a:lnTo>
                <a:moveTo>
                  <a:pt x="250364" y="796539"/>
                </a:moveTo>
                <a:lnTo>
                  <a:pt x="264284" y="768623"/>
                </a:lnTo>
                <a:moveTo>
                  <a:pt x="2127302" y="1054263"/>
                </a:moveTo>
                <a:lnTo>
                  <a:pt x="2041006" y="1043321"/>
                </a:lnTo>
                <a:moveTo>
                  <a:pt x="219291" y="582164"/>
                </a:moveTo>
                <a:lnTo>
                  <a:pt x="213408" y="446573"/>
                </a:lnTo>
                <a:moveTo>
                  <a:pt x="2442249" y="900386"/>
                </a:moveTo>
                <a:lnTo>
                  <a:pt x="2490037" y="826224"/>
                </a:lnTo>
                <a:moveTo>
                  <a:pt x="2544910" y="607162"/>
                </a:moveTo>
                <a:lnTo>
                  <a:pt x="2556730" y="461134"/>
                </a:lnTo>
                <a:moveTo>
                  <a:pt x="2158798" y="252892"/>
                </a:moveTo>
                <a:lnTo>
                  <a:pt x="2118858" y="253911"/>
                </a:lnTo>
                <a:moveTo>
                  <a:pt x="2041006" y="1043321"/>
                </a:moveTo>
                <a:lnTo>
                  <a:pt x="1934713" y="966931"/>
                </a:lnTo>
                <a:moveTo>
                  <a:pt x="2578254" y="1191952"/>
                </a:moveTo>
                <a:lnTo>
                  <a:pt x="2653183" y="1091651"/>
                </a:lnTo>
                <a:moveTo>
                  <a:pt x="212696" y="662224"/>
                </a:moveTo>
                <a:lnTo>
                  <a:pt x="219291" y="582164"/>
                </a:lnTo>
                <a:moveTo>
                  <a:pt x="2491972" y="807902"/>
                </a:moveTo>
                <a:lnTo>
                  <a:pt x="2490037" y="826224"/>
                </a:lnTo>
                <a:moveTo>
                  <a:pt x="2297767" y="1061713"/>
                </a:moveTo>
                <a:lnTo>
                  <a:pt x="2410667" y="967057"/>
                </a:lnTo>
                <a:moveTo>
                  <a:pt x="2044681" y="158586"/>
                </a:moveTo>
                <a:lnTo>
                  <a:pt x="1988374" y="98149"/>
                </a:lnTo>
                <a:moveTo>
                  <a:pt x="2491972" y="807902"/>
                </a:moveTo>
                <a:lnTo>
                  <a:pt x="2536423" y="616677"/>
                </a:lnTo>
                <a:moveTo>
                  <a:pt x="1745432" y="685456"/>
                </a:moveTo>
                <a:lnTo>
                  <a:pt x="1729781" y="622368"/>
                </a:lnTo>
                <a:moveTo>
                  <a:pt x="213408" y="446573"/>
                </a:moveTo>
                <a:lnTo>
                  <a:pt x="227622" y="415462"/>
                </a:lnTo>
                <a:moveTo>
                  <a:pt x="264284" y="768623"/>
                </a:moveTo>
                <a:lnTo>
                  <a:pt x="212696" y="662224"/>
                </a:lnTo>
                <a:moveTo>
                  <a:pt x="2410667" y="967057"/>
                </a:moveTo>
                <a:lnTo>
                  <a:pt x="2442249" y="900386"/>
                </a:lnTo>
                <a:moveTo>
                  <a:pt x="223191" y="395408"/>
                </a:moveTo>
                <a:lnTo>
                  <a:pt x="227622" y="415462"/>
                </a:lnTo>
                <a:moveTo>
                  <a:pt x="1934713" y="966931"/>
                </a:moveTo>
                <a:lnTo>
                  <a:pt x="1818199" y="802932"/>
                </a:lnTo>
                <a:moveTo>
                  <a:pt x="2118858" y="253911"/>
                </a:moveTo>
                <a:lnTo>
                  <a:pt x="2044681" y="158586"/>
                </a:lnTo>
                <a:moveTo>
                  <a:pt x="208778" y="645767"/>
                </a:moveTo>
                <a:lnTo>
                  <a:pt x="219291" y="582164"/>
                </a:lnTo>
                <a:moveTo>
                  <a:pt x="1780299" y="746309"/>
                </a:moveTo>
                <a:lnTo>
                  <a:pt x="1818199" y="802932"/>
                </a:lnTo>
                <a:moveTo>
                  <a:pt x="2508436" y="722303"/>
                </a:moveTo>
                <a:lnTo>
                  <a:pt x="2536423" y="616677"/>
                </a:lnTo>
                <a:moveTo>
                  <a:pt x="250364" y="796539"/>
                </a:moveTo>
                <a:lnTo>
                  <a:pt x="212696" y="662224"/>
                </a:lnTo>
                <a:moveTo>
                  <a:pt x="1832693" y="834055"/>
                </a:moveTo>
                <a:lnTo>
                  <a:pt x="1818199" y="802932"/>
                </a:lnTo>
                <a:moveTo>
                  <a:pt x="1818199" y="802932"/>
                </a:moveTo>
                <a:lnTo>
                  <a:pt x="1745432" y="685456"/>
                </a:lnTo>
                <a:moveTo>
                  <a:pt x="2297767" y="1061713"/>
                </a:moveTo>
                <a:lnTo>
                  <a:pt x="2177114" y="1056707"/>
                </a:lnTo>
                <a:moveTo>
                  <a:pt x="2556730" y="461134"/>
                </a:moveTo>
                <a:lnTo>
                  <a:pt x="2521696" y="289463"/>
                </a:lnTo>
                <a:moveTo>
                  <a:pt x="2405540" y="945313"/>
                </a:moveTo>
                <a:lnTo>
                  <a:pt x="2410667" y="967057"/>
                </a:lnTo>
                <a:moveTo>
                  <a:pt x="1745432" y="685456"/>
                </a:moveTo>
                <a:lnTo>
                  <a:pt x="1675622" y="577968"/>
                </a:lnTo>
                <a:moveTo>
                  <a:pt x="2297767" y="1061713"/>
                </a:moveTo>
                <a:lnTo>
                  <a:pt x="2405540" y="945313"/>
                </a:lnTo>
                <a:moveTo>
                  <a:pt x="2158798" y="252892"/>
                </a:moveTo>
                <a:lnTo>
                  <a:pt x="2044681" y="158586"/>
                </a:lnTo>
                <a:moveTo>
                  <a:pt x="2514176" y="544986"/>
                </a:moveTo>
                <a:lnTo>
                  <a:pt x="2544910" y="607162"/>
                </a:lnTo>
                <a:moveTo>
                  <a:pt x="213408" y="446573"/>
                </a:moveTo>
                <a:lnTo>
                  <a:pt x="223191" y="395408"/>
                </a:lnTo>
                <a:moveTo>
                  <a:pt x="2442249" y="900386"/>
                </a:moveTo>
                <a:lnTo>
                  <a:pt x="2491972" y="807902"/>
                </a:lnTo>
                <a:moveTo>
                  <a:pt x="2536423" y="616677"/>
                </a:moveTo>
                <a:lnTo>
                  <a:pt x="2514176" y="544986"/>
                </a:lnTo>
                <a:moveTo>
                  <a:pt x="250364" y="796539"/>
                </a:moveTo>
                <a:lnTo>
                  <a:pt x="199011" y="687757"/>
                </a:lnTo>
                <a:moveTo>
                  <a:pt x="2177114" y="1056707"/>
                </a:moveTo>
                <a:lnTo>
                  <a:pt x="2127302" y="1054263"/>
                </a:lnTo>
                <a:moveTo>
                  <a:pt x="2044681" y="158586"/>
                </a:moveTo>
                <a:lnTo>
                  <a:pt x="1996099" y="0"/>
                </a:lnTo>
                <a:moveTo>
                  <a:pt x="2405540" y="945313"/>
                </a:moveTo>
                <a:lnTo>
                  <a:pt x="2442249" y="900386"/>
                </a:lnTo>
                <a:moveTo>
                  <a:pt x="1934713" y="966931"/>
                </a:moveTo>
                <a:lnTo>
                  <a:pt x="1832693" y="834055"/>
                </a:lnTo>
                <a:moveTo>
                  <a:pt x="1731065" y="715246"/>
                </a:moveTo>
                <a:lnTo>
                  <a:pt x="1675622" y="577968"/>
                </a:lnTo>
                <a:moveTo>
                  <a:pt x="1832693" y="834055"/>
                </a:moveTo>
                <a:lnTo>
                  <a:pt x="1780299" y="746309"/>
                </a:lnTo>
                <a:moveTo>
                  <a:pt x="2038982" y="999090"/>
                </a:moveTo>
                <a:lnTo>
                  <a:pt x="2041006" y="1043321"/>
                </a:lnTo>
                <a:moveTo>
                  <a:pt x="1780299" y="746309"/>
                </a:moveTo>
                <a:lnTo>
                  <a:pt x="1745432" y="685456"/>
                </a:lnTo>
                <a:moveTo>
                  <a:pt x="191194" y="553306"/>
                </a:moveTo>
                <a:lnTo>
                  <a:pt x="219291" y="582164"/>
                </a:lnTo>
                <a:moveTo>
                  <a:pt x="1547231" y="624666"/>
                </a:moveTo>
                <a:lnTo>
                  <a:pt x="1675622" y="577968"/>
                </a:lnTo>
                <a:moveTo>
                  <a:pt x="2128920" y="1042158"/>
                </a:moveTo>
                <a:lnTo>
                  <a:pt x="2127302" y="1054263"/>
                </a:lnTo>
                <a:moveTo>
                  <a:pt x="2298329" y="1037534"/>
                </a:moveTo>
                <a:lnTo>
                  <a:pt x="2297767" y="1061713"/>
                </a:lnTo>
                <a:moveTo>
                  <a:pt x="270132" y="878519"/>
                </a:moveTo>
                <a:lnTo>
                  <a:pt x="250364" y="796539"/>
                </a:lnTo>
                <a:moveTo>
                  <a:pt x="1882517" y="909629"/>
                </a:moveTo>
                <a:lnTo>
                  <a:pt x="1934713" y="966931"/>
                </a:lnTo>
                <a:moveTo>
                  <a:pt x="2556730" y="461134"/>
                </a:moveTo>
                <a:lnTo>
                  <a:pt x="2534293" y="335303"/>
                </a:lnTo>
                <a:moveTo>
                  <a:pt x="199011" y="687757"/>
                </a:moveTo>
                <a:lnTo>
                  <a:pt x="212696" y="662224"/>
                </a:lnTo>
                <a:moveTo>
                  <a:pt x="1780299" y="746309"/>
                </a:moveTo>
                <a:lnTo>
                  <a:pt x="1731065" y="715246"/>
                </a:lnTo>
                <a:moveTo>
                  <a:pt x="1625377" y="916619"/>
                </a:moveTo>
                <a:lnTo>
                  <a:pt x="1567144" y="811893"/>
                </a:lnTo>
                <a:moveTo>
                  <a:pt x="2491972" y="807902"/>
                </a:moveTo>
                <a:lnTo>
                  <a:pt x="2508436" y="722303"/>
                </a:lnTo>
                <a:moveTo>
                  <a:pt x="2534293" y="335303"/>
                </a:moveTo>
                <a:lnTo>
                  <a:pt x="2521696" y="289463"/>
                </a:lnTo>
                <a:moveTo>
                  <a:pt x="2514176" y="544986"/>
                </a:moveTo>
                <a:lnTo>
                  <a:pt x="2556730" y="461134"/>
                </a:lnTo>
                <a:moveTo>
                  <a:pt x="1731065" y="715246"/>
                </a:moveTo>
                <a:lnTo>
                  <a:pt x="1745432" y="685456"/>
                </a:lnTo>
                <a:moveTo>
                  <a:pt x="223191" y="395408"/>
                </a:moveTo>
                <a:lnTo>
                  <a:pt x="231258" y="296990"/>
                </a:lnTo>
                <a:moveTo>
                  <a:pt x="1882517" y="909629"/>
                </a:moveTo>
                <a:lnTo>
                  <a:pt x="1832693" y="834055"/>
                </a:lnTo>
                <a:moveTo>
                  <a:pt x="2128920" y="1042158"/>
                </a:moveTo>
                <a:lnTo>
                  <a:pt x="2177114" y="1056707"/>
                </a:lnTo>
                <a:moveTo>
                  <a:pt x="208778" y="645767"/>
                </a:moveTo>
                <a:lnTo>
                  <a:pt x="212696" y="662224"/>
                </a:lnTo>
                <a:moveTo>
                  <a:pt x="2533332" y="287419"/>
                </a:moveTo>
                <a:lnTo>
                  <a:pt x="2521696" y="289463"/>
                </a:lnTo>
                <a:moveTo>
                  <a:pt x="2158798" y="252892"/>
                </a:moveTo>
                <a:lnTo>
                  <a:pt x="2139919" y="185185"/>
                </a:lnTo>
                <a:moveTo>
                  <a:pt x="2298329" y="1037534"/>
                </a:moveTo>
                <a:lnTo>
                  <a:pt x="2177114" y="1056707"/>
                </a:lnTo>
                <a:moveTo>
                  <a:pt x="2298329" y="1037534"/>
                </a:moveTo>
                <a:lnTo>
                  <a:pt x="2405540" y="945313"/>
                </a:lnTo>
                <a:moveTo>
                  <a:pt x="2038982" y="999090"/>
                </a:moveTo>
                <a:lnTo>
                  <a:pt x="2127302" y="1054263"/>
                </a:lnTo>
                <a:moveTo>
                  <a:pt x="1818631" y="896313"/>
                </a:moveTo>
                <a:lnTo>
                  <a:pt x="1780299" y="746309"/>
                </a:lnTo>
                <a:moveTo>
                  <a:pt x="199011" y="687757"/>
                </a:moveTo>
                <a:lnTo>
                  <a:pt x="208778" y="645767"/>
                </a:lnTo>
                <a:moveTo>
                  <a:pt x="191194" y="553306"/>
                </a:moveTo>
                <a:lnTo>
                  <a:pt x="213408" y="446573"/>
                </a:lnTo>
                <a:moveTo>
                  <a:pt x="1818631" y="896313"/>
                </a:moveTo>
                <a:lnTo>
                  <a:pt x="1832693" y="834055"/>
                </a:lnTo>
                <a:moveTo>
                  <a:pt x="2442249" y="900386"/>
                </a:moveTo>
                <a:lnTo>
                  <a:pt x="2493302" y="784712"/>
                </a:lnTo>
                <a:moveTo>
                  <a:pt x="1731065" y="715246"/>
                </a:moveTo>
                <a:lnTo>
                  <a:pt x="1547231" y="624666"/>
                </a:lnTo>
                <a:moveTo>
                  <a:pt x="2038982" y="999090"/>
                </a:moveTo>
                <a:lnTo>
                  <a:pt x="1934713" y="966931"/>
                </a:lnTo>
                <a:moveTo>
                  <a:pt x="2508436" y="722303"/>
                </a:moveTo>
                <a:lnTo>
                  <a:pt x="2514176" y="544986"/>
                </a:lnTo>
                <a:moveTo>
                  <a:pt x="2128920" y="1042158"/>
                </a:moveTo>
                <a:lnTo>
                  <a:pt x="2298329" y="1037534"/>
                </a:lnTo>
                <a:moveTo>
                  <a:pt x="270132" y="878519"/>
                </a:moveTo>
                <a:lnTo>
                  <a:pt x="199011" y="687757"/>
                </a:lnTo>
                <a:moveTo>
                  <a:pt x="848450" y="1157690"/>
                </a:moveTo>
                <a:lnTo>
                  <a:pt x="982964" y="1097768"/>
                </a:lnTo>
                <a:moveTo>
                  <a:pt x="2493302" y="784712"/>
                </a:moveTo>
                <a:lnTo>
                  <a:pt x="2491972" y="807902"/>
                </a:lnTo>
                <a:moveTo>
                  <a:pt x="1818631" y="896313"/>
                </a:moveTo>
                <a:lnTo>
                  <a:pt x="1731065" y="715246"/>
                </a:lnTo>
                <a:moveTo>
                  <a:pt x="1882517" y="909629"/>
                </a:moveTo>
                <a:lnTo>
                  <a:pt x="1818631" y="896313"/>
                </a:lnTo>
                <a:moveTo>
                  <a:pt x="2405540" y="945313"/>
                </a:moveTo>
                <a:lnTo>
                  <a:pt x="2493302" y="784712"/>
                </a:lnTo>
                <a:moveTo>
                  <a:pt x="2139919" y="185185"/>
                </a:moveTo>
                <a:lnTo>
                  <a:pt x="2044681" y="158586"/>
                </a:lnTo>
                <a:moveTo>
                  <a:pt x="848450" y="1157690"/>
                </a:moveTo>
                <a:lnTo>
                  <a:pt x="804879" y="1076345"/>
                </a:lnTo>
                <a:moveTo>
                  <a:pt x="213408" y="446573"/>
                </a:moveTo>
                <a:lnTo>
                  <a:pt x="235610" y="379537"/>
                </a:lnTo>
                <a:moveTo>
                  <a:pt x="2534293" y="335303"/>
                </a:moveTo>
                <a:lnTo>
                  <a:pt x="2533332" y="287419"/>
                </a:lnTo>
                <a:moveTo>
                  <a:pt x="2128920" y="1042158"/>
                </a:moveTo>
                <a:lnTo>
                  <a:pt x="2038982" y="999090"/>
                </a:lnTo>
                <a:moveTo>
                  <a:pt x="233310" y="389415"/>
                </a:moveTo>
                <a:lnTo>
                  <a:pt x="213408" y="446573"/>
                </a:lnTo>
                <a:moveTo>
                  <a:pt x="2508436" y="722303"/>
                </a:moveTo>
                <a:lnTo>
                  <a:pt x="2515642" y="578994"/>
                </a:lnTo>
                <a:moveTo>
                  <a:pt x="2493302" y="784712"/>
                </a:moveTo>
                <a:lnTo>
                  <a:pt x="2508436" y="722303"/>
                </a:lnTo>
                <a:moveTo>
                  <a:pt x="208778" y="645767"/>
                </a:moveTo>
                <a:lnTo>
                  <a:pt x="191194" y="553306"/>
                </a:lnTo>
                <a:moveTo>
                  <a:pt x="1622866" y="872675"/>
                </a:moveTo>
                <a:lnTo>
                  <a:pt x="1625377" y="916619"/>
                </a:lnTo>
                <a:moveTo>
                  <a:pt x="235610" y="379537"/>
                </a:moveTo>
                <a:lnTo>
                  <a:pt x="223191" y="395408"/>
                </a:lnTo>
                <a:moveTo>
                  <a:pt x="848450" y="1157690"/>
                </a:moveTo>
                <a:lnTo>
                  <a:pt x="806772" y="1027509"/>
                </a:lnTo>
                <a:moveTo>
                  <a:pt x="1731065" y="715246"/>
                </a:moveTo>
                <a:lnTo>
                  <a:pt x="1627806" y="637068"/>
                </a:lnTo>
                <a:moveTo>
                  <a:pt x="2478890" y="457871"/>
                </a:moveTo>
                <a:lnTo>
                  <a:pt x="2556730" y="461134"/>
                </a:lnTo>
                <a:moveTo>
                  <a:pt x="804879" y="1076345"/>
                </a:moveTo>
                <a:lnTo>
                  <a:pt x="776633" y="1027361"/>
                </a:lnTo>
                <a:moveTo>
                  <a:pt x="1888642" y="900239"/>
                </a:moveTo>
                <a:lnTo>
                  <a:pt x="1882517" y="909629"/>
                </a:lnTo>
                <a:moveTo>
                  <a:pt x="2515642" y="578994"/>
                </a:moveTo>
                <a:lnTo>
                  <a:pt x="2514176" y="544986"/>
                </a:lnTo>
                <a:moveTo>
                  <a:pt x="2405540" y="945313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934713" y="966931"/>
                </a:lnTo>
                <a:moveTo>
                  <a:pt x="1627806" y="637068"/>
                </a:moveTo>
                <a:lnTo>
                  <a:pt x="1547231" y="624666"/>
                </a:lnTo>
                <a:moveTo>
                  <a:pt x="2113463" y="992519"/>
                </a:moveTo>
                <a:lnTo>
                  <a:pt x="2128920" y="1042158"/>
                </a:lnTo>
                <a:moveTo>
                  <a:pt x="216826" y="770888"/>
                </a:moveTo>
                <a:lnTo>
                  <a:pt x="199011" y="687757"/>
                </a:lnTo>
                <a:moveTo>
                  <a:pt x="1032865" y="1126901"/>
                </a:moveTo>
                <a:lnTo>
                  <a:pt x="982964" y="1097768"/>
                </a:lnTo>
                <a:moveTo>
                  <a:pt x="804879" y="1076345"/>
                </a:moveTo>
                <a:lnTo>
                  <a:pt x="806772" y="1027509"/>
                </a:lnTo>
                <a:moveTo>
                  <a:pt x="806772" y="1027509"/>
                </a:moveTo>
                <a:lnTo>
                  <a:pt x="776633" y="1027361"/>
                </a:lnTo>
                <a:moveTo>
                  <a:pt x="804879" y="1076345"/>
                </a:moveTo>
                <a:lnTo>
                  <a:pt x="755032" y="1058014"/>
                </a:lnTo>
                <a:moveTo>
                  <a:pt x="1725836" y="811965"/>
                </a:moveTo>
                <a:lnTo>
                  <a:pt x="1731065" y="715246"/>
                </a:lnTo>
                <a:moveTo>
                  <a:pt x="755032" y="1058014"/>
                </a:moveTo>
                <a:lnTo>
                  <a:pt x="776633" y="1027361"/>
                </a:lnTo>
                <a:moveTo>
                  <a:pt x="416959" y="980054"/>
                </a:moveTo>
                <a:lnTo>
                  <a:pt x="270132" y="878519"/>
                </a:lnTo>
                <a:moveTo>
                  <a:pt x="235610" y="379537"/>
                </a:moveTo>
                <a:lnTo>
                  <a:pt x="231258" y="296990"/>
                </a:lnTo>
                <a:moveTo>
                  <a:pt x="2113463" y="992519"/>
                </a:moveTo>
                <a:lnTo>
                  <a:pt x="2298329" y="1037534"/>
                </a:lnTo>
                <a:moveTo>
                  <a:pt x="1888642" y="900239"/>
                </a:moveTo>
                <a:lnTo>
                  <a:pt x="1818631" y="896313"/>
                </a:lnTo>
                <a:moveTo>
                  <a:pt x="848450" y="1157690"/>
                </a:moveTo>
                <a:lnTo>
                  <a:pt x="940559" y="1002232"/>
                </a:lnTo>
                <a:moveTo>
                  <a:pt x="679796" y="1131854"/>
                </a:moveTo>
                <a:lnTo>
                  <a:pt x="848450" y="1157690"/>
                </a:lnTo>
                <a:moveTo>
                  <a:pt x="270132" y="878519"/>
                </a:moveTo>
                <a:lnTo>
                  <a:pt x="361773" y="883947"/>
                </a:lnTo>
                <a:moveTo>
                  <a:pt x="982964" y="1097768"/>
                </a:moveTo>
                <a:lnTo>
                  <a:pt x="940559" y="1002232"/>
                </a:lnTo>
                <a:moveTo>
                  <a:pt x="236514" y="377256"/>
                </a:moveTo>
                <a:lnTo>
                  <a:pt x="231258" y="296990"/>
                </a:lnTo>
                <a:moveTo>
                  <a:pt x="242374" y="669002"/>
                </a:moveTo>
                <a:lnTo>
                  <a:pt x="199011" y="687757"/>
                </a:lnTo>
                <a:moveTo>
                  <a:pt x="270132" y="878519"/>
                </a:moveTo>
                <a:lnTo>
                  <a:pt x="216826" y="770888"/>
                </a:lnTo>
                <a:moveTo>
                  <a:pt x="2298329" y="1037534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882517" y="909629"/>
                </a:lnTo>
                <a:moveTo>
                  <a:pt x="1547231" y="624666"/>
                </a:moveTo>
                <a:lnTo>
                  <a:pt x="1513940" y="539911"/>
                </a:lnTo>
                <a:moveTo>
                  <a:pt x="1622866" y="872675"/>
                </a:moveTo>
                <a:lnTo>
                  <a:pt x="1567144" y="811893"/>
                </a:lnTo>
                <a:moveTo>
                  <a:pt x="2491953" y="762514"/>
                </a:moveTo>
                <a:lnTo>
                  <a:pt x="2508436" y="722303"/>
                </a:lnTo>
                <a:moveTo>
                  <a:pt x="2478890" y="457871"/>
                </a:moveTo>
                <a:lnTo>
                  <a:pt x="2534293" y="335303"/>
                </a:lnTo>
                <a:moveTo>
                  <a:pt x="1818631" y="896313"/>
                </a:moveTo>
                <a:lnTo>
                  <a:pt x="1725836" y="811965"/>
                </a:lnTo>
                <a:moveTo>
                  <a:pt x="2298329" y="1037534"/>
                </a:moveTo>
                <a:lnTo>
                  <a:pt x="2260444" y="947344"/>
                </a:lnTo>
                <a:moveTo>
                  <a:pt x="644610" y="1074302"/>
                </a:moveTo>
                <a:lnTo>
                  <a:pt x="776633" y="1027361"/>
                </a:lnTo>
                <a:moveTo>
                  <a:pt x="2113463" y="992519"/>
                </a:moveTo>
                <a:lnTo>
                  <a:pt x="2038982" y="999090"/>
                </a:lnTo>
                <a:moveTo>
                  <a:pt x="1379994" y="26295"/>
                </a:moveTo>
                <a:lnTo>
                  <a:pt x="1353817" y="0"/>
                </a:lnTo>
                <a:moveTo>
                  <a:pt x="242374" y="669002"/>
                </a:moveTo>
                <a:lnTo>
                  <a:pt x="208778" y="645767"/>
                </a:lnTo>
                <a:moveTo>
                  <a:pt x="2514176" y="544986"/>
                </a:moveTo>
                <a:lnTo>
                  <a:pt x="2478890" y="457871"/>
                </a:lnTo>
                <a:moveTo>
                  <a:pt x="679796" y="1131854"/>
                </a:moveTo>
                <a:lnTo>
                  <a:pt x="804879" y="1076345"/>
                </a:lnTo>
                <a:moveTo>
                  <a:pt x="1379994" y="26295"/>
                </a:moveTo>
                <a:lnTo>
                  <a:pt x="1397863" y="0"/>
                </a:lnTo>
                <a:moveTo>
                  <a:pt x="591647" y="982204"/>
                </a:moveTo>
                <a:lnTo>
                  <a:pt x="776633" y="1027361"/>
                </a:lnTo>
                <a:moveTo>
                  <a:pt x="1552854" y="542199"/>
                </a:moveTo>
                <a:lnTo>
                  <a:pt x="1547231" y="624666"/>
                </a:lnTo>
                <a:moveTo>
                  <a:pt x="743130" y="950290"/>
                </a:moveTo>
                <a:lnTo>
                  <a:pt x="776633" y="1027361"/>
                </a:lnTo>
                <a:moveTo>
                  <a:pt x="975442" y="1021697"/>
                </a:moveTo>
                <a:lnTo>
                  <a:pt x="982964" y="1097768"/>
                </a:lnTo>
                <a:moveTo>
                  <a:pt x="806772" y="1027509"/>
                </a:moveTo>
                <a:lnTo>
                  <a:pt x="940559" y="1002232"/>
                </a:lnTo>
                <a:moveTo>
                  <a:pt x="644610" y="1074302"/>
                </a:moveTo>
                <a:lnTo>
                  <a:pt x="755032" y="1058014"/>
                </a:lnTo>
                <a:moveTo>
                  <a:pt x="416959" y="980054"/>
                </a:moveTo>
                <a:lnTo>
                  <a:pt x="361773" y="883947"/>
                </a:lnTo>
                <a:moveTo>
                  <a:pt x="2533947" y="661837"/>
                </a:moveTo>
                <a:lnTo>
                  <a:pt x="2508436" y="722303"/>
                </a:lnTo>
                <a:moveTo>
                  <a:pt x="191194" y="553306"/>
                </a:moveTo>
                <a:lnTo>
                  <a:pt x="233310" y="389415"/>
                </a:lnTo>
                <a:moveTo>
                  <a:pt x="1380382" y="20610"/>
                </a:moveTo>
                <a:lnTo>
                  <a:pt x="1395007" y="0"/>
                </a:lnTo>
                <a:moveTo>
                  <a:pt x="2385637" y="876395"/>
                </a:moveTo>
                <a:lnTo>
                  <a:pt x="2493302" y="784712"/>
                </a:lnTo>
                <a:moveTo>
                  <a:pt x="729184" y="934195"/>
                </a:moveTo>
                <a:lnTo>
                  <a:pt x="776633" y="1027361"/>
                </a:lnTo>
                <a:moveTo>
                  <a:pt x="679796" y="1131854"/>
                </a:moveTo>
                <a:lnTo>
                  <a:pt x="755032" y="1058014"/>
                </a:lnTo>
                <a:moveTo>
                  <a:pt x="298300" y="212038"/>
                </a:moveTo>
                <a:lnTo>
                  <a:pt x="231258" y="296990"/>
                </a:lnTo>
                <a:moveTo>
                  <a:pt x="743130" y="950290"/>
                </a:moveTo>
                <a:lnTo>
                  <a:pt x="806772" y="1027509"/>
                </a:lnTo>
                <a:moveTo>
                  <a:pt x="1725836" y="811965"/>
                </a:moveTo>
                <a:lnTo>
                  <a:pt x="1627806" y="637068"/>
                </a:lnTo>
                <a:moveTo>
                  <a:pt x="2038982" y="999090"/>
                </a:moveTo>
                <a:lnTo>
                  <a:pt x="1939637" y="918604"/>
                </a:lnTo>
                <a:moveTo>
                  <a:pt x="2515642" y="578994"/>
                </a:moveTo>
                <a:lnTo>
                  <a:pt x="2478890" y="457871"/>
                </a:lnTo>
                <a:moveTo>
                  <a:pt x="361773" y="883947"/>
                </a:moveTo>
                <a:lnTo>
                  <a:pt x="216826" y="770888"/>
                </a:lnTo>
                <a:moveTo>
                  <a:pt x="2515642" y="578994"/>
                </a:moveTo>
                <a:lnTo>
                  <a:pt x="2477022" y="462705"/>
                </a:lnTo>
                <a:moveTo>
                  <a:pt x="242374" y="669002"/>
                </a:moveTo>
                <a:lnTo>
                  <a:pt x="191194" y="553306"/>
                </a:lnTo>
                <a:moveTo>
                  <a:pt x="2491953" y="762514"/>
                </a:moveTo>
                <a:lnTo>
                  <a:pt x="2493302" y="784712"/>
                </a:lnTo>
                <a:moveTo>
                  <a:pt x="416959" y="980054"/>
                </a:moveTo>
                <a:lnTo>
                  <a:pt x="401637" y="894620"/>
                </a:lnTo>
                <a:moveTo>
                  <a:pt x="992553" y="225108"/>
                </a:moveTo>
                <a:lnTo>
                  <a:pt x="1093645" y="125649"/>
                </a:lnTo>
                <a:moveTo>
                  <a:pt x="1939637" y="918604"/>
                </a:moveTo>
                <a:lnTo>
                  <a:pt x="1888642" y="900239"/>
                </a:lnTo>
                <a:moveTo>
                  <a:pt x="2113463" y="992519"/>
                </a:moveTo>
                <a:lnTo>
                  <a:pt x="2260444" y="947344"/>
                </a:lnTo>
                <a:moveTo>
                  <a:pt x="679796" y="1131854"/>
                </a:moveTo>
                <a:lnTo>
                  <a:pt x="644610" y="1074302"/>
                </a:lnTo>
                <a:moveTo>
                  <a:pt x="644610" y="1074302"/>
                </a:moveTo>
                <a:lnTo>
                  <a:pt x="591647" y="982204"/>
                </a:lnTo>
                <a:moveTo>
                  <a:pt x="401637" y="894620"/>
                </a:moveTo>
                <a:lnTo>
                  <a:pt x="361773" y="883947"/>
                </a:lnTo>
                <a:moveTo>
                  <a:pt x="238479" y="619062"/>
                </a:moveTo>
                <a:lnTo>
                  <a:pt x="191194" y="553306"/>
                </a:lnTo>
                <a:moveTo>
                  <a:pt x="2113463" y="992519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3302" y="784712"/>
                </a:lnTo>
                <a:moveTo>
                  <a:pt x="1627806" y="637068"/>
                </a:moveTo>
                <a:lnTo>
                  <a:pt x="1552854" y="542199"/>
                </a:lnTo>
                <a:moveTo>
                  <a:pt x="233310" y="389415"/>
                </a:moveTo>
                <a:lnTo>
                  <a:pt x="235610" y="379537"/>
                </a:lnTo>
                <a:moveTo>
                  <a:pt x="236514" y="377256"/>
                </a:moveTo>
                <a:lnTo>
                  <a:pt x="235610" y="379537"/>
                </a:lnTo>
                <a:moveTo>
                  <a:pt x="743130" y="950290"/>
                </a:moveTo>
                <a:lnTo>
                  <a:pt x="940559" y="1002232"/>
                </a:lnTo>
                <a:moveTo>
                  <a:pt x="1032865" y="1126901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385637" y="876395"/>
                </a:lnTo>
                <a:moveTo>
                  <a:pt x="1146579" y="193585"/>
                </a:moveTo>
                <a:lnTo>
                  <a:pt x="1093645" y="125649"/>
                </a:lnTo>
                <a:moveTo>
                  <a:pt x="2533947" y="661837"/>
                </a:moveTo>
                <a:lnTo>
                  <a:pt x="2515642" y="578994"/>
                </a:lnTo>
                <a:moveTo>
                  <a:pt x="233310" y="389415"/>
                </a:moveTo>
                <a:lnTo>
                  <a:pt x="236514" y="377256"/>
                </a:lnTo>
                <a:moveTo>
                  <a:pt x="216826" y="770888"/>
                </a:moveTo>
                <a:lnTo>
                  <a:pt x="242374" y="669002"/>
                </a:lnTo>
                <a:moveTo>
                  <a:pt x="729184" y="934195"/>
                </a:moveTo>
                <a:lnTo>
                  <a:pt x="591647" y="982204"/>
                </a:lnTo>
                <a:moveTo>
                  <a:pt x="1891456" y="882528"/>
                </a:moveTo>
                <a:lnTo>
                  <a:pt x="1888642" y="900239"/>
                </a:lnTo>
                <a:moveTo>
                  <a:pt x="970800" y="1038006"/>
                </a:moveTo>
                <a:lnTo>
                  <a:pt x="1032865" y="1126901"/>
                </a:lnTo>
                <a:moveTo>
                  <a:pt x="1770564" y="879229"/>
                </a:moveTo>
                <a:lnTo>
                  <a:pt x="1818631" y="896313"/>
                </a:lnTo>
                <a:moveTo>
                  <a:pt x="740086" y="938754"/>
                </a:moveTo>
                <a:lnTo>
                  <a:pt x="940559" y="1002232"/>
                </a:lnTo>
                <a:moveTo>
                  <a:pt x="729184" y="934195"/>
                </a:moveTo>
                <a:lnTo>
                  <a:pt x="743130" y="950290"/>
                </a:lnTo>
                <a:moveTo>
                  <a:pt x="1659458" y="712041"/>
                </a:moveTo>
                <a:lnTo>
                  <a:pt x="1627806" y="637068"/>
                </a:lnTo>
                <a:moveTo>
                  <a:pt x="2477022" y="462705"/>
                </a:moveTo>
                <a:lnTo>
                  <a:pt x="2478890" y="457871"/>
                </a:lnTo>
                <a:moveTo>
                  <a:pt x="975442" y="1021697"/>
                </a:moveTo>
                <a:lnTo>
                  <a:pt x="940559" y="1002232"/>
                </a:lnTo>
                <a:moveTo>
                  <a:pt x="740086" y="938754"/>
                </a:moveTo>
                <a:lnTo>
                  <a:pt x="743130" y="950290"/>
                </a:lnTo>
                <a:moveTo>
                  <a:pt x="2367620" y="833831"/>
                </a:moveTo>
                <a:lnTo>
                  <a:pt x="2385637" y="876395"/>
                </a:lnTo>
                <a:moveTo>
                  <a:pt x="1552854" y="542199"/>
                </a:moveTo>
                <a:lnTo>
                  <a:pt x="1513940" y="539911"/>
                </a:lnTo>
                <a:moveTo>
                  <a:pt x="1380382" y="20610"/>
                </a:moveTo>
                <a:lnTo>
                  <a:pt x="1379994" y="26295"/>
                </a:lnTo>
                <a:moveTo>
                  <a:pt x="2113463" y="992519"/>
                </a:moveTo>
                <a:lnTo>
                  <a:pt x="2074302" y="900819"/>
                </a:lnTo>
                <a:moveTo>
                  <a:pt x="238479" y="619062"/>
                </a:moveTo>
                <a:lnTo>
                  <a:pt x="233310" y="389415"/>
                </a:lnTo>
                <a:moveTo>
                  <a:pt x="729184" y="934195"/>
                </a:moveTo>
                <a:lnTo>
                  <a:pt x="740086" y="938754"/>
                </a:lnTo>
                <a:moveTo>
                  <a:pt x="1458939" y="597571"/>
                </a:moveTo>
                <a:lnTo>
                  <a:pt x="1513940" y="539911"/>
                </a:lnTo>
                <a:moveTo>
                  <a:pt x="361773" y="883947"/>
                </a:moveTo>
                <a:lnTo>
                  <a:pt x="326269" y="796574"/>
                </a:lnTo>
                <a:moveTo>
                  <a:pt x="943220" y="988275"/>
                </a:moveTo>
                <a:lnTo>
                  <a:pt x="940559" y="1002232"/>
                </a:lnTo>
                <a:moveTo>
                  <a:pt x="2113463" y="992519"/>
                </a:moveTo>
                <a:lnTo>
                  <a:pt x="2210459" y="842841"/>
                </a:lnTo>
                <a:moveTo>
                  <a:pt x="329642" y="798008"/>
                </a:moveTo>
                <a:lnTo>
                  <a:pt x="361773" y="883947"/>
                </a:lnTo>
                <a:moveTo>
                  <a:pt x="1725836" y="811965"/>
                </a:moveTo>
                <a:lnTo>
                  <a:pt x="1659458" y="712041"/>
                </a:lnTo>
                <a:moveTo>
                  <a:pt x="1146579" y="193585"/>
                </a:moveTo>
                <a:lnTo>
                  <a:pt x="992553" y="225108"/>
                </a:lnTo>
                <a:moveTo>
                  <a:pt x="236514" y="377256"/>
                </a:moveTo>
                <a:lnTo>
                  <a:pt x="298300" y="212038"/>
                </a:lnTo>
                <a:moveTo>
                  <a:pt x="1770564" y="879229"/>
                </a:moveTo>
                <a:lnTo>
                  <a:pt x="1888642" y="900239"/>
                </a:lnTo>
                <a:moveTo>
                  <a:pt x="216826" y="770888"/>
                </a:moveTo>
                <a:lnTo>
                  <a:pt x="326269" y="796574"/>
                </a:lnTo>
                <a:moveTo>
                  <a:pt x="1891456" y="882528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1953" y="762514"/>
                </a:lnTo>
                <a:moveTo>
                  <a:pt x="242374" y="669002"/>
                </a:moveTo>
                <a:lnTo>
                  <a:pt x="238479" y="619062"/>
                </a:lnTo>
                <a:moveTo>
                  <a:pt x="2533947" y="661837"/>
                </a:moveTo>
                <a:lnTo>
                  <a:pt x="2477022" y="462705"/>
                </a:lnTo>
                <a:moveTo>
                  <a:pt x="1380382" y="20610"/>
                </a:moveTo>
                <a:lnTo>
                  <a:pt x="1400450" y="0"/>
                </a:lnTo>
                <a:moveTo>
                  <a:pt x="2478890" y="457871"/>
                </a:moveTo>
                <a:lnTo>
                  <a:pt x="2416131" y="338257"/>
                </a:lnTo>
                <a:moveTo>
                  <a:pt x="2210459" y="842841"/>
                </a:moveTo>
                <a:lnTo>
                  <a:pt x="2385637" y="876395"/>
                </a:lnTo>
                <a:moveTo>
                  <a:pt x="1021190" y="262747"/>
                </a:moveTo>
                <a:lnTo>
                  <a:pt x="992553" y="225108"/>
                </a:lnTo>
                <a:moveTo>
                  <a:pt x="2477022" y="462705"/>
                </a:moveTo>
                <a:lnTo>
                  <a:pt x="2416131" y="338257"/>
                </a:lnTo>
                <a:moveTo>
                  <a:pt x="2491953" y="762514"/>
                </a:moveTo>
                <a:lnTo>
                  <a:pt x="2533947" y="661837"/>
                </a:lnTo>
                <a:moveTo>
                  <a:pt x="2271464" y="816595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2074302" y="900819"/>
                </a:lnTo>
                <a:moveTo>
                  <a:pt x="970800" y="1038006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210459" y="842841"/>
                </a:lnTo>
                <a:moveTo>
                  <a:pt x="591647" y="982204"/>
                </a:moveTo>
                <a:lnTo>
                  <a:pt x="554891" y="893350"/>
                </a:lnTo>
                <a:moveTo>
                  <a:pt x="401637" y="894620"/>
                </a:moveTo>
                <a:lnTo>
                  <a:pt x="329642" y="798008"/>
                </a:lnTo>
                <a:moveTo>
                  <a:pt x="1770564" y="879229"/>
                </a:moveTo>
                <a:lnTo>
                  <a:pt x="1725836" y="811965"/>
                </a:lnTo>
                <a:moveTo>
                  <a:pt x="943220" y="988275"/>
                </a:moveTo>
                <a:lnTo>
                  <a:pt x="740086" y="938754"/>
                </a:lnTo>
                <a:moveTo>
                  <a:pt x="571339" y="888200"/>
                </a:moveTo>
                <a:lnTo>
                  <a:pt x="591647" y="982204"/>
                </a:lnTo>
                <a:moveTo>
                  <a:pt x="1659458" y="712041"/>
                </a:moveTo>
                <a:lnTo>
                  <a:pt x="1552854" y="542199"/>
                </a:lnTo>
                <a:moveTo>
                  <a:pt x="943220" y="988275"/>
                </a:moveTo>
                <a:lnTo>
                  <a:pt x="975442" y="1021697"/>
                </a:lnTo>
                <a:moveTo>
                  <a:pt x="1513940" y="539911"/>
                </a:moveTo>
                <a:lnTo>
                  <a:pt x="1469487" y="441952"/>
                </a:lnTo>
                <a:moveTo>
                  <a:pt x="326269" y="796574"/>
                </a:moveTo>
                <a:lnTo>
                  <a:pt x="242374" y="669002"/>
                </a:lnTo>
                <a:moveTo>
                  <a:pt x="1021190" y="262747"/>
                </a:moveTo>
                <a:lnTo>
                  <a:pt x="1146579" y="193585"/>
                </a:lnTo>
                <a:moveTo>
                  <a:pt x="334474" y="806281"/>
                </a:moveTo>
                <a:lnTo>
                  <a:pt x="401637" y="894620"/>
                </a:lnTo>
                <a:moveTo>
                  <a:pt x="289992" y="449631"/>
                </a:moveTo>
                <a:lnTo>
                  <a:pt x="233310" y="389415"/>
                </a:lnTo>
                <a:moveTo>
                  <a:pt x="291872" y="444916"/>
                </a:moveTo>
                <a:lnTo>
                  <a:pt x="233310" y="389415"/>
                </a:lnTo>
                <a:moveTo>
                  <a:pt x="401637" y="894620"/>
                </a:moveTo>
                <a:lnTo>
                  <a:pt x="554891" y="893350"/>
                </a:lnTo>
                <a:moveTo>
                  <a:pt x="2477022" y="462705"/>
                </a:moveTo>
                <a:lnTo>
                  <a:pt x="2361960" y="391485"/>
                </a:lnTo>
                <a:moveTo>
                  <a:pt x="1490242" y="440055"/>
                </a:moveTo>
                <a:lnTo>
                  <a:pt x="1513940" y="539911"/>
                </a:lnTo>
                <a:moveTo>
                  <a:pt x="291872" y="444916"/>
                </a:moveTo>
                <a:lnTo>
                  <a:pt x="236514" y="377256"/>
                </a:lnTo>
                <a:moveTo>
                  <a:pt x="1345794" y="514675"/>
                </a:moveTo>
                <a:lnTo>
                  <a:pt x="1513940" y="539911"/>
                </a:lnTo>
                <a:moveTo>
                  <a:pt x="970800" y="1038006"/>
                </a:moveTo>
                <a:lnTo>
                  <a:pt x="943220" y="988275"/>
                </a:lnTo>
                <a:moveTo>
                  <a:pt x="729184" y="934195"/>
                </a:moveTo>
                <a:lnTo>
                  <a:pt x="571339" y="888200"/>
                </a:lnTo>
                <a:moveTo>
                  <a:pt x="550418" y="882016"/>
                </a:moveTo>
                <a:lnTo>
                  <a:pt x="401637" y="894620"/>
                </a:lnTo>
                <a:moveTo>
                  <a:pt x="1891456" y="882528"/>
                </a:moveTo>
                <a:lnTo>
                  <a:pt x="2074302" y="900819"/>
                </a:lnTo>
                <a:moveTo>
                  <a:pt x="326269" y="796574"/>
                </a:moveTo>
                <a:lnTo>
                  <a:pt x="238479" y="619062"/>
                </a:lnTo>
                <a:moveTo>
                  <a:pt x="2367620" y="833831"/>
                </a:moveTo>
                <a:lnTo>
                  <a:pt x="2271464" y="816595"/>
                </a:lnTo>
                <a:moveTo>
                  <a:pt x="329642" y="798008"/>
                </a:moveTo>
                <a:lnTo>
                  <a:pt x="238479" y="619062"/>
                </a:lnTo>
                <a:moveTo>
                  <a:pt x="298300" y="212038"/>
                </a:moveTo>
                <a:lnTo>
                  <a:pt x="320610" y="215669"/>
                </a:lnTo>
                <a:moveTo>
                  <a:pt x="1374355" y="567873"/>
                </a:moveTo>
                <a:lnTo>
                  <a:pt x="1458939" y="597571"/>
                </a:lnTo>
                <a:moveTo>
                  <a:pt x="1241226" y="341449"/>
                </a:moveTo>
                <a:lnTo>
                  <a:pt x="1146579" y="193585"/>
                </a:lnTo>
                <a:moveTo>
                  <a:pt x="1552854" y="542199"/>
                </a:moveTo>
                <a:lnTo>
                  <a:pt x="1490242" y="440055"/>
                </a:lnTo>
                <a:moveTo>
                  <a:pt x="570472" y="911782"/>
                </a:moveTo>
                <a:lnTo>
                  <a:pt x="729184" y="934195"/>
                </a:lnTo>
                <a:moveTo>
                  <a:pt x="377864" y="295328"/>
                </a:moveTo>
                <a:lnTo>
                  <a:pt x="236514" y="377256"/>
                </a:lnTo>
                <a:moveTo>
                  <a:pt x="811416" y="979346"/>
                </a:moveTo>
                <a:lnTo>
                  <a:pt x="740086" y="938754"/>
                </a:lnTo>
                <a:moveTo>
                  <a:pt x="1891456" y="882528"/>
                </a:moveTo>
                <a:lnTo>
                  <a:pt x="1770564" y="879229"/>
                </a:lnTo>
                <a:moveTo>
                  <a:pt x="1458939" y="597571"/>
                </a:moveTo>
                <a:lnTo>
                  <a:pt x="1345794" y="514675"/>
                </a:lnTo>
                <a:moveTo>
                  <a:pt x="1241226" y="341449"/>
                </a:moveTo>
                <a:lnTo>
                  <a:pt x="1021190" y="262747"/>
                </a:lnTo>
                <a:moveTo>
                  <a:pt x="238479" y="619062"/>
                </a:moveTo>
                <a:lnTo>
                  <a:pt x="289992" y="449631"/>
                </a:lnTo>
                <a:moveTo>
                  <a:pt x="2074302" y="900819"/>
                </a:moveTo>
                <a:lnTo>
                  <a:pt x="2210459" y="842841"/>
                </a:lnTo>
                <a:moveTo>
                  <a:pt x="775500" y="971021"/>
                </a:moveTo>
                <a:lnTo>
                  <a:pt x="729184" y="934195"/>
                </a:lnTo>
                <a:moveTo>
                  <a:pt x="2361960" y="391485"/>
                </a:moveTo>
                <a:lnTo>
                  <a:pt x="2416131" y="338257"/>
                </a:lnTo>
                <a:moveTo>
                  <a:pt x="329642" y="798008"/>
                </a:moveTo>
                <a:lnTo>
                  <a:pt x="326269" y="796574"/>
                </a:lnTo>
                <a:moveTo>
                  <a:pt x="1644642" y="581717"/>
                </a:moveTo>
                <a:lnTo>
                  <a:pt x="1552854" y="542199"/>
                </a:lnTo>
                <a:moveTo>
                  <a:pt x="1440964" y="672629"/>
                </a:moveTo>
                <a:lnTo>
                  <a:pt x="1458939" y="597571"/>
                </a:lnTo>
                <a:moveTo>
                  <a:pt x="1770564" y="879229"/>
                </a:moveTo>
                <a:lnTo>
                  <a:pt x="1659458" y="712041"/>
                </a:lnTo>
                <a:moveTo>
                  <a:pt x="775500" y="971021"/>
                </a:moveTo>
                <a:lnTo>
                  <a:pt x="740086" y="938754"/>
                </a:lnTo>
                <a:moveTo>
                  <a:pt x="2271464" y="816595"/>
                </a:moveTo>
                <a:lnTo>
                  <a:pt x="2210459" y="842841"/>
                </a:lnTo>
                <a:moveTo>
                  <a:pt x="334474" y="806281"/>
                </a:moveTo>
                <a:lnTo>
                  <a:pt x="329642" y="798008"/>
                </a:lnTo>
                <a:moveTo>
                  <a:pt x="1321287" y="179755"/>
                </a:moveTo>
                <a:lnTo>
                  <a:pt x="1146579" y="193585"/>
                </a:lnTo>
                <a:moveTo>
                  <a:pt x="943220" y="988275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241226" y="341449"/>
                </a:lnTo>
                <a:moveTo>
                  <a:pt x="1490242" y="440055"/>
                </a:moveTo>
                <a:lnTo>
                  <a:pt x="1469487" y="441952"/>
                </a:lnTo>
                <a:moveTo>
                  <a:pt x="302434" y="674990"/>
                </a:moveTo>
                <a:lnTo>
                  <a:pt x="238479" y="619062"/>
                </a:lnTo>
                <a:moveTo>
                  <a:pt x="1374355" y="567873"/>
                </a:moveTo>
                <a:lnTo>
                  <a:pt x="1345794" y="514675"/>
                </a:lnTo>
                <a:moveTo>
                  <a:pt x="1659458" y="712041"/>
                </a:moveTo>
                <a:lnTo>
                  <a:pt x="1644642" y="581717"/>
                </a:lnTo>
                <a:moveTo>
                  <a:pt x="1093834" y="365694"/>
                </a:moveTo>
                <a:lnTo>
                  <a:pt x="1021190" y="262747"/>
                </a:lnTo>
                <a:moveTo>
                  <a:pt x="571339" y="888200"/>
                </a:moveTo>
                <a:lnTo>
                  <a:pt x="554891" y="893350"/>
                </a:lnTo>
                <a:moveTo>
                  <a:pt x="377864" y="295328"/>
                </a:moveTo>
                <a:lnTo>
                  <a:pt x="298300" y="212038"/>
                </a:lnTo>
                <a:moveTo>
                  <a:pt x="1345794" y="514675"/>
                </a:moveTo>
                <a:lnTo>
                  <a:pt x="1469487" y="441952"/>
                </a:lnTo>
                <a:moveTo>
                  <a:pt x="924554" y="1145336"/>
                </a:moveTo>
                <a:lnTo>
                  <a:pt x="970800" y="1038006"/>
                </a:lnTo>
                <a:moveTo>
                  <a:pt x="550418" y="882016"/>
                </a:moveTo>
                <a:lnTo>
                  <a:pt x="334474" y="806281"/>
                </a:lnTo>
                <a:moveTo>
                  <a:pt x="1345794" y="514675"/>
                </a:moveTo>
                <a:lnTo>
                  <a:pt x="1253326" y="359916"/>
                </a:lnTo>
                <a:moveTo>
                  <a:pt x="550418" y="882016"/>
                </a:moveTo>
                <a:lnTo>
                  <a:pt x="554891" y="893350"/>
                </a:lnTo>
                <a:moveTo>
                  <a:pt x="1440964" y="672629"/>
                </a:moveTo>
                <a:lnTo>
                  <a:pt x="1374355" y="567873"/>
                </a:lnTo>
                <a:moveTo>
                  <a:pt x="289992" y="449631"/>
                </a:moveTo>
                <a:lnTo>
                  <a:pt x="291872" y="444916"/>
                </a:lnTo>
                <a:moveTo>
                  <a:pt x="550418" y="882016"/>
                </a:moveTo>
                <a:lnTo>
                  <a:pt x="571339" y="888200"/>
                </a:lnTo>
                <a:moveTo>
                  <a:pt x="1374355" y="567873"/>
                </a:moveTo>
                <a:lnTo>
                  <a:pt x="1307552" y="547768"/>
                </a:lnTo>
                <a:moveTo>
                  <a:pt x="924554" y="1145336"/>
                </a:moveTo>
                <a:lnTo>
                  <a:pt x="943220" y="988275"/>
                </a:lnTo>
                <a:moveTo>
                  <a:pt x="377864" y="295328"/>
                </a:moveTo>
                <a:lnTo>
                  <a:pt x="320610" y="215669"/>
                </a:lnTo>
                <a:moveTo>
                  <a:pt x="289992" y="449631"/>
                </a:moveTo>
                <a:lnTo>
                  <a:pt x="297208" y="452404"/>
                </a:lnTo>
                <a:moveTo>
                  <a:pt x="297208" y="452404"/>
                </a:moveTo>
                <a:lnTo>
                  <a:pt x="291872" y="444916"/>
                </a:lnTo>
                <a:moveTo>
                  <a:pt x="1241226" y="341449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71339" y="888200"/>
                </a:lnTo>
                <a:moveTo>
                  <a:pt x="1093834" y="365694"/>
                </a:moveTo>
                <a:lnTo>
                  <a:pt x="1241226" y="341449"/>
                </a:lnTo>
                <a:moveTo>
                  <a:pt x="1307552" y="547768"/>
                </a:moveTo>
                <a:lnTo>
                  <a:pt x="1345794" y="514675"/>
                </a:lnTo>
                <a:moveTo>
                  <a:pt x="329642" y="798008"/>
                </a:moveTo>
                <a:lnTo>
                  <a:pt x="302434" y="674990"/>
                </a:lnTo>
                <a:moveTo>
                  <a:pt x="1644642" y="581717"/>
                </a:moveTo>
                <a:lnTo>
                  <a:pt x="1490242" y="440055"/>
                </a:lnTo>
                <a:moveTo>
                  <a:pt x="1253326" y="359916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50418" y="882016"/>
                </a:lnTo>
                <a:moveTo>
                  <a:pt x="291872" y="444916"/>
                </a:moveTo>
                <a:lnTo>
                  <a:pt x="377864" y="295328"/>
                </a:lnTo>
                <a:moveTo>
                  <a:pt x="67788" y="813336"/>
                </a:moveTo>
                <a:lnTo>
                  <a:pt x="0" y="763744"/>
                </a:lnTo>
                <a:moveTo>
                  <a:pt x="1469487" y="441952"/>
                </a:moveTo>
                <a:lnTo>
                  <a:pt x="1415499" y="332713"/>
                </a:lnTo>
                <a:moveTo>
                  <a:pt x="302434" y="674990"/>
                </a:moveTo>
                <a:lnTo>
                  <a:pt x="289992" y="449631"/>
                </a:lnTo>
                <a:moveTo>
                  <a:pt x="775500" y="971021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415499" y="332713"/>
                </a:lnTo>
                <a:moveTo>
                  <a:pt x="775500" y="971021"/>
                </a:moveTo>
                <a:lnTo>
                  <a:pt x="570472" y="911782"/>
                </a:lnTo>
                <a:moveTo>
                  <a:pt x="1435081" y="333518"/>
                </a:moveTo>
                <a:lnTo>
                  <a:pt x="1469487" y="441952"/>
                </a:lnTo>
                <a:moveTo>
                  <a:pt x="1345794" y="514675"/>
                </a:moveTo>
                <a:lnTo>
                  <a:pt x="1415499" y="332713"/>
                </a:lnTo>
                <a:moveTo>
                  <a:pt x="924554" y="1145336"/>
                </a:moveTo>
                <a:lnTo>
                  <a:pt x="811416" y="979346"/>
                </a:lnTo>
                <a:moveTo>
                  <a:pt x="1321287" y="179755"/>
                </a:moveTo>
                <a:lnTo>
                  <a:pt x="1356542" y="147130"/>
                </a:lnTo>
                <a:moveTo>
                  <a:pt x="1490242" y="440055"/>
                </a:moveTo>
                <a:lnTo>
                  <a:pt x="1435081" y="333518"/>
                </a:lnTo>
                <a:moveTo>
                  <a:pt x="1172854" y="483768"/>
                </a:moveTo>
                <a:lnTo>
                  <a:pt x="1241226" y="341449"/>
                </a:lnTo>
                <a:moveTo>
                  <a:pt x="1415499" y="332713"/>
                </a:moveTo>
                <a:lnTo>
                  <a:pt x="1321287" y="179755"/>
                </a:lnTo>
                <a:moveTo>
                  <a:pt x="1415499" y="332713"/>
                </a:moveTo>
                <a:lnTo>
                  <a:pt x="1356542" y="147130"/>
                </a:lnTo>
                <a:moveTo>
                  <a:pt x="1172854" y="483768"/>
                </a:moveTo>
                <a:lnTo>
                  <a:pt x="1253326" y="359916"/>
                </a:lnTo>
                <a:moveTo>
                  <a:pt x="1601719" y="467964"/>
                </a:moveTo>
                <a:lnTo>
                  <a:pt x="1490242" y="440055"/>
                </a:lnTo>
                <a:moveTo>
                  <a:pt x="1172854" y="483768"/>
                </a:moveTo>
                <a:lnTo>
                  <a:pt x="1345794" y="514675"/>
                </a:lnTo>
                <a:moveTo>
                  <a:pt x="1435081" y="333518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29642" y="798008"/>
                </a:lnTo>
                <a:moveTo>
                  <a:pt x="67788" y="813336"/>
                </a:moveTo>
                <a:lnTo>
                  <a:pt x="0" y="693186"/>
                </a:lnTo>
                <a:moveTo>
                  <a:pt x="1307552" y="547768"/>
                </a:moveTo>
                <a:lnTo>
                  <a:pt x="1172854" y="483768"/>
                </a:lnTo>
                <a:moveTo>
                  <a:pt x="1178336" y="492848"/>
                </a:moveTo>
                <a:lnTo>
                  <a:pt x="1307552" y="547768"/>
                </a:lnTo>
                <a:moveTo>
                  <a:pt x="334474" y="806281"/>
                </a:moveTo>
                <a:lnTo>
                  <a:pt x="316808" y="740009"/>
                </a:lnTo>
                <a:moveTo>
                  <a:pt x="1644642" y="581717"/>
                </a:moveTo>
                <a:lnTo>
                  <a:pt x="1601719" y="467964"/>
                </a:lnTo>
                <a:moveTo>
                  <a:pt x="1435081" y="333518"/>
                </a:moveTo>
                <a:lnTo>
                  <a:pt x="1415499" y="332713"/>
                </a:lnTo>
                <a:moveTo>
                  <a:pt x="1172854" y="483768"/>
                </a:moveTo>
                <a:lnTo>
                  <a:pt x="1093834" y="365694"/>
                </a:lnTo>
                <a:moveTo>
                  <a:pt x="1173231" y="487904"/>
                </a:moveTo>
                <a:lnTo>
                  <a:pt x="1093834" y="365694"/>
                </a:lnTo>
                <a:moveTo>
                  <a:pt x="855160" y="1047191"/>
                </a:moveTo>
                <a:lnTo>
                  <a:pt x="811416" y="979346"/>
                </a:lnTo>
                <a:moveTo>
                  <a:pt x="855160" y="1047191"/>
                </a:moveTo>
                <a:lnTo>
                  <a:pt x="775500" y="971021"/>
                </a:lnTo>
                <a:moveTo>
                  <a:pt x="1601719" y="467964"/>
                </a:moveTo>
                <a:lnTo>
                  <a:pt x="1435081" y="333518"/>
                </a:lnTo>
                <a:moveTo>
                  <a:pt x="924554" y="1145336"/>
                </a:moveTo>
                <a:lnTo>
                  <a:pt x="855160" y="1047191"/>
                </a:lnTo>
                <a:moveTo>
                  <a:pt x="1404134" y="212705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02434" y="674990"/>
                </a:lnTo>
                <a:moveTo>
                  <a:pt x="1178336" y="492848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8336" y="492848"/>
                </a:lnTo>
                <a:moveTo>
                  <a:pt x="1179710" y="491878"/>
                </a:moveTo>
                <a:lnTo>
                  <a:pt x="1178336" y="492848"/>
                </a:lnTo>
                <a:moveTo>
                  <a:pt x="1435081" y="333518"/>
                </a:moveTo>
                <a:lnTo>
                  <a:pt x="1404134" y="212705"/>
                </a:lnTo>
                <a:moveTo>
                  <a:pt x="1179710" y="491878"/>
                </a:moveTo>
                <a:lnTo>
                  <a:pt x="1173231" y="487904"/>
                </a:lnTo>
                <a:moveTo>
                  <a:pt x="1539233" y="365746"/>
                </a:moveTo>
                <a:lnTo>
                  <a:pt x="1435081" y="333518"/>
                </a:lnTo>
                <a:moveTo>
                  <a:pt x="1601719" y="467964"/>
                </a:moveTo>
                <a:lnTo>
                  <a:pt x="1539233" y="365746"/>
                </a:lnTo>
                <a:moveTo>
                  <a:pt x="1539233" y="365746"/>
                </a:moveTo>
                <a:lnTo>
                  <a:pt x="1404134" y="21270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950" name="30ga_7_official_ReferenceLigand_0">
            <a:extLst>
              <a:ext uri="{FF2B5EF4-FFF2-40B4-BE49-F238E27FC236}">
                <a16:creationId xmlns:a16="http://schemas.microsoft.com/office/drawing/2014/main" id="{93A63F93-4169-48E7-B40B-14FC72793D0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96058" y="357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1" name="30ga_7_official_ReferenceLigand_1">
            <a:extLst>
              <a:ext uri="{FF2B5EF4-FFF2-40B4-BE49-F238E27FC236}">
                <a16:creationId xmlns:a16="http://schemas.microsoft.com/office/drawing/2014/main" id="{6465BBE5-F5F0-40E6-B48E-1339C7FFC68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1143709" y="628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2" name="30ga_7_official_ReferenceLigand_2">
            <a:extLst>
              <a:ext uri="{FF2B5EF4-FFF2-40B4-BE49-F238E27FC236}">
                <a16:creationId xmlns:a16="http://schemas.microsoft.com/office/drawing/2014/main" id="{42DDD01A-6E85-4D56-83FE-7824AE21088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7719" y="169332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3" name="30ga_7_official_ReferenceLigand_3">
            <a:extLst>
              <a:ext uri="{FF2B5EF4-FFF2-40B4-BE49-F238E27FC236}">
                <a16:creationId xmlns:a16="http://schemas.microsoft.com/office/drawing/2014/main" id="{C0664AAC-899B-497D-A379-36A4682F8E5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732851" y="876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4" name="30ga_7_official_ReferenceLigand_4">
            <a:extLst>
              <a:ext uri="{FF2B5EF4-FFF2-40B4-BE49-F238E27FC236}">
                <a16:creationId xmlns:a16="http://schemas.microsoft.com/office/drawing/2014/main" id="{8C2A6495-76BE-4C7D-B6E6-D499E50FB45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342075" y="677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5" name="30ga_7_official_ReferenceLigand_5">
            <a:extLst>
              <a:ext uri="{FF2B5EF4-FFF2-40B4-BE49-F238E27FC236}">
                <a16:creationId xmlns:a16="http://schemas.microsoft.com/office/drawing/2014/main" id="{6044D57B-5778-430C-B2D0-9F7498460F7D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81893" y="6095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6" name="30ga_7_official_ReferenceLigand_6">
            <a:extLst>
              <a:ext uri="{FF2B5EF4-FFF2-40B4-BE49-F238E27FC236}">
                <a16:creationId xmlns:a16="http://schemas.microsoft.com/office/drawing/2014/main" id="{70DAE921-88B0-44BB-8236-88915C01D45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097" y="370141"/>
                </a:moveTo>
                <a:lnTo>
                  <a:pt x="1022007" y="494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7" name="30ga_7_official_ReferenceLigand_7">
            <a:extLst>
              <a:ext uri="{FF2B5EF4-FFF2-40B4-BE49-F238E27FC236}">
                <a16:creationId xmlns:a16="http://schemas.microsoft.com/office/drawing/2014/main" id="{89B9E96C-6A35-4928-983C-24FCD91053B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380774" y="1025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8" name="30ga_7_official_ReferenceLigand_8">
            <a:extLst>
              <a:ext uri="{FF2B5EF4-FFF2-40B4-BE49-F238E27FC236}">
                <a16:creationId xmlns:a16="http://schemas.microsoft.com/office/drawing/2014/main" id="{EE356F57-A749-4A63-A429-3C0E00FD913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59" name="30ga_7_official_ReferenceLigand_9">
            <a:extLst>
              <a:ext uri="{FF2B5EF4-FFF2-40B4-BE49-F238E27FC236}">
                <a16:creationId xmlns:a16="http://schemas.microsoft.com/office/drawing/2014/main" id="{188D6B17-3456-4D85-A2BF-FEA358A5A5D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458111" y="7029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0" name="30ga_7_official_ReferenceLigand_10">
            <a:extLst>
              <a:ext uri="{FF2B5EF4-FFF2-40B4-BE49-F238E27FC236}">
                <a16:creationId xmlns:a16="http://schemas.microsoft.com/office/drawing/2014/main" id="{A0737018-E502-42B4-A74F-D2C2962F031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903" y="791590"/>
                </a:moveTo>
                <a:lnTo>
                  <a:pt x="2323047" y="844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1" name="30ga_7_official_ReferenceLigand_11">
            <a:extLst>
              <a:ext uri="{FF2B5EF4-FFF2-40B4-BE49-F238E27FC236}">
                <a16:creationId xmlns:a16="http://schemas.microsoft.com/office/drawing/2014/main" id="{6F3F2720-B0E3-4DA7-A7C6-693D66ACFDF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58111" y="702969"/>
                </a:moveTo>
                <a:lnTo>
                  <a:pt x="2401354" y="521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2" name="30ga_7_official_ReferenceLigand_12">
            <a:extLst>
              <a:ext uri="{FF2B5EF4-FFF2-40B4-BE49-F238E27FC236}">
                <a16:creationId xmlns:a16="http://schemas.microsoft.com/office/drawing/2014/main" id="{742EE3F7-3636-4D25-95DE-E1F7B47255E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543" y="897564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3" name="30ga_7_official_ReferenceLigand_13">
            <a:extLst>
              <a:ext uri="{FF2B5EF4-FFF2-40B4-BE49-F238E27FC236}">
                <a16:creationId xmlns:a16="http://schemas.microsoft.com/office/drawing/2014/main" id="{D49D70BB-FB8D-44B1-9084-EA79F034DBE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893" y="609587"/>
                </a:moveTo>
                <a:lnTo>
                  <a:pt x="759774" y="8048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4" name="30ga_7_official_ReferenceLigand_14">
            <a:extLst>
              <a:ext uri="{FF2B5EF4-FFF2-40B4-BE49-F238E27FC236}">
                <a16:creationId xmlns:a16="http://schemas.microsoft.com/office/drawing/2014/main" id="{7E02177E-4003-42C4-86F4-28D6BDDD5B2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3565" y="310139"/>
                </a:moveTo>
                <a:lnTo>
                  <a:pt x="1784299" y="409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5" name="30ga_7_official_ReferenceLigand_15">
            <a:extLst>
              <a:ext uri="{FF2B5EF4-FFF2-40B4-BE49-F238E27FC236}">
                <a16:creationId xmlns:a16="http://schemas.microsoft.com/office/drawing/2014/main" id="{A36BF0BA-AC47-4D08-9BD2-89466E17FCD7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6" name="30ga_7_official_ReferenceLigand_16">
            <a:extLst>
              <a:ext uri="{FF2B5EF4-FFF2-40B4-BE49-F238E27FC236}">
                <a16:creationId xmlns:a16="http://schemas.microsoft.com/office/drawing/2014/main" id="{85BE1EEB-0865-442F-A046-C5F6D169E55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5567" y="767694"/>
                </a:moveTo>
                <a:lnTo>
                  <a:pt x="1958543" y="897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7" name="30ga_7_official_ReferenceLigand_17">
            <a:extLst>
              <a:ext uri="{FF2B5EF4-FFF2-40B4-BE49-F238E27FC236}">
                <a16:creationId xmlns:a16="http://schemas.microsoft.com/office/drawing/2014/main" id="{C6217A4C-781D-45CC-B956-05730F5986C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545425" y="182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8" name="30ga_7_official_ReferenceLigand_18">
            <a:extLst>
              <a:ext uri="{FF2B5EF4-FFF2-40B4-BE49-F238E27FC236}">
                <a16:creationId xmlns:a16="http://schemas.microsoft.com/office/drawing/2014/main" id="{2982BAB2-A5A4-4CCA-B3CC-ABE3D1D00C0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1354" y="521829"/>
                </a:moveTo>
                <a:lnTo>
                  <a:pt x="2223103" y="4551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69" name="30ga_7_official_ReferenceLigand_19">
            <a:extLst>
              <a:ext uri="{FF2B5EF4-FFF2-40B4-BE49-F238E27FC236}">
                <a16:creationId xmlns:a16="http://schemas.microsoft.com/office/drawing/2014/main" id="{107B3036-DC54-4448-B42A-629FE27BDAC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103" y="455120"/>
                </a:moveTo>
                <a:lnTo>
                  <a:pt x="2092529" y="597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0" name="30ga_7_official_ReferenceLigand_20">
            <a:extLst>
              <a:ext uri="{FF2B5EF4-FFF2-40B4-BE49-F238E27FC236}">
                <a16:creationId xmlns:a16="http://schemas.microsoft.com/office/drawing/2014/main" id="{2C0F4F3F-3F82-4C22-B2A4-E08E001D174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412754" y="4159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1" name="30ga_7_official_ReferenceLigand_21">
            <a:extLst>
              <a:ext uri="{FF2B5EF4-FFF2-40B4-BE49-F238E27FC236}">
                <a16:creationId xmlns:a16="http://schemas.microsoft.com/office/drawing/2014/main" id="{89390CBC-B387-47EB-8373-01C24B3C342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2" name="30ga_7_official_ReferenceLigand_22">
            <a:extLst>
              <a:ext uri="{FF2B5EF4-FFF2-40B4-BE49-F238E27FC236}">
                <a16:creationId xmlns:a16="http://schemas.microsoft.com/office/drawing/2014/main" id="{D85C8D42-B8C1-4732-B8D0-443D8EBBBE7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967" y="583479"/>
                </a:moveTo>
                <a:lnTo>
                  <a:pt x="1825567" y="76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3" name="30ga_7_official_ReferenceLigand_23">
            <a:extLst>
              <a:ext uri="{FF2B5EF4-FFF2-40B4-BE49-F238E27FC236}">
                <a16:creationId xmlns:a16="http://schemas.microsoft.com/office/drawing/2014/main" id="{4FB61044-C130-48BA-9724-E1F92132C70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560126" y="7391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4" name="30ga_7_official_ReferenceLigand_24">
            <a:extLst>
              <a:ext uri="{FF2B5EF4-FFF2-40B4-BE49-F238E27FC236}">
                <a16:creationId xmlns:a16="http://schemas.microsoft.com/office/drawing/2014/main" id="{28138010-E6A0-4D06-97FD-779B831B665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126" y="739143"/>
                </a:moveTo>
                <a:lnTo>
                  <a:pt x="365646" y="6311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5" name="30ga_7_official_ReferenceLigand_25">
            <a:extLst>
              <a:ext uri="{FF2B5EF4-FFF2-40B4-BE49-F238E27FC236}">
                <a16:creationId xmlns:a16="http://schemas.microsoft.com/office/drawing/2014/main" id="{EFD7BDFF-EC87-4B2F-9B00-18C27D9BF0B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852895" y="947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6" name="30ga_7_official_ReferenceLigand_26">
            <a:extLst>
              <a:ext uri="{FF2B5EF4-FFF2-40B4-BE49-F238E27FC236}">
                <a16:creationId xmlns:a16="http://schemas.microsoft.com/office/drawing/2014/main" id="{412DED14-DE17-41E6-AB7B-B4E12570CE0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106" y="461599"/>
                </a:moveTo>
                <a:lnTo>
                  <a:pt x="1151097" y="3701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7" name="30ga_7_official_ReferenceLigand_27">
            <a:extLst>
              <a:ext uri="{FF2B5EF4-FFF2-40B4-BE49-F238E27FC236}">
                <a16:creationId xmlns:a16="http://schemas.microsoft.com/office/drawing/2014/main" id="{BD7841F2-6895-4E3E-97E4-9C79D65F636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8" name="30ga_7_official_ReferenceLigand_28">
            <a:extLst>
              <a:ext uri="{FF2B5EF4-FFF2-40B4-BE49-F238E27FC236}">
                <a16:creationId xmlns:a16="http://schemas.microsoft.com/office/drawing/2014/main" id="{B1673AFA-0F19-4C17-B5E1-694F5D76529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517512" y="215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79" name="30ga_7_official_ReferenceLigand_29">
            <a:extLst>
              <a:ext uri="{FF2B5EF4-FFF2-40B4-BE49-F238E27FC236}">
                <a16:creationId xmlns:a16="http://schemas.microsoft.com/office/drawing/2014/main" id="{DFAD014C-EE5B-4F01-9FB0-34127978C89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200673" y="697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80" name="30ga_7_official_ReferenceLigand_30">
            <a:extLst>
              <a:ext uri="{FF2B5EF4-FFF2-40B4-BE49-F238E27FC236}">
                <a16:creationId xmlns:a16="http://schemas.microsoft.com/office/drawing/2014/main" id="{3155E633-285A-4DF8-9BBA-E228F342A26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623053" y="4641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81" name="30ga_7_official_ReferenceLigand_31">
            <a:extLst>
              <a:ext uri="{FF2B5EF4-FFF2-40B4-BE49-F238E27FC236}">
                <a16:creationId xmlns:a16="http://schemas.microsoft.com/office/drawing/2014/main" id="{F106C03B-BA01-40F2-A2DD-8611E139887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282106" y="4615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82" name="30ga_7_official_ReferenceLigand_32">
            <a:extLst>
              <a:ext uri="{FF2B5EF4-FFF2-40B4-BE49-F238E27FC236}">
                <a16:creationId xmlns:a16="http://schemas.microsoft.com/office/drawing/2014/main" id="{4761D945-FBFE-4568-96D5-5F73FB50628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053" y="464151"/>
                </a:moveTo>
                <a:lnTo>
                  <a:pt x="1461085" y="3392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983" name="30ga_7_official_PredictedLigand_0">
            <a:extLst>
              <a:ext uri="{FF2B5EF4-FFF2-40B4-BE49-F238E27FC236}">
                <a16:creationId xmlns:a16="http://schemas.microsoft.com/office/drawing/2014/main" id="{016D782A-4C41-4818-91AF-33D22E6C3B5A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0876" y="443550"/>
                </a:moveTo>
                <a:lnTo>
                  <a:pt x="1132875" y="59162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4" name="30ga_7_official_PredictedLigand_1">
            <a:extLst>
              <a:ext uri="{FF2B5EF4-FFF2-40B4-BE49-F238E27FC236}">
                <a16:creationId xmlns:a16="http://schemas.microsoft.com/office/drawing/2014/main" id="{E9B91CB6-1783-4AE3-BF4C-4AA117EC631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0876" y="443550"/>
                </a:moveTo>
                <a:lnTo>
                  <a:pt x="913440" y="30993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5" name="30ga_7_official_PredictedLigand_2">
            <a:extLst>
              <a:ext uri="{FF2B5EF4-FFF2-40B4-BE49-F238E27FC236}">
                <a16:creationId xmlns:a16="http://schemas.microsoft.com/office/drawing/2014/main" id="{133F1AFC-B54F-4BAE-A2AA-EC694C4752E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3445" y="78455"/>
                </a:moveTo>
                <a:lnTo>
                  <a:pt x="1685797" y="2174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6" name="30ga_7_official_PredictedLigand_3">
            <a:extLst>
              <a:ext uri="{FF2B5EF4-FFF2-40B4-BE49-F238E27FC236}">
                <a16:creationId xmlns:a16="http://schemas.microsoft.com/office/drawing/2014/main" id="{9FDBD7D3-2311-44C7-9413-B8AFF5D8C07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123" y="732823"/>
                </a:moveTo>
                <a:lnTo>
                  <a:pt x="709895" y="76434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7" name="30ga_7_official_PredictedLigand_4">
            <a:extLst>
              <a:ext uri="{FF2B5EF4-FFF2-40B4-BE49-F238E27FC236}">
                <a16:creationId xmlns:a16="http://schemas.microsoft.com/office/drawing/2014/main" id="{3B93AC1E-F84A-438C-8BAA-0E611EBF115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7213" y="323368"/>
                </a:moveTo>
                <a:lnTo>
                  <a:pt x="1030876" y="44355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8" name="30ga_7_official_PredictedLigand_5">
            <a:extLst>
              <a:ext uri="{FF2B5EF4-FFF2-40B4-BE49-F238E27FC236}">
                <a16:creationId xmlns:a16="http://schemas.microsoft.com/office/drawing/2014/main" id="{AD4782BF-AAB1-49D1-99F8-95C206FA1DB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77474" y="722714"/>
                </a:moveTo>
                <a:lnTo>
                  <a:pt x="2352521" y="535745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89" name="30ga_7_official_PredictedLigand_6">
            <a:extLst>
              <a:ext uri="{FF2B5EF4-FFF2-40B4-BE49-F238E27FC236}">
                <a16:creationId xmlns:a16="http://schemas.microsoft.com/office/drawing/2014/main" id="{DA9A4CEA-9623-44E7-8CEB-CED9202F0A5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407" y="839194"/>
                </a:moveTo>
                <a:lnTo>
                  <a:pt x="2377474" y="72271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0" name="30ga_7_official_PredictedLigand_7">
            <a:extLst>
              <a:ext uri="{FF2B5EF4-FFF2-40B4-BE49-F238E27FC236}">
                <a16:creationId xmlns:a16="http://schemas.microsoft.com/office/drawing/2014/main" id="{439747C5-826F-4666-AB6C-7C3F96A8D9A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30876" y="443550"/>
                </a:moveTo>
                <a:lnTo>
                  <a:pt x="896773" y="54934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1" name="30ga_7_official_PredictedLigand_8">
            <a:extLst>
              <a:ext uri="{FF2B5EF4-FFF2-40B4-BE49-F238E27FC236}">
                <a16:creationId xmlns:a16="http://schemas.microsoft.com/office/drawing/2014/main" id="{A06CF008-B2DB-468A-B413-4807A953686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407" y="839194"/>
                </a:moveTo>
                <a:lnTo>
                  <a:pt x="2259653" y="102681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2" name="30ga_7_official_PredictedLigand_9">
            <a:extLst>
              <a:ext uri="{FF2B5EF4-FFF2-40B4-BE49-F238E27FC236}">
                <a16:creationId xmlns:a16="http://schemas.microsoft.com/office/drawing/2014/main" id="{82784362-FE51-4DD7-946A-C395FD53D67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52521" y="535745"/>
                </a:moveTo>
                <a:lnTo>
                  <a:pt x="2188556" y="44925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3" name="30ga_7_official_PredictedLigand_10">
            <a:extLst>
              <a:ext uri="{FF2B5EF4-FFF2-40B4-BE49-F238E27FC236}">
                <a16:creationId xmlns:a16="http://schemas.microsoft.com/office/drawing/2014/main" id="{032817D3-9F9A-4E3A-B419-692F532C27F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6458" y="100103"/>
                </a:moveTo>
                <a:lnTo>
                  <a:pt x="1685797" y="2174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4" name="30ga_7_official_PredictedLigand_11">
            <a:extLst>
              <a:ext uri="{FF2B5EF4-FFF2-40B4-BE49-F238E27FC236}">
                <a16:creationId xmlns:a16="http://schemas.microsoft.com/office/drawing/2014/main" id="{57506DA7-F74A-475B-80C9-B6D3B138BB2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566" y="583497"/>
                </a:moveTo>
                <a:lnTo>
                  <a:pt x="290196" y="722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5" name="30ga_7_official_PredictedLigand_12">
            <a:extLst>
              <a:ext uri="{FF2B5EF4-FFF2-40B4-BE49-F238E27FC236}">
                <a16:creationId xmlns:a16="http://schemas.microsoft.com/office/drawing/2014/main" id="{6447A476-E722-4891-8543-7BE7321D1555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566" y="583497"/>
                </a:moveTo>
                <a:lnTo>
                  <a:pt x="471660" y="4142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6" name="30ga_7_official_PredictedLigand_13">
            <a:extLst>
              <a:ext uri="{FF2B5EF4-FFF2-40B4-BE49-F238E27FC236}">
                <a16:creationId xmlns:a16="http://schemas.microsoft.com/office/drawing/2014/main" id="{8A8AF420-48FF-4DC8-8C23-A2A23406EE5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44212" y="754879"/>
                </a:moveTo>
                <a:lnTo>
                  <a:pt x="2223407" y="839194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7" name="30ga_7_official_PredictedLigand_14">
            <a:extLst>
              <a:ext uri="{FF2B5EF4-FFF2-40B4-BE49-F238E27FC236}">
                <a16:creationId xmlns:a16="http://schemas.microsoft.com/office/drawing/2014/main" id="{D1862B12-A953-451C-B14B-F25DC5AEA55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88556" y="449254"/>
                </a:moveTo>
                <a:lnTo>
                  <a:pt x="2033218" y="55848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8" name="30ga_7_official_PredictedLigand_15">
            <a:extLst>
              <a:ext uri="{FF2B5EF4-FFF2-40B4-BE49-F238E27FC236}">
                <a16:creationId xmlns:a16="http://schemas.microsoft.com/office/drawing/2014/main" id="{576978CA-C29F-449D-B0F5-40A47E534F4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6773" y="549342"/>
                </a:moveTo>
                <a:lnTo>
                  <a:pt x="763123" y="7328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999" name="30ga_7_official_PredictedLigand_16">
            <a:extLst>
              <a:ext uri="{FF2B5EF4-FFF2-40B4-BE49-F238E27FC236}">
                <a16:creationId xmlns:a16="http://schemas.microsoft.com/office/drawing/2014/main" id="{37ED6367-415E-4892-A255-FD5F64666AD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85797" y="217468"/>
                </a:moveTo>
                <a:lnTo>
                  <a:pt x="1765249" y="33222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0" name="30ga_7_official_PredictedLigand_17">
            <a:extLst>
              <a:ext uri="{FF2B5EF4-FFF2-40B4-BE49-F238E27FC236}">
                <a16:creationId xmlns:a16="http://schemas.microsoft.com/office/drawing/2014/main" id="{8AFDA8EE-88C8-41A4-9983-197AC32D640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218" y="558480"/>
                </a:moveTo>
                <a:lnTo>
                  <a:pt x="2044212" y="754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1" name="30ga_7_official_PredictedLigand_18">
            <a:extLst>
              <a:ext uri="{FF2B5EF4-FFF2-40B4-BE49-F238E27FC236}">
                <a16:creationId xmlns:a16="http://schemas.microsoft.com/office/drawing/2014/main" id="{2D3A5B43-4F14-45CD-9F83-1A59DBCFDC01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2797" y="825056"/>
                </a:moveTo>
                <a:lnTo>
                  <a:pt x="2044212" y="754879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2" name="30ga_7_official_PredictedLigand_19">
            <a:extLst>
              <a:ext uri="{FF2B5EF4-FFF2-40B4-BE49-F238E27FC236}">
                <a16:creationId xmlns:a16="http://schemas.microsoft.com/office/drawing/2014/main" id="{C3A18430-6EB2-46BF-AA8C-95CCEE676E70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123" y="732823"/>
                </a:moveTo>
                <a:lnTo>
                  <a:pt x="861274" y="90016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3" name="30ga_7_official_PredictedLigand_20">
            <a:extLst>
              <a:ext uri="{FF2B5EF4-FFF2-40B4-BE49-F238E27FC236}">
                <a16:creationId xmlns:a16="http://schemas.microsoft.com/office/drawing/2014/main" id="{838C59C6-19F6-4C0F-8883-63554AD60B6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218" y="558480"/>
                </a:moveTo>
                <a:lnTo>
                  <a:pt x="1845875" y="5124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4" name="30ga_7_official_PredictedLigand_21">
            <a:extLst>
              <a:ext uri="{FF2B5EF4-FFF2-40B4-BE49-F238E27FC236}">
                <a16:creationId xmlns:a16="http://schemas.microsoft.com/office/drawing/2014/main" id="{1F77ED7C-A44B-4546-8FE6-5AE6B543409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08504" y="394092"/>
                </a:moveTo>
                <a:lnTo>
                  <a:pt x="1167213" y="323368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5" name="30ga_7_official_PredictedLigand_22">
            <a:extLst>
              <a:ext uri="{FF2B5EF4-FFF2-40B4-BE49-F238E27FC236}">
                <a16:creationId xmlns:a16="http://schemas.microsoft.com/office/drawing/2014/main" id="{9425B4B1-E3C7-4544-947B-E88D08C0669C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26458" y="100103"/>
                </a:moveTo>
                <a:lnTo>
                  <a:pt x="1569613" y="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6" name="30ga_7_official_PredictedLigand_23">
            <a:extLst>
              <a:ext uri="{FF2B5EF4-FFF2-40B4-BE49-F238E27FC236}">
                <a16:creationId xmlns:a16="http://schemas.microsoft.com/office/drawing/2014/main" id="{445FED04-41EF-4036-AA8F-6D360B4695EB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63123" y="732823"/>
                </a:moveTo>
                <a:lnTo>
                  <a:pt x="579243" y="6884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7" name="30ga_7_official_PredictedLigand_24">
            <a:extLst>
              <a:ext uri="{FF2B5EF4-FFF2-40B4-BE49-F238E27FC236}">
                <a16:creationId xmlns:a16="http://schemas.microsoft.com/office/drawing/2014/main" id="{09DDA269-0F9E-4EB4-8FB0-53C5E9E1B244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0879" y="671817"/>
                </a:moveTo>
                <a:lnTo>
                  <a:pt x="1862797" y="82505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8" name="30ga_7_official_PredictedLigand_25">
            <a:extLst>
              <a:ext uri="{FF2B5EF4-FFF2-40B4-BE49-F238E27FC236}">
                <a16:creationId xmlns:a16="http://schemas.microsoft.com/office/drawing/2014/main" id="{A56187DC-6328-40AA-9BE0-4FEB44A6A253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79243" y="688486"/>
                </a:moveTo>
                <a:lnTo>
                  <a:pt x="399566" y="58349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09" name="30ga_7_official_PredictedLigand_26">
            <a:extLst>
              <a:ext uri="{FF2B5EF4-FFF2-40B4-BE49-F238E27FC236}">
                <a16:creationId xmlns:a16="http://schemas.microsoft.com/office/drawing/2014/main" id="{0871BE7C-986D-43BB-8771-4DE78EED5F69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45875" y="512406"/>
                </a:moveTo>
                <a:lnTo>
                  <a:pt x="1750879" y="67181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0" name="30ga_7_official_PredictedLigand_27">
            <a:extLst>
              <a:ext uri="{FF2B5EF4-FFF2-40B4-BE49-F238E27FC236}">
                <a16:creationId xmlns:a16="http://schemas.microsoft.com/office/drawing/2014/main" id="{46149B5F-4324-4F4F-BFFD-FA2D7DE761E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249" y="332223"/>
                </a:moveTo>
                <a:lnTo>
                  <a:pt x="1845875" y="51240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1" name="30ga_7_official_PredictedLigand_28">
            <a:extLst>
              <a:ext uri="{FF2B5EF4-FFF2-40B4-BE49-F238E27FC236}">
                <a16:creationId xmlns:a16="http://schemas.microsoft.com/office/drawing/2014/main" id="{B3DCB1D1-CC2E-469B-BFD7-65275AB383B6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1959" y="240727"/>
                </a:moveTo>
                <a:lnTo>
                  <a:pt x="1526458" y="100103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2" name="30ga_7_official_PredictedLigand_29">
            <a:extLst>
              <a:ext uri="{FF2B5EF4-FFF2-40B4-BE49-F238E27FC236}">
                <a16:creationId xmlns:a16="http://schemas.microsoft.com/office/drawing/2014/main" id="{EDCBA993-C75E-4F2B-A134-B001FFA6530F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99566" y="583497"/>
                </a:moveTo>
                <a:lnTo>
                  <a:pt x="268971" y="516186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3" name="30ga_7_official_PredictedLigand_30">
            <a:extLst>
              <a:ext uri="{FF2B5EF4-FFF2-40B4-BE49-F238E27FC236}">
                <a16:creationId xmlns:a16="http://schemas.microsoft.com/office/drawing/2014/main" id="{5001268C-EB0D-4A05-8429-176EF3EDA7F8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51959" y="240727"/>
                </a:moveTo>
                <a:lnTo>
                  <a:pt x="1308504" y="394092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4" name="30ga_7_official_PredictedLigand_31">
            <a:extLst>
              <a:ext uri="{FF2B5EF4-FFF2-40B4-BE49-F238E27FC236}">
                <a16:creationId xmlns:a16="http://schemas.microsoft.com/office/drawing/2014/main" id="{963114AF-EA38-4825-B088-CC7C3F2FE952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65249" y="332223"/>
                </a:moveTo>
                <a:lnTo>
                  <a:pt x="1616212" y="332700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5" name="30ga_7_official_PredictedLigand_32">
            <a:extLst>
              <a:ext uri="{FF2B5EF4-FFF2-40B4-BE49-F238E27FC236}">
                <a16:creationId xmlns:a16="http://schemas.microsoft.com/office/drawing/2014/main" id="{897F0093-4705-4560-BFD5-207564855CBE}"/>
              </a:ext>
            </a:extLst>
          </p:cNvPr>
          <p:cNvSpPr>
            <a:spLocks noGrp="1"/>
          </p:cNvSpPr>
          <p:nvPr/>
        </p:nvSpPr>
        <p:spPr>
          <a:xfrm>
            <a:off x="2286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16212" y="332700"/>
                </a:moveTo>
                <a:lnTo>
                  <a:pt x="1451959" y="240727"/>
                </a:lnTo>
              </a:path>
            </a:pathLst>
          </a:custGeom>
          <a:noFill/>
          <a:ln w="23813">
            <a:solidFill>
              <a:srgbClr val="CD8750"/>
            </a:solidFill>
            <a:prstDash val="solid"/>
          </a:ln>
        </p:spPr>
      </p:sp>
      <p:sp>
        <p:nvSpPr>
          <p:cNvPr id="1016" name="30ga_7_official_PredictedAtoms_0">
            <a:extLst>
              <a:ext uri="{FF2B5EF4-FFF2-40B4-BE49-F238E27FC236}">
                <a16:creationId xmlns:a16="http://schemas.microsoft.com/office/drawing/2014/main" id="{F9E2D019-23A7-40BF-ACD3-2C8517DB5D93}"/>
              </a:ext>
            </a:extLst>
          </p:cNvPr>
          <p:cNvSpPr>
            <a:spLocks noGrp="1"/>
          </p:cNvSpPr>
          <p:nvPr/>
        </p:nvSpPr>
        <p:spPr>
          <a:xfrm>
            <a:off x="2025852" y="62249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7" name="30ga_7_official_PredictedAtoms_1">
            <a:extLst>
              <a:ext uri="{FF2B5EF4-FFF2-40B4-BE49-F238E27FC236}">
                <a16:creationId xmlns:a16="http://schemas.microsoft.com/office/drawing/2014/main" id="{7717008C-3144-4E5E-9607-C3C4AE85672B}"/>
              </a:ext>
            </a:extLst>
          </p:cNvPr>
          <p:cNvSpPr>
            <a:spLocks noGrp="1"/>
          </p:cNvSpPr>
          <p:nvPr/>
        </p:nvSpPr>
        <p:spPr>
          <a:xfrm>
            <a:off x="1898205" y="63639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8" name="30ga_7_official_PredictedAtoms_2">
            <a:extLst>
              <a:ext uri="{FF2B5EF4-FFF2-40B4-BE49-F238E27FC236}">
                <a16:creationId xmlns:a16="http://schemas.microsoft.com/office/drawing/2014/main" id="{495A4BE1-5C53-4522-B1F2-EE69D137EC81}"/>
              </a:ext>
            </a:extLst>
          </p:cNvPr>
          <p:cNvSpPr>
            <a:spLocks noGrp="1"/>
          </p:cNvSpPr>
          <p:nvPr/>
        </p:nvSpPr>
        <p:spPr>
          <a:xfrm>
            <a:off x="1977657" y="64787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19" name="30ga_7_official_PredictedAtoms_3">
            <a:extLst>
              <a:ext uri="{FF2B5EF4-FFF2-40B4-BE49-F238E27FC236}">
                <a16:creationId xmlns:a16="http://schemas.microsoft.com/office/drawing/2014/main" id="{3F79445A-4B15-42E4-B1E1-F299FD0E1973}"/>
              </a:ext>
            </a:extLst>
          </p:cNvPr>
          <p:cNvSpPr>
            <a:spLocks noGrp="1"/>
          </p:cNvSpPr>
          <p:nvPr/>
        </p:nvSpPr>
        <p:spPr>
          <a:xfrm>
            <a:off x="2058283" y="665888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0" name="30ga_7_official_PredictedAtoms_4">
            <a:extLst>
              <a:ext uri="{FF2B5EF4-FFF2-40B4-BE49-F238E27FC236}">
                <a16:creationId xmlns:a16="http://schemas.microsoft.com/office/drawing/2014/main" id="{A86AF607-CA24-4C0C-A635-47A425437FBE}"/>
              </a:ext>
            </a:extLst>
          </p:cNvPr>
          <p:cNvSpPr>
            <a:spLocks noGrp="1"/>
          </p:cNvSpPr>
          <p:nvPr/>
        </p:nvSpPr>
        <p:spPr>
          <a:xfrm>
            <a:off x="1963287" y="681829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1" name="30ga_7_official_PredictedAtoms_5">
            <a:extLst>
              <a:ext uri="{FF2B5EF4-FFF2-40B4-BE49-F238E27FC236}">
                <a16:creationId xmlns:a16="http://schemas.microsoft.com/office/drawing/2014/main" id="{2B96FBE0-DBBF-4DE1-8252-C2060EAA5BFA}"/>
              </a:ext>
            </a:extLst>
          </p:cNvPr>
          <p:cNvSpPr>
            <a:spLocks noGrp="1"/>
          </p:cNvSpPr>
          <p:nvPr/>
        </p:nvSpPr>
        <p:spPr>
          <a:xfrm>
            <a:off x="2075204" y="697153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2" name="30ga_7_official_PredictedAtoms_6">
            <a:extLst>
              <a:ext uri="{FF2B5EF4-FFF2-40B4-BE49-F238E27FC236}">
                <a16:creationId xmlns:a16="http://schemas.microsoft.com/office/drawing/2014/main" id="{F1980C52-A7DC-48CF-8B09-30E7C682E66B}"/>
              </a:ext>
            </a:extLst>
          </p:cNvPr>
          <p:cNvSpPr>
            <a:spLocks noGrp="1"/>
          </p:cNvSpPr>
          <p:nvPr/>
        </p:nvSpPr>
        <p:spPr>
          <a:xfrm>
            <a:off x="2256620" y="69013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3" name="30ga_7_official_PredictedAtoms_7">
            <a:extLst>
              <a:ext uri="{FF2B5EF4-FFF2-40B4-BE49-F238E27FC236}">
                <a16:creationId xmlns:a16="http://schemas.microsoft.com/office/drawing/2014/main" id="{CF517D37-E5CA-4EEF-9387-EAF2AD81A050}"/>
              </a:ext>
            </a:extLst>
          </p:cNvPr>
          <p:cNvSpPr>
            <a:spLocks noGrp="1"/>
          </p:cNvSpPr>
          <p:nvPr/>
        </p:nvSpPr>
        <p:spPr>
          <a:xfrm>
            <a:off x="2435814" y="698567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4" name="30ga_7_official_PredictedAtoms_8">
            <a:extLst>
              <a:ext uri="{FF2B5EF4-FFF2-40B4-BE49-F238E27FC236}">
                <a16:creationId xmlns:a16="http://schemas.microsoft.com/office/drawing/2014/main" id="{02733826-8F15-46A3-AD21-BE9E3FB9F7E5}"/>
              </a:ext>
            </a:extLst>
          </p:cNvPr>
          <p:cNvSpPr>
            <a:spLocks noGrp="1"/>
          </p:cNvSpPr>
          <p:nvPr/>
        </p:nvSpPr>
        <p:spPr>
          <a:xfrm>
            <a:off x="2472061" y="717329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5" name="30ga_7_official_PredictedAtoms_9">
            <a:extLst>
              <a:ext uri="{FF2B5EF4-FFF2-40B4-BE49-F238E27FC236}">
                <a16:creationId xmlns:a16="http://schemas.microsoft.com/office/drawing/2014/main" id="{A9F02B7D-4D0E-4AF8-9B67-F77B691AA995}"/>
              </a:ext>
            </a:extLst>
          </p:cNvPr>
          <p:cNvSpPr>
            <a:spLocks noGrp="1"/>
          </p:cNvSpPr>
          <p:nvPr/>
        </p:nvSpPr>
        <p:spPr>
          <a:xfrm>
            <a:off x="2589882" y="686919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6" name="30ga_7_official_PredictedAtoms_10">
            <a:extLst>
              <a:ext uri="{FF2B5EF4-FFF2-40B4-BE49-F238E27FC236}">
                <a16:creationId xmlns:a16="http://schemas.microsoft.com/office/drawing/2014/main" id="{BE4E23AB-4332-41EB-B275-4A4DA920D45E}"/>
              </a:ext>
            </a:extLst>
          </p:cNvPr>
          <p:cNvSpPr>
            <a:spLocks noGrp="1"/>
          </p:cNvSpPr>
          <p:nvPr/>
        </p:nvSpPr>
        <p:spPr>
          <a:xfrm>
            <a:off x="2564928" y="668222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7" name="30ga_7_official_PredictedAtoms_11">
            <a:extLst>
              <a:ext uri="{FF2B5EF4-FFF2-40B4-BE49-F238E27FC236}">
                <a16:creationId xmlns:a16="http://schemas.microsoft.com/office/drawing/2014/main" id="{1D9538FC-A515-48D5-A54F-9CD041DD44C3}"/>
              </a:ext>
            </a:extLst>
          </p:cNvPr>
          <p:cNvSpPr>
            <a:spLocks noGrp="1"/>
          </p:cNvSpPr>
          <p:nvPr/>
        </p:nvSpPr>
        <p:spPr>
          <a:xfrm>
            <a:off x="2400964" y="659573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8" name="30ga_7_official_PredictedAtoms_12">
            <a:extLst>
              <a:ext uri="{FF2B5EF4-FFF2-40B4-BE49-F238E27FC236}">
                <a16:creationId xmlns:a16="http://schemas.microsoft.com/office/drawing/2014/main" id="{82AB28EF-3EB1-4977-960A-A82C3B3C0934}"/>
              </a:ext>
            </a:extLst>
          </p:cNvPr>
          <p:cNvSpPr>
            <a:spLocks noGrp="1"/>
          </p:cNvSpPr>
          <p:nvPr/>
        </p:nvSpPr>
        <p:spPr>
          <a:xfrm>
            <a:off x="2245625" y="670496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29" name="30ga_7_official_PredictedAtoms_13">
            <a:extLst>
              <a:ext uri="{FF2B5EF4-FFF2-40B4-BE49-F238E27FC236}">
                <a16:creationId xmlns:a16="http://schemas.microsoft.com/office/drawing/2014/main" id="{E3B22A6E-B31F-43B6-9208-C270CEDA0CAC}"/>
              </a:ext>
            </a:extLst>
          </p:cNvPr>
          <p:cNvSpPr>
            <a:spLocks noGrp="1"/>
          </p:cNvSpPr>
          <p:nvPr/>
        </p:nvSpPr>
        <p:spPr>
          <a:xfrm>
            <a:off x="1828620" y="64791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0" name="30ga_7_official_PredictedAtoms_14">
            <a:extLst>
              <a:ext uri="{FF2B5EF4-FFF2-40B4-BE49-F238E27FC236}">
                <a16:creationId xmlns:a16="http://schemas.microsoft.com/office/drawing/2014/main" id="{2F28CBB1-236E-49A5-B605-84D282BFBFCA}"/>
              </a:ext>
            </a:extLst>
          </p:cNvPr>
          <p:cNvSpPr>
            <a:spLocks noGrp="1"/>
          </p:cNvSpPr>
          <p:nvPr/>
        </p:nvSpPr>
        <p:spPr>
          <a:xfrm>
            <a:off x="1664366" y="638720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1" name="30ga_7_official_PredictedAtoms_15">
            <a:extLst>
              <a:ext uri="{FF2B5EF4-FFF2-40B4-BE49-F238E27FC236}">
                <a16:creationId xmlns:a16="http://schemas.microsoft.com/office/drawing/2014/main" id="{A25F952B-2B75-4096-B0A7-81DE3EBC5D00}"/>
              </a:ext>
            </a:extLst>
          </p:cNvPr>
          <p:cNvSpPr>
            <a:spLocks noGrp="1"/>
          </p:cNvSpPr>
          <p:nvPr/>
        </p:nvSpPr>
        <p:spPr>
          <a:xfrm>
            <a:off x="1520911" y="654057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2" name="30ga_7_official_PredictedAtoms_16">
            <a:extLst>
              <a:ext uri="{FF2B5EF4-FFF2-40B4-BE49-F238E27FC236}">
                <a16:creationId xmlns:a16="http://schemas.microsoft.com/office/drawing/2014/main" id="{F9BC2E3E-E541-4EB6-9F0A-3D5249EE0CAF}"/>
              </a:ext>
            </a:extLst>
          </p:cNvPr>
          <p:cNvSpPr>
            <a:spLocks noGrp="1"/>
          </p:cNvSpPr>
          <p:nvPr/>
        </p:nvSpPr>
        <p:spPr>
          <a:xfrm>
            <a:off x="1379620" y="646985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3" name="30ga_7_official_PredictedAtoms_17">
            <a:extLst>
              <a:ext uri="{FF2B5EF4-FFF2-40B4-BE49-F238E27FC236}">
                <a16:creationId xmlns:a16="http://schemas.microsoft.com/office/drawing/2014/main" id="{2D44548C-A6C8-457C-A2FD-601212FD5D46}"/>
              </a:ext>
            </a:extLst>
          </p:cNvPr>
          <p:cNvSpPr>
            <a:spLocks noGrp="1"/>
          </p:cNvSpPr>
          <p:nvPr/>
        </p:nvSpPr>
        <p:spPr>
          <a:xfrm>
            <a:off x="1243283" y="659003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4" name="30ga_7_official_PredictedAtoms_18">
            <a:extLst>
              <a:ext uri="{FF2B5EF4-FFF2-40B4-BE49-F238E27FC236}">
                <a16:creationId xmlns:a16="http://schemas.microsoft.com/office/drawing/2014/main" id="{C23AC085-3875-4A93-8557-2AC0C176915F}"/>
              </a:ext>
            </a:extLst>
          </p:cNvPr>
          <p:cNvSpPr>
            <a:spLocks noGrp="1"/>
          </p:cNvSpPr>
          <p:nvPr/>
        </p:nvSpPr>
        <p:spPr>
          <a:xfrm>
            <a:off x="1125847" y="6456417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5" name="30ga_7_official_PredictedAtoms_19">
            <a:extLst>
              <a:ext uri="{FF2B5EF4-FFF2-40B4-BE49-F238E27FC236}">
                <a16:creationId xmlns:a16="http://schemas.microsoft.com/office/drawing/2014/main" id="{7093AE53-9CF5-490F-A046-8C0191E8B26E}"/>
              </a:ext>
            </a:extLst>
          </p:cNvPr>
          <p:cNvSpPr>
            <a:spLocks noGrp="1"/>
          </p:cNvSpPr>
          <p:nvPr/>
        </p:nvSpPr>
        <p:spPr>
          <a:xfrm>
            <a:off x="1345283" y="673811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6" name="30ga_7_official_PredictedAtoms_20">
            <a:extLst>
              <a:ext uri="{FF2B5EF4-FFF2-40B4-BE49-F238E27FC236}">
                <a16:creationId xmlns:a16="http://schemas.microsoft.com/office/drawing/2014/main" id="{1DDAB682-E228-4903-814E-0959DFECC69E}"/>
              </a:ext>
            </a:extLst>
          </p:cNvPr>
          <p:cNvSpPr>
            <a:spLocks noGrp="1"/>
          </p:cNvSpPr>
          <p:nvPr/>
        </p:nvSpPr>
        <p:spPr>
          <a:xfrm>
            <a:off x="1109181" y="669582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7" name="30ga_7_official_PredictedAtoms_21">
            <a:extLst>
              <a:ext uri="{FF2B5EF4-FFF2-40B4-BE49-F238E27FC236}">
                <a16:creationId xmlns:a16="http://schemas.microsoft.com/office/drawing/2014/main" id="{D1B561A0-6356-4062-A750-E32EF3A86AE0}"/>
              </a:ext>
            </a:extLst>
          </p:cNvPr>
          <p:cNvSpPr>
            <a:spLocks noGrp="1"/>
          </p:cNvSpPr>
          <p:nvPr/>
        </p:nvSpPr>
        <p:spPr>
          <a:xfrm>
            <a:off x="975530" y="6879305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8" name="30ga_7_official_PredictedAtoms_22">
            <a:extLst>
              <a:ext uri="{FF2B5EF4-FFF2-40B4-BE49-F238E27FC236}">
                <a16:creationId xmlns:a16="http://schemas.microsoft.com/office/drawing/2014/main" id="{4636107F-21C7-4395-BF47-B998FB0291DF}"/>
              </a:ext>
            </a:extLst>
          </p:cNvPr>
          <p:cNvSpPr>
            <a:spLocks noGrp="1"/>
          </p:cNvSpPr>
          <p:nvPr/>
        </p:nvSpPr>
        <p:spPr>
          <a:xfrm>
            <a:off x="1073681" y="7046649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39" name="30ga_7_official_PredictedAtoms_23">
            <a:extLst>
              <a:ext uri="{FF2B5EF4-FFF2-40B4-BE49-F238E27FC236}">
                <a16:creationId xmlns:a16="http://schemas.microsoft.com/office/drawing/2014/main" id="{5277A84B-CD54-4091-8995-DB53272CB23F}"/>
              </a:ext>
            </a:extLst>
          </p:cNvPr>
          <p:cNvSpPr>
            <a:spLocks noGrp="1"/>
          </p:cNvSpPr>
          <p:nvPr/>
        </p:nvSpPr>
        <p:spPr>
          <a:xfrm>
            <a:off x="922303" y="691083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0" name="30ga_7_official_PredictedAtoms_24">
            <a:extLst>
              <a:ext uri="{FF2B5EF4-FFF2-40B4-BE49-F238E27FC236}">
                <a16:creationId xmlns:a16="http://schemas.microsoft.com/office/drawing/2014/main" id="{B8423E70-4B32-4B1B-ACA6-69D144231C49}"/>
              </a:ext>
            </a:extLst>
          </p:cNvPr>
          <p:cNvSpPr>
            <a:spLocks noGrp="1"/>
          </p:cNvSpPr>
          <p:nvPr/>
        </p:nvSpPr>
        <p:spPr>
          <a:xfrm>
            <a:off x="791650" y="68349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1" name="30ga_7_official_PredictedAtoms_25">
            <a:extLst>
              <a:ext uri="{FF2B5EF4-FFF2-40B4-BE49-F238E27FC236}">
                <a16:creationId xmlns:a16="http://schemas.microsoft.com/office/drawing/2014/main" id="{1E4D450E-D11D-4890-AD3D-B1AC655DBE6A}"/>
              </a:ext>
            </a:extLst>
          </p:cNvPr>
          <p:cNvSpPr>
            <a:spLocks noGrp="1"/>
          </p:cNvSpPr>
          <p:nvPr/>
        </p:nvSpPr>
        <p:spPr>
          <a:xfrm>
            <a:off x="611973" y="6729980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2" name="30ga_7_official_PredictedAtoms_26">
            <a:extLst>
              <a:ext uri="{FF2B5EF4-FFF2-40B4-BE49-F238E27FC236}">
                <a16:creationId xmlns:a16="http://schemas.microsoft.com/office/drawing/2014/main" id="{09A3E330-2A27-45B1-A350-36E805626CCF}"/>
              </a:ext>
            </a:extLst>
          </p:cNvPr>
          <p:cNvSpPr>
            <a:spLocks noGrp="1"/>
          </p:cNvSpPr>
          <p:nvPr/>
        </p:nvSpPr>
        <p:spPr>
          <a:xfrm>
            <a:off x="481379" y="6662668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3" name="30ga_7_official_PredictedAtoms_27">
            <a:extLst>
              <a:ext uri="{FF2B5EF4-FFF2-40B4-BE49-F238E27FC236}">
                <a16:creationId xmlns:a16="http://schemas.microsoft.com/office/drawing/2014/main" id="{A12BFD22-C5DC-4C6D-B7AB-CA0741A891FD}"/>
              </a:ext>
            </a:extLst>
          </p:cNvPr>
          <p:cNvSpPr>
            <a:spLocks noGrp="1"/>
          </p:cNvSpPr>
          <p:nvPr/>
        </p:nvSpPr>
        <p:spPr>
          <a:xfrm>
            <a:off x="502603" y="6869362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4" name="30ga_7_official_PredictedAtoms_28">
            <a:extLst>
              <a:ext uri="{FF2B5EF4-FFF2-40B4-BE49-F238E27FC236}">
                <a16:creationId xmlns:a16="http://schemas.microsoft.com/office/drawing/2014/main" id="{EEB0CDC9-317F-4B96-A9DC-8D0E556E4F9C}"/>
              </a:ext>
            </a:extLst>
          </p:cNvPr>
          <p:cNvSpPr>
            <a:spLocks noGrp="1"/>
          </p:cNvSpPr>
          <p:nvPr/>
        </p:nvSpPr>
        <p:spPr>
          <a:xfrm>
            <a:off x="684067" y="6560683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5" name="30ga_7_official_PredictedAtoms_29">
            <a:extLst>
              <a:ext uri="{FF2B5EF4-FFF2-40B4-BE49-F238E27FC236}">
                <a16:creationId xmlns:a16="http://schemas.microsoft.com/office/drawing/2014/main" id="{13A37222-F632-4486-A852-51966FC0EC9F}"/>
              </a:ext>
            </a:extLst>
          </p:cNvPr>
          <p:cNvSpPr>
            <a:spLocks noGrp="1"/>
          </p:cNvSpPr>
          <p:nvPr/>
        </p:nvSpPr>
        <p:spPr>
          <a:xfrm>
            <a:off x="1738866" y="6246586"/>
            <a:ext cx="32385" cy="32385"/>
          </a:xfrm>
          <a:prstGeom prst="ellipse">
            <a:avLst/>
          </a:prstGeom>
          <a:solidFill>
            <a:srgbClr val="CD8750"/>
          </a:solidFill>
          <a:ln w="0">
            <a:noFill/>
          </a:ln>
        </p:spPr>
      </p:sp>
      <p:sp>
        <p:nvSpPr>
          <p:cNvPr id="1046" name="stage3-cases-alternatives_34">
            <a:extLst>
              <a:ext uri="{FF2B5EF4-FFF2-40B4-BE49-F238E27FC236}">
                <a16:creationId xmlns:a16="http://schemas.microsoft.com/office/drawing/2014/main" id="{8BC59B8A-E641-4300-9A89-1848ECBF7D17}"/>
              </a:ext>
            </a:extLst>
          </p:cNvPr>
          <p:cNvSpPr>
            <a:spLocks noGrp="1"/>
          </p:cNvSpPr>
          <p:nvPr/>
        </p:nvSpPr>
        <p:spPr>
          <a:xfrm>
            <a:off x="2286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0.69 Å   D 100%   Clash 0</a:t>
            </a:r>
          </a:p>
        </p:txBody>
      </p:sp>
      <p:sp>
        <p:nvSpPr>
          <p:cNvPr id="1047" name="30ga_7_tuned_Receptor">
            <a:extLst>
              <a:ext uri="{FF2B5EF4-FFF2-40B4-BE49-F238E27FC236}">
                <a16:creationId xmlns:a16="http://schemas.microsoft.com/office/drawing/2014/main" id="{6F7A32E6-2272-4E25-B6E1-711C2E6D17E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464" y="830554"/>
                </a:moveTo>
                <a:lnTo>
                  <a:pt x="2649148" y="844523"/>
                </a:lnTo>
                <a:moveTo>
                  <a:pt x="1564951" y="859985"/>
                </a:moveTo>
                <a:lnTo>
                  <a:pt x="1661931" y="829393"/>
                </a:lnTo>
                <a:moveTo>
                  <a:pt x="1142403" y="767673"/>
                </a:moveTo>
                <a:lnTo>
                  <a:pt x="1180586" y="753068"/>
                </a:lnTo>
                <a:moveTo>
                  <a:pt x="2511464" y="830554"/>
                </a:moveTo>
                <a:lnTo>
                  <a:pt x="2440362" y="1030635"/>
                </a:lnTo>
                <a:moveTo>
                  <a:pt x="1474630" y="693284"/>
                </a:moveTo>
                <a:lnTo>
                  <a:pt x="1564951" y="859985"/>
                </a:lnTo>
                <a:moveTo>
                  <a:pt x="939165" y="821928"/>
                </a:moveTo>
                <a:lnTo>
                  <a:pt x="1142403" y="767673"/>
                </a:lnTo>
                <a:moveTo>
                  <a:pt x="1142403" y="767673"/>
                </a:moveTo>
                <a:lnTo>
                  <a:pt x="1274394" y="736749"/>
                </a:lnTo>
                <a:moveTo>
                  <a:pt x="2605220" y="722299"/>
                </a:moveTo>
                <a:lnTo>
                  <a:pt x="2511464" y="830554"/>
                </a:lnTo>
                <a:moveTo>
                  <a:pt x="939165" y="821928"/>
                </a:moveTo>
                <a:lnTo>
                  <a:pt x="823151" y="640876"/>
                </a:lnTo>
                <a:moveTo>
                  <a:pt x="1274394" y="736749"/>
                </a:moveTo>
                <a:lnTo>
                  <a:pt x="1474630" y="693284"/>
                </a:lnTo>
                <a:moveTo>
                  <a:pt x="1022394" y="1130897"/>
                </a:moveTo>
                <a:lnTo>
                  <a:pt x="1088948" y="1189126"/>
                </a:lnTo>
                <a:moveTo>
                  <a:pt x="2440362" y="1030635"/>
                </a:moveTo>
                <a:lnTo>
                  <a:pt x="2309123" y="1027233"/>
                </a:lnTo>
                <a:moveTo>
                  <a:pt x="1768693" y="347449"/>
                </a:moveTo>
                <a:lnTo>
                  <a:pt x="1954234" y="279107"/>
                </a:lnTo>
                <a:moveTo>
                  <a:pt x="945253" y="954637"/>
                </a:moveTo>
                <a:lnTo>
                  <a:pt x="939165" y="821928"/>
                </a:lnTo>
                <a:moveTo>
                  <a:pt x="823151" y="640876"/>
                </a:moveTo>
                <a:lnTo>
                  <a:pt x="649028" y="689238"/>
                </a:lnTo>
                <a:moveTo>
                  <a:pt x="1474630" y="693284"/>
                </a:moveTo>
                <a:lnTo>
                  <a:pt x="1591466" y="650144"/>
                </a:lnTo>
                <a:moveTo>
                  <a:pt x="1756490" y="513526"/>
                </a:moveTo>
                <a:lnTo>
                  <a:pt x="1768693" y="347449"/>
                </a:lnTo>
                <a:moveTo>
                  <a:pt x="2052459" y="398972"/>
                </a:moveTo>
                <a:lnTo>
                  <a:pt x="1954234" y="279107"/>
                </a:lnTo>
                <a:moveTo>
                  <a:pt x="1022394" y="1130897"/>
                </a:moveTo>
                <a:lnTo>
                  <a:pt x="945253" y="954637"/>
                </a:lnTo>
                <a:moveTo>
                  <a:pt x="1591466" y="650144"/>
                </a:moveTo>
                <a:lnTo>
                  <a:pt x="1756490" y="513526"/>
                </a:lnTo>
                <a:moveTo>
                  <a:pt x="2644383" y="374885"/>
                </a:moveTo>
                <a:lnTo>
                  <a:pt x="2545965" y="376476"/>
                </a:lnTo>
                <a:moveTo>
                  <a:pt x="1756490" y="513526"/>
                </a:moveTo>
                <a:lnTo>
                  <a:pt x="1936434" y="541783"/>
                </a:lnTo>
                <a:moveTo>
                  <a:pt x="1936434" y="541783"/>
                </a:moveTo>
                <a:lnTo>
                  <a:pt x="2052459" y="398972"/>
                </a:lnTo>
                <a:moveTo>
                  <a:pt x="1025407" y="1259210"/>
                </a:moveTo>
                <a:lnTo>
                  <a:pt x="1022394" y="1130897"/>
                </a:lnTo>
                <a:moveTo>
                  <a:pt x="1025407" y="1259210"/>
                </a:moveTo>
                <a:lnTo>
                  <a:pt x="821735" y="1331604"/>
                </a:lnTo>
                <a:moveTo>
                  <a:pt x="1107152" y="1156704"/>
                </a:moveTo>
                <a:lnTo>
                  <a:pt x="1025407" y="1259210"/>
                </a:lnTo>
                <a:moveTo>
                  <a:pt x="1293463" y="1105735"/>
                </a:moveTo>
                <a:lnTo>
                  <a:pt x="1404848" y="1147976"/>
                </a:lnTo>
                <a:moveTo>
                  <a:pt x="1293463" y="1105735"/>
                </a:moveTo>
                <a:lnTo>
                  <a:pt x="1107152" y="1156704"/>
                </a:lnTo>
                <a:moveTo>
                  <a:pt x="1367241" y="993470"/>
                </a:moveTo>
                <a:lnTo>
                  <a:pt x="1293463" y="1105735"/>
                </a:lnTo>
                <a:moveTo>
                  <a:pt x="445616" y="1296832"/>
                </a:moveTo>
                <a:lnTo>
                  <a:pt x="446261" y="1155372"/>
                </a:lnTo>
                <a:moveTo>
                  <a:pt x="1263386" y="1028791"/>
                </a:moveTo>
                <a:lnTo>
                  <a:pt x="1367241" y="993470"/>
                </a:lnTo>
                <a:moveTo>
                  <a:pt x="1353580" y="1097534"/>
                </a:moveTo>
                <a:lnTo>
                  <a:pt x="1263386" y="1028791"/>
                </a:lnTo>
                <a:moveTo>
                  <a:pt x="1353580" y="1097534"/>
                </a:moveTo>
                <a:lnTo>
                  <a:pt x="1526643" y="1142856"/>
                </a:lnTo>
                <a:moveTo>
                  <a:pt x="738920" y="120731"/>
                </a:moveTo>
                <a:lnTo>
                  <a:pt x="735146" y="4705"/>
                </a:lnTo>
                <a:moveTo>
                  <a:pt x="738920" y="120731"/>
                </a:moveTo>
                <a:lnTo>
                  <a:pt x="619864" y="271652"/>
                </a:lnTo>
                <a:moveTo>
                  <a:pt x="1234776" y="1119050"/>
                </a:moveTo>
                <a:lnTo>
                  <a:pt x="1353580" y="1097534"/>
                </a:lnTo>
                <a:moveTo>
                  <a:pt x="2101089" y="128017"/>
                </a:moveTo>
                <a:lnTo>
                  <a:pt x="2301645" y="114298"/>
                </a:lnTo>
                <a:moveTo>
                  <a:pt x="2545321" y="1020209"/>
                </a:moveTo>
                <a:lnTo>
                  <a:pt x="2468794" y="870841"/>
                </a:lnTo>
                <a:moveTo>
                  <a:pt x="2468794" y="870841"/>
                </a:moveTo>
                <a:lnTo>
                  <a:pt x="2339976" y="745049"/>
                </a:lnTo>
                <a:moveTo>
                  <a:pt x="858673" y="89935"/>
                </a:moveTo>
                <a:lnTo>
                  <a:pt x="738920" y="120731"/>
                </a:lnTo>
                <a:moveTo>
                  <a:pt x="1077917" y="977493"/>
                </a:moveTo>
                <a:lnTo>
                  <a:pt x="1234776" y="1119050"/>
                </a:lnTo>
                <a:moveTo>
                  <a:pt x="1903946" y="746395"/>
                </a:moveTo>
                <a:lnTo>
                  <a:pt x="1956062" y="902403"/>
                </a:lnTo>
                <a:moveTo>
                  <a:pt x="761409" y="724027"/>
                </a:moveTo>
                <a:lnTo>
                  <a:pt x="954423" y="644534"/>
                </a:lnTo>
                <a:moveTo>
                  <a:pt x="1234776" y="1119050"/>
                </a:moveTo>
                <a:lnTo>
                  <a:pt x="1155604" y="1326091"/>
                </a:lnTo>
                <a:moveTo>
                  <a:pt x="1118545" y="789592"/>
                </a:moveTo>
                <a:lnTo>
                  <a:pt x="1077917" y="977493"/>
                </a:lnTo>
                <a:moveTo>
                  <a:pt x="954423" y="644534"/>
                </a:moveTo>
                <a:lnTo>
                  <a:pt x="1118545" y="789592"/>
                </a:lnTo>
                <a:moveTo>
                  <a:pt x="1118545" y="789592"/>
                </a:moveTo>
                <a:lnTo>
                  <a:pt x="1286060" y="729771"/>
                </a:lnTo>
                <a:moveTo>
                  <a:pt x="1903946" y="746395"/>
                </a:moveTo>
                <a:lnTo>
                  <a:pt x="1995616" y="593903"/>
                </a:lnTo>
                <a:moveTo>
                  <a:pt x="512722" y="1199591"/>
                </a:moveTo>
                <a:lnTo>
                  <a:pt x="630625" y="1192805"/>
                </a:lnTo>
                <a:moveTo>
                  <a:pt x="2521176" y="846225"/>
                </a:moveTo>
                <a:lnTo>
                  <a:pt x="2468794" y="870841"/>
                </a:lnTo>
                <a:moveTo>
                  <a:pt x="1724428" y="765701"/>
                </a:moveTo>
                <a:lnTo>
                  <a:pt x="1903946" y="746395"/>
                </a:lnTo>
                <a:moveTo>
                  <a:pt x="1447196" y="181059"/>
                </a:moveTo>
                <a:lnTo>
                  <a:pt x="1229611" y="168494"/>
                </a:lnTo>
                <a:moveTo>
                  <a:pt x="2651143" y="972778"/>
                </a:moveTo>
                <a:lnTo>
                  <a:pt x="2521176" y="846225"/>
                </a:lnTo>
                <a:moveTo>
                  <a:pt x="1500472" y="378654"/>
                </a:moveTo>
                <a:lnTo>
                  <a:pt x="1447196" y="181059"/>
                </a:lnTo>
                <a:moveTo>
                  <a:pt x="1729881" y="636267"/>
                </a:moveTo>
                <a:lnTo>
                  <a:pt x="1724428" y="765701"/>
                </a:lnTo>
                <a:moveTo>
                  <a:pt x="1686093" y="426657"/>
                </a:moveTo>
                <a:lnTo>
                  <a:pt x="1500472" y="378654"/>
                </a:lnTo>
                <a:moveTo>
                  <a:pt x="1686093" y="426657"/>
                </a:moveTo>
                <a:lnTo>
                  <a:pt x="1818688" y="307762"/>
                </a:lnTo>
                <a:moveTo>
                  <a:pt x="1447196" y="181059"/>
                </a:moveTo>
                <a:lnTo>
                  <a:pt x="1506440" y="37390"/>
                </a:lnTo>
                <a:moveTo>
                  <a:pt x="1729881" y="636267"/>
                </a:moveTo>
                <a:lnTo>
                  <a:pt x="1686093" y="426657"/>
                </a:lnTo>
                <a:moveTo>
                  <a:pt x="1594832" y="709577"/>
                </a:moveTo>
                <a:lnTo>
                  <a:pt x="1729881" y="636267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048" name="30ga_7_tuned_ExperimentalDensity">
            <a:extLst>
              <a:ext uri="{FF2B5EF4-FFF2-40B4-BE49-F238E27FC236}">
                <a16:creationId xmlns:a16="http://schemas.microsoft.com/office/drawing/2014/main" id="{6C2D0516-E374-4FA8-8F52-0E32303D730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905" y="30994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93905" y="309940"/>
                </a:lnTo>
                <a:moveTo>
                  <a:pt x="901252" y="225509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01252" y="225509"/>
                </a:lnTo>
                <a:moveTo>
                  <a:pt x="567329" y="772805"/>
                </a:moveTo>
                <a:lnTo>
                  <a:pt x="633475" y="755143"/>
                </a:lnTo>
                <a:moveTo>
                  <a:pt x="768145" y="908437"/>
                </a:moveTo>
                <a:lnTo>
                  <a:pt x="633475" y="755143"/>
                </a:lnTo>
                <a:moveTo>
                  <a:pt x="390351" y="665793"/>
                </a:moveTo>
                <a:lnTo>
                  <a:pt x="306794" y="575998"/>
                </a:lnTo>
                <a:moveTo>
                  <a:pt x="1705487" y="124718"/>
                </a:moveTo>
                <a:lnTo>
                  <a:pt x="1828042" y="49772"/>
                </a:lnTo>
                <a:moveTo>
                  <a:pt x="702784" y="1003976"/>
                </a:moveTo>
                <a:lnTo>
                  <a:pt x="768145" y="908437"/>
                </a:lnTo>
                <a:moveTo>
                  <a:pt x="901252" y="225509"/>
                </a:moveTo>
                <a:lnTo>
                  <a:pt x="792291" y="150692"/>
                </a:lnTo>
                <a:moveTo>
                  <a:pt x="914111" y="223063"/>
                </a:moveTo>
                <a:lnTo>
                  <a:pt x="792291" y="150692"/>
                </a:lnTo>
                <a:moveTo>
                  <a:pt x="418426" y="742875"/>
                </a:moveTo>
                <a:lnTo>
                  <a:pt x="390351" y="665793"/>
                </a:lnTo>
                <a:moveTo>
                  <a:pt x="914111" y="223063"/>
                </a:moveTo>
                <a:lnTo>
                  <a:pt x="882378" y="140151"/>
                </a:lnTo>
                <a:moveTo>
                  <a:pt x="1401111" y="628879"/>
                </a:moveTo>
                <a:lnTo>
                  <a:pt x="1316332" y="446169"/>
                </a:lnTo>
                <a:moveTo>
                  <a:pt x="691107" y="814799"/>
                </a:moveTo>
                <a:lnTo>
                  <a:pt x="633475" y="755143"/>
                </a:lnTo>
                <a:moveTo>
                  <a:pt x="1705487" y="124718"/>
                </a:moveTo>
                <a:lnTo>
                  <a:pt x="1702616" y="105970"/>
                </a:lnTo>
                <a:moveTo>
                  <a:pt x="567329" y="772805"/>
                </a:moveTo>
                <a:lnTo>
                  <a:pt x="418426" y="742875"/>
                </a:lnTo>
                <a:moveTo>
                  <a:pt x="702784" y="1003976"/>
                </a:moveTo>
                <a:lnTo>
                  <a:pt x="709269" y="993047"/>
                </a:lnTo>
                <a:moveTo>
                  <a:pt x="1846488" y="57118"/>
                </a:moveTo>
                <a:lnTo>
                  <a:pt x="1828042" y="49772"/>
                </a:lnTo>
                <a:moveTo>
                  <a:pt x="691107" y="814799"/>
                </a:moveTo>
                <a:lnTo>
                  <a:pt x="567329" y="772805"/>
                </a:lnTo>
                <a:moveTo>
                  <a:pt x="709269" y="993047"/>
                </a:moveTo>
                <a:lnTo>
                  <a:pt x="768145" y="908437"/>
                </a:lnTo>
                <a:moveTo>
                  <a:pt x="1705487" y="124718"/>
                </a:moveTo>
                <a:lnTo>
                  <a:pt x="1846488" y="57118"/>
                </a:lnTo>
                <a:moveTo>
                  <a:pt x="625210" y="845614"/>
                </a:moveTo>
                <a:lnTo>
                  <a:pt x="567329" y="772805"/>
                </a:lnTo>
                <a:moveTo>
                  <a:pt x="768145" y="908437"/>
                </a:moveTo>
                <a:lnTo>
                  <a:pt x="691107" y="814799"/>
                </a:lnTo>
                <a:moveTo>
                  <a:pt x="412465" y="770242"/>
                </a:moveTo>
                <a:lnTo>
                  <a:pt x="567329" y="772805"/>
                </a:lnTo>
                <a:moveTo>
                  <a:pt x="305882" y="598787"/>
                </a:moveTo>
                <a:lnTo>
                  <a:pt x="306794" y="575998"/>
                </a:lnTo>
                <a:moveTo>
                  <a:pt x="1649316" y="307338"/>
                </a:moveTo>
                <a:lnTo>
                  <a:pt x="1702616" y="105970"/>
                </a:lnTo>
                <a:moveTo>
                  <a:pt x="418426" y="742875"/>
                </a:moveTo>
                <a:lnTo>
                  <a:pt x="306794" y="575998"/>
                </a:lnTo>
                <a:moveTo>
                  <a:pt x="1899175" y="57105"/>
                </a:moveTo>
                <a:lnTo>
                  <a:pt x="1828042" y="49772"/>
                </a:lnTo>
                <a:moveTo>
                  <a:pt x="1621558" y="359846"/>
                </a:moveTo>
                <a:lnTo>
                  <a:pt x="1649316" y="307338"/>
                </a:lnTo>
                <a:moveTo>
                  <a:pt x="882378" y="140151"/>
                </a:moveTo>
                <a:lnTo>
                  <a:pt x="792291" y="150692"/>
                </a:lnTo>
                <a:moveTo>
                  <a:pt x="1344937" y="522940"/>
                </a:moveTo>
                <a:lnTo>
                  <a:pt x="1316332" y="446169"/>
                </a:lnTo>
                <a:moveTo>
                  <a:pt x="418426" y="742875"/>
                </a:moveTo>
                <a:lnTo>
                  <a:pt x="305882" y="598787"/>
                </a:lnTo>
                <a:moveTo>
                  <a:pt x="478649" y="871554"/>
                </a:moveTo>
                <a:lnTo>
                  <a:pt x="567329" y="772805"/>
                </a:lnTo>
                <a:moveTo>
                  <a:pt x="306794" y="575998"/>
                </a:moveTo>
                <a:lnTo>
                  <a:pt x="269299" y="459045"/>
                </a:lnTo>
                <a:moveTo>
                  <a:pt x="1702616" y="105970"/>
                </a:moveTo>
                <a:lnTo>
                  <a:pt x="1846488" y="57118"/>
                </a:lnTo>
                <a:moveTo>
                  <a:pt x="1649316" y="307338"/>
                </a:moveTo>
                <a:lnTo>
                  <a:pt x="1595456" y="198250"/>
                </a:lnTo>
                <a:moveTo>
                  <a:pt x="389317" y="734540"/>
                </a:moveTo>
                <a:lnTo>
                  <a:pt x="305882" y="598787"/>
                </a:lnTo>
                <a:moveTo>
                  <a:pt x="575503" y="1053854"/>
                </a:moveTo>
                <a:lnTo>
                  <a:pt x="709269" y="993047"/>
                </a:lnTo>
                <a:moveTo>
                  <a:pt x="389317" y="734540"/>
                </a:moveTo>
                <a:lnTo>
                  <a:pt x="418426" y="742875"/>
                </a:lnTo>
                <a:moveTo>
                  <a:pt x="1998623" y="137530"/>
                </a:moveTo>
                <a:lnTo>
                  <a:pt x="1899175" y="57105"/>
                </a:lnTo>
                <a:moveTo>
                  <a:pt x="1401111" y="628879"/>
                </a:moveTo>
                <a:lnTo>
                  <a:pt x="1344937" y="522940"/>
                </a:lnTo>
                <a:moveTo>
                  <a:pt x="1595456" y="198250"/>
                </a:moveTo>
                <a:lnTo>
                  <a:pt x="1702616" y="105970"/>
                </a:lnTo>
                <a:moveTo>
                  <a:pt x="412465" y="770242"/>
                </a:moveTo>
                <a:lnTo>
                  <a:pt x="418426" y="742875"/>
                </a:lnTo>
                <a:moveTo>
                  <a:pt x="1477618" y="277899"/>
                </a:moveTo>
                <a:lnTo>
                  <a:pt x="1649316" y="307338"/>
                </a:lnTo>
                <a:moveTo>
                  <a:pt x="1702616" y="105970"/>
                </a:moveTo>
                <a:lnTo>
                  <a:pt x="1647588" y="0"/>
                </a:lnTo>
                <a:moveTo>
                  <a:pt x="625210" y="845614"/>
                </a:moveTo>
                <a:lnTo>
                  <a:pt x="691107" y="814799"/>
                </a:lnTo>
                <a:moveTo>
                  <a:pt x="259363" y="498384"/>
                </a:moveTo>
                <a:lnTo>
                  <a:pt x="306794" y="575998"/>
                </a:lnTo>
                <a:moveTo>
                  <a:pt x="412465" y="770242"/>
                </a:moveTo>
                <a:lnTo>
                  <a:pt x="389317" y="734540"/>
                </a:lnTo>
                <a:moveTo>
                  <a:pt x="1702616" y="105970"/>
                </a:moveTo>
                <a:lnTo>
                  <a:pt x="1747547" y="0"/>
                </a:lnTo>
                <a:moveTo>
                  <a:pt x="2521022" y="899366"/>
                </a:moveTo>
                <a:lnTo>
                  <a:pt x="2508453" y="893382"/>
                </a:lnTo>
                <a:moveTo>
                  <a:pt x="2021509" y="217672"/>
                </a:moveTo>
                <a:lnTo>
                  <a:pt x="1998623" y="137530"/>
                </a:lnTo>
                <a:moveTo>
                  <a:pt x="2389791" y="972057"/>
                </a:moveTo>
                <a:lnTo>
                  <a:pt x="2508453" y="893382"/>
                </a:lnTo>
                <a:moveTo>
                  <a:pt x="687402" y="927224"/>
                </a:moveTo>
                <a:lnTo>
                  <a:pt x="768145" y="908437"/>
                </a:lnTo>
                <a:moveTo>
                  <a:pt x="2508438" y="886865"/>
                </a:moveTo>
                <a:lnTo>
                  <a:pt x="2508453" y="893382"/>
                </a:lnTo>
                <a:moveTo>
                  <a:pt x="1899175" y="57105"/>
                </a:moveTo>
                <a:lnTo>
                  <a:pt x="1846488" y="57118"/>
                </a:lnTo>
                <a:moveTo>
                  <a:pt x="2391899" y="974092"/>
                </a:moveTo>
                <a:lnTo>
                  <a:pt x="2508453" y="893382"/>
                </a:lnTo>
                <a:moveTo>
                  <a:pt x="691929" y="907949"/>
                </a:moveTo>
                <a:lnTo>
                  <a:pt x="768145" y="908437"/>
                </a:lnTo>
                <a:moveTo>
                  <a:pt x="305882" y="598787"/>
                </a:moveTo>
                <a:lnTo>
                  <a:pt x="259363" y="498384"/>
                </a:lnTo>
                <a:moveTo>
                  <a:pt x="1846488" y="57118"/>
                </a:moveTo>
                <a:lnTo>
                  <a:pt x="1815422" y="0"/>
                </a:lnTo>
                <a:moveTo>
                  <a:pt x="2508438" y="886865"/>
                </a:moveTo>
                <a:lnTo>
                  <a:pt x="2521022" y="899366"/>
                </a:lnTo>
                <a:moveTo>
                  <a:pt x="273368" y="689341"/>
                </a:moveTo>
                <a:lnTo>
                  <a:pt x="305882" y="598787"/>
                </a:lnTo>
                <a:moveTo>
                  <a:pt x="1518971" y="348878"/>
                </a:moveTo>
                <a:lnTo>
                  <a:pt x="1621558" y="359846"/>
                </a:lnTo>
                <a:moveTo>
                  <a:pt x="2256293" y="1033181"/>
                </a:moveTo>
                <a:lnTo>
                  <a:pt x="2389791" y="972057"/>
                </a:lnTo>
                <a:moveTo>
                  <a:pt x="1621558" y="359846"/>
                </a:moveTo>
                <a:lnTo>
                  <a:pt x="1477618" y="277899"/>
                </a:lnTo>
                <a:moveTo>
                  <a:pt x="1595456" y="198250"/>
                </a:moveTo>
                <a:lnTo>
                  <a:pt x="1638972" y="0"/>
                </a:lnTo>
                <a:moveTo>
                  <a:pt x="2391899" y="974092"/>
                </a:moveTo>
                <a:lnTo>
                  <a:pt x="2389791" y="972057"/>
                </a:lnTo>
                <a:moveTo>
                  <a:pt x="1405534" y="162655"/>
                </a:moveTo>
                <a:lnTo>
                  <a:pt x="1455112" y="86227"/>
                </a:lnTo>
                <a:moveTo>
                  <a:pt x="2391899" y="974092"/>
                </a:moveTo>
                <a:lnTo>
                  <a:pt x="2508438" y="886865"/>
                </a:lnTo>
                <a:moveTo>
                  <a:pt x="2028033" y="926904"/>
                </a:moveTo>
                <a:lnTo>
                  <a:pt x="1948854" y="797795"/>
                </a:lnTo>
                <a:moveTo>
                  <a:pt x="1595456" y="198250"/>
                </a:moveTo>
                <a:lnTo>
                  <a:pt x="1517128" y="60220"/>
                </a:lnTo>
                <a:moveTo>
                  <a:pt x="389317" y="734540"/>
                </a:moveTo>
                <a:lnTo>
                  <a:pt x="273368" y="689341"/>
                </a:lnTo>
                <a:moveTo>
                  <a:pt x="2028033" y="926904"/>
                </a:moveTo>
                <a:lnTo>
                  <a:pt x="2057945" y="939698"/>
                </a:lnTo>
                <a:moveTo>
                  <a:pt x="478649" y="871554"/>
                </a:moveTo>
                <a:lnTo>
                  <a:pt x="625210" y="845614"/>
                </a:lnTo>
                <a:moveTo>
                  <a:pt x="2267944" y="1046181"/>
                </a:moveTo>
                <a:lnTo>
                  <a:pt x="2256293" y="1033181"/>
                </a:lnTo>
                <a:moveTo>
                  <a:pt x="478649" y="871554"/>
                </a:moveTo>
                <a:lnTo>
                  <a:pt x="412465" y="770242"/>
                </a:lnTo>
                <a:moveTo>
                  <a:pt x="1477618" y="277899"/>
                </a:moveTo>
                <a:lnTo>
                  <a:pt x="1405534" y="162655"/>
                </a:lnTo>
                <a:moveTo>
                  <a:pt x="1477618" y="277899"/>
                </a:moveTo>
                <a:lnTo>
                  <a:pt x="1595456" y="198250"/>
                </a:lnTo>
                <a:moveTo>
                  <a:pt x="1517128" y="60220"/>
                </a:moveTo>
                <a:lnTo>
                  <a:pt x="1621347" y="0"/>
                </a:lnTo>
                <a:moveTo>
                  <a:pt x="2267944" y="1046181"/>
                </a:moveTo>
                <a:lnTo>
                  <a:pt x="2389791" y="972057"/>
                </a:lnTo>
                <a:moveTo>
                  <a:pt x="2267944" y="1046181"/>
                </a:moveTo>
                <a:lnTo>
                  <a:pt x="2391899" y="974092"/>
                </a:lnTo>
                <a:moveTo>
                  <a:pt x="1455112" y="86227"/>
                </a:moveTo>
                <a:lnTo>
                  <a:pt x="1517128" y="60220"/>
                </a:lnTo>
                <a:moveTo>
                  <a:pt x="259363" y="498384"/>
                </a:moveTo>
                <a:lnTo>
                  <a:pt x="269299" y="459045"/>
                </a:lnTo>
                <a:moveTo>
                  <a:pt x="575503" y="1053854"/>
                </a:moveTo>
                <a:lnTo>
                  <a:pt x="542043" y="968900"/>
                </a:lnTo>
                <a:moveTo>
                  <a:pt x="1477618" y="277899"/>
                </a:moveTo>
                <a:lnTo>
                  <a:pt x="1455112" y="86227"/>
                </a:lnTo>
                <a:moveTo>
                  <a:pt x="542043" y="968900"/>
                </a:moveTo>
                <a:lnTo>
                  <a:pt x="709269" y="993047"/>
                </a:lnTo>
                <a:moveTo>
                  <a:pt x="1477618" y="277899"/>
                </a:moveTo>
                <a:lnTo>
                  <a:pt x="1517128" y="60220"/>
                </a:lnTo>
                <a:moveTo>
                  <a:pt x="2060104" y="974772"/>
                </a:moveTo>
                <a:lnTo>
                  <a:pt x="2057945" y="939698"/>
                </a:lnTo>
                <a:moveTo>
                  <a:pt x="1518971" y="348878"/>
                </a:moveTo>
                <a:lnTo>
                  <a:pt x="1477618" y="277899"/>
                </a:lnTo>
                <a:moveTo>
                  <a:pt x="687402" y="927224"/>
                </a:moveTo>
                <a:lnTo>
                  <a:pt x="709269" y="993047"/>
                </a:lnTo>
                <a:moveTo>
                  <a:pt x="2021509" y="217672"/>
                </a:moveTo>
                <a:lnTo>
                  <a:pt x="1899175" y="57105"/>
                </a:lnTo>
                <a:moveTo>
                  <a:pt x="1866324" y="0"/>
                </a:moveTo>
                <a:lnTo>
                  <a:pt x="1846488" y="57118"/>
                </a:lnTo>
                <a:moveTo>
                  <a:pt x="664452" y="924150"/>
                </a:moveTo>
                <a:lnTo>
                  <a:pt x="709269" y="993047"/>
                </a:lnTo>
                <a:moveTo>
                  <a:pt x="691929" y="907949"/>
                </a:moveTo>
                <a:lnTo>
                  <a:pt x="691107" y="814799"/>
                </a:lnTo>
                <a:moveTo>
                  <a:pt x="2060104" y="974772"/>
                </a:moveTo>
                <a:lnTo>
                  <a:pt x="2028033" y="926904"/>
                </a:lnTo>
                <a:moveTo>
                  <a:pt x="323253" y="883754"/>
                </a:moveTo>
                <a:lnTo>
                  <a:pt x="412465" y="770242"/>
                </a:lnTo>
                <a:moveTo>
                  <a:pt x="1609301" y="460708"/>
                </a:moveTo>
                <a:lnTo>
                  <a:pt x="1621558" y="359846"/>
                </a:lnTo>
                <a:moveTo>
                  <a:pt x="2267944" y="1046181"/>
                </a:moveTo>
                <a:lnTo>
                  <a:pt x="2060104" y="974772"/>
                </a:lnTo>
                <a:moveTo>
                  <a:pt x="691929" y="907949"/>
                </a:moveTo>
                <a:lnTo>
                  <a:pt x="625210" y="845614"/>
                </a:lnTo>
                <a:moveTo>
                  <a:pt x="680035" y="912187"/>
                </a:moveTo>
                <a:lnTo>
                  <a:pt x="625210" y="845614"/>
                </a:lnTo>
                <a:moveTo>
                  <a:pt x="1517128" y="60220"/>
                </a:moveTo>
                <a:lnTo>
                  <a:pt x="1539425" y="0"/>
                </a:lnTo>
                <a:moveTo>
                  <a:pt x="273368" y="689341"/>
                </a:moveTo>
                <a:lnTo>
                  <a:pt x="259363" y="498384"/>
                </a:lnTo>
                <a:moveTo>
                  <a:pt x="1455112" y="86227"/>
                </a:moveTo>
                <a:lnTo>
                  <a:pt x="1463457" y="0"/>
                </a:lnTo>
                <a:moveTo>
                  <a:pt x="2566490" y="1105253"/>
                </a:moveTo>
                <a:lnTo>
                  <a:pt x="2607956" y="1044672"/>
                </a:lnTo>
                <a:moveTo>
                  <a:pt x="1913105" y="886036"/>
                </a:moveTo>
                <a:lnTo>
                  <a:pt x="1948854" y="797795"/>
                </a:lnTo>
                <a:moveTo>
                  <a:pt x="1899175" y="57105"/>
                </a:moveTo>
                <a:lnTo>
                  <a:pt x="1896854" y="0"/>
                </a:lnTo>
                <a:moveTo>
                  <a:pt x="1517128" y="60220"/>
                </a:moveTo>
                <a:lnTo>
                  <a:pt x="1486077" y="0"/>
                </a:lnTo>
                <a:moveTo>
                  <a:pt x="2601042" y="945822"/>
                </a:moveTo>
                <a:lnTo>
                  <a:pt x="2521022" y="899366"/>
                </a:lnTo>
                <a:moveTo>
                  <a:pt x="345256" y="924377"/>
                </a:moveTo>
                <a:lnTo>
                  <a:pt x="478649" y="871554"/>
                </a:lnTo>
                <a:moveTo>
                  <a:pt x="2115719" y="1060559"/>
                </a:moveTo>
                <a:lnTo>
                  <a:pt x="2267944" y="1046181"/>
                </a:lnTo>
                <a:moveTo>
                  <a:pt x="2028033" y="926904"/>
                </a:moveTo>
                <a:lnTo>
                  <a:pt x="1913105" y="886036"/>
                </a:lnTo>
                <a:moveTo>
                  <a:pt x="542043" y="968900"/>
                </a:moveTo>
                <a:lnTo>
                  <a:pt x="478649" y="871554"/>
                </a:lnTo>
                <a:moveTo>
                  <a:pt x="478649" y="871554"/>
                </a:moveTo>
                <a:lnTo>
                  <a:pt x="323253" y="883754"/>
                </a:lnTo>
                <a:moveTo>
                  <a:pt x="264284" y="768623"/>
                </a:moveTo>
                <a:lnTo>
                  <a:pt x="389317" y="734540"/>
                </a:lnTo>
                <a:moveTo>
                  <a:pt x="2490037" y="826224"/>
                </a:moveTo>
                <a:lnTo>
                  <a:pt x="2521022" y="899366"/>
                </a:lnTo>
                <a:moveTo>
                  <a:pt x="1609301" y="460708"/>
                </a:moveTo>
                <a:lnTo>
                  <a:pt x="1518971" y="348878"/>
                </a:lnTo>
                <a:moveTo>
                  <a:pt x="1596812" y="462435"/>
                </a:moveTo>
                <a:lnTo>
                  <a:pt x="1518971" y="348878"/>
                </a:lnTo>
                <a:moveTo>
                  <a:pt x="1988374" y="98149"/>
                </a:moveTo>
                <a:lnTo>
                  <a:pt x="1899175" y="57105"/>
                </a:lnTo>
                <a:moveTo>
                  <a:pt x="2115719" y="1060559"/>
                </a:moveTo>
                <a:lnTo>
                  <a:pt x="2060104" y="974772"/>
                </a:lnTo>
                <a:moveTo>
                  <a:pt x="2490037" y="826224"/>
                </a:moveTo>
                <a:lnTo>
                  <a:pt x="2508438" y="886865"/>
                </a:lnTo>
                <a:moveTo>
                  <a:pt x="264284" y="768623"/>
                </a:moveTo>
                <a:lnTo>
                  <a:pt x="412465" y="770242"/>
                </a:lnTo>
                <a:moveTo>
                  <a:pt x="680035" y="912187"/>
                </a:moveTo>
                <a:lnTo>
                  <a:pt x="478649" y="871554"/>
                </a:lnTo>
                <a:moveTo>
                  <a:pt x="2656773" y="819197"/>
                </a:moveTo>
                <a:lnTo>
                  <a:pt x="2521022" y="899366"/>
                </a:lnTo>
                <a:moveTo>
                  <a:pt x="1913105" y="886036"/>
                </a:moveTo>
                <a:lnTo>
                  <a:pt x="1805606" y="716722"/>
                </a:lnTo>
                <a:moveTo>
                  <a:pt x="2041006" y="1043321"/>
                </a:moveTo>
                <a:lnTo>
                  <a:pt x="2028033" y="926904"/>
                </a:lnTo>
                <a:moveTo>
                  <a:pt x="345256" y="924377"/>
                </a:moveTo>
                <a:lnTo>
                  <a:pt x="323253" y="883754"/>
                </a:lnTo>
                <a:moveTo>
                  <a:pt x="2607956" y="1044672"/>
                </a:moveTo>
                <a:lnTo>
                  <a:pt x="2601042" y="945822"/>
                </a:lnTo>
                <a:moveTo>
                  <a:pt x="345256" y="924377"/>
                </a:moveTo>
                <a:lnTo>
                  <a:pt x="314301" y="897901"/>
                </a:lnTo>
                <a:moveTo>
                  <a:pt x="227622" y="415462"/>
                </a:moveTo>
                <a:lnTo>
                  <a:pt x="269299" y="459045"/>
                </a:lnTo>
                <a:moveTo>
                  <a:pt x="2021509" y="217672"/>
                </a:moveTo>
                <a:lnTo>
                  <a:pt x="1988374" y="98149"/>
                </a:lnTo>
                <a:moveTo>
                  <a:pt x="219291" y="582164"/>
                </a:moveTo>
                <a:lnTo>
                  <a:pt x="259363" y="498384"/>
                </a:lnTo>
                <a:moveTo>
                  <a:pt x="273368" y="689341"/>
                </a:moveTo>
                <a:lnTo>
                  <a:pt x="219291" y="582164"/>
                </a:lnTo>
                <a:moveTo>
                  <a:pt x="314301" y="897901"/>
                </a:moveTo>
                <a:lnTo>
                  <a:pt x="323253" y="883754"/>
                </a:lnTo>
                <a:moveTo>
                  <a:pt x="2041006" y="1043321"/>
                </a:moveTo>
                <a:lnTo>
                  <a:pt x="2060104" y="974772"/>
                </a:lnTo>
                <a:moveTo>
                  <a:pt x="680035" y="912187"/>
                </a:moveTo>
                <a:lnTo>
                  <a:pt x="542043" y="968900"/>
                </a:lnTo>
                <a:moveTo>
                  <a:pt x="664452" y="924150"/>
                </a:moveTo>
                <a:lnTo>
                  <a:pt x="542043" y="968900"/>
                </a:lnTo>
                <a:moveTo>
                  <a:pt x="2410667" y="967057"/>
                </a:moveTo>
                <a:lnTo>
                  <a:pt x="2508438" y="886865"/>
                </a:lnTo>
                <a:moveTo>
                  <a:pt x="687402" y="927224"/>
                </a:moveTo>
                <a:lnTo>
                  <a:pt x="691929" y="907949"/>
                </a:lnTo>
                <a:moveTo>
                  <a:pt x="2410667" y="967057"/>
                </a:moveTo>
                <a:lnTo>
                  <a:pt x="2391899" y="974092"/>
                </a:lnTo>
                <a:moveTo>
                  <a:pt x="664452" y="924150"/>
                </a:moveTo>
                <a:lnTo>
                  <a:pt x="687402" y="927224"/>
                </a:lnTo>
                <a:moveTo>
                  <a:pt x="1805606" y="716722"/>
                </a:moveTo>
                <a:lnTo>
                  <a:pt x="1729781" y="622368"/>
                </a:lnTo>
                <a:moveTo>
                  <a:pt x="264284" y="768623"/>
                </a:moveTo>
                <a:lnTo>
                  <a:pt x="273368" y="689341"/>
                </a:lnTo>
                <a:moveTo>
                  <a:pt x="680035" y="912187"/>
                </a:moveTo>
                <a:lnTo>
                  <a:pt x="691929" y="907949"/>
                </a:lnTo>
                <a:moveTo>
                  <a:pt x="2578254" y="1191952"/>
                </a:moveTo>
                <a:lnTo>
                  <a:pt x="2566490" y="1105253"/>
                </a:lnTo>
                <a:moveTo>
                  <a:pt x="664452" y="924150"/>
                </a:moveTo>
                <a:lnTo>
                  <a:pt x="680035" y="912187"/>
                </a:lnTo>
                <a:moveTo>
                  <a:pt x="2118858" y="253911"/>
                </a:moveTo>
                <a:lnTo>
                  <a:pt x="2021509" y="217672"/>
                </a:lnTo>
                <a:moveTo>
                  <a:pt x="1988374" y="98149"/>
                </a:moveTo>
                <a:lnTo>
                  <a:pt x="1935807" y="0"/>
                </a:lnTo>
                <a:moveTo>
                  <a:pt x="688443" y="923038"/>
                </a:moveTo>
                <a:lnTo>
                  <a:pt x="687402" y="927224"/>
                </a:lnTo>
                <a:moveTo>
                  <a:pt x="2490037" y="826224"/>
                </a:moveTo>
                <a:lnTo>
                  <a:pt x="2594516" y="730772"/>
                </a:lnTo>
                <a:moveTo>
                  <a:pt x="1596812" y="462435"/>
                </a:moveTo>
                <a:lnTo>
                  <a:pt x="1609301" y="460708"/>
                </a:lnTo>
                <a:moveTo>
                  <a:pt x="2410667" y="967057"/>
                </a:moveTo>
                <a:lnTo>
                  <a:pt x="2267944" y="1046181"/>
                </a:lnTo>
                <a:moveTo>
                  <a:pt x="2297767" y="1061713"/>
                </a:moveTo>
                <a:lnTo>
                  <a:pt x="2267944" y="1046181"/>
                </a:lnTo>
                <a:moveTo>
                  <a:pt x="2594516" y="730772"/>
                </a:moveTo>
                <a:lnTo>
                  <a:pt x="2544910" y="607162"/>
                </a:lnTo>
                <a:moveTo>
                  <a:pt x="259363" y="498384"/>
                </a:moveTo>
                <a:lnTo>
                  <a:pt x="227622" y="415462"/>
                </a:lnTo>
                <a:moveTo>
                  <a:pt x="688443" y="923038"/>
                </a:moveTo>
                <a:lnTo>
                  <a:pt x="691929" y="907949"/>
                </a:lnTo>
                <a:moveTo>
                  <a:pt x="2594516" y="730772"/>
                </a:moveTo>
                <a:lnTo>
                  <a:pt x="2536423" y="616677"/>
                </a:lnTo>
                <a:moveTo>
                  <a:pt x="2115719" y="1060559"/>
                </a:moveTo>
                <a:lnTo>
                  <a:pt x="2041006" y="1043321"/>
                </a:lnTo>
                <a:moveTo>
                  <a:pt x="688443" y="923038"/>
                </a:moveTo>
                <a:lnTo>
                  <a:pt x="680035" y="912187"/>
                </a:lnTo>
                <a:moveTo>
                  <a:pt x="688443" y="923038"/>
                </a:moveTo>
                <a:lnTo>
                  <a:pt x="664452" y="924150"/>
                </a:lnTo>
                <a:moveTo>
                  <a:pt x="2653183" y="1091651"/>
                </a:moveTo>
                <a:lnTo>
                  <a:pt x="2566490" y="1105253"/>
                </a:lnTo>
                <a:moveTo>
                  <a:pt x="2656773" y="819197"/>
                </a:moveTo>
                <a:lnTo>
                  <a:pt x="2594516" y="730772"/>
                </a:lnTo>
                <a:moveTo>
                  <a:pt x="2041006" y="1043321"/>
                </a:moveTo>
                <a:lnTo>
                  <a:pt x="1913105" y="886036"/>
                </a:lnTo>
                <a:moveTo>
                  <a:pt x="1610645" y="480637"/>
                </a:moveTo>
                <a:lnTo>
                  <a:pt x="1609301" y="460708"/>
                </a:lnTo>
                <a:moveTo>
                  <a:pt x="323253" y="883754"/>
                </a:moveTo>
                <a:lnTo>
                  <a:pt x="264284" y="768623"/>
                </a:lnTo>
                <a:moveTo>
                  <a:pt x="1818199" y="802932"/>
                </a:moveTo>
                <a:lnTo>
                  <a:pt x="1805606" y="716722"/>
                </a:lnTo>
                <a:moveTo>
                  <a:pt x="1610645" y="480637"/>
                </a:moveTo>
                <a:lnTo>
                  <a:pt x="1596812" y="462435"/>
                </a:lnTo>
                <a:moveTo>
                  <a:pt x="2653183" y="1091651"/>
                </a:moveTo>
                <a:lnTo>
                  <a:pt x="2607956" y="1044672"/>
                </a:lnTo>
                <a:moveTo>
                  <a:pt x="2544910" y="607162"/>
                </a:moveTo>
                <a:lnTo>
                  <a:pt x="2560733" y="381015"/>
                </a:lnTo>
                <a:moveTo>
                  <a:pt x="2667000" y="733197"/>
                </a:moveTo>
                <a:lnTo>
                  <a:pt x="2594516" y="730772"/>
                </a:lnTo>
                <a:moveTo>
                  <a:pt x="1729781" y="622368"/>
                </a:moveTo>
                <a:lnTo>
                  <a:pt x="1609301" y="460708"/>
                </a:lnTo>
                <a:moveTo>
                  <a:pt x="314301" y="897901"/>
                </a:moveTo>
                <a:lnTo>
                  <a:pt x="264284" y="768623"/>
                </a:lnTo>
                <a:moveTo>
                  <a:pt x="2601042" y="945822"/>
                </a:moveTo>
                <a:lnTo>
                  <a:pt x="2656773" y="819197"/>
                </a:lnTo>
                <a:moveTo>
                  <a:pt x="1729781" y="622368"/>
                </a:moveTo>
                <a:lnTo>
                  <a:pt x="1610645" y="480637"/>
                </a:lnTo>
                <a:moveTo>
                  <a:pt x="2297767" y="1061713"/>
                </a:moveTo>
                <a:lnTo>
                  <a:pt x="2115719" y="1060559"/>
                </a:lnTo>
                <a:moveTo>
                  <a:pt x="2118858" y="253911"/>
                </a:moveTo>
                <a:lnTo>
                  <a:pt x="2174720" y="296305"/>
                </a:lnTo>
                <a:moveTo>
                  <a:pt x="1913105" y="886036"/>
                </a:moveTo>
                <a:lnTo>
                  <a:pt x="1818199" y="802932"/>
                </a:lnTo>
                <a:moveTo>
                  <a:pt x="314301" y="897901"/>
                </a:moveTo>
                <a:lnTo>
                  <a:pt x="250364" y="796539"/>
                </a:lnTo>
                <a:moveTo>
                  <a:pt x="2490037" y="826224"/>
                </a:moveTo>
                <a:lnTo>
                  <a:pt x="2536423" y="616677"/>
                </a:lnTo>
                <a:moveTo>
                  <a:pt x="2536423" y="616677"/>
                </a:moveTo>
                <a:lnTo>
                  <a:pt x="2544910" y="607162"/>
                </a:lnTo>
                <a:moveTo>
                  <a:pt x="212696" y="662224"/>
                </a:moveTo>
                <a:lnTo>
                  <a:pt x="273368" y="689341"/>
                </a:lnTo>
                <a:moveTo>
                  <a:pt x="2118858" y="253911"/>
                </a:moveTo>
                <a:lnTo>
                  <a:pt x="1988374" y="98149"/>
                </a:lnTo>
                <a:moveTo>
                  <a:pt x="2656773" y="819197"/>
                </a:moveTo>
                <a:lnTo>
                  <a:pt x="2490037" y="826224"/>
                </a:lnTo>
                <a:moveTo>
                  <a:pt x="2127302" y="1054263"/>
                </a:moveTo>
                <a:lnTo>
                  <a:pt x="2115719" y="1060559"/>
                </a:lnTo>
                <a:moveTo>
                  <a:pt x="2653183" y="1091651"/>
                </a:moveTo>
                <a:lnTo>
                  <a:pt x="2601042" y="945822"/>
                </a:lnTo>
                <a:moveTo>
                  <a:pt x="2158798" y="252892"/>
                </a:moveTo>
                <a:lnTo>
                  <a:pt x="2174720" y="296305"/>
                </a:lnTo>
                <a:moveTo>
                  <a:pt x="219291" y="582164"/>
                </a:moveTo>
                <a:lnTo>
                  <a:pt x="227622" y="415462"/>
                </a:lnTo>
                <a:moveTo>
                  <a:pt x="2556730" y="461134"/>
                </a:moveTo>
                <a:lnTo>
                  <a:pt x="2560733" y="381015"/>
                </a:lnTo>
                <a:moveTo>
                  <a:pt x="1934713" y="966931"/>
                </a:moveTo>
                <a:lnTo>
                  <a:pt x="1913105" y="886036"/>
                </a:lnTo>
                <a:moveTo>
                  <a:pt x="2656773" y="819197"/>
                </a:moveTo>
                <a:lnTo>
                  <a:pt x="2667000" y="806137"/>
                </a:lnTo>
                <a:moveTo>
                  <a:pt x="2560733" y="381015"/>
                </a:moveTo>
                <a:lnTo>
                  <a:pt x="2521696" y="289463"/>
                </a:lnTo>
                <a:moveTo>
                  <a:pt x="2410667" y="967057"/>
                </a:moveTo>
                <a:lnTo>
                  <a:pt x="2490037" y="826224"/>
                </a:lnTo>
                <a:moveTo>
                  <a:pt x="1675622" y="577968"/>
                </a:moveTo>
                <a:lnTo>
                  <a:pt x="1610645" y="480637"/>
                </a:lnTo>
                <a:moveTo>
                  <a:pt x="1818199" y="802932"/>
                </a:moveTo>
                <a:lnTo>
                  <a:pt x="1729781" y="622368"/>
                </a:lnTo>
                <a:moveTo>
                  <a:pt x="1988374" y="98149"/>
                </a:moveTo>
                <a:lnTo>
                  <a:pt x="1985449" y="0"/>
                </a:lnTo>
                <a:moveTo>
                  <a:pt x="1675622" y="577968"/>
                </a:moveTo>
                <a:lnTo>
                  <a:pt x="1729781" y="622368"/>
                </a:lnTo>
                <a:moveTo>
                  <a:pt x="2177114" y="1056707"/>
                </a:moveTo>
                <a:lnTo>
                  <a:pt x="2115719" y="1060559"/>
                </a:lnTo>
                <a:moveTo>
                  <a:pt x="250364" y="796539"/>
                </a:moveTo>
                <a:lnTo>
                  <a:pt x="264284" y="768623"/>
                </a:lnTo>
                <a:moveTo>
                  <a:pt x="2127302" y="1054263"/>
                </a:moveTo>
                <a:lnTo>
                  <a:pt x="2041006" y="1043321"/>
                </a:lnTo>
                <a:moveTo>
                  <a:pt x="219291" y="582164"/>
                </a:moveTo>
                <a:lnTo>
                  <a:pt x="213408" y="446573"/>
                </a:lnTo>
                <a:moveTo>
                  <a:pt x="2442249" y="900386"/>
                </a:moveTo>
                <a:lnTo>
                  <a:pt x="2490037" y="826224"/>
                </a:lnTo>
                <a:moveTo>
                  <a:pt x="2544910" y="607162"/>
                </a:moveTo>
                <a:lnTo>
                  <a:pt x="2556730" y="461134"/>
                </a:lnTo>
                <a:moveTo>
                  <a:pt x="2158798" y="252892"/>
                </a:moveTo>
                <a:lnTo>
                  <a:pt x="2118858" y="253911"/>
                </a:lnTo>
                <a:moveTo>
                  <a:pt x="2041006" y="1043321"/>
                </a:moveTo>
                <a:lnTo>
                  <a:pt x="1934713" y="966931"/>
                </a:lnTo>
                <a:moveTo>
                  <a:pt x="2578254" y="1191952"/>
                </a:moveTo>
                <a:lnTo>
                  <a:pt x="2653183" y="1091651"/>
                </a:lnTo>
                <a:moveTo>
                  <a:pt x="212696" y="662224"/>
                </a:moveTo>
                <a:lnTo>
                  <a:pt x="219291" y="582164"/>
                </a:lnTo>
                <a:moveTo>
                  <a:pt x="2491972" y="807902"/>
                </a:moveTo>
                <a:lnTo>
                  <a:pt x="2490037" y="826224"/>
                </a:lnTo>
                <a:moveTo>
                  <a:pt x="2297767" y="1061713"/>
                </a:moveTo>
                <a:lnTo>
                  <a:pt x="2410667" y="967057"/>
                </a:lnTo>
                <a:moveTo>
                  <a:pt x="2044681" y="158586"/>
                </a:moveTo>
                <a:lnTo>
                  <a:pt x="1988374" y="98149"/>
                </a:lnTo>
                <a:moveTo>
                  <a:pt x="2491972" y="807902"/>
                </a:moveTo>
                <a:lnTo>
                  <a:pt x="2536423" y="616677"/>
                </a:lnTo>
                <a:moveTo>
                  <a:pt x="1745432" y="685456"/>
                </a:moveTo>
                <a:lnTo>
                  <a:pt x="1729781" y="622368"/>
                </a:lnTo>
                <a:moveTo>
                  <a:pt x="213408" y="446573"/>
                </a:moveTo>
                <a:lnTo>
                  <a:pt x="227622" y="415462"/>
                </a:lnTo>
                <a:moveTo>
                  <a:pt x="264284" y="768623"/>
                </a:moveTo>
                <a:lnTo>
                  <a:pt x="212696" y="662224"/>
                </a:lnTo>
                <a:moveTo>
                  <a:pt x="2410667" y="967057"/>
                </a:moveTo>
                <a:lnTo>
                  <a:pt x="2442249" y="900386"/>
                </a:lnTo>
                <a:moveTo>
                  <a:pt x="223191" y="395408"/>
                </a:moveTo>
                <a:lnTo>
                  <a:pt x="227622" y="415462"/>
                </a:lnTo>
                <a:moveTo>
                  <a:pt x="1934713" y="966931"/>
                </a:moveTo>
                <a:lnTo>
                  <a:pt x="1818199" y="802932"/>
                </a:lnTo>
                <a:moveTo>
                  <a:pt x="2118858" y="253911"/>
                </a:moveTo>
                <a:lnTo>
                  <a:pt x="2044681" y="158586"/>
                </a:lnTo>
                <a:moveTo>
                  <a:pt x="208778" y="645767"/>
                </a:moveTo>
                <a:lnTo>
                  <a:pt x="219291" y="582164"/>
                </a:lnTo>
                <a:moveTo>
                  <a:pt x="1780299" y="746309"/>
                </a:moveTo>
                <a:lnTo>
                  <a:pt x="1818199" y="802932"/>
                </a:lnTo>
                <a:moveTo>
                  <a:pt x="2508436" y="722303"/>
                </a:moveTo>
                <a:lnTo>
                  <a:pt x="2536423" y="616677"/>
                </a:lnTo>
                <a:moveTo>
                  <a:pt x="250364" y="796539"/>
                </a:moveTo>
                <a:lnTo>
                  <a:pt x="212696" y="662224"/>
                </a:lnTo>
                <a:moveTo>
                  <a:pt x="1832693" y="834055"/>
                </a:moveTo>
                <a:lnTo>
                  <a:pt x="1818199" y="802932"/>
                </a:lnTo>
                <a:moveTo>
                  <a:pt x="1818199" y="802932"/>
                </a:moveTo>
                <a:lnTo>
                  <a:pt x="1745432" y="685456"/>
                </a:lnTo>
                <a:moveTo>
                  <a:pt x="2297767" y="1061713"/>
                </a:moveTo>
                <a:lnTo>
                  <a:pt x="2177114" y="1056707"/>
                </a:lnTo>
                <a:moveTo>
                  <a:pt x="2556730" y="461134"/>
                </a:moveTo>
                <a:lnTo>
                  <a:pt x="2521696" y="289463"/>
                </a:lnTo>
                <a:moveTo>
                  <a:pt x="2405540" y="945313"/>
                </a:moveTo>
                <a:lnTo>
                  <a:pt x="2410667" y="967057"/>
                </a:lnTo>
                <a:moveTo>
                  <a:pt x="1745432" y="685456"/>
                </a:moveTo>
                <a:lnTo>
                  <a:pt x="1675622" y="577968"/>
                </a:lnTo>
                <a:moveTo>
                  <a:pt x="2297767" y="1061713"/>
                </a:moveTo>
                <a:lnTo>
                  <a:pt x="2405540" y="945313"/>
                </a:lnTo>
                <a:moveTo>
                  <a:pt x="2158798" y="252892"/>
                </a:moveTo>
                <a:lnTo>
                  <a:pt x="2044681" y="158586"/>
                </a:lnTo>
                <a:moveTo>
                  <a:pt x="2514176" y="544986"/>
                </a:moveTo>
                <a:lnTo>
                  <a:pt x="2544910" y="607162"/>
                </a:lnTo>
                <a:moveTo>
                  <a:pt x="213408" y="446573"/>
                </a:moveTo>
                <a:lnTo>
                  <a:pt x="223191" y="395408"/>
                </a:lnTo>
                <a:moveTo>
                  <a:pt x="2442249" y="900386"/>
                </a:moveTo>
                <a:lnTo>
                  <a:pt x="2491972" y="807902"/>
                </a:lnTo>
                <a:moveTo>
                  <a:pt x="2536423" y="616677"/>
                </a:moveTo>
                <a:lnTo>
                  <a:pt x="2514176" y="544986"/>
                </a:lnTo>
                <a:moveTo>
                  <a:pt x="250364" y="796539"/>
                </a:moveTo>
                <a:lnTo>
                  <a:pt x="199011" y="687757"/>
                </a:lnTo>
                <a:moveTo>
                  <a:pt x="2177114" y="1056707"/>
                </a:moveTo>
                <a:lnTo>
                  <a:pt x="2127302" y="1054263"/>
                </a:lnTo>
                <a:moveTo>
                  <a:pt x="2044681" y="158586"/>
                </a:moveTo>
                <a:lnTo>
                  <a:pt x="1996099" y="0"/>
                </a:lnTo>
                <a:moveTo>
                  <a:pt x="2405540" y="945313"/>
                </a:moveTo>
                <a:lnTo>
                  <a:pt x="2442249" y="900386"/>
                </a:lnTo>
                <a:moveTo>
                  <a:pt x="1934713" y="966931"/>
                </a:moveTo>
                <a:lnTo>
                  <a:pt x="1832693" y="834055"/>
                </a:lnTo>
                <a:moveTo>
                  <a:pt x="1731065" y="715246"/>
                </a:moveTo>
                <a:lnTo>
                  <a:pt x="1675622" y="577968"/>
                </a:lnTo>
                <a:moveTo>
                  <a:pt x="1832693" y="834055"/>
                </a:moveTo>
                <a:lnTo>
                  <a:pt x="1780299" y="746309"/>
                </a:lnTo>
                <a:moveTo>
                  <a:pt x="2038982" y="999090"/>
                </a:moveTo>
                <a:lnTo>
                  <a:pt x="2041006" y="1043321"/>
                </a:lnTo>
                <a:moveTo>
                  <a:pt x="1780299" y="746309"/>
                </a:moveTo>
                <a:lnTo>
                  <a:pt x="1745432" y="685456"/>
                </a:lnTo>
                <a:moveTo>
                  <a:pt x="191194" y="553306"/>
                </a:moveTo>
                <a:lnTo>
                  <a:pt x="219291" y="582164"/>
                </a:lnTo>
                <a:moveTo>
                  <a:pt x="1547231" y="624666"/>
                </a:moveTo>
                <a:lnTo>
                  <a:pt x="1675622" y="577968"/>
                </a:lnTo>
                <a:moveTo>
                  <a:pt x="2128920" y="1042158"/>
                </a:moveTo>
                <a:lnTo>
                  <a:pt x="2127302" y="1054263"/>
                </a:lnTo>
                <a:moveTo>
                  <a:pt x="2298329" y="1037534"/>
                </a:moveTo>
                <a:lnTo>
                  <a:pt x="2297767" y="1061713"/>
                </a:lnTo>
                <a:moveTo>
                  <a:pt x="270132" y="878519"/>
                </a:moveTo>
                <a:lnTo>
                  <a:pt x="250364" y="796539"/>
                </a:lnTo>
                <a:moveTo>
                  <a:pt x="1882517" y="909629"/>
                </a:moveTo>
                <a:lnTo>
                  <a:pt x="1934713" y="966931"/>
                </a:lnTo>
                <a:moveTo>
                  <a:pt x="2556730" y="461134"/>
                </a:moveTo>
                <a:lnTo>
                  <a:pt x="2534293" y="335303"/>
                </a:lnTo>
                <a:moveTo>
                  <a:pt x="199011" y="687757"/>
                </a:moveTo>
                <a:lnTo>
                  <a:pt x="212696" y="662224"/>
                </a:lnTo>
                <a:moveTo>
                  <a:pt x="1780299" y="746309"/>
                </a:moveTo>
                <a:lnTo>
                  <a:pt x="1731065" y="715246"/>
                </a:lnTo>
                <a:moveTo>
                  <a:pt x="1625377" y="916619"/>
                </a:moveTo>
                <a:lnTo>
                  <a:pt x="1567144" y="811893"/>
                </a:lnTo>
                <a:moveTo>
                  <a:pt x="2491972" y="807902"/>
                </a:moveTo>
                <a:lnTo>
                  <a:pt x="2508436" y="722303"/>
                </a:lnTo>
                <a:moveTo>
                  <a:pt x="2534293" y="335303"/>
                </a:moveTo>
                <a:lnTo>
                  <a:pt x="2521696" y="289463"/>
                </a:lnTo>
                <a:moveTo>
                  <a:pt x="2514176" y="544986"/>
                </a:moveTo>
                <a:lnTo>
                  <a:pt x="2556730" y="461134"/>
                </a:lnTo>
                <a:moveTo>
                  <a:pt x="1731065" y="715246"/>
                </a:moveTo>
                <a:lnTo>
                  <a:pt x="1745432" y="685456"/>
                </a:lnTo>
                <a:moveTo>
                  <a:pt x="223191" y="395408"/>
                </a:moveTo>
                <a:lnTo>
                  <a:pt x="231258" y="296990"/>
                </a:lnTo>
                <a:moveTo>
                  <a:pt x="1882517" y="909629"/>
                </a:moveTo>
                <a:lnTo>
                  <a:pt x="1832693" y="834055"/>
                </a:lnTo>
                <a:moveTo>
                  <a:pt x="2128920" y="1042158"/>
                </a:moveTo>
                <a:lnTo>
                  <a:pt x="2177114" y="1056707"/>
                </a:lnTo>
                <a:moveTo>
                  <a:pt x="208778" y="645767"/>
                </a:moveTo>
                <a:lnTo>
                  <a:pt x="212696" y="662224"/>
                </a:lnTo>
                <a:moveTo>
                  <a:pt x="2533332" y="287419"/>
                </a:moveTo>
                <a:lnTo>
                  <a:pt x="2521696" y="289463"/>
                </a:lnTo>
                <a:moveTo>
                  <a:pt x="2158798" y="252892"/>
                </a:moveTo>
                <a:lnTo>
                  <a:pt x="2139919" y="185185"/>
                </a:lnTo>
                <a:moveTo>
                  <a:pt x="2298329" y="1037534"/>
                </a:moveTo>
                <a:lnTo>
                  <a:pt x="2177114" y="1056707"/>
                </a:lnTo>
                <a:moveTo>
                  <a:pt x="2298329" y="1037534"/>
                </a:moveTo>
                <a:lnTo>
                  <a:pt x="2405540" y="945313"/>
                </a:lnTo>
                <a:moveTo>
                  <a:pt x="2038982" y="999090"/>
                </a:moveTo>
                <a:lnTo>
                  <a:pt x="2127302" y="1054263"/>
                </a:lnTo>
                <a:moveTo>
                  <a:pt x="1818631" y="896313"/>
                </a:moveTo>
                <a:lnTo>
                  <a:pt x="1780299" y="746309"/>
                </a:lnTo>
                <a:moveTo>
                  <a:pt x="199011" y="687757"/>
                </a:moveTo>
                <a:lnTo>
                  <a:pt x="208778" y="645767"/>
                </a:lnTo>
                <a:moveTo>
                  <a:pt x="191194" y="553306"/>
                </a:moveTo>
                <a:lnTo>
                  <a:pt x="213408" y="446573"/>
                </a:lnTo>
                <a:moveTo>
                  <a:pt x="1818631" y="896313"/>
                </a:moveTo>
                <a:lnTo>
                  <a:pt x="1832693" y="834055"/>
                </a:lnTo>
                <a:moveTo>
                  <a:pt x="2442249" y="900386"/>
                </a:moveTo>
                <a:lnTo>
                  <a:pt x="2493302" y="784712"/>
                </a:lnTo>
                <a:moveTo>
                  <a:pt x="1731065" y="715246"/>
                </a:moveTo>
                <a:lnTo>
                  <a:pt x="1547231" y="624666"/>
                </a:lnTo>
                <a:moveTo>
                  <a:pt x="2038982" y="999090"/>
                </a:moveTo>
                <a:lnTo>
                  <a:pt x="1934713" y="966931"/>
                </a:lnTo>
                <a:moveTo>
                  <a:pt x="2508436" y="722303"/>
                </a:moveTo>
                <a:lnTo>
                  <a:pt x="2514176" y="544986"/>
                </a:lnTo>
                <a:moveTo>
                  <a:pt x="2128920" y="1042158"/>
                </a:moveTo>
                <a:lnTo>
                  <a:pt x="2298329" y="1037534"/>
                </a:lnTo>
                <a:moveTo>
                  <a:pt x="270132" y="878519"/>
                </a:moveTo>
                <a:lnTo>
                  <a:pt x="199011" y="687757"/>
                </a:lnTo>
                <a:moveTo>
                  <a:pt x="848450" y="1157690"/>
                </a:moveTo>
                <a:lnTo>
                  <a:pt x="982964" y="1097768"/>
                </a:lnTo>
                <a:moveTo>
                  <a:pt x="2493302" y="784712"/>
                </a:moveTo>
                <a:lnTo>
                  <a:pt x="2491972" y="807902"/>
                </a:lnTo>
                <a:moveTo>
                  <a:pt x="1818631" y="896313"/>
                </a:moveTo>
                <a:lnTo>
                  <a:pt x="1731065" y="715246"/>
                </a:lnTo>
                <a:moveTo>
                  <a:pt x="1882517" y="909629"/>
                </a:moveTo>
                <a:lnTo>
                  <a:pt x="1818631" y="896313"/>
                </a:lnTo>
                <a:moveTo>
                  <a:pt x="2405540" y="945313"/>
                </a:moveTo>
                <a:lnTo>
                  <a:pt x="2493302" y="784712"/>
                </a:lnTo>
                <a:moveTo>
                  <a:pt x="2139919" y="185185"/>
                </a:moveTo>
                <a:lnTo>
                  <a:pt x="2044681" y="158586"/>
                </a:lnTo>
                <a:moveTo>
                  <a:pt x="848450" y="1157690"/>
                </a:moveTo>
                <a:lnTo>
                  <a:pt x="804879" y="1076345"/>
                </a:lnTo>
                <a:moveTo>
                  <a:pt x="213408" y="446573"/>
                </a:moveTo>
                <a:lnTo>
                  <a:pt x="235610" y="379537"/>
                </a:lnTo>
                <a:moveTo>
                  <a:pt x="2534293" y="335303"/>
                </a:moveTo>
                <a:lnTo>
                  <a:pt x="2533332" y="287419"/>
                </a:lnTo>
                <a:moveTo>
                  <a:pt x="2128920" y="1042158"/>
                </a:moveTo>
                <a:lnTo>
                  <a:pt x="2038982" y="999090"/>
                </a:lnTo>
                <a:moveTo>
                  <a:pt x="233310" y="389415"/>
                </a:moveTo>
                <a:lnTo>
                  <a:pt x="213408" y="446573"/>
                </a:lnTo>
                <a:moveTo>
                  <a:pt x="2508436" y="722303"/>
                </a:moveTo>
                <a:lnTo>
                  <a:pt x="2515642" y="578994"/>
                </a:lnTo>
                <a:moveTo>
                  <a:pt x="2493302" y="784712"/>
                </a:moveTo>
                <a:lnTo>
                  <a:pt x="2508436" y="722303"/>
                </a:lnTo>
                <a:moveTo>
                  <a:pt x="208778" y="645767"/>
                </a:moveTo>
                <a:lnTo>
                  <a:pt x="191194" y="553306"/>
                </a:lnTo>
                <a:moveTo>
                  <a:pt x="1622866" y="872675"/>
                </a:moveTo>
                <a:lnTo>
                  <a:pt x="1625377" y="916619"/>
                </a:lnTo>
                <a:moveTo>
                  <a:pt x="235610" y="379537"/>
                </a:moveTo>
                <a:lnTo>
                  <a:pt x="223191" y="395408"/>
                </a:lnTo>
                <a:moveTo>
                  <a:pt x="848450" y="1157690"/>
                </a:moveTo>
                <a:lnTo>
                  <a:pt x="806772" y="1027509"/>
                </a:lnTo>
                <a:moveTo>
                  <a:pt x="1731065" y="715246"/>
                </a:moveTo>
                <a:lnTo>
                  <a:pt x="1627806" y="637068"/>
                </a:lnTo>
                <a:moveTo>
                  <a:pt x="2478890" y="457871"/>
                </a:moveTo>
                <a:lnTo>
                  <a:pt x="2556730" y="461134"/>
                </a:lnTo>
                <a:moveTo>
                  <a:pt x="804879" y="1076345"/>
                </a:moveTo>
                <a:lnTo>
                  <a:pt x="776633" y="1027361"/>
                </a:lnTo>
                <a:moveTo>
                  <a:pt x="1888642" y="900239"/>
                </a:moveTo>
                <a:lnTo>
                  <a:pt x="1882517" y="909629"/>
                </a:lnTo>
                <a:moveTo>
                  <a:pt x="2515642" y="578994"/>
                </a:moveTo>
                <a:lnTo>
                  <a:pt x="2514176" y="544986"/>
                </a:lnTo>
                <a:moveTo>
                  <a:pt x="2405540" y="945313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934713" y="966931"/>
                </a:lnTo>
                <a:moveTo>
                  <a:pt x="1627806" y="637068"/>
                </a:moveTo>
                <a:lnTo>
                  <a:pt x="1547231" y="624666"/>
                </a:lnTo>
                <a:moveTo>
                  <a:pt x="2113463" y="992519"/>
                </a:moveTo>
                <a:lnTo>
                  <a:pt x="2128920" y="1042158"/>
                </a:lnTo>
                <a:moveTo>
                  <a:pt x="216826" y="770888"/>
                </a:moveTo>
                <a:lnTo>
                  <a:pt x="199011" y="687757"/>
                </a:lnTo>
                <a:moveTo>
                  <a:pt x="1032865" y="1126901"/>
                </a:moveTo>
                <a:lnTo>
                  <a:pt x="982964" y="1097768"/>
                </a:lnTo>
                <a:moveTo>
                  <a:pt x="804879" y="1076345"/>
                </a:moveTo>
                <a:lnTo>
                  <a:pt x="806772" y="1027509"/>
                </a:lnTo>
                <a:moveTo>
                  <a:pt x="806772" y="1027509"/>
                </a:moveTo>
                <a:lnTo>
                  <a:pt x="776633" y="1027361"/>
                </a:lnTo>
                <a:moveTo>
                  <a:pt x="804879" y="1076345"/>
                </a:moveTo>
                <a:lnTo>
                  <a:pt x="755032" y="1058014"/>
                </a:lnTo>
                <a:moveTo>
                  <a:pt x="1725836" y="811965"/>
                </a:moveTo>
                <a:lnTo>
                  <a:pt x="1731065" y="715246"/>
                </a:lnTo>
                <a:moveTo>
                  <a:pt x="755032" y="1058014"/>
                </a:moveTo>
                <a:lnTo>
                  <a:pt x="776633" y="1027361"/>
                </a:lnTo>
                <a:moveTo>
                  <a:pt x="416959" y="980054"/>
                </a:moveTo>
                <a:lnTo>
                  <a:pt x="270132" y="878519"/>
                </a:lnTo>
                <a:moveTo>
                  <a:pt x="235610" y="379537"/>
                </a:moveTo>
                <a:lnTo>
                  <a:pt x="231258" y="296990"/>
                </a:lnTo>
                <a:moveTo>
                  <a:pt x="2113463" y="992519"/>
                </a:moveTo>
                <a:lnTo>
                  <a:pt x="2298329" y="1037534"/>
                </a:lnTo>
                <a:moveTo>
                  <a:pt x="1888642" y="900239"/>
                </a:moveTo>
                <a:lnTo>
                  <a:pt x="1818631" y="896313"/>
                </a:lnTo>
                <a:moveTo>
                  <a:pt x="848450" y="1157690"/>
                </a:moveTo>
                <a:lnTo>
                  <a:pt x="940559" y="1002232"/>
                </a:lnTo>
                <a:moveTo>
                  <a:pt x="679796" y="1131854"/>
                </a:moveTo>
                <a:lnTo>
                  <a:pt x="848450" y="1157690"/>
                </a:lnTo>
                <a:moveTo>
                  <a:pt x="270132" y="878519"/>
                </a:moveTo>
                <a:lnTo>
                  <a:pt x="361773" y="883947"/>
                </a:lnTo>
                <a:moveTo>
                  <a:pt x="982964" y="1097768"/>
                </a:moveTo>
                <a:lnTo>
                  <a:pt x="940559" y="1002232"/>
                </a:lnTo>
                <a:moveTo>
                  <a:pt x="236514" y="377256"/>
                </a:moveTo>
                <a:lnTo>
                  <a:pt x="231258" y="296990"/>
                </a:lnTo>
                <a:moveTo>
                  <a:pt x="242374" y="669002"/>
                </a:moveTo>
                <a:lnTo>
                  <a:pt x="199011" y="687757"/>
                </a:lnTo>
                <a:moveTo>
                  <a:pt x="270132" y="878519"/>
                </a:moveTo>
                <a:lnTo>
                  <a:pt x="216826" y="770888"/>
                </a:lnTo>
                <a:moveTo>
                  <a:pt x="2298329" y="1037534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882517" y="909629"/>
                </a:lnTo>
                <a:moveTo>
                  <a:pt x="1547231" y="624666"/>
                </a:moveTo>
                <a:lnTo>
                  <a:pt x="1513940" y="539911"/>
                </a:lnTo>
                <a:moveTo>
                  <a:pt x="1622866" y="872675"/>
                </a:moveTo>
                <a:lnTo>
                  <a:pt x="1567144" y="811893"/>
                </a:lnTo>
                <a:moveTo>
                  <a:pt x="2491953" y="762514"/>
                </a:moveTo>
                <a:lnTo>
                  <a:pt x="2508436" y="722303"/>
                </a:lnTo>
                <a:moveTo>
                  <a:pt x="2478890" y="457871"/>
                </a:moveTo>
                <a:lnTo>
                  <a:pt x="2534293" y="335303"/>
                </a:lnTo>
                <a:moveTo>
                  <a:pt x="1818631" y="896313"/>
                </a:moveTo>
                <a:lnTo>
                  <a:pt x="1725836" y="811965"/>
                </a:lnTo>
                <a:moveTo>
                  <a:pt x="2298329" y="1037534"/>
                </a:moveTo>
                <a:lnTo>
                  <a:pt x="2260444" y="947344"/>
                </a:lnTo>
                <a:moveTo>
                  <a:pt x="644610" y="1074302"/>
                </a:moveTo>
                <a:lnTo>
                  <a:pt x="776633" y="1027361"/>
                </a:lnTo>
                <a:moveTo>
                  <a:pt x="2113463" y="992519"/>
                </a:moveTo>
                <a:lnTo>
                  <a:pt x="2038982" y="999090"/>
                </a:lnTo>
                <a:moveTo>
                  <a:pt x="1379994" y="26295"/>
                </a:moveTo>
                <a:lnTo>
                  <a:pt x="1353817" y="0"/>
                </a:lnTo>
                <a:moveTo>
                  <a:pt x="242374" y="669002"/>
                </a:moveTo>
                <a:lnTo>
                  <a:pt x="208778" y="645767"/>
                </a:lnTo>
                <a:moveTo>
                  <a:pt x="2514176" y="544986"/>
                </a:moveTo>
                <a:lnTo>
                  <a:pt x="2478890" y="457871"/>
                </a:lnTo>
                <a:moveTo>
                  <a:pt x="679796" y="1131854"/>
                </a:moveTo>
                <a:lnTo>
                  <a:pt x="804879" y="1076345"/>
                </a:lnTo>
                <a:moveTo>
                  <a:pt x="1379994" y="26295"/>
                </a:moveTo>
                <a:lnTo>
                  <a:pt x="1397863" y="0"/>
                </a:lnTo>
                <a:moveTo>
                  <a:pt x="591647" y="982204"/>
                </a:moveTo>
                <a:lnTo>
                  <a:pt x="776633" y="1027361"/>
                </a:lnTo>
                <a:moveTo>
                  <a:pt x="1552854" y="542199"/>
                </a:moveTo>
                <a:lnTo>
                  <a:pt x="1547231" y="624666"/>
                </a:lnTo>
                <a:moveTo>
                  <a:pt x="743130" y="950290"/>
                </a:moveTo>
                <a:lnTo>
                  <a:pt x="776633" y="1027361"/>
                </a:lnTo>
                <a:moveTo>
                  <a:pt x="975442" y="1021697"/>
                </a:moveTo>
                <a:lnTo>
                  <a:pt x="982964" y="1097768"/>
                </a:lnTo>
                <a:moveTo>
                  <a:pt x="806772" y="1027509"/>
                </a:moveTo>
                <a:lnTo>
                  <a:pt x="940559" y="1002232"/>
                </a:lnTo>
                <a:moveTo>
                  <a:pt x="644610" y="1074302"/>
                </a:moveTo>
                <a:lnTo>
                  <a:pt x="755032" y="1058014"/>
                </a:lnTo>
                <a:moveTo>
                  <a:pt x="416959" y="980054"/>
                </a:moveTo>
                <a:lnTo>
                  <a:pt x="361773" y="883947"/>
                </a:lnTo>
                <a:moveTo>
                  <a:pt x="2533947" y="661837"/>
                </a:moveTo>
                <a:lnTo>
                  <a:pt x="2508436" y="722303"/>
                </a:lnTo>
                <a:moveTo>
                  <a:pt x="191194" y="553306"/>
                </a:moveTo>
                <a:lnTo>
                  <a:pt x="233310" y="389415"/>
                </a:lnTo>
                <a:moveTo>
                  <a:pt x="1380382" y="20610"/>
                </a:moveTo>
                <a:lnTo>
                  <a:pt x="1395007" y="0"/>
                </a:lnTo>
                <a:moveTo>
                  <a:pt x="2385637" y="876395"/>
                </a:moveTo>
                <a:lnTo>
                  <a:pt x="2493302" y="784712"/>
                </a:lnTo>
                <a:moveTo>
                  <a:pt x="729184" y="934195"/>
                </a:moveTo>
                <a:lnTo>
                  <a:pt x="776633" y="1027361"/>
                </a:lnTo>
                <a:moveTo>
                  <a:pt x="679796" y="1131854"/>
                </a:moveTo>
                <a:lnTo>
                  <a:pt x="755032" y="1058014"/>
                </a:lnTo>
                <a:moveTo>
                  <a:pt x="298300" y="212038"/>
                </a:moveTo>
                <a:lnTo>
                  <a:pt x="231258" y="296990"/>
                </a:lnTo>
                <a:moveTo>
                  <a:pt x="743130" y="950290"/>
                </a:moveTo>
                <a:lnTo>
                  <a:pt x="806772" y="1027509"/>
                </a:lnTo>
                <a:moveTo>
                  <a:pt x="1725836" y="811965"/>
                </a:moveTo>
                <a:lnTo>
                  <a:pt x="1627806" y="637068"/>
                </a:lnTo>
                <a:moveTo>
                  <a:pt x="2038982" y="999090"/>
                </a:moveTo>
                <a:lnTo>
                  <a:pt x="1939637" y="918604"/>
                </a:lnTo>
                <a:moveTo>
                  <a:pt x="2515642" y="578994"/>
                </a:moveTo>
                <a:lnTo>
                  <a:pt x="2478890" y="457871"/>
                </a:lnTo>
                <a:moveTo>
                  <a:pt x="361773" y="883947"/>
                </a:moveTo>
                <a:lnTo>
                  <a:pt x="216826" y="770888"/>
                </a:lnTo>
                <a:moveTo>
                  <a:pt x="2515642" y="578994"/>
                </a:moveTo>
                <a:lnTo>
                  <a:pt x="2477022" y="462705"/>
                </a:lnTo>
                <a:moveTo>
                  <a:pt x="242374" y="669002"/>
                </a:moveTo>
                <a:lnTo>
                  <a:pt x="191194" y="553306"/>
                </a:lnTo>
                <a:moveTo>
                  <a:pt x="2491953" y="762514"/>
                </a:moveTo>
                <a:lnTo>
                  <a:pt x="2493302" y="784712"/>
                </a:lnTo>
                <a:moveTo>
                  <a:pt x="416959" y="980054"/>
                </a:moveTo>
                <a:lnTo>
                  <a:pt x="401637" y="894620"/>
                </a:lnTo>
                <a:moveTo>
                  <a:pt x="992553" y="225108"/>
                </a:moveTo>
                <a:lnTo>
                  <a:pt x="1093645" y="125649"/>
                </a:lnTo>
                <a:moveTo>
                  <a:pt x="1939637" y="918604"/>
                </a:moveTo>
                <a:lnTo>
                  <a:pt x="1888642" y="900239"/>
                </a:lnTo>
                <a:moveTo>
                  <a:pt x="2113463" y="992519"/>
                </a:moveTo>
                <a:lnTo>
                  <a:pt x="2260444" y="947344"/>
                </a:lnTo>
                <a:moveTo>
                  <a:pt x="679796" y="1131854"/>
                </a:moveTo>
                <a:lnTo>
                  <a:pt x="644610" y="1074302"/>
                </a:lnTo>
                <a:moveTo>
                  <a:pt x="644610" y="1074302"/>
                </a:moveTo>
                <a:lnTo>
                  <a:pt x="591647" y="982204"/>
                </a:lnTo>
                <a:moveTo>
                  <a:pt x="401637" y="894620"/>
                </a:moveTo>
                <a:lnTo>
                  <a:pt x="361773" y="883947"/>
                </a:lnTo>
                <a:moveTo>
                  <a:pt x="238479" y="619062"/>
                </a:moveTo>
                <a:lnTo>
                  <a:pt x="191194" y="553306"/>
                </a:lnTo>
                <a:moveTo>
                  <a:pt x="2113463" y="992519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3302" y="784712"/>
                </a:lnTo>
                <a:moveTo>
                  <a:pt x="1627806" y="637068"/>
                </a:moveTo>
                <a:lnTo>
                  <a:pt x="1552854" y="542199"/>
                </a:lnTo>
                <a:moveTo>
                  <a:pt x="233310" y="389415"/>
                </a:moveTo>
                <a:lnTo>
                  <a:pt x="235610" y="379537"/>
                </a:lnTo>
                <a:moveTo>
                  <a:pt x="236514" y="377256"/>
                </a:moveTo>
                <a:lnTo>
                  <a:pt x="235610" y="379537"/>
                </a:lnTo>
                <a:moveTo>
                  <a:pt x="743130" y="950290"/>
                </a:moveTo>
                <a:lnTo>
                  <a:pt x="940559" y="1002232"/>
                </a:lnTo>
                <a:moveTo>
                  <a:pt x="1032865" y="1126901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385637" y="876395"/>
                </a:lnTo>
                <a:moveTo>
                  <a:pt x="1146579" y="193585"/>
                </a:moveTo>
                <a:lnTo>
                  <a:pt x="1093645" y="125649"/>
                </a:lnTo>
                <a:moveTo>
                  <a:pt x="2533947" y="661837"/>
                </a:moveTo>
                <a:lnTo>
                  <a:pt x="2515642" y="578994"/>
                </a:lnTo>
                <a:moveTo>
                  <a:pt x="233310" y="389415"/>
                </a:moveTo>
                <a:lnTo>
                  <a:pt x="236514" y="377256"/>
                </a:lnTo>
                <a:moveTo>
                  <a:pt x="216826" y="770888"/>
                </a:moveTo>
                <a:lnTo>
                  <a:pt x="242374" y="669002"/>
                </a:lnTo>
                <a:moveTo>
                  <a:pt x="729184" y="934195"/>
                </a:moveTo>
                <a:lnTo>
                  <a:pt x="591647" y="982204"/>
                </a:lnTo>
                <a:moveTo>
                  <a:pt x="1891456" y="882528"/>
                </a:moveTo>
                <a:lnTo>
                  <a:pt x="1888642" y="900239"/>
                </a:lnTo>
                <a:moveTo>
                  <a:pt x="970800" y="1038006"/>
                </a:moveTo>
                <a:lnTo>
                  <a:pt x="1032865" y="1126901"/>
                </a:lnTo>
                <a:moveTo>
                  <a:pt x="1770564" y="879229"/>
                </a:moveTo>
                <a:lnTo>
                  <a:pt x="1818631" y="896313"/>
                </a:lnTo>
                <a:moveTo>
                  <a:pt x="740086" y="938754"/>
                </a:moveTo>
                <a:lnTo>
                  <a:pt x="940559" y="1002232"/>
                </a:lnTo>
                <a:moveTo>
                  <a:pt x="729184" y="934195"/>
                </a:moveTo>
                <a:lnTo>
                  <a:pt x="743130" y="950290"/>
                </a:lnTo>
                <a:moveTo>
                  <a:pt x="1659458" y="712041"/>
                </a:moveTo>
                <a:lnTo>
                  <a:pt x="1627806" y="637068"/>
                </a:lnTo>
                <a:moveTo>
                  <a:pt x="2477022" y="462705"/>
                </a:moveTo>
                <a:lnTo>
                  <a:pt x="2478890" y="457871"/>
                </a:lnTo>
                <a:moveTo>
                  <a:pt x="975442" y="1021697"/>
                </a:moveTo>
                <a:lnTo>
                  <a:pt x="940559" y="1002232"/>
                </a:lnTo>
                <a:moveTo>
                  <a:pt x="740086" y="938754"/>
                </a:moveTo>
                <a:lnTo>
                  <a:pt x="743130" y="950290"/>
                </a:lnTo>
                <a:moveTo>
                  <a:pt x="2367620" y="833831"/>
                </a:moveTo>
                <a:lnTo>
                  <a:pt x="2385637" y="876395"/>
                </a:lnTo>
                <a:moveTo>
                  <a:pt x="1552854" y="542199"/>
                </a:moveTo>
                <a:lnTo>
                  <a:pt x="1513940" y="539911"/>
                </a:lnTo>
                <a:moveTo>
                  <a:pt x="1380382" y="20610"/>
                </a:moveTo>
                <a:lnTo>
                  <a:pt x="1379994" y="26295"/>
                </a:lnTo>
                <a:moveTo>
                  <a:pt x="2113463" y="992519"/>
                </a:moveTo>
                <a:lnTo>
                  <a:pt x="2074302" y="900819"/>
                </a:lnTo>
                <a:moveTo>
                  <a:pt x="238479" y="619062"/>
                </a:moveTo>
                <a:lnTo>
                  <a:pt x="233310" y="389415"/>
                </a:lnTo>
                <a:moveTo>
                  <a:pt x="729184" y="934195"/>
                </a:moveTo>
                <a:lnTo>
                  <a:pt x="740086" y="938754"/>
                </a:lnTo>
                <a:moveTo>
                  <a:pt x="1458939" y="597571"/>
                </a:moveTo>
                <a:lnTo>
                  <a:pt x="1513940" y="539911"/>
                </a:lnTo>
                <a:moveTo>
                  <a:pt x="361773" y="883947"/>
                </a:moveTo>
                <a:lnTo>
                  <a:pt x="326269" y="796574"/>
                </a:lnTo>
                <a:moveTo>
                  <a:pt x="943220" y="988275"/>
                </a:moveTo>
                <a:lnTo>
                  <a:pt x="940559" y="1002232"/>
                </a:lnTo>
                <a:moveTo>
                  <a:pt x="2113463" y="992519"/>
                </a:moveTo>
                <a:lnTo>
                  <a:pt x="2210459" y="842841"/>
                </a:lnTo>
                <a:moveTo>
                  <a:pt x="329642" y="798008"/>
                </a:moveTo>
                <a:lnTo>
                  <a:pt x="361773" y="883947"/>
                </a:lnTo>
                <a:moveTo>
                  <a:pt x="1725836" y="811965"/>
                </a:moveTo>
                <a:lnTo>
                  <a:pt x="1659458" y="712041"/>
                </a:lnTo>
                <a:moveTo>
                  <a:pt x="1146579" y="193585"/>
                </a:moveTo>
                <a:lnTo>
                  <a:pt x="992553" y="225108"/>
                </a:lnTo>
                <a:moveTo>
                  <a:pt x="236514" y="377256"/>
                </a:moveTo>
                <a:lnTo>
                  <a:pt x="298300" y="212038"/>
                </a:lnTo>
                <a:moveTo>
                  <a:pt x="1770564" y="879229"/>
                </a:moveTo>
                <a:lnTo>
                  <a:pt x="1888642" y="900239"/>
                </a:lnTo>
                <a:moveTo>
                  <a:pt x="216826" y="770888"/>
                </a:moveTo>
                <a:lnTo>
                  <a:pt x="326269" y="796574"/>
                </a:lnTo>
                <a:moveTo>
                  <a:pt x="1891456" y="882528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1953" y="762514"/>
                </a:lnTo>
                <a:moveTo>
                  <a:pt x="242374" y="669002"/>
                </a:moveTo>
                <a:lnTo>
                  <a:pt x="238479" y="619062"/>
                </a:lnTo>
                <a:moveTo>
                  <a:pt x="2533947" y="661837"/>
                </a:moveTo>
                <a:lnTo>
                  <a:pt x="2477022" y="462705"/>
                </a:lnTo>
                <a:moveTo>
                  <a:pt x="1380382" y="20610"/>
                </a:moveTo>
                <a:lnTo>
                  <a:pt x="1400450" y="0"/>
                </a:lnTo>
                <a:moveTo>
                  <a:pt x="2478890" y="457871"/>
                </a:moveTo>
                <a:lnTo>
                  <a:pt x="2416131" y="338257"/>
                </a:lnTo>
                <a:moveTo>
                  <a:pt x="2210459" y="842841"/>
                </a:moveTo>
                <a:lnTo>
                  <a:pt x="2385637" y="876395"/>
                </a:lnTo>
                <a:moveTo>
                  <a:pt x="1021190" y="262747"/>
                </a:moveTo>
                <a:lnTo>
                  <a:pt x="992553" y="225108"/>
                </a:lnTo>
                <a:moveTo>
                  <a:pt x="2477022" y="462705"/>
                </a:moveTo>
                <a:lnTo>
                  <a:pt x="2416131" y="338257"/>
                </a:lnTo>
                <a:moveTo>
                  <a:pt x="2491953" y="762514"/>
                </a:moveTo>
                <a:lnTo>
                  <a:pt x="2533947" y="661837"/>
                </a:lnTo>
                <a:moveTo>
                  <a:pt x="2271464" y="816595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2074302" y="900819"/>
                </a:lnTo>
                <a:moveTo>
                  <a:pt x="970800" y="1038006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210459" y="842841"/>
                </a:lnTo>
                <a:moveTo>
                  <a:pt x="591647" y="982204"/>
                </a:moveTo>
                <a:lnTo>
                  <a:pt x="554891" y="893350"/>
                </a:lnTo>
                <a:moveTo>
                  <a:pt x="401637" y="894620"/>
                </a:moveTo>
                <a:lnTo>
                  <a:pt x="329642" y="798008"/>
                </a:lnTo>
                <a:moveTo>
                  <a:pt x="1770564" y="879229"/>
                </a:moveTo>
                <a:lnTo>
                  <a:pt x="1725836" y="811965"/>
                </a:lnTo>
                <a:moveTo>
                  <a:pt x="943220" y="988275"/>
                </a:moveTo>
                <a:lnTo>
                  <a:pt x="740086" y="938754"/>
                </a:lnTo>
                <a:moveTo>
                  <a:pt x="571339" y="888200"/>
                </a:moveTo>
                <a:lnTo>
                  <a:pt x="591647" y="982204"/>
                </a:lnTo>
                <a:moveTo>
                  <a:pt x="1659458" y="712041"/>
                </a:moveTo>
                <a:lnTo>
                  <a:pt x="1552854" y="542199"/>
                </a:lnTo>
                <a:moveTo>
                  <a:pt x="943220" y="988275"/>
                </a:moveTo>
                <a:lnTo>
                  <a:pt x="975442" y="1021697"/>
                </a:lnTo>
                <a:moveTo>
                  <a:pt x="1513940" y="539911"/>
                </a:moveTo>
                <a:lnTo>
                  <a:pt x="1469487" y="441952"/>
                </a:lnTo>
                <a:moveTo>
                  <a:pt x="326269" y="796574"/>
                </a:moveTo>
                <a:lnTo>
                  <a:pt x="242374" y="669002"/>
                </a:lnTo>
                <a:moveTo>
                  <a:pt x="1021190" y="262747"/>
                </a:moveTo>
                <a:lnTo>
                  <a:pt x="1146579" y="193585"/>
                </a:lnTo>
                <a:moveTo>
                  <a:pt x="334474" y="806281"/>
                </a:moveTo>
                <a:lnTo>
                  <a:pt x="401637" y="894620"/>
                </a:lnTo>
                <a:moveTo>
                  <a:pt x="289992" y="449631"/>
                </a:moveTo>
                <a:lnTo>
                  <a:pt x="233310" y="389415"/>
                </a:lnTo>
                <a:moveTo>
                  <a:pt x="291872" y="444916"/>
                </a:moveTo>
                <a:lnTo>
                  <a:pt x="233310" y="389415"/>
                </a:lnTo>
                <a:moveTo>
                  <a:pt x="401637" y="894620"/>
                </a:moveTo>
                <a:lnTo>
                  <a:pt x="554891" y="893350"/>
                </a:lnTo>
                <a:moveTo>
                  <a:pt x="2477022" y="462705"/>
                </a:moveTo>
                <a:lnTo>
                  <a:pt x="2361960" y="391485"/>
                </a:lnTo>
                <a:moveTo>
                  <a:pt x="1490242" y="440055"/>
                </a:moveTo>
                <a:lnTo>
                  <a:pt x="1513940" y="539911"/>
                </a:lnTo>
                <a:moveTo>
                  <a:pt x="291872" y="444916"/>
                </a:moveTo>
                <a:lnTo>
                  <a:pt x="236514" y="377256"/>
                </a:lnTo>
                <a:moveTo>
                  <a:pt x="1345794" y="514675"/>
                </a:moveTo>
                <a:lnTo>
                  <a:pt x="1513940" y="539911"/>
                </a:lnTo>
                <a:moveTo>
                  <a:pt x="970800" y="1038006"/>
                </a:moveTo>
                <a:lnTo>
                  <a:pt x="943220" y="988275"/>
                </a:lnTo>
                <a:moveTo>
                  <a:pt x="729184" y="934195"/>
                </a:moveTo>
                <a:lnTo>
                  <a:pt x="571339" y="888200"/>
                </a:lnTo>
                <a:moveTo>
                  <a:pt x="550418" y="882016"/>
                </a:moveTo>
                <a:lnTo>
                  <a:pt x="401637" y="894620"/>
                </a:lnTo>
                <a:moveTo>
                  <a:pt x="1891456" y="882528"/>
                </a:moveTo>
                <a:lnTo>
                  <a:pt x="2074302" y="900819"/>
                </a:lnTo>
                <a:moveTo>
                  <a:pt x="326269" y="796574"/>
                </a:moveTo>
                <a:lnTo>
                  <a:pt x="238479" y="619062"/>
                </a:lnTo>
                <a:moveTo>
                  <a:pt x="2367620" y="833831"/>
                </a:moveTo>
                <a:lnTo>
                  <a:pt x="2271464" y="816595"/>
                </a:lnTo>
                <a:moveTo>
                  <a:pt x="329642" y="798008"/>
                </a:moveTo>
                <a:lnTo>
                  <a:pt x="238479" y="619062"/>
                </a:lnTo>
                <a:moveTo>
                  <a:pt x="298300" y="212038"/>
                </a:moveTo>
                <a:lnTo>
                  <a:pt x="320610" y="215669"/>
                </a:lnTo>
                <a:moveTo>
                  <a:pt x="1374355" y="567873"/>
                </a:moveTo>
                <a:lnTo>
                  <a:pt x="1458939" y="597571"/>
                </a:lnTo>
                <a:moveTo>
                  <a:pt x="1241226" y="341449"/>
                </a:moveTo>
                <a:lnTo>
                  <a:pt x="1146579" y="193585"/>
                </a:lnTo>
                <a:moveTo>
                  <a:pt x="1552854" y="542199"/>
                </a:moveTo>
                <a:lnTo>
                  <a:pt x="1490242" y="440055"/>
                </a:lnTo>
                <a:moveTo>
                  <a:pt x="570472" y="911782"/>
                </a:moveTo>
                <a:lnTo>
                  <a:pt x="729184" y="934195"/>
                </a:lnTo>
                <a:moveTo>
                  <a:pt x="377864" y="295328"/>
                </a:moveTo>
                <a:lnTo>
                  <a:pt x="236514" y="377256"/>
                </a:lnTo>
                <a:moveTo>
                  <a:pt x="811416" y="979346"/>
                </a:moveTo>
                <a:lnTo>
                  <a:pt x="740086" y="938754"/>
                </a:lnTo>
                <a:moveTo>
                  <a:pt x="1891456" y="882528"/>
                </a:moveTo>
                <a:lnTo>
                  <a:pt x="1770564" y="879229"/>
                </a:lnTo>
                <a:moveTo>
                  <a:pt x="1458939" y="597571"/>
                </a:moveTo>
                <a:lnTo>
                  <a:pt x="1345794" y="514675"/>
                </a:lnTo>
                <a:moveTo>
                  <a:pt x="1241226" y="341449"/>
                </a:moveTo>
                <a:lnTo>
                  <a:pt x="1021190" y="262747"/>
                </a:lnTo>
                <a:moveTo>
                  <a:pt x="238479" y="619062"/>
                </a:moveTo>
                <a:lnTo>
                  <a:pt x="289992" y="449631"/>
                </a:lnTo>
                <a:moveTo>
                  <a:pt x="2074302" y="900819"/>
                </a:moveTo>
                <a:lnTo>
                  <a:pt x="2210459" y="842841"/>
                </a:lnTo>
                <a:moveTo>
                  <a:pt x="775500" y="971021"/>
                </a:moveTo>
                <a:lnTo>
                  <a:pt x="729184" y="934195"/>
                </a:lnTo>
                <a:moveTo>
                  <a:pt x="2361960" y="391485"/>
                </a:moveTo>
                <a:lnTo>
                  <a:pt x="2416131" y="338257"/>
                </a:lnTo>
                <a:moveTo>
                  <a:pt x="329642" y="798008"/>
                </a:moveTo>
                <a:lnTo>
                  <a:pt x="326269" y="796574"/>
                </a:lnTo>
                <a:moveTo>
                  <a:pt x="1644642" y="581717"/>
                </a:moveTo>
                <a:lnTo>
                  <a:pt x="1552854" y="542199"/>
                </a:lnTo>
                <a:moveTo>
                  <a:pt x="1440964" y="672629"/>
                </a:moveTo>
                <a:lnTo>
                  <a:pt x="1458939" y="597571"/>
                </a:lnTo>
                <a:moveTo>
                  <a:pt x="1770564" y="879229"/>
                </a:moveTo>
                <a:lnTo>
                  <a:pt x="1659458" y="712041"/>
                </a:lnTo>
                <a:moveTo>
                  <a:pt x="775500" y="971021"/>
                </a:moveTo>
                <a:lnTo>
                  <a:pt x="740086" y="938754"/>
                </a:lnTo>
                <a:moveTo>
                  <a:pt x="2271464" y="816595"/>
                </a:moveTo>
                <a:lnTo>
                  <a:pt x="2210459" y="842841"/>
                </a:lnTo>
                <a:moveTo>
                  <a:pt x="334474" y="806281"/>
                </a:moveTo>
                <a:lnTo>
                  <a:pt x="329642" y="798008"/>
                </a:lnTo>
                <a:moveTo>
                  <a:pt x="1321287" y="179755"/>
                </a:moveTo>
                <a:lnTo>
                  <a:pt x="1146579" y="193585"/>
                </a:lnTo>
                <a:moveTo>
                  <a:pt x="943220" y="988275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241226" y="341449"/>
                </a:lnTo>
                <a:moveTo>
                  <a:pt x="1490242" y="440055"/>
                </a:moveTo>
                <a:lnTo>
                  <a:pt x="1469487" y="441952"/>
                </a:lnTo>
                <a:moveTo>
                  <a:pt x="302434" y="674990"/>
                </a:moveTo>
                <a:lnTo>
                  <a:pt x="238479" y="619062"/>
                </a:lnTo>
                <a:moveTo>
                  <a:pt x="1374355" y="567873"/>
                </a:moveTo>
                <a:lnTo>
                  <a:pt x="1345794" y="514675"/>
                </a:lnTo>
                <a:moveTo>
                  <a:pt x="1659458" y="712041"/>
                </a:moveTo>
                <a:lnTo>
                  <a:pt x="1644642" y="581717"/>
                </a:lnTo>
                <a:moveTo>
                  <a:pt x="1093834" y="365694"/>
                </a:moveTo>
                <a:lnTo>
                  <a:pt x="1021190" y="262747"/>
                </a:lnTo>
                <a:moveTo>
                  <a:pt x="571339" y="888200"/>
                </a:moveTo>
                <a:lnTo>
                  <a:pt x="554891" y="893350"/>
                </a:lnTo>
                <a:moveTo>
                  <a:pt x="377864" y="295328"/>
                </a:moveTo>
                <a:lnTo>
                  <a:pt x="298300" y="212038"/>
                </a:lnTo>
                <a:moveTo>
                  <a:pt x="1345794" y="514675"/>
                </a:moveTo>
                <a:lnTo>
                  <a:pt x="1469487" y="441952"/>
                </a:lnTo>
                <a:moveTo>
                  <a:pt x="924554" y="1145336"/>
                </a:moveTo>
                <a:lnTo>
                  <a:pt x="970800" y="1038006"/>
                </a:lnTo>
                <a:moveTo>
                  <a:pt x="550418" y="882016"/>
                </a:moveTo>
                <a:lnTo>
                  <a:pt x="334474" y="806281"/>
                </a:lnTo>
                <a:moveTo>
                  <a:pt x="1345794" y="514675"/>
                </a:moveTo>
                <a:lnTo>
                  <a:pt x="1253326" y="359916"/>
                </a:lnTo>
                <a:moveTo>
                  <a:pt x="550418" y="882016"/>
                </a:moveTo>
                <a:lnTo>
                  <a:pt x="554891" y="893350"/>
                </a:lnTo>
                <a:moveTo>
                  <a:pt x="1440964" y="672629"/>
                </a:moveTo>
                <a:lnTo>
                  <a:pt x="1374355" y="567873"/>
                </a:lnTo>
                <a:moveTo>
                  <a:pt x="289992" y="449631"/>
                </a:moveTo>
                <a:lnTo>
                  <a:pt x="291872" y="444916"/>
                </a:lnTo>
                <a:moveTo>
                  <a:pt x="550418" y="882016"/>
                </a:moveTo>
                <a:lnTo>
                  <a:pt x="571339" y="888200"/>
                </a:lnTo>
                <a:moveTo>
                  <a:pt x="1374355" y="567873"/>
                </a:moveTo>
                <a:lnTo>
                  <a:pt x="1307552" y="547768"/>
                </a:lnTo>
                <a:moveTo>
                  <a:pt x="924554" y="1145336"/>
                </a:moveTo>
                <a:lnTo>
                  <a:pt x="943220" y="988275"/>
                </a:lnTo>
                <a:moveTo>
                  <a:pt x="377864" y="295328"/>
                </a:moveTo>
                <a:lnTo>
                  <a:pt x="320610" y="215669"/>
                </a:lnTo>
                <a:moveTo>
                  <a:pt x="289992" y="449631"/>
                </a:moveTo>
                <a:lnTo>
                  <a:pt x="297208" y="452404"/>
                </a:lnTo>
                <a:moveTo>
                  <a:pt x="297208" y="452404"/>
                </a:moveTo>
                <a:lnTo>
                  <a:pt x="291872" y="444916"/>
                </a:lnTo>
                <a:moveTo>
                  <a:pt x="1241226" y="341449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71339" y="888200"/>
                </a:lnTo>
                <a:moveTo>
                  <a:pt x="1093834" y="365694"/>
                </a:moveTo>
                <a:lnTo>
                  <a:pt x="1241226" y="341449"/>
                </a:lnTo>
                <a:moveTo>
                  <a:pt x="1307552" y="547768"/>
                </a:moveTo>
                <a:lnTo>
                  <a:pt x="1345794" y="514675"/>
                </a:lnTo>
                <a:moveTo>
                  <a:pt x="329642" y="798008"/>
                </a:moveTo>
                <a:lnTo>
                  <a:pt x="302434" y="674990"/>
                </a:lnTo>
                <a:moveTo>
                  <a:pt x="1644642" y="581717"/>
                </a:moveTo>
                <a:lnTo>
                  <a:pt x="1490242" y="440055"/>
                </a:lnTo>
                <a:moveTo>
                  <a:pt x="1253326" y="359916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50418" y="882016"/>
                </a:lnTo>
                <a:moveTo>
                  <a:pt x="291872" y="444916"/>
                </a:moveTo>
                <a:lnTo>
                  <a:pt x="377864" y="295328"/>
                </a:lnTo>
                <a:moveTo>
                  <a:pt x="67788" y="813336"/>
                </a:moveTo>
                <a:lnTo>
                  <a:pt x="0" y="763744"/>
                </a:lnTo>
                <a:moveTo>
                  <a:pt x="1469487" y="441952"/>
                </a:moveTo>
                <a:lnTo>
                  <a:pt x="1415499" y="332713"/>
                </a:lnTo>
                <a:moveTo>
                  <a:pt x="302434" y="674990"/>
                </a:moveTo>
                <a:lnTo>
                  <a:pt x="289992" y="449631"/>
                </a:lnTo>
                <a:moveTo>
                  <a:pt x="775500" y="971021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415499" y="332713"/>
                </a:lnTo>
                <a:moveTo>
                  <a:pt x="775500" y="971021"/>
                </a:moveTo>
                <a:lnTo>
                  <a:pt x="570472" y="911782"/>
                </a:lnTo>
                <a:moveTo>
                  <a:pt x="1435081" y="333518"/>
                </a:moveTo>
                <a:lnTo>
                  <a:pt x="1469487" y="441952"/>
                </a:lnTo>
                <a:moveTo>
                  <a:pt x="1345794" y="514675"/>
                </a:moveTo>
                <a:lnTo>
                  <a:pt x="1415499" y="332713"/>
                </a:lnTo>
                <a:moveTo>
                  <a:pt x="924554" y="1145336"/>
                </a:moveTo>
                <a:lnTo>
                  <a:pt x="811416" y="979346"/>
                </a:lnTo>
                <a:moveTo>
                  <a:pt x="1321287" y="179755"/>
                </a:moveTo>
                <a:lnTo>
                  <a:pt x="1356542" y="147130"/>
                </a:lnTo>
                <a:moveTo>
                  <a:pt x="1490242" y="440055"/>
                </a:moveTo>
                <a:lnTo>
                  <a:pt x="1435081" y="333518"/>
                </a:lnTo>
                <a:moveTo>
                  <a:pt x="1172854" y="483768"/>
                </a:moveTo>
                <a:lnTo>
                  <a:pt x="1241226" y="341449"/>
                </a:lnTo>
                <a:moveTo>
                  <a:pt x="1415499" y="332713"/>
                </a:moveTo>
                <a:lnTo>
                  <a:pt x="1321287" y="179755"/>
                </a:lnTo>
                <a:moveTo>
                  <a:pt x="1415499" y="332713"/>
                </a:moveTo>
                <a:lnTo>
                  <a:pt x="1356542" y="147130"/>
                </a:lnTo>
                <a:moveTo>
                  <a:pt x="1172854" y="483768"/>
                </a:moveTo>
                <a:lnTo>
                  <a:pt x="1253326" y="359916"/>
                </a:lnTo>
                <a:moveTo>
                  <a:pt x="1601719" y="467964"/>
                </a:moveTo>
                <a:lnTo>
                  <a:pt x="1490242" y="440055"/>
                </a:lnTo>
                <a:moveTo>
                  <a:pt x="1172854" y="483768"/>
                </a:moveTo>
                <a:lnTo>
                  <a:pt x="1345794" y="514675"/>
                </a:lnTo>
                <a:moveTo>
                  <a:pt x="1435081" y="333518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29642" y="798008"/>
                </a:lnTo>
                <a:moveTo>
                  <a:pt x="67788" y="813336"/>
                </a:moveTo>
                <a:lnTo>
                  <a:pt x="0" y="693186"/>
                </a:lnTo>
                <a:moveTo>
                  <a:pt x="1307552" y="547768"/>
                </a:moveTo>
                <a:lnTo>
                  <a:pt x="1172854" y="483768"/>
                </a:lnTo>
                <a:moveTo>
                  <a:pt x="1178336" y="492848"/>
                </a:moveTo>
                <a:lnTo>
                  <a:pt x="1307552" y="547768"/>
                </a:lnTo>
                <a:moveTo>
                  <a:pt x="334474" y="806281"/>
                </a:moveTo>
                <a:lnTo>
                  <a:pt x="316808" y="740009"/>
                </a:lnTo>
                <a:moveTo>
                  <a:pt x="1644642" y="581717"/>
                </a:moveTo>
                <a:lnTo>
                  <a:pt x="1601719" y="467964"/>
                </a:lnTo>
                <a:moveTo>
                  <a:pt x="1435081" y="333518"/>
                </a:moveTo>
                <a:lnTo>
                  <a:pt x="1415499" y="332713"/>
                </a:lnTo>
                <a:moveTo>
                  <a:pt x="1172854" y="483768"/>
                </a:moveTo>
                <a:lnTo>
                  <a:pt x="1093834" y="365694"/>
                </a:lnTo>
                <a:moveTo>
                  <a:pt x="1173231" y="487904"/>
                </a:moveTo>
                <a:lnTo>
                  <a:pt x="1093834" y="365694"/>
                </a:lnTo>
                <a:moveTo>
                  <a:pt x="855160" y="1047191"/>
                </a:moveTo>
                <a:lnTo>
                  <a:pt x="811416" y="979346"/>
                </a:lnTo>
                <a:moveTo>
                  <a:pt x="855160" y="1047191"/>
                </a:moveTo>
                <a:lnTo>
                  <a:pt x="775500" y="971021"/>
                </a:lnTo>
                <a:moveTo>
                  <a:pt x="1601719" y="467964"/>
                </a:moveTo>
                <a:lnTo>
                  <a:pt x="1435081" y="333518"/>
                </a:lnTo>
                <a:moveTo>
                  <a:pt x="924554" y="1145336"/>
                </a:moveTo>
                <a:lnTo>
                  <a:pt x="855160" y="1047191"/>
                </a:lnTo>
                <a:moveTo>
                  <a:pt x="1404134" y="212705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02434" y="674990"/>
                </a:lnTo>
                <a:moveTo>
                  <a:pt x="1178336" y="492848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8336" y="492848"/>
                </a:lnTo>
                <a:moveTo>
                  <a:pt x="1179710" y="491878"/>
                </a:moveTo>
                <a:lnTo>
                  <a:pt x="1178336" y="492848"/>
                </a:lnTo>
                <a:moveTo>
                  <a:pt x="1435081" y="333518"/>
                </a:moveTo>
                <a:lnTo>
                  <a:pt x="1404134" y="212705"/>
                </a:lnTo>
                <a:moveTo>
                  <a:pt x="1179710" y="491878"/>
                </a:moveTo>
                <a:lnTo>
                  <a:pt x="1173231" y="487904"/>
                </a:lnTo>
                <a:moveTo>
                  <a:pt x="1539233" y="365746"/>
                </a:moveTo>
                <a:lnTo>
                  <a:pt x="1435081" y="333518"/>
                </a:lnTo>
                <a:moveTo>
                  <a:pt x="1601719" y="467964"/>
                </a:moveTo>
                <a:lnTo>
                  <a:pt x="1539233" y="365746"/>
                </a:lnTo>
                <a:moveTo>
                  <a:pt x="1539233" y="365746"/>
                </a:moveTo>
                <a:lnTo>
                  <a:pt x="1404134" y="21270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049" name="30ga_7_tuned_ReferenceLigand_0">
            <a:extLst>
              <a:ext uri="{FF2B5EF4-FFF2-40B4-BE49-F238E27FC236}">
                <a16:creationId xmlns:a16="http://schemas.microsoft.com/office/drawing/2014/main" id="{D509AD3C-78F4-4094-B08F-1CB6651AA40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96058" y="357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0" name="30ga_7_tuned_ReferenceLigand_1">
            <a:extLst>
              <a:ext uri="{FF2B5EF4-FFF2-40B4-BE49-F238E27FC236}">
                <a16:creationId xmlns:a16="http://schemas.microsoft.com/office/drawing/2014/main" id="{3D9CDB55-9318-45DD-A4F8-92D80A5FF8D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1143709" y="628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1" name="30ga_7_tuned_ReferenceLigand_2">
            <a:extLst>
              <a:ext uri="{FF2B5EF4-FFF2-40B4-BE49-F238E27FC236}">
                <a16:creationId xmlns:a16="http://schemas.microsoft.com/office/drawing/2014/main" id="{FFAB91B4-BDEB-4617-B92A-FBE0E9663EF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7719" y="169332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2" name="30ga_7_tuned_ReferenceLigand_3">
            <a:extLst>
              <a:ext uri="{FF2B5EF4-FFF2-40B4-BE49-F238E27FC236}">
                <a16:creationId xmlns:a16="http://schemas.microsoft.com/office/drawing/2014/main" id="{C08B079D-C4A1-4889-A4E3-EF91927C226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732851" y="876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3" name="30ga_7_tuned_ReferenceLigand_4">
            <a:extLst>
              <a:ext uri="{FF2B5EF4-FFF2-40B4-BE49-F238E27FC236}">
                <a16:creationId xmlns:a16="http://schemas.microsoft.com/office/drawing/2014/main" id="{2E97999F-534D-4F0F-B8DD-BB8FBF736AA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342075" y="677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4" name="30ga_7_tuned_ReferenceLigand_5">
            <a:extLst>
              <a:ext uri="{FF2B5EF4-FFF2-40B4-BE49-F238E27FC236}">
                <a16:creationId xmlns:a16="http://schemas.microsoft.com/office/drawing/2014/main" id="{80FB4CA5-0426-467A-8393-8CC6FA0F04C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81893" y="6095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5" name="30ga_7_tuned_ReferenceLigand_6">
            <a:extLst>
              <a:ext uri="{FF2B5EF4-FFF2-40B4-BE49-F238E27FC236}">
                <a16:creationId xmlns:a16="http://schemas.microsoft.com/office/drawing/2014/main" id="{969F5F17-4E40-426B-8C54-203F366DAD4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097" y="370141"/>
                </a:moveTo>
                <a:lnTo>
                  <a:pt x="1022007" y="494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6" name="30ga_7_tuned_ReferenceLigand_7">
            <a:extLst>
              <a:ext uri="{FF2B5EF4-FFF2-40B4-BE49-F238E27FC236}">
                <a16:creationId xmlns:a16="http://schemas.microsoft.com/office/drawing/2014/main" id="{64E9D9DC-8B09-4D0E-9E2E-E226D62757A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380774" y="1025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7" name="30ga_7_tuned_ReferenceLigand_8">
            <a:extLst>
              <a:ext uri="{FF2B5EF4-FFF2-40B4-BE49-F238E27FC236}">
                <a16:creationId xmlns:a16="http://schemas.microsoft.com/office/drawing/2014/main" id="{A1ED88F6-3843-4A09-95FD-95CE5FB7B03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8" name="30ga_7_tuned_ReferenceLigand_9">
            <a:extLst>
              <a:ext uri="{FF2B5EF4-FFF2-40B4-BE49-F238E27FC236}">
                <a16:creationId xmlns:a16="http://schemas.microsoft.com/office/drawing/2014/main" id="{A1F71FB7-C252-45D8-929D-AF90D864BBC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458111" y="7029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59" name="30ga_7_tuned_ReferenceLigand_10">
            <a:extLst>
              <a:ext uri="{FF2B5EF4-FFF2-40B4-BE49-F238E27FC236}">
                <a16:creationId xmlns:a16="http://schemas.microsoft.com/office/drawing/2014/main" id="{980C8B79-5E53-46D4-BB31-525B69070D5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903" y="791590"/>
                </a:moveTo>
                <a:lnTo>
                  <a:pt x="2323047" y="844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0" name="30ga_7_tuned_ReferenceLigand_11">
            <a:extLst>
              <a:ext uri="{FF2B5EF4-FFF2-40B4-BE49-F238E27FC236}">
                <a16:creationId xmlns:a16="http://schemas.microsoft.com/office/drawing/2014/main" id="{2AE0473A-79A3-4D48-ACF2-79D76EC5086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58111" y="702969"/>
                </a:moveTo>
                <a:lnTo>
                  <a:pt x="2401354" y="521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1" name="30ga_7_tuned_ReferenceLigand_12">
            <a:extLst>
              <a:ext uri="{FF2B5EF4-FFF2-40B4-BE49-F238E27FC236}">
                <a16:creationId xmlns:a16="http://schemas.microsoft.com/office/drawing/2014/main" id="{6BD8534E-DB0F-403B-9CEF-A5F28C319F0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543" y="897564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2" name="30ga_7_tuned_ReferenceLigand_13">
            <a:extLst>
              <a:ext uri="{FF2B5EF4-FFF2-40B4-BE49-F238E27FC236}">
                <a16:creationId xmlns:a16="http://schemas.microsoft.com/office/drawing/2014/main" id="{25F598C8-B5D5-45D1-84EC-930F14E818A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893" y="609587"/>
                </a:moveTo>
                <a:lnTo>
                  <a:pt x="759774" y="8048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3" name="30ga_7_tuned_ReferenceLigand_14">
            <a:extLst>
              <a:ext uri="{FF2B5EF4-FFF2-40B4-BE49-F238E27FC236}">
                <a16:creationId xmlns:a16="http://schemas.microsoft.com/office/drawing/2014/main" id="{19524204-75E9-4424-8639-1F5BAA80197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3565" y="310139"/>
                </a:moveTo>
                <a:lnTo>
                  <a:pt x="1784299" y="409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4" name="30ga_7_tuned_ReferenceLigand_15">
            <a:extLst>
              <a:ext uri="{FF2B5EF4-FFF2-40B4-BE49-F238E27FC236}">
                <a16:creationId xmlns:a16="http://schemas.microsoft.com/office/drawing/2014/main" id="{B9D414F0-28D3-4061-A572-6DF9DD0647F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5" name="30ga_7_tuned_ReferenceLigand_16">
            <a:extLst>
              <a:ext uri="{FF2B5EF4-FFF2-40B4-BE49-F238E27FC236}">
                <a16:creationId xmlns:a16="http://schemas.microsoft.com/office/drawing/2014/main" id="{41BC973A-CD4D-4D51-B4BA-1D5146B6EC1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5567" y="767694"/>
                </a:moveTo>
                <a:lnTo>
                  <a:pt x="1958543" y="897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6" name="30ga_7_tuned_ReferenceLigand_17">
            <a:extLst>
              <a:ext uri="{FF2B5EF4-FFF2-40B4-BE49-F238E27FC236}">
                <a16:creationId xmlns:a16="http://schemas.microsoft.com/office/drawing/2014/main" id="{09BE5CE3-DF5E-47F2-B655-37734F936C6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545425" y="182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7" name="30ga_7_tuned_ReferenceLigand_18">
            <a:extLst>
              <a:ext uri="{FF2B5EF4-FFF2-40B4-BE49-F238E27FC236}">
                <a16:creationId xmlns:a16="http://schemas.microsoft.com/office/drawing/2014/main" id="{697D4BCF-5298-4738-B7A6-4F6BB9CB1FB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1354" y="521829"/>
                </a:moveTo>
                <a:lnTo>
                  <a:pt x="2223103" y="4551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8" name="30ga_7_tuned_ReferenceLigand_19">
            <a:extLst>
              <a:ext uri="{FF2B5EF4-FFF2-40B4-BE49-F238E27FC236}">
                <a16:creationId xmlns:a16="http://schemas.microsoft.com/office/drawing/2014/main" id="{6D368F29-D21F-4701-BE4E-129072C45B3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103" y="455120"/>
                </a:moveTo>
                <a:lnTo>
                  <a:pt x="2092529" y="597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69" name="30ga_7_tuned_ReferenceLigand_20">
            <a:extLst>
              <a:ext uri="{FF2B5EF4-FFF2-40B4-BE49-F238E27FC236}">
                <a16:creationId xmlns:a16="http://schemas.microsoft.com/office/drawing/2014/main" id="{84FC1405-59F2-4A78-A243-3089636E1BB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412754" y="4159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0" name="30ga_7_tuned_ReferenceLigand_21">
            <a:extLst>
              <a:ext uri="{FF2B5EF4-FFF2-40B4-BE49-F238E27FC236}">
                <a16:creationId xmlns:a16="http://schemas.microsoft.com/office/drawing/2014/main" id="{29B720DE-3E00-4B0A-AFA5-A66533D5AC2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1" name="30ga_7_tuned_ReferenceLigand_22">
            <a:extLst>
              <a:ext uri="{FF2B5EF4-FFF2-40B4-BE49-F238E27FC236}">
                <a16:creationId xmlns:a16="http://schemas.microsoft.com/office/drawing/2014/main" id="{5071DC19-77B2-479B-A195-0181DB10E05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967" y="583479"/>
                </a:moveTo>
                <a:lnTo>
                  <a:pt x="1825567" y="76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2" name="30ga_7_tuned_ReferenceLigand_23">
            <a:extLst>
              <a:ext uri="{FF2B5EF4-FFF2-40B4-BE49-F238E27FC236}">
                <a16:creationId xmlns:a16="http://schemas.microsoft.com/office/drawing/2014/main" id="{1B336F26-415E-40CC-974C-0CBA3C1CC42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560126" y="7391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3" name="30ga_7_tuned_ReferenceLigand_24">
            <a:extLst>
              <a:ext uri="{FF2B5EF4-FFF2-40B4-BE49-F238E27FC236}">
                <a16:creationId xmlns:a16="http://schemas.microsoft.com/office/drawing/2014/main" id="{55569F28-5384-4B69-B61E-1B9936DD912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126" y="739143"/>
                </a:moveTo>
                <a:lnTo>
                  <a:pt x="365646" y="6311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4" name="30ga_7_tuned_ReferenceLigand_25">
            <a:extLst>
              <a:ext uri="{FF2B5EF4-FFF2-40B4-BE49-F238E27FC236}">
                <a16:creationId xmlns:a16="http://schemas.microsoft.com/office/drawing/2014/main" id="{542FAE43-BE68-4A1C-B79A-12359C05569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852895" y="947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5" name="30ga_7_tuned_ReferenceLigand_26">
            <a:extLst>
              <a:ext uri="{FF2B5EF4-FFF2-40B4-BE49-F238E27FC236}">
                <a16:creationId xmlns:a16="http://schemas.microsoft.com/office/drawing/2014/main" id="{759D17EE-17D6-4BC0-8012-C82403836811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106" y="461599"/>
                </a:moveTo>
                <a:lnTo>
                  <a:pt x="1151097" y="3701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6" name="30ga_7_tuned_ReferenceLigand_27">
            <a:extLst>
              <a:ext uri="{FF2B5EF4-FFF2-40B4-BE49-F238E27FC236}">
                <a16:creationId xmlns:a16="http://schemas.microsoft.com/office/drawing/2014/main" id="{B2C6F793-C287-46D2-B987-87B306FE40D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7" name="30ga_7_tuned_ReferenceLigand_28">
            <a:extLst>
              <a:ext uri="{FF2B5EF4-FFF2-40B4-BE49-F238E27FC236}">
                <a16:creationId xmlns:a16="http://schemas.microsoft.com/office/drawing/2014/main" id="{83A084C2-4B17-4C95-9367-10365F3BA25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517512" y="215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8" name="30ga_7_tuned_ReferenceLigand_29">
            <a:extLst>
              <a:ext uri="{FF2B5EF4-FFF2-40B4-BE49-F238E27FC236}">
                <a16:creationId xmlns:a16="http://schemas.microsoft.com/office/drawing/2014/main" id="{06E4E233-E6B6-4F87-92EE-6AA6CEC1F49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200673" y="697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79" name="30ga_7_tuned_ReferenceLigand_30">
            <a:extLst>
              <a:ext uri="{FF2B5EF4-FFF2-40B4-BE49-F238E27FC236}">
                <a16:creationId xmlns:a16="http://schemas.microsoft.com/office/drawing/2014/main" id="{A8854633-35A7-4EDE-BAC4-E1DF5A2ABCA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623053" y="4641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0" name="30ga_7_tuned_ReferenceLigand_31">
            <a:extLst>
              <a:ext uri="{FF2B5EF4-FFF2-40B4-BE49-F238E27FC236}">
                <a16:creationId xmlns:a16="http://schemas.microsoft.com/office/drawing/2014/main" id="{B7000F45-222C-4FD0-9494-A391E4D2427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282106" y="4615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1" name="30ga_7_tuned_ReferenceLigand_32">
            <a:extLst>
              <a:ext uri="{FF2B5EF4-FFF2-40B4-BE49-F238E27FC236}">
                <a16:creationId xmlns:a16="http://schemas.microsoft.com/office/drawing/2014/main" id="{3EC61F98-E216-4254-B977-827D7AD723C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053" y="464151"/>
                </a:moveTo>
                <a:lnTo>
                  <a:pt x="1461085" y="3392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082" name="30ga_7_tuned_PredictedLigand_0">
            <a:extLst>
              <a:ext uri="{FF2B5EF4-FFF2-40B4-BE49-F238E27FC236}">
                <a16:creationId xmlns:a16="http://schemas.microsoft.com/office/drawing/2014/main" id="{347E404F-6453-4294-8068-725D87BBB56E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7590" y="412706"/>
                </a:moveTo>
                <a:lnTo>
                  <a:pt x="1165657" y="42981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3" name="30ga_7_tuned_PredictedLigand_1">
            <a:extLst>
              <a:ext uri="{FF2B5EF4-FFF2-40B4-BE49-F238E27FC236}">
                <a16:creationId xmlns:a16="http://schemas.microsoft.com/office/drawing/2014/main" id="{65647362-C620-4874-BDEB-9AD8D472923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71469" y="147853"/>
                </a:moveTo>
                <a:lnTo>
                  <a:pt x="1750870" y="2848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4" name="30ga_7_tuned_PredictedLigand_2">
            <a:extLst>
              <a:ext uri="{FF2B5EF4-FFF2-40B4-BE49-F238E27FC236}">
                <a16:creationId xmlns:a16="http://schemas.microsoft.com/office/drawing/2014/main" id="{06F6CEC8-8A6C-4283-9FBA-C2E56BAA62F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0804" y="736198"/>
                </a:moveTo>
                <a:lnTo>
                  <a:pt x="761396" y="76198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5" name="30ga_7_tuned_PredictedLigand_3">
            <a:extLst>
              <a:ext uri="{FF2B5EF4-FFF2-40B4-BE49-F238E27FC236}">
                <a16:creationId xmlns:a16="http://schemas.microsoft.com/office/drawing/2014/main" id="{38836073-468D-40A0-84FE-79DB321E4B2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7590" y="412706"/>
                </a:moveTo>
                <a:lnTo>
                  <a:pt x="862367" y="29733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6" name="30ga_7_tuned_PredictedLigand_4">
            <a:extLst>
              <a:ext uri="{FF2B5EF4-FFF2-40B4-BE49-F238E27FC236}">
                <a16:creationId xmlns:a16="http://schemas.microsoft.com/office/drawing/2014/main" id="{0D8BB282-BECC-4E44-800A-CFE67412AE5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923" y="194327"/>
                </a:moveTo>
                <a:lnTo>
                  <a:pt x="1558638" y="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7" name="30ga_7_tuned_PredictedLigand_5">
            <a:extLst>
              <a:ext uri="{FF2B5EF4-FFF2-40B4-BE49-F238E27FC236}">
                <a16:creationId xmlns:a16="http://schemas.microsoft.com/office/drawing/2014/main" id="{D0B23970-CF18-4313-954E-405FE221A1E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57923" y="194327"/>
                </a:moveTo>
                <a:lnTo>
                  <a:pt x="1750870" y="28489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8" name="30ga_7_tuned_PredictedLigand_6">
            <a:extLst>
              <a:ext uri="{FF2B5EF4-FFF2-40B4-BE49-F238E27FC236}">
                <a16:creationId xmlns:a16="http://schemas.microsoft.com/office/drawing/2014/main" id="{15C9B601-9AE1-4B8B-A290-DA89AFAD34E8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21294" y="726378"/>
                </a:moveTo>
                <a:lnTo>
                  <a:pt x="2397953" y="53160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89" name="30ga_7_tuned_PredictedLigand_7">
            <a:extLst>
              <a:ext uri="{FF2B5EF4-FFF2-40B4-BE49-F238E27FC236}">
                <a16:creationId xmlns:a16="http://schemas.microsoft.com/office/drawing/2014/main" id="{E1D416CC-1B8C-449E-A3D7-6F4F001E558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6836" y="860750"/>
                </a:moveTo>
                <a:lnTo>
                  <a:pt x="2421294" y="72637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0" name="30ga_7_tuned_PredictedLigand_8">
            <a:extLst>
              <a:ext uri="{FF2B5EF4-FFF2-40B4-BE49-F238E27FC236}">
                <a16:creationId xmlns:a16="http://schemas.microsoft.com/office/drawing/2014/main" id="{FC96B413-36C6-42C1-ADFF-F2C92846058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325" y="609996"/>
                </a:moveTo>
                <a:lnTo>
                  <a:pt x="406790" y="45838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1" name="30ga_7_tuned_PredictedLigand_9">
            <a:extLst>
              <a:ext uri="{FF2B5EF4-FFF2-40B4-BE49-F238E27FC236}">
                <a16:creationId xmlns:a16="http://schemas.microsoft.com/office/drawing/2014/main" id="{C3AE1A5A-FF11-4AD7-8FB0-15778BCE317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86836" y="860750"/>
                </a:moveTo>
                <a:lnTo>
                  <a:pt x="2321255" y="104712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2" name="30ga_7_tuned_PredictedLigand_10">
            <a:extLst>
              <a:ext uri="{FF2B5EF4-FFF2-40B4-BE49-F238E27FC236}">
                <a16:creationId xmlns:a16="http://schemas.microsoft.com/office/drawing/2014/main" id="{EBAE380D-DCA9-4108-8412-84AED65CA2D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97953" y="531609"/>
                </a:moveTo>
                <a:lnTo>
                  <a:pt x="2220563" y="46918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3" name="30ga_7_tuned_PredictedLigand_11">
            <a:extLst>
              <a:ext uri="{FF2B5EF4-FFF2-40B4-BE49-F238E27FC236}">
                <a16:creationId xmlns:a16="http://schemas.microsoft.com/office/drawing/2014/main" id="{43650B13-CB64-4836-9D04-DE45AE261B1C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47590" y="412706"/>
                </a:moveTo>
                <a:lnTo>
                  <a:pt x="998389" y="61646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4" name="30ga_7_tuned_PredictedLigand_12">
            <a:extLst>
              <a:ext uri="{FF2B5EF4-FFF2-40B4-BE49-F238E27FC236}">
                <a16:creationId xmlns:a16="http://schemas.microsoft.com/office/drawing/2014/main" id="{4D06F306-5FF6-4DD7-8DD7-0F63FC571103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325" y="609996"/>
                </a:moveTo>
                <a:lnTo>
                  <a:pt x="355561" y="80886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5" name="30ga_7_tuned_PredictedLigand_13">
            <a:extLst>
              <a:ext uri="{FF2B5EF4-FFF2-40B4-BE49-F238E27FC236}">
                <a16:creationId xmlns:a16="http://schemas.microsoft.com/office/drawing/2014/main" id="{4AB261C6-C190-433B-9502-58B136588DCF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7310" y="793003"/>
                </a:moveTo>
                <a:lnTo>
                  <a:pt x="2286836" y="860750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6" name="30ga_7_tuned_PredictedLigand_14">
            <a:extLst>
              <a:ext uri="{FF2B5EF4-FFF2-40B4-BE49-F238E27FC236}">
                <a16:creationId xmlns:a16="http://schemas.microsoft.com/office/drawing/2014/main" id="{6539ED0A-781E-4A6E-8A7C-CA755C50972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8389" y="616465"/>
                </a:moveTo>
                <a:lnTo>
                  <a:pt x="810804" y="73619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7" name="30ga_7_tuned_PredictedLigand_15">
            <a:extLst>
              <a:ext uri="{FF2B5EF4-FFF2-40B4-BE49-F238E27FC236}">
                <a16:creationId xmlns:a16="http://schemas.microsoft.com/office/drawing/2014/main" id="{602B585C-B012-4B9F-BC53-7A658715D6E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8088" y="308927"/>
                </a:moveTo>
                <a:lnTo>
                  <a:pt x="1047590" y="41270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8" name="30ga_7_tuned_PredictedLigand_16">
            <a:extLst>
              <a:ext uri="{FF2B5EF4-FFF2-40B4-BE49-F238E27FC236}">
                <a16:creationId xmlns:a16="http://schemas.microsoft.com/office/drawing/2014/main" id="{3E52F5E2-46F8-4BA8-9F9B-3E233763A8C6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50870" y="284891"/>
                </a:moveTo>
                <a:lnTo>
                  <a:pt x="1811236" y="3673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099" name="30ga_7_tuned_PredictedLigand_17">
            <a:extLst>
              <a:ext uri="{FF2B5EF4-FFF2-40B4-BE49-F238E27FC236}">
                <a16:creationId xmlns:a16="http://schemas.microsoft.com/office/drawing/2014/main" id="{A8D8D355-5910-4EDA-9813-AC605E69D21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0563" y="469189"/>
                </a:moveTo>
                <a:lnTo>
                  <a:pt x="2076844" y="59596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0" name="30ga_7_tuned_PredictedLigand_18">
            <a:extLst>
              <a:ext uri="{FF2B5EF4-FFF2-40B4-BE49-F238E27FC236}">
                <a16:creationId xmlns:a16="http://schemas.microsoft.com/office/drawing/2014/main" id="{4EB1546F-A2E9-4738-B730-20310D6DF32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844" y="595962"/>
                </a:moveTo>
                <a:lnTo>
                  <a:pt x="2107310" y="7930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1" name="30ga_7_tuned_PredictedLigand_19">
            <a:extLst>
              <a:ext uri="{FF2B5EF4-FFF2-40B4-BE49-F238E27FC236}">
                <a16:creationId xmlns:a16="http://schemas.microsoft.com/office/drawing/2014/main" id="{C147B04C-8A2C-4C79-96FA-4CA9C1D7775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35129" y="881508"/>
                </a:moveTo>
                <a:lnTo>
                  <a:pt x="2107310" y="793003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2" name="30ga_7_tuned_PredictedLigand_20">
            <a:extLst>
              <a:ext uri="{FF2B5EF4-FFF2-40B4-BE49-F238E27FC236}">
                <a16:creationId xmlns:a16="http://schemas.microsoft.com/office/drawing/2014/main" id="{5EFEE249-32FD-4D91-B0B9-C0883E158147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0804" y="736198"/>
                </a:moveTo>
                <a:lnTo>
                  <a:pt x="838617" y="93421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3" name="30ga_7_tuned_PredictedLigand_21">
            <a:extLst>
              <a:ext uri="{FF2B5EF4-FFF2-40B4-BE49-F238E27FC236}">
                <a16:creationId xmlns:a16="http://schemas.microsoft.com/office/drawing/2014/main" id="{1DB860E1-1413-4D75-9EC7-152A36213CE5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10804" y="736198"/>
                </a:moveTo>
                <a:lnTo>
                  <a:pt x="635561" y="627349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4" name="30ga_7_tuned_PredictedLigand_22">
            <a:extLst>
              <a:ext uri="{FF2B5EF4-FFF2-40B4-BE49-F238E27FC236}">
                <a16:creationId xmlns:a16="http://schemas.microsoft.com/office/drawing/2014/main" id="{59E18E4F-32FE-42EE-B68D-B08934F6CA7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7452" y="250942"/>
                </a:moveTo>
                <a:lnTo>
                  <a:pt x="1557923" y="1943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5" name="30ga_7_tuned_PredictedLigand_23">
            <a:extLst>
              <a:ext uri="{FF2B5EF4-FFF2-40B4-BE49-F238E27FC236}">
                <a16:creationId xmlns:a16="http://schemas.microsoft.com/office/drawing/2014/main" id="{368FC7FC-BE51-4927-AA30-862049C00934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76844" y="595962"/>
                </a:moveTo>
                <a:lnTo>
                  <a:pt x="1894069" y="562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6" name="30ga_7_tuned_PredictedLigand_24">
            <a:extLst>
              <a:ext uri="{FF2B5EF4-FFF2-40B4-BE49-F238E27FC236}">
                <a16:creationId xmlns:a16="http://schemas.microsoft.com/office/drawing/2014/main" id="{524B3B4D-FF1F-4175-8A8B-501C9E4F683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35561" y="627349"/>
                </a:moveTo>
                <a:lnTo>
                  <a:pt x="416325" y="609996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7" name="30ga_7_tuned_PredictedLigand_25">
            <a:extLst>
              <a:ext uri="{FF2B5EF4-FFF2-40B4-BE49-F238E27FC236}">
                <a16:creationId xmlns:a16="http://schemas.microsoft.com/office/drawing/2014/main" id="{A94EC828-C220-4D3D-B2AD-9DC4F6B0C9AB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00900" y="735771"/>
                </a:moveTo>
                <a:lnTo>
                  <a:pt x="1935129" y="881508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8" name="30ga_7_tuned_PredictedLigand_26">
            <a:extLst>
              <a:ext uri="{FF2B5EF4-FFF2-40B4-BE49-F238E27FC236}">
                <a16:creationId xmlns:a16="http://schemas.microsoft.com/office/drawing/2014/main" id="{C6B5493C-ACE1-4C9A-A17D-D27A1481F33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4069" y="562457"/>
                </a:moveTo>
                <a:lnTo>
                  <a:pt x="1800900" y="73577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09" name="30ga_7_tuned_PredictedLigand_27">
            <a:extLst>
              <a:ext uri="{FF2B5EF4-FFF2-40B4-BE49-F238E27FC236}">
                <a16:creationId xmlns:a16="http://schemas.microsoft.com/office/drawing/2014/main" id="{620C63C0-1C7D-498D-AFB3-74A5BB76B352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1236" y="367308"/>
                </a:moveTo>
                <a:lnTo>
                  <a:pt x="1894069" y="56245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0" name="30ga_7_tuned_PredictedLigand_28">
            <a:extLst>
              <a:ext uri="{FF2B5EF4-FFF2-40B4-BE49-F238E27FC236}">
                <a16:creationId xmlns:a16="http://schemas.microsoft.com/office/drawing/2014/main" id="{9C6140AD-8AA4-49D5-BDFB-6DEA8E3FDD00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416325" y="609996"/>
                </a:moveTo>
                <a:lnTo>
                  <a:pt x="283494" y="56431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1" name="30ga_7_tuned_PredictedLigand_29">
            <a:extLst>
              <a:ext uri="{FF2B5EF4-FFF2-40B4-BE49-F238E27FC236}">
                <a16:creationId xmlns:a16="http://schemas.microsoft.com/office/drawing/2014/main" id="{7A771FCC-FA04-40C0-963F-3EC13C4093B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337983" y="389015"/>
                </a:moveTo>
                <a:lnTo>
                  <a:pt x="1158088" y="308927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2" name="30ga_7_tuned_PredictedLigand_30">
            <a:extLst>
              <a:ext uri="{FF2B5EF4-FFF2-40B4-BE49-F238E27FC236}">
                <a16:creationId xmlns:a16="http://schemas.microsoft.com/office/drawing/2014/main" id="{DE7A9588-3CFD-47F1-8FA5-4DC9BCAF6CDA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97452" y="250942"/>
                </a:moveTo>
                <a:lnTo>
                  <a:pt x="1337983" y="389015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3" name="30ga_7_tuned_PredictedLigand_31">
            <a:extLst>
              <a:ext uri="{FF2B5EF4-FFF2-40B4-BE49-F238E27FC236}">
                <a16:creationId xmlns:a16="http://schemas.microsoft.com/office/drawing/2014/main" id="{59320331-97B2-4F1A-9F06-6A363CE30669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11236" y="367308"/>
                </a:moveTo>
                <a:lnTo>
                  <a:pt x="1653385" y="355351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4" name="30ga_7_tuned_PredictedLigand_32">
            <a:extLst>
              <a:ext uri="{FF2B5EF4-FFF2-40B4-BE49-F238E27FC236}">
                <a16:creationId xmlns:a16="http://schemas.microsoft.com/office/drawing/2014/main" id="{24B1CD02-A93F-489E-9766-D7E71534BB7D}"/>
              </a:ext>
            </a:extLst>
          </p:cNvPr>
          <p:cNvSpPr>
            <a:spLocks noGrp="1"/>
          </p:cNvSpPr>
          <p:nvPr/>
        </p:nvSpPr>
        <p:spPr>
          <a:xfrm>
            <a:off x="32004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53385" y="355351"/>
                </a:moveTo>
                <a:lnTo>
                  <a:pt x="1497452" y="250942"/>
                </a:lnTo>
              </a:path>
            </a:pathLst>
          </a:custGeom>
          <a:noFill/>
          <a:ln w="23813">
            <a:solidFill>
              <a:srgbClr val="4878B6"/>
            </a:solidFill>
            <a:prstDash val="solid"/>
          </a:ln>
        </p:spPr>
      </p:sp>
      <p:sp>
        <p:nvSpPr>
          <p:cNvPr id="1115" name="30ga_7_tuned_PredictedAtoms_0">
            <a:extLst>
              <a:ext uri="{FF2B5EF4-FFF2-40B4-BE49-F238E27FC236}">
                <a16:creationId xmlns:a16="http://schemas.microsoft.com/office/drawing/2014/main" id="{D8D100CA-50BC-46E8-BB6A-854ADD7D20DE}"/>
              </a:ext>
            </a:extLst>
          </p:cNvPr>
          <p:cNvSpPr>
            <a:spLocks noGrp="1"/>
          </p:cNvSpPr>
          <p:nvPr/>
        </p:nvSpPr>
        <p:spPr>
          <a:xfrm>
            <a:off x="5055677" y="629433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16" name="30ga_7_tuned_PredictedAtoms_1">
            <a:extLst>
              <a:ext uri="{FF2B5EF4-FFF2-40B4-BE49-F238E27FC236}">
                <a16:creationId xmlns:a16="http://schemas.microsoft.com/office/drawing/2014/main" id="{2121302B-0CC5-4CF6-AF0C-DBA2BB1B2C84}"/>
              </a:ext>
            </a:extLst>
          </p:cNvPr>
          <p:cNvSpPr>
            <a:spLocks noGrp="1"/>
          </p:cNvSpPr>
          <p:nvPr/>
        </p:nvSpPr>
        <p:spPr>
          <a:xfrm>
            <a:off x="4935077" y="643137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17" name="30ga_7_tuned_PredictedAtoms_2">
            <a:extLst>
              <a:ext uri="{FF2B5EF4-FFF2-40B4-BE49-F238E27FC236}">
                <a16:creationId xmlns:a16="http://schemas.microsoft.com/office/drawing/2014/main" id="{1A580B57-0FEF-4D62-8735-CEB7F48E290E}"/>
              </a:ext>
            </a:extLst>
          </p:cNvPr>
          <p:cNvSpPr>
            <a:spLocks noGrp="1"/>
          </p:cNvSpPr>
          <p:nvPr/>
        </p:nvSpPr>
        <p:spPr>
          <a:xfrm>
            <a:off x="4995444" y="651379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18" name="30ga_7_tuned_PredictedAtoms_3">
            <a:extLst>
              <a:ext uri="{FF2B5EF4-FFF2-40B4-BE49-F238E27FC236}">
                <a16:creationId xmlns:a16="http://schemas.microsoft.com/office/drawing/2014/main" id="{7139F421-2911-4A06-95F7-20C43A8AB6FE}"/>
              </a:ext>
            </a:extLst>
          </p:cNvPr>
          <p:cNvSpPr>
            <a:spLocks noGrp="1"/>
          </p:cNvSpPr>
          <p:nvPr/>
        </p:nvSpPr>
        <p:spPr>
          <a:xfrm>
            <a:off x="5078277" y="670893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19" name="30ga_7_tuned_PredictedAtoms_4">
            <a:extLst>
              <a:ext uri="{FF2B5EF4-FFF2-40B4-BE49-F238E27FC236}">
                <a16:creationId xmlns:a16="http://schemas.microsoft.com/office/drawing/2014/main" id="{8F38BF87-98D5-44BC-9F50-61A0E3932591}"/>
              </a:ext>
            </a:extLst>
          </p:cNvPr>
          <p:cNvSpPr>
            <a:spLocks noGrp="1"/>
          </p:cNvSpPr>
          <p:nvPr/>
        </p:nvSpPr>
        <p:spPr>
          <a:xfrm>
            <a:off x="4985107" y="688225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0" name="30ga_7_tuned_PredictedAtoms_5">
            <a:extLst>
              <a:ext uri="{FF2B5EF4-FFF2-40B4-BE49-F238E27FC236}">
                <a16:creationId xmlns:a16="http://schemas.microsoft.com/office/drawing/2014/main" id="{BF0759C9-EA40-4C7F-A4A6-D23FFDFC5989}"/>
              </a:ext>
            </a:extLst>
          </p:cNvPr>
          <p:cNvSpPr>
            <a:spLocks noGrp="1"/>
          </p:cNvSpPr>
          <p:nvPr/>
        </p:nvSpPr>
        <p:spPr>
          <a:xfrm>
            <a:off x="5119337" y="702799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1" name="30ga_7_tuned_PredictedAtoms_6">
            <a:extLst>
              <a:ext uri="{FF2B5EF4-FFF2-40B4-BE49-F238E27FC236}">
                <a16:creationId xmlns:a16="http://schemas.microsoft.com/office/drawing/2014/main" id="{0F8B6482-FC8C-4F24-B5DC-0EA47BB313F9}"/>
              </a:ext>
            </a:extLst>
          </p:cNvPr>
          <p:cNvSpPr>
            <a:spLocks noGrp="1"/>
          </p:cNvSpPr>
          <p:nvPr/>
        </p:nvSpPr>
        <p:spPr>
          <a:xfrm>
            <a:off x="5291517" y="6939486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2" name="30ga_7_tuned_PredictedAtoms_7">
            <a:extLst>
              <a:ext uri="{FF2B5EF4-FFF2-40B4-BE49-F238E27FC236}">
                <a16:creationId xmlns:a16="http://schemas.microsoft.com/office/drawing/2014/main" id="{467CA988-4BC3-416E-9BED-8F7843AA3398}"/>
              </a:ext>
            </a:extLst>
          </p:cNvPr>
          <p:cNvSpPr>
            <a:spLocks noGrp="1"/>
          </p:cNvSpPr>
          <p:nvPr/>
        </p:nvSpPr>
        <p:spPr>
          <a:xfrm>
            <a:off x="5471043" y="700723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3" name="30ga_7_tuned_PredictedAtoms_8">
            <a:extLst>
              <a:ext uri="{FF2B5EF4-FFF2-40B4-BE49-F238E27FC236}">
                <a16:creationId xmlns:a16="http://schemas.microsoft.com/office/drawing/2014/main" id="{557B6BBB-B575-40A5-803A-DEE272FCCCD4}"/>
              </a:ext>
            </a:extLst>
          </p:cNvPr>
          <p:cNvSpPr>
            <a:spLocks noGrp="1"/>
          </p:cNvSpPr>
          <p:nvPr/>
        </p:nvSpPr>
        <p:spPr>
          <a:xfrm>
            <a:off x="5505462" y="719360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4" name="30ga_7_tuned_PredictedAtoms_9">
            <a:extLst>
              <a:ext uri="{FF2B5EF4-FFF2-40B4-BE49-F238E27FC236}">
                <a16:creationId xmlns:a16="http://schemas.microsoft.com/office/drawing/2014/main" id="{8D1FFD67-6D5E-4F9E-BDE1-BC2E51F8687A}"/>
              </a:ext>
            </a:extLst>
          </p:cNvPr>
          <p:cNvSpPr>
            <a:spLocks noGrp="1"/>
          </p:cNvSpPr>
          <p:nvPr/>
        </p:nvSpPr>
        <p:spPr>
          <a:xfrm>
            <a:off x="5605502" y="687286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5" name="30ga_7_tuned_PredictedAtoms_10">
            <a:extLst>
              <a:ext uri="{FF2B5EF4-FFF2-40B4-BE49-F238E27FC236}">
                <a16:creationId xmlns:a16="http://schemas.microsoft.com/office/drawing/2014/main" id="{66757F7E-4D4E-4597-8BF2-F1B48CB2E12F}"/>
              </a:ext>
            </a:extLst>
          </p:cNvPr>
          <p:cNvSpPr>
            <a:spLocks noGrp="1"/>
          </p:cNvSpPr>
          <p:nvPr/>
        </p:nvSpPr>
        <p:spPr>
          <a:xfrm>
            <a:off x="5582161" y="66780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6" name="30ga_7_tuned_PredictedAtoms_11">
            <a:extLst>
              <a:ext uri="{FF2B5EF4-FFF2-40B4-BE49-F238E27FC236}">
                <a16:creationId xmlns:a16="http://schemas.microsoft.com/office/drawing/2014/main" id="{92CD9364-9678-4C8C-85F1-49837426DCD9}"/>
              </a:ext>
            </a:extLst>
          </p:cNvPr>
          <p:cNvSpPr>
            <a:spLocks noGrp="1"/>
          </p:cNvSpPr>
          <p:nvPr/>
        </p:nvSpPr>
        <p:spPr>
          <a:xfrm>
            <a:off x="5404770" y="661567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7" name="30ga_7_tuned_PredictedAtoms_12">
            <a:extLst>
              <a:ext uri="{FF2B5EF4-FFF2-40B4-BE49-F238E27FC236}">
                <a16:creationId xmlns:a16="http://schemas.microsoft.com/office/drawing/2014/main" id="{50622E6A-2FE5-4BFC-B553-29226E4E288A}"/>
              </a:ext>
            </a:extLst>
          </p:cNvPr>
          <p:cNvSpPr>
            <a:spLocks noGrp="1"/>
          </p:cNvSpPr>
          <p:nvPr/>
        </p:nvSpPr>
        <p:spPr>
          <a:xfrm>
            <a:off x="5261051" y="674244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8" name="30ga_7_tuned_PredictedAtoms_13">
            <a:extLst>
              <a:ext uri="{FF2B5EF4-FFF2-40B4-BE49-F238E27FC236}">
                <a16:creationId xmlns:a16="http://schemas.microsoft.com/office/drawing/2014/main" id="{FF7D7146-69B4-4ABC-AF6D-398C64258957}"/>
              </a:ext>
            </a:extLst>
          </p:cNvPr>
          <p:cNvSpPr>
            <a:spLocks noGrp="1"/>
          </p:cNvSpPr>
          <p:nvPr/>
        </p:nvSpPr>
        <p:spPr>
          <a:xfrm>
            <a:off x="4837592" y="650183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29" name="30ga_7_tuned_PredictedAtoms_14">
            <a:extLst>
              <a:ext uri="{FF2B5EF4-FFF2-40B4-BE49-F238E27FC236}">
                <a16:creationId xmlns:a16="http://schemas.microsoft.com/office/drawing/2014/main" id="{D8D1CF98-FA6B-48A6-A6C4-1AC7E59AA3B8}"/>
              </a:ext>
            </a:extLst>
          </p:cNvPr>
          <p:cNvSpPr>
            <a:spLocks noGrp="1"/>
          </p:cNvSpPr>
          <p:nvPr/>
        </p:nvSpPr>
        <p:spPr>
          <a:xfrm>
            <a:off x="4681660" y="6397425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0" name="30ga_7_tuned_PredictedAtoms_15">
            <a:extLst>
              <a:ext uri="{FF2B5EF4-FFF2-40B4-BE49-F238E27FC236}">
                <a16:creationId xmlns:a16="http://schemas.microsoft.com/office/drawing/2014/main" id="{DF89A329-FC43-45BB-8838-DAF1EB1DA50F}"/>
              </a:ext>
            </a:extLst>
          </p:cNvPr>
          <p:cNvSpPr>
            <a:spLocks noGrp="1"/>
          </p:cNvSpPr>
          <p:nvPr/>
        </p:nvSpPr>
        <p:spPr>
          <a:xfrm>
            <a:off x="4522191" y="653549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1" name="30ga_7_tuned_PredictedAtoms_16">
            <a:extLst>
              <a:ext uri="{FF2B5EF4-FFF2-40B4-BE49-F238E27FC236}">
                <a16:creationId xmlns:a16="http://schemas.microsoft.com/office/drawing/2014/main" id="{3DF5B29A-AD36-4426-B02B-7F2CF252D572}"/>
              </a:ext>
            </a:extLst>
          </p:cNvPr>
          <p:cNvSpPr>
            <a:spLocks noGrp="1"/>
          </p:cNvSpPr>
          <p:nvPr/>
        </p:nvSpPr>
        <p:spPr>
          <a:xfrm>
            <a:off x="4342295" y="64554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2" name="30ga_7_tuned_PredictedAtoms_17">
            <a:extLst>
              <a:ext uri="{FF2B5EF4-FFF2-40B4-BE49-F238E27FC236}">
                <a16:creationId xmlns:a16="http://schemas.microsoft.com/office/drawing/2014/main" id="{93423E35-9F5B-43E9-95DC-1DE5F76AC29F}"/>
              </a:ext>
            </a:extLst>
          </p:cNvPr>
          <p:cNvSpPr>
            <a:spLocks noGrp="1"/>
          </p:cNvSpPr>
          <p:nvPr/>
        </p:nvSpPr>
        <p:spPr>
          <a:xfrm>
            <a:off x="4231797" y="655918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3" name="30ga_7_tuned_PredictedAtoms_18">
            <a:extLst>
              <a:ext uri="{FF2B5EF4-FFF2-40B4-BE49-F238E27FC236}">
                <a16:creationId xmlns:a16="http://schemas.microsoft.com/office/drawing/2014/main" id="{E214F966-0488-481F-806F-4B5CE7DEC3DA}"/>
              </a:ext>
            </a:extLst>
          </p:cNvPr>
          <p:cNvSpPr>
            <a:spLocks noGrp="1"/>
          </p:cNvSpPr>
          <p:nvPr/>
        </p:nvSpPr>
        <p:spPr>
          <a:xfrm>
            <a:off x="4349864" y="657629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4" name="30ga_7_tuned_PredictedAtoms_19">
            <a:extLst>
              <a:ext uri="{FF2B5EF4-FFF2-40B4-BE49-F238E27FC236}">
                <a16:creationId xmlns:a16="http://schemas.microsoft.com/office/drawing/2014/main" id="{1EEC7E53-7351-4682-B5F3-B71D595646FA}"/>
              </a:ext>
            </a:extLst>
          </p:cNvPr>
          <p:cNvSpPr>
            <a:spLocks noGrp="1"/>
          </p:cNvSpPr>
          <p:nvPr/>
        </p:nvSpPr>
        <p:spPr>
          <a:xfrm>
            <a:off x="4046574" y="6443822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5" name="30ga_7_tuned_PredictedAtoms_20">
            <a:extLst>
              <a:ext uri="{FF2B5EF4-FFF2-40B4-BE49-F238E27FC236}">
                <a16:creationId xmlns:a16="http://schemas.microsoft.com/office/drawing/2014/main" id="{8C714087-4D29-438A-8F5A-359814D39F95}"/>
              </a:ext>
            </a:extLst>
          </p:cNvPr>
          <p:cNvSpPr>
            <a:spLocks noGrp="1"/>
          </p:cNvSpPr>
          <p:nvPr/>
        </p:nvSpPr>
        <p:spPr>
          <a:xfrm>
            <a:off x="4182597" y="6762948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6" name="30ga_7_tuned_PredictedAtoms_21">
            <a:extLst>
              <a:ext uri="{FF2B5EF4-FFF2-40B4-BE49-F238E27FC236}">
                <a16:creationId xmlns:a16="http://schemas.microsoft.com/office/drawing/2014/main" id="{1F88F689-7B7E-4B24-8AD9-9BF1EB55979B}"/>
              </a:ext>
            </a:extLst>
          </p:cNvPr>
          <p:cNvSpPr>
            <a:spLocks noGrp="1"/>
          </p:cNvSpPr>
          <p:nvPr/>
        </p:nvSpPr>
        <p:spPr>
          <a:xfrm>
            <a:off x="3995012" y="688268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7" name="30ga_7_tuned_PredictedAtoms_22">
            <a:extLst>
              <a:ext uri="{FF2B5EF4-FFF2-40B4-BE49-F238E27FC236}">
                <a16:creationId xmlns:a16="http://schemas.microsoft.com/office/drawing/2014/main" id="{A7B90BD6-826E-439D-AB58-6FFE23D3EE05}"/>
              </a:ext>
            </a:extLst>
          </p:cNvPr>
          <p:cNvSpPr>
            <a:spLocks noGrp="1"/>
          </p:cNvSpPr>
          <p:nvPr/>
        </p:nvSpPr>
        <p:spPr>
          <a:xfrm>
            <a:off x="3945603" y="690847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8" name="30ga_7_tuned_PredictedAtoms_23">
            <a:extLst>
              <a:ext uri="{FF2B5EF4-FFF2-40B4-BE49-F238E27FC236}">
                <a16:creationId xmlns:a16="http://schemas.microsoft.com/office/drawing/2014/main" id="{B2ACE238-6CF1-4154-8632-C4B361B8BB8E}"/>
              </a:ext>
            </a:extLst>
          </p:cNvPr>
          <p:cNvSpPr>
            <a:spLocks noGrp="1"/>
          </p:cNvSpPr>
          <p:nvPr/>
        </p:nvSpPr>
        <p:spPr>
          <a:xfrm>
            <a:off x="4022825" y="708070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39" name="30ga_7_tuned_PredictedAtoms_24">
            <a:extLst>
              <a:ext uri="{FF2B5EF4-FFF2-40B4-BE49-F238E27FC236}">
                <a16:creationId xmlns:a16="http://schemas.microsoft.com/office/drawing/2014/main" id="{0916E82C-8EA0-410F-838D-6254D2A05A1E}"/>
              </a:ext>
            </a:extLst>
          </p:cNvPr>
          <p:cNvSpPr>
            <a:spLocks noGrp="1"/>
          </p:cNvSpPr>
          <p:nvPr/>
        </p:nvSpPr>
        <p:spPr>
          <a:xfrm>
            <a:off x="3819769" y="6773831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0" name="30ga_7_tuned_PredictedAtoms_25">
            <a:extLst>
              <a:ext uri="{FF2B5EF4-FFF2-40B4-BE49-F238E27FC236}">
                <a16:creationId xmlns:a16="http://schemas.microsoft.com/office/drawing/2014/main" id="{AFEB3255-9D98-4C2B-A869-1550B8A01706}"/>
              </a:ext>
            </a:extLst>
          </p:cNvPr>
          <p:cNvSpPr>
            <a:spLocks noGrp="1"/>
          </p:cNvSpPr>
          <p:nvPr/>
        </p:nvSpPr>
        <p:spPr>
          <a:xfrm>
            <a:off x="3600532" y="6756479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1" name="30ga_7_tuned_PredictedAtoms_26">
            <a:extLst>
              <a:ext uri="{FF2B5EF4-FFF2-40B4-BE49-F238E27FC236}">
                <a16:creationId xmlns:a16="http://schemas.microsoft.com/office/drawing/2014/main" id="{2F6C06FB-0E7E-49A2-B197-F48B07D994F4}"/>
              </a:ext>
            </a:extLst>
          </p:cNvPr>
          <p:cNvSpPr>
            <a:spLocks noGrp="1"/>
          </p:cNvSpPr>
          <p:nvPr/>
        </p:nvSpPr>
        <p:spPr>
          <a:xfrm>
            <a:off x="3590998" y="660486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2" name="30ga_7_tuned_PredictedAtoms_27">
            <a:extLst>
              <a:ext uri="{FF2B5EF4-FFF2-40B4-BE49-F238E27FC236}">
                <a16:creationId xmlns:a16="http://schemas.microsoft.com/office/drawing/2014/main" id="{DFD28B87-35B6-424F-895B-008B926C80B2}"/>
              </a:ext>
            </a:extLst>
          </p:cNvPr>
          <p:cNvSpPr>
            <a:spLocks noGrp="1"/>
          </p:cNvSpPr>
          <p:nvPr/>
        </p:nvSpPr>
        <p:spPr>
          <a:xfrm>
            <a:off x="3539769" y="6955343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3" name="30ga_7_tuned_PredictedAtoms_28">
            <a:extLst>
              <a:ext uri="{FF2B5EF4-FFF2-40B4-BE49-F238E27FC236}">
                <a16:creationId xmlns:a16="http://schemas.microsoft.com/office/drawing/2014/main" id="{E5232D21-87EF-4761-9197-42A937D92FCC}"/>
              </a:ext>
            </a:extLst>
          </p:cNvPr>
          <p:cNvSpPr>
            <a:spLocks noGrp="1"/>
          </p:cNvSpPr>
          <p:nvPr/>
        </p:nvSpPr>
        <p:spPr>
          <a:xfrm>
            <a:off x="3467701" y="6710794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4" name="30ga_7_tuned_PredictedAtoms_29">
            <a:extLst>
              <a:ext uri="{FF2B5EF4-FFF2-40B4-BE49-F238E27FC236}">
                <a16:creationId xmlns:a16="http://schemas.microsoft.com/office/drawing/2014/main" id="{7C8C2B1B-EB78-48F3-A3AA-5E7C66BCCBCD}"/>
              </a:ext>
            </a:extLst>
          </p:cNvPr>
          <p:cNvSpPr>
            <a:spLocks noGrp="1"/>
          </p:cNvSpPr>
          <p:nvPr/>
        </p:nvSpPr>
        <p:spPr>
          <a:xfrm>
            <a:off x="4742130" y="6340810"/>
            <a:ext cx="32385" cy="32385"/>
          </a:xfrm>
          <a:prstGeom prst="ellipse">
            <a:avLst/>
          </a:prstGeom>
          <a:solidFill>
            <a:srgbClr val="4878B6"/>
          </a:solidFill>
          <a:ln w="0">
            <a:noFill/>
          </a:ln>
        </p:spPr>
      </p:sp>
      <p:sp>
        <p:nvSpPr>
          <p:cNvPr id="1145" name="stage3-cases-alternatives_36">
            <a:extLst>
              <a:ext uri="{FF2B5EF4-FFF2-40B4-BE49-F238E27FC236}">
                <a16:creationId xmlns:a16="http://schemas.microsoft.com/office/drawing/2014/main" id="{F2E607E0-404A-4883-9401-74D4278EC9E8}"/>
              </a:ext>
            </a:extLst>
          </p:cNvPr>
          <p:cNvSpPr>
            <a:spLocks noGrp="1"/>
          </p:cNvSpPr>
          <p:nvPr/>
        </p:nvSpPr>
        <p:spPr>
          <a:xfrm>
            <a:off x="32004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0.72 Å   D 97%   Clash 0</a:t>
            </a:r>
          </a:p>
        </p:txBody>
      </p:sp>
      <p:sp>
        <p:nvSpPr>
          <p:cNvPr id="1146" name="30ga_7_build_Receptor">
            <a:extLst>
              <a:ext uri="{FF2B5EF4-FFF2-40B4-BE49-F238E27FC236}">
                <a16:creationId xmlns:a16="http://schemas.microsoft.com/office/drawing/2014/main" id="{7F1DAE64-C430-4036-A53F-120EB21F442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511464" y="830554"/>
                </a:moveTo>
                <a:lnTo>
                  <a:pt x="2649148" y="844523"/>
                </a:lnTo>
                <a:moveTo>
                  <a:pt x="1564951" y="859985"/>
                </a:moveTo>
                <a:lnTo>
                  <a:pt x="1661931" y="829393"/>
                </a:lnTo>
                <a:moveTo>
                  <a:pt x="1142403" y="767673"/>
                </a:moveTo>
                <a:lnTo>
                  <a:pt x="1180586" y="753068"/>
                </a:lnTo>
                <a:moveTo>
                  <a:pt x="2511464" y="830554"/>
                </a:moveTo>
                <a:lnTo>
                  <a:pt x="2440362" y="1030635"/>
                </a:lnTo>
                <a:moveTo>
                  <a:pt x="1474630" y="693284"/>
                </a:moveTo>
                <a:lnTo>
                  <a:pt x="1564951" y="859985"/>
                </a:lnTo>
                <a:moveTo>
                  <a:pt x="939165" y="821928"/>
                </a:moveTo>
                <a:lnTo>
                  <a:pt x="1142403" y="767673"/>
                </a:lnTo>
                <a:moveTo>
                  <a:pt x="1142403" y="767673"/>
                </a:moveTo>
                <a:lnTo>
                  <a:pt x="1274394" y="736749"/>
                </a:lnTo>
                <a:moveTo>
                  <a:pt x="2605220" y="722299"/>
                </a:moveTo>
                <a:lnTo>
                  <a:pt x="2511464" y="830554"/>
                </a:lnTo>
                <a:moveTo>
                  <a:pt x="939165" y="821928"/>
                </a:moveTo>
                <a:lnTo>
                  <a:pt x="823151" y="640876"/>
                </a:lnTo>
                <a:moveTo>
                  <a:pt x="1274394" y="736749"/>
                </a:moveTo>
                <a:lnTo>
                  <a:pt x="1474630" y="693284"/>
                </a:lnTo>
                <a:moveTo>
                  <a:pt x="1022394" y="1130897"/>
                </a:moveTo>
                <a:lnTo>
                  <a:pt x="1088948" y="1189126"/>
                </a:lnTo>
                <a:moveTo>
                  <a:pt x="2440362" y="1030635"/>
                </a:moveTo>
                <a:lnTo>
                  <a:pt x="2309123" y="1027233"/>
                </a:lnTo>
                <a:moveTo>
                  <a:pt x="1768693" y="347449"/>
                </a:moveTo>
                <a:lnTo>
                  <a:pt x="1954234" y="279107"/>
                </a:lnTo>
                <a:moveTo>
                  <a:pt x="945253" y="954637"/>
                </a:moveTo>
                <a:lnTo>
                  <a:pt x="939165" y="821928"/>
                </a:lnTo>
                <a:moveTo>
                  <a:pt x="823151" y="640876"/>
                </a:moveTo>
                <a:lnTo>
                  <a:pt x="649028" y="689238"/>
                </a:lnTo>
                <a:moveTo>
                  <a:pt x="1474630" y="693284"/>
                </a:moveTo>
                <a:lnTo>
                  <a:pt x="1591466" y="650144"/>
                </a:lnTo>
                <a:moveTo>
                  <a:pt x="1756490" y="513526"/>
                </a:moveTo>
                <a:lnTo>
                  <a:pt x="1768693" y="347449"/>
                </a:lnTo>
                <a:moveTo>
                  <a:pt x="2052459" y="398972"/>
                </a:moveTo>
                <a:lnTo>
                  <a:pt x="1954234" y="279107"/>
                </a:lnTo>
                <a:moveTo>
                  <a:pt x="1022394" y="1130897"/>
                </a:moveTo>
                <a:lnTo>
                  <a:pt x="945253" y="954637"/>
                </a:lnTo>
                <a:moveTo>
                  <a:pt x="1591466" y="650144"/>
                </a:moveTo>
                <a:lnTo>
                  <a:pt x="1756490" y="513526"/>
                </a:lnTo>
                <a:moveTo>
                  <a:pt x="2644383" y="374885"/>
                </a:moveTo>
                <a:lnTo>
                  <a:pt x="2545965" y="376476"/>
                </a:lnTo>
                <a:moveTo>
                  <a:pt x="1756490" y="513526"/>
                </a:moveTo>
                <a:lnTo>
                  <a:pt x="1936434" y="541783"/>
                </a:lnTo>
                <a:moveTo>
                  <a:pt x="1936434" y="541783"/>
                </a:moveTo>
                <a:lnTo>
                  <a:pt x="2052459" y="398972"/>
                </a:lnTo>
                <a:moveTo>
                  <a:pt x="1025407" y="1259210"/>
                </a:moveTo>
                <a:lnTo>
                  <a:pt x="1022394" y="1130897"/>
                </a:lnTo>
                <a:moveTo>
                  <a:pt x="1025407" y="1259210"/>
                </a:moveTo>
                <a:lnTo>
                  <a:pt x="821735" y="1331604"/>
                </a:lnTo>
                <a:moveTo>
                  <a:pt x="1107152" y="1156704"/>
                </a:moveTo>
                <a:lnTo>
                  <a:pt x="1025407" y="1259210"/>
                </a:lnTo>
                <a:moveTo>
                  <a:pt x="1293463" y="1105735"/>
                </a:moveTo>
                <a:lnTo>
                  <a:pt x="1404848" y="1147976"/>
                </a:lnTo>
                <a:moveTo>
                  <a:pt x="1293463" y="1105735"/>
                </a:moveTo>
                <a:lnTo>
                  <a:pt x="1107152" y="1156704"/>
                </a:lnTo>
                <a:moveTo>
                  <a:pt x="1367241" y="993470"/>
                </a:moveTo>
                <a:lnTo>
                  <a:pt x="1293463" y="1105735"/>
                </a:lnTo>
                <a:moveTo>
                  <a:pt x="445616" y="1296832"/>
                </a:moveTo>
                <a:lnTo>
                  <a:pt x="446261" y="1155372"/>
                </a:lnTo>
                <a:moveTo>
                  <a:pt x="1263386" y="1028791"/>
                </a:moveTo>
                <a:lnTo>
                  <a:pt x="1367241" y="993470"/>
                </a:lnTo>
                <a:moveTo>
                  <a:pt x="1353580" y="1097534"/>
                </a:moveTo>
                <a:lnTo>
                  <a:pt x="1263386" y="1028791"/>
                </a:lnTo>
                <a:moveTo>
                  <a:pt x="1353580" y="1097534"/>
                </a:moveTo>
                <a:lnTo>
                  <a:pt x="1526643" y="1142856"/>
                </a:lnTo>
                <a:moveTo>
                  <a:pt x="738920" y="120731"/>
                </a:moveTo>
                <a:lnTo>
                  <a:pt x="735146" y="4705"/>
                </a:lnTo>
                <a:moveTo>
                  <a:pt x="738920" y="120731"/>
                </a:moveTo>
                <a:lnTo>
                  <a:pt x="619864" y="271652"/>
                </a:lnTo>
                <a:moveTo>
                  <a:pt x="1234776" y="1119050"/>
                </a:moveTo>
                <a:lnTo>
                  <a:pt x="1353580" y="1097534"/>
                </a:lnTo>
                <a:moveTo>
                  <a:pt x="2101089" y="128017"/>
                </a:moveTo>
                <a:lnTo>
                  <a:pt x="2301645" y="114298"/>
                </a:lnTo>
                <a:moveTo>
                  <a:pt x="2545321" y="1020209"/>
                </a:moveTo>
                <a:lnTo>
                  <a:pt x="2468794" y="870841"/>
                </a:lnTo>
                <a:moveTo>
                  <a:pt x="2468794" y="870841"/>
                </a:moveTo>
                <a:lnTo>
                  <a:pt x="2339976" y="745049"/>
                </a:lnTo>
                <a:moveTo>
                  <a:pt x="858673" y="89935"/>
                </a:moveTo>
                <a:lnTo>
                  <a:pt x="738920" y="120731"/>
                </a:lnTo>
                <a:moveTo>
                  <a:pt x="1077917" y="977493"/>
                </a:moveTo>
                <a:lnTo>
                  <a:pt x="1234776" y="1119050"/>
                </a:lnTo>
                <a:moveTo>
                  <a:pt x="1903946" y="746395"/>
                </a:moveTo>
                <a:lnTo>
                  <a:pt x="1956062" y="902403"/>
                </a:lnTo>
                <a:moveTo>
                  <a:pt x="761409" y="724027"/>
                </a:moveTo>
                <a:lnTo>
                  <a:pt x="954423" y="644534"/>
                </a:lnTo>
                <a:moveTo>
                  <a:pt x="1234776" y="1119050"/>
                </a:moveTo>
                <a:lnTo>
                  <a:pt x="1155604" y="1326091"/>
                </a:lnTo>
                <a:moveTo>
                  <a:pt x="1118545" y="789592"/>
                </a:moveTo>
                <a:lnTo>
                  <a:pt x="1077917" y="977493"/>
                </a:lnTo>
                <a:moveTo>
                  <a:pt x="954423" y="644534"/>
                </a:moveTo>
                <a:lnTo>
                  <a:pt x="1118545" y="789592"/>
                </a:lnTo>
                <a:moveTo>
                  <a:pt x="1118545" y="789592"/>
                </a:moveTo>
                <a:lnTo>
                  <a:pt x="1286060" y="729771"/>
                </a:lnTo>
                <a:moveTo>
                  <a:pt x="1903946" y="746395"/>
                </a:moveTo>
                <a:lnTo>
                  <a:pt x="1995616" y="593903"/>
                </a:lnTo>
                <a:moveTo>
                  <a:pt x="512722" y="1199591"/>
                </a:moveTo>
                <a:lnTo>
                  <a:pt x="630625" y="1192805"/>
                </a:lnTo>
                <a:moveTo>
                  <a:pt x="2521176" y="846225"/>
                </a:moveTo>
                <a:lnTo>
                  <a:pt x="2468794" y="870841"/>
                </a:lnTo>
                <a:moveTo>
                  <a:pt x="1724428" y="765701"/>
                </a:moveTo>
                <a:lnTo>
                  <a:pt x="1903946" y="746395"/>
                </a:lnTo>
                <a:moveTo>
                  <a:pt x="1447196" y="181059"/>
                </a:moveTo>
                <a:lnTo>
                  <a:pt x="1229611" y="168494"/>
                </a:lnTo>
                <a:moveTo>
                  <a:pt x="2651143" y="972778"/>
                </a:moveTo>
                <a:lnTo>
                  <a:pt x="2521176" y="846225"/>
                </a:lnTo>
                <a:moveTo>
                  <a:pt x="1500472" y="378654"/>
                </a:moveTo>
                <a:lnTo>
                  <a:pt x="1447196" y="181059"/>
                </a:lnTo>
                <a:moveTo>
                  <a:pt x="1729881" y="636267"/>
                </a:moveTo>
                <a:lnTo>
                  <a:pt x="1724428" y="765701"/>
                </a:lnTo>
                <a:moveTo>
                  <a:pt x="1686093" y="426657"/>
                </a:moveTo>
                <a:lnTo>
                  <a:pt x="1500472" y="378654"/>
                </a:lnTo>
                <a:moveTo>
                  <a:pt x="1686093" y="426657"/>
                </a:moveTo>
                <a:lnTo>
                  <a:pt x="1818688" y="307762"/>
                </a:lnTo>
                <a:moveTo>
                  <a:pt x="1447196" y="181059"/>
                </a:moveTo>
                <a:lnTo>
                  <a:pt x="1506440" y="37390"/>
                </a:lnTo>
                <a:moveTo>
                  <a:pt x="1729881" y="636267"/>
                </a:moveTo>
                <a:lnTo>
                  <a:pt x="1686093" y="426657"/>
                </a:lnTo>
                <a:moveTo>
                  <a:pt x="1594832" y="709577"/>
                </a:moveTo>
                <a:lnTo>
                  <a:pt x="1729881" y="636267"/>
                </a:lnTo>
              </a:path>
            </a:pathLst>
          </a:custGeom>
          <a:noFill/>
          <a:ln w="10001">
            <a:solidFill>
              <a:srgbClr val="8F9D6F"/>
            </a:solidFill>
            <a:prstDash val="solid"/>
          </a:ln>
        </p:spPr>
      </p:sp>
      <p:sp>
        <p:nvSpPr>
          <p:cNvPr id="1147" name="30ga_7_build_ExperimentalDensity">
            <a:extLst>
              <a:ext uri="{FF2B5EF4-FFF2-40B4-BE49-F238E27FC236}">
                <a16:creationId xmlns:a16="http://schemas.microsoft.com/office/drawing/2014/main" id="{7BF1126A-8641-44AD-A7EF-8B1A73EAB33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93905" y="30994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50558" y="311551"/>
                </a:lnTo>
                <a:moveTo>
                  <a:pt x="924383" y="246520"/>
                </a:moveTo>
                <a:lnTo>
                  <a:pt x="993905" y="309940"/>
                </a:lnTo>
                <a:moveTo>
                  <a:pt x="901252" y="225509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24383" y="246520"/>
                </a:lnTo>
                <a:moveTo>
                  <a:pt x="914111" y="223063"/>
                </a:moveTo>
                <a:lnTo>
                  <a:pt x="901252" y="225509"/>
                </a:lnTo>
                <a:moveTo>
                  <a:pt x="567329" y="772805"/>
                </a:moveTo>
                <a:lnTo>
                  <a:pt x="633475" y="755143"/>
                </a:lnTo>
                <a:moveTo>
                  <a:pt x="768145" y="908437"/>
                </a:moveTo>
                <a:lnTo>
                  <a:pt x="633475" y="755143"/>
                </a:lnTo>
                <a:moveTo>
                  <a:pt x="390351" y="665793"/>
                </a:moveTo>
                <a:lnTo>
                  <a:pt x="306794" y="575998"/>
                </a:lnTo>
                <a:moveTo>
                  <a:pt x="1705487" y="124718"/>
                </a:moveTo>
                <a:lnTo>
                  <a:pt x="1828042" y="49772"/>
                </a:lnTo>
                <a:moveTo>
                  <a:pt x="702784" y="1003976"/>
                </a:moveTo>
                <a:lnTo>
                  <a:pt x="768145" y="908437"/>
                </a:lnTo>
                <a:moveTo>
                  <a:pt x="901252" y="225509"/>
                </a:moveTo>
                <a:lnTo>
                  <a:pt x="792291" y="150692"/>
                </a:lnTo>
                <a:moveTo>
                  <a:pt x="914111" y="223063"/>
                </a:moveTo>
                <a:lnTo>
                  <a:pt x="792291" y="150692"/>
                </a:lnTo>
                <a:moveTo>
                  <a:pt x="418426" y="742875"/>
                </a:moveTo>
                <a:lnTo>
                  <a:pt x="390351" y="665793"/>
                </a:lnTo>
                <a:moveTo>
                  <a:pt x="914111" y="223063"/>
                </a:moveTo>
                <a:lnTo>
                  <a:pt x="882378" y="140151"/>
                </a:lnTo>
                <a:moveTo>
                  <a:pt x="1401111" y="628879"/>
                </a:moveTo>
                <a:lnTo>
                  <a:pt x="1316332" y="446169"/>
                </a:lnTo>
                <a:moveTo>
                  <a:pt x="691107" y="814799"/>
                </a:moveTo>
                <a:lnTo>
                  <a:pt x="633475" y="755143"/>
                </a:lnTo>
                <a:moveTo>
                  <a:pt x="1705487" y="124718"/>
                </a:moveTo>
                <a:lnTo>
                  <a:pt x="1702616" y="105970"/>
                </a:lnTo>
                <a:moveTo>
                  <a:pt x="567329" y="772805"/>
                </a:moveTo>
                <a:lnTo>
                  <a:pt x="418426" y="742875"/>
                </a:lnTo>
                <a:moveTo>
                  <a:pt x="702784" y="1003976"/>
                </a:moveTo>
                <a:lnTo>
                  <a:pt x="709269" y="993047"/>
                </a:lnTo>
                <a:moveTo>
                  <a:pt x="1846488" y="57118"/>
                </a:moveTo>
                <a:lnTo>
                  <a:pt x="1828042" y="49772"/>
                </a:lnTo>
                <a:moveTo>
                  <a:pt x="691107" y="814799"/>
                </a:moveTo>
                <a:lnTo>
                  <a:pt x="567329" y="772805"/>
                </a:lnTo>
                <a:moveTo>
                  <a:pt x="709269" y="993047"/>
                </a:moveTo>
                <a:lnTo>
                  <a:pt x="768145" y="908437"/>
                </a:lnTo>
                <a:moveTo>
                  <a:pt x="1705487" y="124718"/>
                </a:moveTo>
                <a:lnTo>
                  <a:pt x="1846488" y="57118"/>
                </a:lnTo>
                <a:moveTo>
                  <a:pt x="625210" y="845614"/>
                </a:moveTo>
                <a:lnTo>
                  <a:pt x="567329" y="772805"/>
                </a:lnTo>
                <a:moveTo>
                  <a:pt x="768145" y="908437"/>
                </a:moveTo>
                <a:lnTo>
                  <a:pt x="691107" y="814799"/>
                </a:lnTo>
                <a:moveTo>
                  <a:pt x="412465" y="770242"/>
                </a:moveTo>
                <a:lnTo>
                  <a:pt x="567329" y="772805"/>
                </a:lnTo>
                <a:moveTo>
                  <a:pt x="305882" y="598787"/>
                </a:moveTo>
                <a:lnTo>
                  <a:pt x="306794" y="575998"/>
                </a:lnTo>
                <a:moveTo>
                  <a:pt x="1649316" y="307338"/>
                </a:moveTo>
                <a:lnTo>
                  <a:pt x="1702616" y="105970"/>
                </a:lnTo>
                <a:moveTo>
                  <a:pt x="418426" y="742875"/>
                </a:moveTo>
                <a:lnTo>
                  <a:pt x="306794" y="575998"/>
                </a:lnTo>
                <a:moveTo>
                  <a:pt x="1899175" y="57105"/>
                </a:moveTo>
                <a:lnTo>
                  <a:pt x="1828042" y="49772"/>
                </a:lnTo>
                <a:moveTo>
                  <a:pt x="1621558" y="359846"/>
                </a:moveTo>
                <a:lnTo>
                  <a:pt x="1649316" y="307338"/>
                </a:lnTo>
                <a:moveTo>
                  <a:pt x="882378" y="140151"/>
                </a:moveTo>
                <a:lnTo>
                  <a:pt x="792291" y="150692"/>
                </a:lnTo>
                <a:moveTo>
                  <a:pt x="1344937" y="522940"/>
                </a:moveTo>
                <a:lnTo>
                  <a:pt x="1316332" y="446169"/>
                </a:lnTo>
                <a:moveTo>
                  <a:pt x="418426" y="742875"/>
                </a:moveTo>
                <a:lnTo>
                  <a:pt x="305882" y="598787"/>
                </a:lnTo>
                <a:moveTo>
                  <a:pt x="478649" y="871554"/>
                </a:moveTo>
                <a:lnTo>
                  <a:pt x="567329" y="772805"/>
                </a:lnTo>
                <a:moveTo>
                  <a:pt x="306794" y="575998"/>
                </a:moveTo>
                <a:lnTo>
                  <a:pt x="269299" y="459045"/>
                </a:lnTo>
                <a:moveTo>
                  <a:pt x="1702616" y="105970"/>
                </a:moveTo>
                <a:lnTo>
                  <a:pt x="1846488" y="57118"/>
                </a:lnTo>
                <a:moveTo>
                  <a:pt x="1649316" y="307338"/>
                </a:moveTo>
                <a:lnTo>
                  <a:pt x="1595456" y="198250"/>
                </a:lnTo>
                <a:moveTo>
                  <a:pt x="389317" y="734540"/>
                </a:moveTo>
                <a:lnTo>
                  <a:pt x="305882" y="598787"/>
                </a:lnTo>
                <a:moveTo>
                  <a:pt x="575503" y="1053854"/>
                </a:moveTo>
                <a:lnTo>
                  <a:pt x="709269" y="993047"/>
                </a:lnTo>
                <a:moveTo>
                  <a:pt x="389317" y="734540"/>
                </a:moveTo>
                <a:lnTo>
                  <a:pt x="418426" y="742875"/>
                </a:lnTo>
                <a:moveTo>
                  <a:pt x="1998623" y="137530"/>
                </a:moveTo>
                <a:lnTo>
                  <a:pt x="1899175" y="57105"/>
                </a:lnTo>
                <a:moveTo>
                  <a:pt x="1401111" y="628879"/>
                </a:moveTo>
                <a:lnTo>
                  <a:pt x="1344937" y="522940"/>
                </a:lnTo>
                <a:moveTo>
                  <a:pt x="1595456" y="198250"/>
                </a:moveTo>
                <a:lnTo>
                  <a:pt x="1702616" y="105970"/>
                </a:lnTo>
                <a:moveTo>
                  <a:pt x="412465" y="770242"/>
                </a:moveTo>
                <a:lnTo>
                  <a:pt x="418426" y="742875"/>
                </a:lnTo>
                <a:moveTo>
                  <a:pt x="1477618" y="277899"/>
                </a:moveTo>
                <a:lnTo>
                  <a:pt x="1649316" y="307338"/>
                </a:lnTo>
                <a:moveTo>
                  <a:pt x="1702616" y="105970"/>
                </a:moveTo>
                <a:lnTo>
                  <a:pt x="1647588" y="0"/>
                </a:lnTo>
                <a:moveTo>
                  <a:pt x="625210" y="845614"/>
                </a:moveTo>
                <a:lnTo>
                  <a:pt x="691107" y="814799"/>
                </a:lnTo>
                <a:moveTo>
                  <a:pt x="259363" y="498384"/>
                </a:moveTo>
                <a:lnTo>
                  <a:pt x="306794" y="575998"/>
                </a:lnTo>
                <a:moveTo>
                  <a:pt x="412465" y="770242"/>
                </a:moveTo>
                <a:lnTo>
                  <a:pt x="389317" y="734540"/>
                </a:lnTo>
                <a:moveTo>
                  <a:pt x="1702616" y="105970"/>
                </a:moveTo>
                <a:lnTo>
                  <a:pt x="1747547" y="0"/>
                </a:lnTo>
                <a:moveTo>
                  <a:pt x="2521022" y="899366"/>
                </a:moveTo>
                <a:lnTo>
                  <a:pt x="2508453" y="893382"/>
                </a:lnTo>
                <a:moveTo>
                  <a:pt x="2021509" y="217672"/>
                </a:moveTo>
                <a:lnTo>
                  <a:pt x="1998623" y="137530"/>
                </a:lnTo>
                <a:moveTo>
                  <a:pt x="2389791" y="972057"/>
                </a:moveTo>
                <a:lnTo>
                  <a:pt x="2508453" y="893382"/>
                </a:lnTo>
                <a:moveTo>
                  <a:pt x="687402" y="927224"/>
                </a:moveTo>
                <a:lnTo>
                  <a:pt x="768145" y="908437"/>
                </a:lnTo>
                <a:moveTo>
                  <a:pt x="2508438" y="886865"/>
                </a:moveTo>
                <a:lnTo>
                  <a:pt x="2508453" y="893382"/>
                </a:lnTo>
                <a:moveTo>
                  <a:pt x="1899175" y="57105"/>
                </a:moveTo>
                <a:lnTo>
                  <a:pt x="1846488" y="57118"/>
                </a:lnTo>
                <a:moveTo>
                  <a:pt x="2391899" y="974092"/>
                </a:moveTo>
                <a:lnTo>
                  <a:pt x="2508453" y="893382"/>
                </a:lnTo>
                <a:moveTo>
                  <a:pt x="691929" y="907949"/>
                </a:moveTo>
                <a:lnTo>
                  <a:pt x="768145" y="908437"/>
                </a:lnTo>
                <a:moveTo>
                  <a:pt x="305882" y="598787"/>
                </a:moveTo>
                <a:lnTo>
                  <a:pt x="259363" y="498384"/>
                </a:lnTo>
                <a:moveTo>
                  <a:pt x="1846488" y="57118"/>
                </a:moveTo>
                <a:lnTo>
                  <a:pt x="1815422" y="0"/>
                </a:lnTo>
                <a:moveTo>
                  <a:pt x="2508438" y="886865"/>
                </a:moveTo>
                <a:lnTo>
                  <a:pt x="2521022" y="899366"/>
                </a:lnTo>
                <a:moveTo>
                  <a:pt x="273368" y="689341"/>
                </a:moveTo>
                <a:lnTo>
                  <a:pt x="305882" y="598787"/>
                </a:lnTo>
                <a:moveTo>
                  <a:pt x="1518971" y="348878"/>
                </a:moveTo>
                <a:lnTo>
                  <a:pt x="1621558" y="359846"/>
                </a:lnTo>
                <a:moveTo>
                  <a:pt x="2256293" y="1033181"/>
                </a:moveTo>
                <a:lnTo>
                  <a:pt x="2389791" y="972057"/>
                </a:lnTo>
                <a:moveTo>
                  <a:pt x="1621558" y="359846"/>
                </a:moveTo>
                <a:lnTo>
                  <a:pt x="1477618" y="277899"/>
                </a:lnTo>
                <a:moveTo>
                  <a:pt x="1595456" y="198250"/>
                </a:moveTo>
                <a:lnTo>
                  <a:pt x="1638972" y="0"/>
                </a:lnTo>
                <a:moveTo>
                  <a:pt x="2391899" y="974092"/>
                </a:moveTo>
                <a:lnTo>
                  <a:pt x="2389791" y="972057"/>
                </a:lnTo>
                <a:moveTo>
                  <a:pt x="1405534" y="162655"/>
                </a:moveTo>
                <a:lnTo>
                  <a:pt x="1455112" y="86227"/>
                </a:lnTo>
                <a:moveTo>
                  <a:pt x="2391899" y="974092"/>
                </a:moveTo>
                <a:lnTo>
                  <a:pt x="2508438" y="886865"/>
                </a:lnTo>
                <a:moveTo>
                  <a:pt x="2028033" y="926904"/>
                </a:moveTo>
                <a:lnTo>
                  <a:pt x="1948854" y="797795"/>
                </a:lnTo>
                <a:moveTo>
                  <a:pt x="1595456" y="198250"/>
                </a:moveTo>
                <a:lnTo>
                  <a:pt x="1517128" y="60220"/>
                </a:lnTo>
                <a:moveTo>
                  <a:pt x="389317" y="734540"/>
                </a:moveTo>
                <a:lnTo>
                  <a:pt x="273368" y="689341"/>
                </a:lnTo>
                <a:moveTo>
                  <a:pt x="2028033" y="926904"/>
                </a:moveTo>
                <a:lnTo>
                  <a:pt x="2057945" y="939698"/>
                </a:lnTo>
                <a:moveTo>
                  <a:pt x="478649" y="871554"/>
                </a:moveTo>
                <a:lnTo>
                  <a:pt x="625210" y="845614"/>
                </a:lnTo>
                <a:moveTo>
                  <a:pt x="2267944" y="1046181"/>
                </a:moveTo>
                <a:lnTo>
                  <a:pt x="2256293" y="1033181"/>
                </a:lnTo>
                <a:moveTo>
                  <a:pt x="478649" y="871554"/>
                </a:moveTo>
                <a:lnTo>
                  <a:pt x="412465" y="770242"/>
                </a:lnTo>
                <a:moveTo>
                  <a:pt x="1477618" y="277899"/>
                </a:moveTo>
                <a:lnTo>
                  <a:pt x="1405534" y="162655"/>
                </a:lnTo>
                <a:moveTo>
                  <a:pt x="1477618" y="277899"/>
                </a:moveTo>
                <a:lnTo>
                  <a:pt x="1595456" y="198250"/>
                </a:lnTo>
                <a:moveTo>
                  <a:pt x="1517128" y="60220"/>
                </a:moveTo>
                <a:lnTo>
                  <a:pt x="1621347" y="0"/>
                </a:lnTo>
                <a:moveTo>
                  <a:pt x="2267944" y="1046181"/>
                </a:moveTo>
                <a:lnTo>
                  <a:pt x="2389791" y="972057"/>
                </a:lnTo>
                <a:moveTo>
                  <a:pt x="2267944" y="1046181"/>
                </a:moveTo>
                <a:lnTo>
                  <a:pt x="2391899" y="974092"/>
                </a:lnTo>
                <a:moveTo>
                  <a:pt x="1455112" y="86227"/>
                </a:moveTo>
                <a:lnTo>
                  <a:pt x="1517128" y="60220"/>
                </a:lnTo>
                <a:moveTo>
                  <a:pt x="259363" y="498384"/>
                </a:moveTo>
                <a:lnTo>
                  <a:pt x="269299" y="459045"/>
                </a:lnTo>
                <a:moveTo>
                  <a:pt x="575503" y="1053854"/>
                </a:moveTo>
                <a:lnTo>
                  <a:pt x="542043" y="968900"/>
                </a:lnTo>
                <a:moveTo>
                  <a:pt x="1477618" y="277899"/>
                </a:moveTo>
                <a:lnTo>
                  <a:pt x="1455112" y="86227"/>
                </a:lnTo>
                <a:moveTo>
                  <a:pt x="542043" y="968900"/>
                </a:moveTo>
                <a:lnTo>
                  <a:pt x="709269" y="993047"/>
                </a:lnTo>
                <a:moveTo>
                  <a:pt x="1477618" y="277899"/>
                </a:moveTo>
                <a:lnTo>
                  <a:pt x="1517128" y="60220"/>
                </a:lnTo>
                <a:moveTo>
                  <a:pt x="2060104" y="974772"/>
                </a:moveTo>
                <a:lnTo>
                  <a:pt x="2057945" y="939698"/>
                </a:lnTo>
                <a:moveTo>
                  <a:pt x="1518971" y="348878"/>
                </a:moveTo>
                <a:lnTo>
                  <a:pt x="1477618" y="277899"/>
                </a:lnTo>
                <a:moveTo>
                  <a:pt x="687402" y="927224"/>
                </a:moveTo>
                <a:lnTo>
                  <a:pt x="709269" y="993047"/>
                </a:lnTo>
                <a:moveTo>
                  <a:pt x="2021509" y="217672"/>
                </a:moveTo>
                <a:lnTo>
                  <a:pt x="1899175" y="57105"/>
                </a:lnTo>
                <a:moveTo>
                  <a:pt x="1866324" y="0"/>
                </a:moveTo>
                <a:lnTo>
                  <a:pt x="1846488" y="57118"/>
                </a:lnTo>
                <a:moveTo>
                  <a:pt x="664452" y="924150"/>
                </a:moveTo>
                <a:lnTo>
                  <a:pt x="709269" y="993047"/>
                </a:lnTo>
                <a:moveTo>
                  <a:pt x="691929" y="907949"/>
                </a:moveTo>
                <a:lnTo>
                  <a:pt x="691107" y="814799"/>
                </a:lnTo>
                <a:moveTo>
                  <a:pt x="2060104" y="974772"/>
                </a:moveTo>
                <a:lnTo>
                  <a:pt x="2028033" y="926904"/>
                </a:lnTo>
                <a:moveTo>
                  <a:pt x="323253" y="883754"/>
                </a:moveTo>
                <a:lnTo>
                  <a:pt x="412465" y="770242"/>
                </a:lnTo>
                <a:moveTo>
                  <a:pt x="1609301" y="460708"/>
                </a:moveTo>
                <a:lnTo>
                  <a:pt x="1621558" y="359846"/>
                </a:lnTo>
                <a:moveTo>
                  <a:pt x="2267944" y="1046181"/>
                </a:moveTo>
                <a:lnTo>
                  <a:pt x="2060104" y="974772"/>
                </a:lnTo>
                <a:moveTo>
                  <a:pt x="691929" y="907949"/>
                </a:moveTo>
                <a:lnTo>
                  <a:pt x="625210" y="845614"/>
                </a:lnTo>
                <a:moveTo>
                  <a:pt x="680035" y="912187"/>
                </a:moveTo>
                <a:lnTo>
                  <a:pt x="625210" y="845614"/>
                </a:lnTo>
                <a:moveTo>
                  <a:pt x="1517128" y="60220"/>
                </a:moveTo>
                <a:lnTo>
                  <a:pt x="1539425" y="0"/>
                </a:lnTo>
                <a:moveTo>
                  <a:pt x="273368" y="689341"/>
                </a:moveTo>
                <a:lnTo>
                  <a:pt x="259363" y="498384"/>
                </a:lnTo>
                <a:moveTo>
                  <a:pt x="1455112" y="86227"/>
                </a:moveTo>
                <a:lnTo>
                  <a:pt x="1463457" y="0"/>
                </a:lnTo>
                <a:moveTo>
                  <a:pt x="2566490" y="1105253"/>
                </a:moveTo>
                <a:lnTo>
                  <a:pt x="2607956" y="1044672"/>
                </a:lnTo>
                <a:moveTo>
                  <a:pt x="1913105" y="886036"/>
                </a:moveTo>
                <a:lnTo>
                  <a:pt x="1948854" y="797795"/>
                </a:lnTo>
                <a:moveTo>
                  <a:pt x="1899175" y="57105"/>
                </a:moveTo>
                <a:lnTo>
                  <a:pt x="1896854" y="0"/>
                </a:lnTo>
                <a:moveTo>
                  <a:pt x="1517128" y="60220"/>
                </a:moveTo>
                <a:lnTo>
                  <a:pt x="1486077" y="0"/>
                </a:lnTo>
                <a:moveTo>
                  <a:pt x="2601042" y="945822"/>
                </a:moveTo>
                <a:lnTo>
                  <a:pt x="2521022" y="899366"/>
                </a:lnTo>
                <a:moveTo>
                  <a:pt x="345256" y="924377"/>
                </a:moveTo>
                <a:lnTo>
                  <a:pt x="478649" y="871554"/>
                </a:lnTo>
                <a:moveTo>
                  <a:pt x="2115719" y="1060559"/>
                </a:moveTo>
                <a:lnTo>
                  <a:pt x="2267944" y="1046181"/>
                </a:lnTo>
                <a:moveTo>
                  <a:pt x="2028033" y="926904"/>
                </a:moveTo>
                <a:lnTo>
                  <a:pt x="1913105" y="886036"/>
                </a:lnTo>
                <a:moveTo>
                  <a:pt x="542043" y="968900"/>
                </a:moveTo>
                <a:lnTo>
                  <a:pt x="478649" y="871554"/>
                </a:lnTo>
                <a:moveTo>
                  <a:pt x="478649" y="871554"/>
                </a:moveTo>
                <a:lnTo>
                  <a:pt x="323253" y="883754"/>
                </a:lnTo>
                <a:moveTo>
                  <a:pt x="264284" y="768623"/>
                </a:moveTo>
                <a:lnTo>
                  <a:pt x="389317" y="734540"/>
                </a:lnTo>
                <a:moveTo>
                  <a:pt x="2490037" y="826224"/>
                </a:moveTo>
                <a:lnTo>
                  <a:pt x="2521022" y="899366"/>
                </a:lnTo>
                <a:moveTo>
                  <a:pt x="1609301" y="460708"/>
                </a:moveTo>
                <a:lnTo>
                  <a:pt x="1518971" y="348878"/>
                </a:lnTo>
                <a:moveTo>
                  <a:pt x="1596812" y="462435"/>
                </a:moveTo>
                <a:lnTo>
                  <a:pt x="1518971" y="348878"/>
                </a:lnTo>
                <a:moveTo>
                  <a:pt x="1988374" y="98149"/>
                </a:moveTo>
                <a:lnTo>
                  <a:pt x="1899175" y="57105"/>
                </a:lnTo>
                <a:moveTo>
                  <a:pt x="2115719" y="1060559"/>
                </a:moveTo>
                <a:lnTo>
                  <a:pt x="2060104" y="974772"/>
                </a:lnTo>
                <a:moveTo>
                  <a:pt x="2490037" y="826224"/>
                </a:moveTo>
                <a:lnTo>
                  <a:pt x="2508438" y="886865"/>
                </a:lnTo>
                <a:moveTo>
                  <a:pt x="264284" y="768623"/>
                </a:moveTo>
                <a:lnTo>
                  <a:pt x="412465" y="770242"/>
                </a:lnTo>
                <a:moveTo>
                  <a:pt x="680035" y="912187"/>
                </a:moveTo>
                <a:lnTo>
                  <a:pt x="478649" y="871554"/>
                </a:lnTo>
                <a:moveTo>
                  <a:pt x="2656773" y="819197"/>
                </a:moveTo>
                <a:lnTo>
                  <a:pt x="2521022" y="899366"/>
                </a:lnTo>
                <a:moveTo>
                  <a:pt x="1913105" y="886036"/>
                </a:moveTo>
                <a:lnTo>
                  <a:pt x="1805606" y="716722"/>
                </a:lnTo>
                <a:moveTo>
                  <a:pt x="2041006" y="1043321"/>
                </a:moveTo>
                <a:lnTo>
                  <a:pt x="2028033" y="926904"/>
                </a:lnTo>
                <a:moveTo>
                  <a:pt x="345256" y="924377"/>
                </a:moveTo>
                <a:lnTo>
                  <a:pt x="323253" y="883754"/>
                </a:lnTo>
                <a:moveTo>
                  <a:pt x="2607956" y="1044672"/>
                </a:moveTo>
                <a:lnTo>
                  <a:pt x="2601042" y="945822"/>
                </a:lnTo>
                <a:moveTo>
                  <a:pt x="345256" y="924377"/>
                </a:moveTo>
                <a:lnTo>
                  <a:pt x="314301" y="897901"/>
                </a:lnTo>
                <a:moveTo>
                  <a:pt x="227622" y="415462"/>
                </a:moveTo>
                <a:lnTo>
                  <a:pt x="269299" y="459045"/>
                </a:lnTo>
                <a:moveTo>
                  <a:pt x="2021509" y="217672"/>
                </a:moveTo>
                <a:lnTo>
                  <a:pt x="1988374" y="98149"/>
                </a:lnTo>
                <a:moveTo>
                  <a:pt x="219291" y="582164"/>
                </a:moveTo>
                <a:lnTo>
                  <a:pt x="259363" y="498384"/>
                </a:lnTo>
                <a:moveTo>
                  <a:pt x="273368" y="689341"/>
                </a:moveTo>
                <a:lnTo>
                  <a:pt x="219291" y="582164"/>
                </a:lnTo>
                <a:moveTo>
                  <a:pt x="314301" y="897901"/>
                </a:moveTo>
                <a:lnTo>
                  <a:pt x="323253" y="883754"/>
                </a:lnTo>
                <a:moveTo>
                  <a:pt x="2041006" y="1043321"/>
                </a:moveTo>
                <a:lnTo>
                  <a:pt x="2060104" y="974772"/>
                </a:lnTo>
                <a:moveTo>
                  <a:pt x="680035" y="912187"/>
                </a:moveTo>
                <a:lnTo>
                  <a:pt x="542043" y="968900"/>
                </a:lnTo>
                <a:moveTo>
                  <a:pt x="664452" y="924150"/>
                </a:moveTo>
                <a:lnTo>
                  <a:pt x="542043" y="968900"/>
                </a:lnTo>
                <a:moveTo>
                  <a:pt x="2410667" y="967057"/>
                </a:moveTo>
                <a:lnTo>
                  <a:pt x="2508438" y="886865"/>
                </a:lnTo>
                <a:moveTo>
                  <a:pt x="687402" y="927224"/>
                </a:moveTo>
                <a:lnTo>
                  <a:pt x="691929" y="907949"/>
                </a:lnTo>
                <a:moveTo>
                  <a:pt x="2410667" y="967057"/>
                </a:moveTo>
                <a:lnTo>
                  <a:pt x="2391899" y="974092"/>
                </a:lnTo>
                <a:moveTo>
                  <a:pt x="664452" y="924150"/>
                </a:moveTo>
                <a:lnTo>
                  <a:pt x="687402" y="927224"/>
                </a:lnTo>
                <a:moveTo>
                  <a:pt x="1805606" y="716722"/>
                </a:moveTo>
                <a:lnTo>
                  <a:pt x="1729781" y="622368"/>
                </a:lnTo>
                <a:moveTo>
                  <a:pt x="264284" y="768623"/>
                </a:moveTo>
                <a:lnTo>
                  <a:pt x="273368" y="689341"/>
                </a:lnTo>
                <a:moveTo>
                  <a:pt x="680035" y="912187"/>
                </a:moveTo>
                <a:lnTo>
                  <a:pt x="691929" y="907949"/>
                </a:lnTo>
                <a:moveTo>
                  <a:pt x="2578254" y="1191952"/>
                </a:moveTo>
                <a:lnTo>
                  <a:pt x="2566490" y="1105253"/>
                </a:lnTo>
                <a:moveTo>
                  <a:pt x="664452" y="924150"/>
                </a:moveTo>
                <a:lnTo>
                  <a:pt x="680035" y="912187"/>
                </a:lnTo>
                <a:moveTo>
                  <a:pt x="2118858" y="253911"/>
                </a:moveTo>
                <a:lnTo>
                  <a:pt x="2021509" y="217672"/>
                </a:lnTo>
                <a:moveTo>
                  <a:pt x="1988374" y="98149"/>
                </a:moveTo>
                <a:lnTo>
                  <a:pt x="1935807" y="0"/>
                </a:lnTo>
                <a:moveTo>
                  <a:pt x="688443" y="923038"/>
                </a:moveTo>
                <a:lnTo>
                  <a:pt x="687402" y="927224"/>
                </a:lnTo>
                <a:moveTo>
                  <a:pt x="2490037" y="826224"/>
                </a:moveTo>
                <a:lnTo>
                  <a:pt x="2594516" y="730772"/>
                </a:lnTo>
                <a:moveTo>
                  <a:pt x="1596812" y="462435"/>
                </a:moveTo>
                <a:lnTo>
                  <a:pt x="1609301" y="460708"/>
                </a:lnTo>
                <a:moveTo>
                  <a:pt x="2410667" y="967057"/>
                </a:moveTo>
                <a:lnTo>
                  <a:pt x="2267944" y="1046181"/>
                </a:lnTo>
                <a:moveTo>
                  <a:pt x="2297767" y="1061713"/>
                </a:moveTo>
                <a:lnTo>
                  <a:pt x="2267944" y="1046181"/>
                </a:lnTo>
                <a:moveTo>
                  <a:pt x="2594516" y="730772"/>
                </a:moveTo>
                <a:lnTo>
                  <a:pt x="2544910" y="607162"/>
                </a:lnTo>
                <a:moveTo>
                  <a:pt x="259363" y="498384"/>
                </a:moveTo>
                <a:lnTo>
                  <a:pt x="227622" y="415462"/>
                </a:lnTo>
                <a:moveTo>
                  <a:pt x="688443" y="923038"/>
                </a:moveTo>
                <a:lnTo>
                  <a:pt x="691929" y="907949"/>
                </a:lnTo>
                <a:moveTo>
                  <a:pt x="2594516" y="730772"/>
                </a:moveTo>
                <a:lnTo>
                  <a:pt x="2536423" y="616677"/>
                </a:lnTo>
                <a:moveTo>
                  <a:pt x="2115719" y="1060559"/>
                </a:moveTo>
                <a:lnTo>
                  <a:pt x="2041006" y="1043321"/>
                </a:lnTo>
                <a:moveTo>
                  <a:pt x="688443" y="923038"/>
                </a:moveTo>
                <a:lnTo>
                  <a:pt x="680035" y="912187"/>
                </a:lnTo>
                <a:moveTo>
                  <a:pt x="688443" y="923038"/>
                </a:moveTo>
                <a:lnTo>
                  <a:pt x="664452" y="924150"/>
                </a:lnTo>
                <a:moveTo>
                  <a:pt x="2653183" y="1091651"/>
                </a:moveTo>
                <a:lnTo>
                  <a:pt x="2566490" y="1105253"/>
                </a:lnTo>
                <a:moveTo>
                  <a:pt x="2656773" y="819197"/>
                </a:moveTo>
                <a:lnTo>
                  <a:pt x="2594516" y="730772"/>
                </a:lnTo>
                <a:moveTo>
                  <a:pt x="2041006" y="1043321"/>
                </a:moveTo>
                <a:lnTo>
                  <a:pt x="1913105" y="886036"/>
                </a:lnTo>
                <a:moveTo>
                  <a:pt x="1610645" y="480637"/>
                </a:moveTo>
                <a:lnTo>
                  <a:pt x="1609301" y="460708"/>
                </a:lnTo>
                <a:moveTo>
                  <a:pt x="323253" y="883754"/>
                </a:moveTo>
                <a:lnTo>
                  <a:pt x="264284" y="768623"/>
                </a:lnTo>
                <a:moveTo>
                  <a:pt x="1818199" y="802932"/>
                </a:moveTo>
                <a:lnTo>
                  <a:pt x="1805606" y="716722"/>
                </a:lnTo>
                <a:moveTo>
                  <a:pt x="1610645" y="480637"/>
                </a:moveTo>
                <a:lnTo>
                  <a:pt x="1596812" y="462435"/>
                </a:lnTo>
                <a:moveTo>
                  <a:pt x="2653183" y="1091651"/>
                </a:moveTo>
                <a:lnTo>
                  <a:pt x="2607956" y="1044672"/>
                </a:lnTo>
                <a:moveTo>
                  <a:pt x="2544910" y="607162"/>
                </a:moveTo>
                <a:lnTo>
                  <a:pt x="2560733" y="381015"/>
                </a:lnTo>
                <a:moveTo>
                  <a:pt x="2667000" y="733197"/>
                </a:moveTo>
                <a:lnTo>
                  <a:pt x="2594516" y="730772"/>
                </a:lnTo>
                <a:moveTo>
                  <a:pt x="1729781" y="622368"/>
                </a:moveTo>
                <a:lnTo>
                  <a:pt x="1609301" y="460708"/>
                </a:lnTo>
                <a:moveTo>
                  <a:pt x="314301" y="897901"/>
                </a:moveTo>
                <a:lnTo>
                  <a:pt x="264284" y="768623"/>
                </a:lnTo>
                <a:moveTo>
                  <a:pt x="2601042" y="945822"/>
                </a:moveTo>
                <a:lnTo>
                  <a:pt x="2656773" y="819197"/>
                </a:lnTo>
                <a:moveTo>
                  <a:pt x="1729781" y="622368"/>
                </a:moveTo>
                <a:lnTo>
                  <a:pt x="1610645" y="480637"/>
                </a:lnTo>
                <a:moveTo>
                  <a:pt x="2297767" y="1061713"/>
                </a:moveTo>
                <a:lnTo>
                  <a:pt x="2115719" y="1060559"/>
                </a:lnTo>
                <a:moveTo>
                  <a:pt x="2118858" y="253911"/>
                </a:moveTo>
                <a:lnTo>
                  <a:pt x="2174720" y="296305"/>
                </a:lnTo>
                <a:moveTo>
                  <a:pt x="1913105" y="886036"/>
                </a:moveTo>
                <a:lnTo>
                  <a:pt x="1818199" y="802932"/>
                </a:lnTo>
                <a:moveTo>
                  <a:pt x="314301" y="897901"/>
                </a:moveTo>
                <a:lnTo>
                  <a:pt x="250364" y="796539"/>
                </a:lnTo>
                <a:moveTo>
                  <a:pt x="2490037" y="826224"/>
                </a:moveTo>
                <a:lnTo>
                  <a:pt x="2536423" y="616677"/>
                </a:lnTo>
                <a:moveTo>
                  <a:pt x="2536423" y="616677"/>
                </a:moveTo>
                <a:lnTo>
                  <a:pt x="2544910" y="607162"/>
                </a:lnTo>
                <a:moveTo>
                  <a:pt x="212696" y="662224"/>
                </a:moveTo>
                <a:lnTo>
                  <a:pt x="273368" y="689341"/>
                </a:lnTo>
                <a:moveTo>
                  <a:pt x="2118858" y="253911"/>
                </a:moveTo>
                <a:lnTo>
                  <a:pt x="1988374" y="98149"/>
                </a:lnTo>
                <a:moveTo>
                  <a:pt x="2656773" y="819197"/>
                </a:moveTo>
                <a:lnTo>
                  <a:pt x="2490037" y="826224"/>
                </a:lnTo>
                <a:moveTo>
                  <a:pt x="2127302" y="1054263"/>
                </a:moveTo>
                <a:lnTo>
                  <a:pt x="2115719" y="1060559"/>
                </a:lnTo>
                <a:moveTo>
                  <a:pt x="2653183" y="1091651"/>
                </a:moveTo>
                <a:lnTo>
                  <a:pt x="2601042" y="945822"/>
                </a:lnTo>
                <a:moveTo>
                  <a:pt x="2158798" y="252892"/>
                </a:moveTo>
                <a:lnTo>
                  <a:pt x="2174720" y="296305"/>
                </a:lnTo>
                <a:moveTo>
                  <a:pt x="219291" y="582164"/>
                </a:moveTo>
                <a:lnTo>
                  <a:pt x="227622" y="415462"/>
                </a:lnTo>
                <a:moveTo>
                  <a:pt x="2556730" y="461134"/>
                </a:moveTo>
                <a:lnTo>
                  <a:pt x="2560733" y="381015"/>
                </a:lnTo>
                <a:moveTo>
                  <a:pt x="1934713" y="966931"/>
                </a:moveTo>
                <a:lnTo>
                  <a:pt x="1913105" y="886036"/>
                </a:lnTo>
                <a:moveTo>
                  <a:pt x="2656773" y="819197"/>
                </a:moveTo>
                <a:lnTo>
                  <a:pt x="2667000" y="806137"/>
                </a:lnTo>
                <a:moveTo>
                  <a:pt x="2560733" y="381015"/>
                </a:moveTo>
                <a:lnTo>
                  <a:pt x="2521696" y="289463"/>
                </a:lnTo>
                <a:moveTo>
                  <a:pt x="2410667" y="967057"/>
                </a:moveTo>
                <a:lnTo>
                  <a:pt x="2490037" y="826224"/>
                </a:lnTo>
                <a:moveTo>
                  <a:pt x="1675622" y="577968"/>
                </a:moveTo>
                <a:lnTo>
                  <a:pt x="1610645" y="480637"/>
                </a:lnTo>
                <a:moveTo>
                  <a:pt x="1818199" y="802932"/>
                </a:moveTo>
                <a:lnTo>
                  <a:pt x="1729781" y="622368"/>
                </a:lnTo>
                <a:moveTo>
                  <a:pt x="1988374" y="98149"/>
                </a:moveTo>
                <a:lnTo>
                  <a:pt x="1985449" y="0"/>
                </a:lnTo>
                <a:moveTo>
                  <a:pt x="1675622" y="577968"/>
                </a:moveTo>
                <a:lnTo>
                  <a:pt x="1729781" y="622368"/>
                </a:lnTo>
                <a:moveTo>
                  <a:pt x="2177114" y="1056707"/>
                </a:moveTo>
                <a:lnTo>
                  <a:pt x="2115719" y="1060559"/>
                </a:lnTo>
                <a:moveTo>
                  <a:pt x="250364" y="796539"/>
                </a:moveTo>
                <a:lnTo>
                  <a:pt x="264284" y="768623"/>
                </a:lnTo>
                <a:moveTo>
                  <a:pt x="2127302" y="1054263"/>
                </a:moveTo>
                <a:lnTo>
                  <a:pt x="2041006" y="1043321"/>
                </a:lnTo>
                <a:moveTo>
                  <a:pt x="219291" y="582164"/>
                </a:moveTo>
                <a:lnTo>
                  <a:pt x="213408" y="446573"/>
                </a:lnTo>
                <a:moveTo>
                  <a:pt x="2442249" y="900386"/>
                </a:moveTo>
                <a:lnTo>
                  <a:pt x="2490037" y="826224"/>
                </a:lnTo>
                <a:moveTo>
                  <a:pt x="2544910" y="607162"/>
                </a:moveTo>
                <a:lnTo>
                  <a:pt x="2556730" y="461134"/>
                </a:lnTo>
                <a:moveTo>
                  <a:pt x="2158798" y="252892"/>
                </a:moveTo>
                <a:lnTo>
                  <a:pt x="2118858" y="253911"/>
                </a:lnTo>
                <a:moveTo>
                  <a:pt x="2041006" y="1043321"/>
                </a:moveTo>
                <a:lnTo>
                  <a:pt x="1934713" y="966931"/>
                </a:lnTo>
                <a:moveTo>
                  <a:pt x="2578254" y="1191952"/>
                </a:moveTo>
                <a:lnTo>
                  <a:pt x="2653183" y="1091651"/>
                </a:lnTo>
                <a:moveTo>
                  <a:pt x="212696" y="662224"/>
                </a:moveTo>
                <a:lnTo>
                  <a:pt x="219291" y="582164"/>
                </a:lnTo>
                <a:moveTo>
                  <a:pt x="2491972" y="807902"/>
                </a:moveTo>
                <a:lnTo>
                  <a:pt x="2490037" y="826224"/>
                </a:lnTo>
                <a:moveTo>
                  <a:pt x="2297767" y="1061713"/>
                </a:moveTo>
                <a:lnTo>
                  <a:pt x="2410667" y="967057"/>
                </a:lnTo>
                <a:moveTo>
                  <a:pt x="2044681" y="158586"/>
                </a:moveTo>
                <a:lnTo>
                  <a:pt x="1988374" y="98149"/>
                </a:lnTo>
                <a:moveTo>
                  <a:pt x="2491972" y="807902"/>
                </a:moveTo>
                <a:lnTo>
                  <a:pt x="2536423" y="616677"/>
                </a:lnTo>
                <a:moveTo>
                  <a:pt x="1745432" y="685456"/>
                </a:moveTo>
                <a:lnTo>
                  <a:pt x="1729781" y="622368"/>
                </a:lnTo>
                <a:moveTo>
                  <a:pt x="213408" y="446573"/>
                </a:moveTo>
                <a:lnTo>
                  <a:pt x="227622" y="415462"/>
                </a:lnTo>
                <a:moveTo>
                  <a:pt x="264284" y="768623"/>
                </a:moveTo>
                <a:lnTo>
                  <a:pt x="212696" y="662224"/>
                </a:lnTo>
                <a:moveTo>
                  <a:pt x="2410667" y="967057"/>
                </a:moveTo>
                <a:lnTo>
                  <a:pt x="2442249" y="900386"/>
                </a:lnTo>
                <a:moveTo>
                  <a:pt x="223191" y="395408"/>
                </a:moveTo>
                <a:lnTo>
                  <a:pt x="227622" y="415462"/>
                </a:lnTo>
                <a:moveTo>
                  <a:pt x="1934713" y="966931"/>
                </a:moveTo>
                <a:lnTo>
                  <a:pt x="1818199" y="802932"/>
                </a:lnTo>
                <a:moveTo>
                  <a:pt x="2118858" y="253911"/>
                </a:moveTo>
                <a:lnTo>
                  <a:pt x="2044681" y="158586"/>
                </a:lnTo>
                <a:moveTo>
                  <a:pt x="208778" y="645767"/>
                </a:moveTo>
                <a:lnTo>
                  <a:pt x="219291" y="582164"/>
                </a:lnTo>
                <a:moveTo>
                  <a:pt x="1780299" y="746309"/>
                </a:moveTo>
                <a:lnTo>
                  <a:pt x="1818199" y="802932"/>
                </a:lnTo>
                <a:moveTo>
                  <a:pt x="2508436" y="722303"/>
                </a:moveTo>
                <a:lnTo>
                  <a:pt x="2536423" y="616677"/>
                </a:lnTo>
                <a:moveTo>
                  <a:pt x="250364" y="796539"/>
                </a:moveTo>
                <a:lnTo>
                  <a:pt x="212696" y="662224"/>
                </a:lnTo>
                <a:moveTo>
                  <a:pt x="1832693" y="834055"/>
                </a:moveTo>
                <a:lnTo>
                  <a:pt x="1818199" y="802932"/>
                </a:lnTo>
                <a:moveTo>
                  <a:pt x="1818199" y="802932"/>
                </a:moveTo>
                <a:lnTo>
                  <a:pt x="1745432" y="685456"/>
                </a:lnTo>
                <a:moveTo>
                  <a:pt x="2297767" y="1061713"/>
                </a:moveTo>
                <a:lnTo>
                  <a:pt x="2177114" y="1056707"/>
                </a:lnTo>
                <a:moveTo>
                  <a:pt x="2556730" y="461134"/>
                </a:moveTo>
                <a:lnTo>
                  <a:pt x="2521696" y="289463"/>
                </a:lnTo>
                <a:moveTo>
                  <a:pt x="2405540" y="945313"/>
                </a:moveTo>
                <a:lnTo>
                  <a:pt x="2410667" y="967057"/>
                </a:lnTo>
                <a:moveTo>
                  <a:pt x="1745432" y="685456"/>
                </a:moveTo>
                <a:lnTo>
                  <a:pt x="1675622" y="577968"/>
                </a:lnTo>
                <a:moveTo>
                  <a:pt x="2297767" y="1061713"/>
                </a:moveTo>
                <a:lnTo>
                  <a:pt x="2405540" y="945313"/>
                </a:lnTo>
                <a:moveTo>
                  <a:pt x="2158798" y="252892"/>
                </a:moveTo>
                <a:lnTo>
                  <a:pt x="2044681" y="158586"/>
                </a:lnTo>
                <a:moveTo>
                  <a:pt x="2514176" y="544986"/>
                </a:moveTo>
                <a:lnTo>
                  <a:pt x="2544910" y="607162"/>
                </a:lnTo>
                <a:moveTo>
                  <a:pt x="213408" y="446573"/>
                </a:moveTo>
                <a:lnTo>
                  <a:pt x="223191" y="395408"/>
                </a:lnTo>
                <a:moveTo>
                  <a:pt x="2442249" y="900386"/>
                </a:moveTo>
                <a:lnTo>
                  <a:pt x="2491972" y="807902"/>
                </a:lnTo>
                <a:moveTo>
                  <a:pt x="2536423" y="616677"/>
                </a:moveTo>
                <a:lnTo>
                  <a:pt x="2514176" y="544986"/>
                </a:lnTo>
                <a:moveTo>
                  <a:pt x="250364" y="796539"/>
                </a:moveTo>
                <a:lnTo>
                  <a:pt x="199011" y="687757"/>
                </a:lnTo>
                <a:moveTo>
                  <a:pt x="2177114" y="1056707"/>
                </a:moveTo>
                <a:lnTo>
                  <a:pt x="2127302" y="1054263"/>
                </a:lnTo>
                <a:moveTo>
                  <a:pt x="2044681" y="158586"/>
                </a:moveTo>
                <a:lnTo>
                  <a:pt x="1996099" y="0"/>
                </a:lnTo>
                <a:moveTo>
                  <a:pt x="2405540" y="945313"/>
                </a:moveTo>
                <a:lnTo>
                  <a:pt x="2442249" y="900386"/>
                </a:lnTo>
                <a:moveTo>
                  <a:pt x="1934713" y="966931"/>
                </a:moveTo>
                <a:lnTo>
                  <a:pt x="1832693" y="834055"/>
                </a:lnTo>
                <a:moveTo>
                  <a:pt x="1731065" y="715246"/>
                </a:moveTo>
                <a:lnTo>
                  <a:pt x="1675622" y="577968"/>
                </a:lnTo>
                <a:moveTo>
                  <a:pt x="1832693" y="834055"/>
                </a:moveTo>
                <a:lnTo>
                  <a:pt x="1780299" y="746309"/>
                </a:lnTo>
                <a:moveTo>
                  <a:pt x="2038982" y="999090"/>
                </a:moveTo>
                <a:lnTo>
                  <a:pt x="2041006" y="1043321"/>
                </a:lnTo>
                <a:moveTo>
                  <a:pt x="1780299" y="746309"/>
                </a:moveTo>
                <a:lnTo>
                  <a:pt x="1745432" y="685456"/>
                </a:lnTo>
                <a:moveTo>
                  <a:pt x="191194" y="553306"/>
                </a:moveTo>
                <a:lnTo>
                  <a:pt x="219291" y="582164"/>
                </a:lnTo>
                <a:moveTo>
                  <a:pt x="1547231" y="624666"/>
                </a:moveTo>
                <a:lnTo>
                  <a:pt x="1675622" y="577968"/>
                </a:lnTo>
                <a:moveTo>
                  <a:pt x="2128920" y="1042158"/>
                </a:moveTo>
                <a:lnTo>
                  <a:pt x="2127302" y="1054263"/>
                </a:lnTo>
                <a:moveTo>
                  <a:pt x="2298329" y="1037534"/>
                </a:moveTo>
                <a:lnTo>
                  <a:pt x="2297767" y="1061713"/>
                </a:lnTo>
                <a:moveTo>
                  <a:pt x="270132" y="878519"/>
                </a:moveTo>
                <a:lnTo>
                  <a:pt x="250364" y="796539"/>
                </a:lnTo>
                <a:moveTo>
                  <a:pt x="1882517" y="909629"/>
                </a:moveTo>
                <a:lnTo>
                  <a:pt x="1934713" y="966931"/>
                </a:lnTo>
                <a:moveTo>
                  <a:pt x="2556730" y="461134"/>
                </a:moveTo>
                <a:lnTo>
                  <a:pt x="2534293" y="335303"/>
                </a:lnTo>
                <a:moveTo>
                  <a:pt x="199011" y="687757"/>
                </a:moveTo>
                <a:lnTo>
                  <a:pt x="212696" y="662224"/>
                </a:lnTo>
                <a:moveTo>
                  <a:pt x="1780299" y="746309"/>
                </a:moveTo>
                <a:lnTo>
                  <a:pt x="1731065" y="715246"/>
                </a:lnTo>
                <a:moveTo>
                  <a:pt x="1625377" y="916619"/>
                </a:moveTo>
                <a:lnTo>
                  <a:pt x="1567144" y="811893"/>
                </a:lnTo>
                <a:moveTo>
                  <a:pt x="2491972" y="807902"/>
                </a:moveTo>
                <a:lnTo>
                  <a:pt x="2508436" y="722303"/>
                </a:lnTo>
                <a:moveTo>
                  <a:pt x="2534293" y="335303"/>
                </a:moveTo>
                <a:lnTo>
                  <a:pt x="2521696" y="289463"/>
                </a:lnTo>
                <a:moveTo>
                  <a:pt x="2514176" y="544986"/>
                </a:moveTo>
                <a:lnTo>
                  <a:pt x="2556730" y="461134"/>
                </a:lnTo>
                <a:moveTo>
                  <a:pt x="1731065" y="715246"/>
                </a:moveTo>
                <a:lnTo>
                  <a:pt x="1745432" y="685456"/>
                </a:lnTo>
                <a:moveTo>
                  <a:pt x="223191" y="395408"/>
                </a:moveTo>
                <a:lnTo>
                  <a:pt x="231258" y="296990"/>
                </a:lnTo>
                <a:moveTo>
                  <a:pt x="1882517" y="909629"/>
                </a:moveTo>
                <a:lnTo>
                  <a:pt x="1832693" y="834055"/>
                </a:lnTo>
                <a:moveTo>
                  <a:pt x="2128920" y="1042158"/>
                </a:moveTo>
                <a:lnTo>
                  <a:pt x="2177114" y="1056707"/>
                </a:lnTo>
                <a:moveTo>
                  <a:pt x="208778" y="645767"/>
                </a:moveTo>
                <a:lnTo>
                  <a:pt x="212696" y="662224"/>
                </a:lnTo>
                <a:moveTo>
                  <a:pt x="2533332" y="287419"/>
                </a:moveTo>
                <a:lnTo>
                  <a:pt x="2521696" y="289463"/>
                </a:lnTo>
                <a:moveTo>
                  <a:pt x="2158798" y="252892"/>
                </a:moveTo>
                <a:lnTo>
                  <a:pt x="2139919" y="185185"/>
                </a:lnTo>
                <a:moveTo>
                  <a:pt x="2298329" y="1037534"/>
                </a:moveTo>
                <a:lnTo>
                  <a:pt x="2177114" y="1056707"/>
                </a:lnTo>
                <a:moveTo>
                  <a:pt x="2298329" y="1037534"/>
                </a:moveTo>
                <a:lnTo>
                  <a:pt x="2405540" y="945313"/>
                </a:lnTo>
                <a:moveTo>
                  <a:pt x="2038982" y="999090"/>
                </a:moveTo>
                <a:lnTo>
                  <a:pt x="2127302" y="1054263"/>
                </a:lnTo>
                <a:moveTo>
                  <a:pt x="1818631" y="896313"/>
                </a:moveTo>
                <a:lnTo>
                  <a:pt x="1780299" y="746309"/>
                </a:lnTo>
                <a:moveTo>
                  <a:pt x="199011" y="687757"/>
                </a:moveTo>
                <a:lnTo>
                  <a:pt x="208778" y="645767"/>
                </a:lnTo>
                <a:moveTo>
                  <a:pt x="191194" y="553306"/>
                </a:moveTo>
                <a:lnTo>
                  <a:pt x="213408" y="446573"/>
                </a:lnTo>
                <a:moveTo>
                  <a:pt x="1818631" y="896313"/>
                </a:moveTo>
                <a:lnTo>
                  <a:pt x="1832693" y="834055"/>
                </a:lnTo>
                <a:moveTo>
                  <a:pt x="2442249" y="900386"/>
                </a:moveTo>
                <a:lnTo>
                  <a:pt x="2493302" y="784712"/>
                </a:lnTo>
                <a:moveTo>
                  <a:pt x="1731065" y="715246"/>
                </a:moveTo>
                <a:lnTo>
                  <a:pt x="1547231" y="624666"/>
                </a:lnTo>
                <a:moveTo>
                  <a:pt x="2038982" y="999090"/>
                </a:moveTo>
                <a:lnTo>
                  <a:pt x="1934713" y="966931"/>
                </a:lnTo>
                <a:moveTo>
                  <a:pt x="2508436" y="722303"/>
                </a:moveTo>
                <a:lnTo>
                  <a:pt x="2514176" y="544986"/>
                </a:lnTo>
                <a:moveTo>
                  <a:pt x="2128920" y="1042158"/>
                </a:moveTo>
                <a:lnTo>
                  <a:pt x="2298329" y="1037534"/>
                </a:lnTo>
                <a:moveTo>
                  <a:pt x="270132" y="878519"/>
                </a:moveTo>
                <a:lnTo>
                  <a:pt x="199011" y="687757"/>
                </a:lnTo>
                <a:moveTo>
                  <a:pt x="848450" y="1157690"/>
                </a:moveTo>
                <a:lnTo>
                  <a:pt x="982964" y="1097768"/>
                </a:lnTo>
                <a:moveTo>
                  <a:pt x="2493302" y="784712"/>
                </a:moveTo>
                <a:lnTo>
                  <a:pt x="2491972" y="807902"/>
                </a:lnTo>
                <a:moveTo>
                  <a:pt x="1818631" y="896313"/>
                </a:moveTo>
                <a:lnTo>
                  <a:pt x="1731065" y="715246"/>
                </a:lnTo>
                <a:moveTo>
                  <a:pt x="1882517" y="909629"/>
                </a:moveTo>
                <a:lnTo>
                  <a:pt x="1818631" y="896313"/>
                </a:lnTo>
                <a:moveTo>
                  <a:pt x="2405540" y="945313"/>
                </a:moveTo>
                <a:lnTo>
                  <a:pt x="2493302" y="784712"/>
                </a:lnTo>
                <a:moveTo>
                  <a:pt x="2139919" y="185185"/>
                </a:moveTo>
                <a:lnTo>
                  <a:pt x="2044681" y="158586"/>
                </a:lnTo>
                <a:moveTo>
                  <a:pt x="848450" y="1157690"/>
                </a:moveTo>
                <a:lnTo>
                  <a:pt x="804879" y="1076345"/>
                </a:lnTo>
                <a:moveTo>
                  <a:pt x="213408" y="446573"/>
                </a:moveTo>
                <a:lnTo>
                  <a:pt x="235610" y="379537"/>
                </a:lnTo>
                <a:moveTo>
                  <a:pt x="2534293" y="335303"/>
                </a:moveTo>
                <a:lnTo>
                  <a:pt x="2533332" y="287419"/>
                </a:lnTo>
                <a:moveTo>
                  <a:pt x="2128920" y="1042158"/>
                </a:moveTo>
                <a:lnTo>
                  <a:pt x="2038982" y="999090"/>
                </a:lnTo>
                <a:moveTo>
                  <a:pt x="233310" y="389415"/>
                </a:moveTo>
                <a:lnTo>
                  <a:pt x="213408" y="446573"/>
                </a:lnTo>
                <a:moveTo>
                  <a:pt x="2508436" y="722303"/>
                </a:moveTo>
                <a:lnTo>
                  <a:pt x="2515642" y="578994"/>
                </a:lnTo>
                <a:moveTo>
                  <a:pt x="2493302" y="784712"/>
                </a:moveTo>
                <a:lnTo>
                  <a:pt x="2508436" y="722303"/>
                </a:lnTo>
                <a:moveTo>
                  <a:pt x="208778" y="645767"/>
                </a:moveTo>
                <a:lnTo>
                  <a:pt x="191194" y="553306"/>
                </a:lnTo>
                <a:moveTo>
                  <a:pt x="1622866" y="872675"/>
                </a:moveTo>
                <a:lnTo>
                  <a:pt x="1625377" y="916619"/>
                </a:lnTo>
                <a:moveTo>
                  <a:pt x="235610" y="379537"/>
                </a:moveTo>
                <a:lnTo>
                  <a:pt x="223191" y="395408"/>
                </a:lnTo>
                <a:moveTo>
                  <a:pt x="848450" y="1157690"/>
                </a:moveTo>
                <a:lnTo>
                  <a:pt x="806772" y="1027509"/>
                </a:lnTo>
                <a:moveTo>
                  <a:pt x="1731065" y="715246"/>
                </a:moveTo>
                <a:lnTo>
                  <a:pt x="1627806" y="637068"/>
                </a:lnTo>
                <a:moveTo>
                  <a:pt x="2478890" y="457871"/>
                </a:moveTo>
                <a:lnTo>
                  <a:pt x="2556730" y="461134"/>
                </a:lnTo>
                <a:moveTo>
                  <a:pt x="804879" y="1076345"/>
                </a:moveTo>
                <a:lnTo>
                  <a:pt x="776633" y="1027361"/>
                </a:lnTo>
                <a:moveTo>
                  <a:pt x="1888642" y="900239"/>
                </a:moveTo>
                <a:lnTo>
                  <a:pt x="1882517" y="909629"/>
                </a:lnTo>
                <a:moveTo>
                  <a:pt x="2515642" y="578994"/>
                </a:moveTo>
                <a:lnTo>
                  <a:pt x="2514176" y="544986"/>
                </a:lnTo>
                <a:moveTo>
                  <a:pt x="2405540" y="945313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934713" y="966931"/>
                </a:lnTo>
                <a:moveTo>
                  <a:pt x="1627806" y="637068"/>
                </a:moveTo>
                <a:lnTo>
                  <a:pt x="1547231" y="624666"/>
                </a:lnTo>
                <a:moveTo>
                  <a:pt x="2113463" y="992519"/>
                </a:moveTo>
                <a:lnTo>
                  <a:pt x="2128920" y="1042158"/>
                </a:lnTo>
                <a:moveTo>
                  <a:pt x="216826" y="770888"/>
                </a:moveTo>
                <a:lnTo>
                  <a:pt x="199011" y="687757"/>
                </a:lnTo>
                <a:moveTo>
                  <a:pt x="1032865" y="1126901"/>
                </a:moveTo>
                <a:lnTo>
                  <a:pt x="982964" y="1097768"/>
                </a:lnTo>
                <a:moveTo>
                  <a:pt x="804879" y="1076345"/>
                </a:moveTo>
                <a:lnTo>
                  <a:pt x="806772" y="1027509"/>
                </a:lnTo>
                <a:moveTo>
                  <a:pt x="806772" y="1027509"/>
                </a:moveTo>
                <a:lnTo>
                  <a:pt x="776633" y="1027361"/>
                </a:lnTo>
                <a:moveTo>
                  <a:pt x="804879" y="1076345"/>
                </a:moveTo>
                <a:lnTo>
                  <a:pt x="755032" y="1058014"/>
                </a:lnTo>
                <a:moveTo>
                  <a:pt x="1725836" y="811965"/>
                </a:moveTo>
                <a:lnTo>
                  <a:pt x="1731065" y="715246"/>
                </a:lnTo>
                <a:moveTo>
                  <a:pt x="755032" y="1058014"/>
                </a:moveTo>
                <a:lnTo>
                  <a:pt x="776633" y="1027361"/>
                </a:lnTo>
                <a:moveTo>
                  <a:pt x="416959" y="980054"/>
                </a:moveTo>
                <a:lnTo>
                  <a:pt x="270132" y="878519"/>
                </a:lnTo>
                <a:moveTo>
                  <a:pt x="235610" y="379537"/>
                </a:moveTo>
                <a:lnTo>
                  <a:pt x="231258" y="296990"/>
                </a:lnTo>
                <a:moveTo>
                  <a:pt x="2113463" y="992519"/>
                </a:moveTo>
                <a:lnTo>
                  <a:pt x="2298329" y="1037534"/>
                </a:lnTo>
                <a:moveTo>
                  <a:pt x="1888642" y="900239"/>
                </a:moveTo>
                <a:lnTo>
                  <a:pt x="1818631" y="896313"/>
                </a:lnTo>
                <a:moveTo>
                  <a:pt x="848450" y="1157690"/>
                </a:moveTo>
                <a:lnTo>
                  <a:pt x="940559" y="1002232"/>
                </a:lnTo>
                <a:moveTo>
                  <a:pt x="679796" y="1131854"/>
                </a:moveTo>
                <a:lnTo>
                  <a:pt x="848450" y="1157690"/>
                </a:lnTo>
                <a:moveTo>
                  <a:pt x="270132" y="878519"/>
                </a:moveTo>
                <a:lnTo>
                  <a:pt x="361773" y="883947"/>
                </a:lnTo>
                <a:moveTo>
                  <a:pt x="982964" y="1097768"/>
                </a:moveTo>
                <a:lnTo>
                  <a:pt x="940559" y="1002232"/>
                </a:lnTo>
                <a:moveTo>
                  <a:pt x="236514" y="377256"/>
                </a:moveTo>
                <a:lnTo>
                  <a:pt x="231258" y="296990"/>
                </a:lnTo>
                <a:moveTo>
                  <a:pt x="242374" y="669002"/>
                </a:moveTo>
                <a:lnTo>
                  <a:pt x="199011" y="687757"/>
                </a:lnTo>
                <a:moveTo>
                  <a:pt x="270132" y="878519"/>
                </a:moveTo>
                <a:lnTo>
                  <a:pt x="216826" y="770888"/>
                </a:lnTo>
                <a:moveTo>
                  <a:pt x="2298329" y="1037534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1882517" y="909629"/>
                </a:lnTo>
                <a:moveTo>
                  <a:pt x="1547231" y="624666"/>
                </a:moveTo>
                <a:lnTo>
                  <a:pt x="1513940" y="539911"/>
                </a:lnTo>
                <a:moveTo>
                  <a:pt x="1622866" y="872675"/>
                </a:moveTo>
                <a:lnTo>
                  <a:pt x="1567144" y="811893"/>
                </a:lnTo>
                <a:moveTo>
                  <a:pt x="2491953" y="762514"/>
                </a:moveTo>
                <a:lnTo>
                  <a:pt x="2508436" y="722303"/>
                </a:lnTo>
                <a:moveTo>
                  <a:pt x="2478890" y="457871"/>
                </a:moveTo>
                <a:lnTo>
                  <a:pt x="2534293" y="335303"/>
                </a:lnTo>
                <a:moveTo>
                  <a:pt x="1818631" y="896313"/>
                </a:moveTo>
                <a:lnTo>
                  <a:pt x="1725836" y="811965"/>
                </a:lnTo>
                <a:moveTo>
                  <a:pt x="2298329" y="1037534"/>
                </a:moveTo>
                <a:lnTo>
                  <a:pt x="2260444" y="947344"/>
                </a:lnTo>
                <a:moveTo>
                  <a:pt x="644610" y="1074302"/>
                </a:moveTo>
                <a:lnTo>
                  <a:pt x="776633" y="1027361"/>
                </a:lnTo>
                <a:moveTo>
                  <a:pt x="2113463" y="992519"/>
                </a:moveTo>
                <a:lnTo>
                  <a:pt x="2038982" y="999090"/>
                </a:lnTo>
                <a:moveTo>
                  <a:pt x="1379994" y="26295"/>
                </a:moveTo>
                <a:lnTo>
                  <a:pt x="1353817" y="0"/>
                </a:lnTo>
                <a:moveTo>
                  <a:pt x="242374" y="669002"/>
                </a:moveTo>
                <a:lnTo>
                  <a:pt x="208778" y="645767"/>
                </a:lnTo>
                <a:moveTo>
                  <a:pt x="2514176" y="544986"/>
                </a:moveTo>
                <a:lnTo>
                  <a:pt x="2478890" y="457871"/>
                </a:lnTo>
                <a:moveTo>
                  <a:pt x="679796" y="1131854"/>
                </a:moveTo>
                <a:lnTo>
                  <a:pt x="804879" y="1076345"/>
                </a:lnTo>
                <a:moveTo>
                  <a:pt x="1379994" y="26295"/>
                </a:moveTo>
                <a:lnTo>
                  <a:pt x="1397863" y="0"/>
                </a:lnTo>
                <a:moveTo>
                  <a:pt x="591647" y="982204"/>
                </a:moveTo>
                <a:lnTo>
                  <a:pt x="776633" y="1027361"/>
                </a:lnTo>
                <a:moveTo>
                  <a:pt x="1552854" y="542199"/>
                </a:moveTo>
                <a:lnTo>
                  <a:pt x="1547231" y="624666"/>
                </a:lnTo>
                <a:moveTo>
                  <a:pt x="743130" y="950290"/>
                </a:moveTo>
                <a:lnTo>
                  <a:pt x="776633" y="1027361"/>
                </a:lnTo>
                <a:moveTo>
                  <a:pt x="975442" y="1021697"/>
                </a:moveTo>
                <a:lnTo>
                  <a:pt x="982964" y="1097768"/>
                </a:lnTo>
                <a:moveTo>
                  <a:pt x="806772" y="1027509"/>
                </a:moveTo>
                <a:lnTo>
                  <a:pt x="940559" y="1002232"/>
                </a:lnTo>
                <a:moveTo>
                  <a:pt x="644610" y="1074302"/>
                </a:moveTo>
                <a:lnTo>
                  <a:pt x="755032" y="1058014"/>
                </a:lnTo>
                <a:moveTo>
                  <a:pt x="416959" y="980054"/>
                </a:moveTo>
                <a:lnTo>
                  <a:pt x="361773" y="883947"/>
                </a:lnTo>
                <a:moveTo>
                  <a:pt x="2533947" y="661837"/>
                </a:moveTo>
                <a:lnTo>
                  <a:pt x="2508436" y="722303"/>
                </a:lnTo>
                <a:moveTo>
                  <a:pt x="191194" y="553306"/>
                </a:moveTo>
                <a:lnTo>
                  <a:pt x="233310" y="389415"/>
                </a:lnTo>
                <a:moveTo>
                  <a:pt x="1380382" y="20610"/>
                </a:moveTo>
                <a:lnTo>
                  <a:pt x="1395007" y="0"/>
                </a:lnTo>
                <a:moveTo>
                  <a:pt x="2385637" y="876395"/>
                </a:moveTo>
                <a:lnTo>
                  <a:pt x="2493302" y="784712"/>
                </a:lnTo>
                <a:moveTo>
                  <a:pt x="729184" y="934195"/>
                </a:moveTo>
                <a:lnTo>
                  <a:pt x="776633" y="1027361"/>
                </a:lnTo>
                <a:moveTo>
                  <a:pt x="679796" y="1131854"/>
                </a:moveTo>
                <a:lnTo>
                  <a:pt x="755032" y="1058014"/>
                </a:lnTo>
                <a:moveTo>
                  <a:pt x="298300" y="212038"/>
                </a:moveTo>
                <a:lnTo>
                  <a:pt x="231258" y="296990"/>
                </a:lnTo>
                <a:moveTo>
                  <a:pt x="743130" y="950290"/>
                </a:moveTo>
                <a:lnTo>
                  <a:pt x="806772" y="1027509"/>
                </a:lnTo>
                <a:moveTo>
                  <a:pt x="1725836" y="811965"/>
                </a:moveTo>
                <a:lnTo>
                  <a:pt x="1627806" y="637068"/>
                </a:lnTo>
                <a:moveTo>
                  <a:pt x="2038982" y="999090"/>
                </a:moveTo>
                <a:lnTo>
                  <a:pt x="1939637" y="918604"/>
                </a:lnTo>
                <a:moveTo>
                  <a:pt x="2515642" y="578994"/>
                </a:moveTo>
                <a:lnTo>
                  <a:pt x="2478890" y="457871"/>
                </a:lnTo>
                <a:moveTo>
                  <a:pt x="361773" y="883947"/>
                </a:moveTo>
                <a:lnTo>
                  <a:pt x="216826" y="770888"/>
                </a:lnTo>
                <a:moveTo>
                  <a:pt x="2515642" y="578994"/>
                </a:moveTo>
                <a:lnTo>
                  <a:pt x="2477022" y="462705"/>
                </a:lnTo>
                <a:moveTo>
                  <a:pt x="242374" y="669002"/>
                </a:moveTo>
                <a:lnTo>
                  <a:pt x="191194" y="553306"/>
                </a:lnTo>
                <a:moveTo>
                  <a:pt x="2491953" y="762514"/>
                </a:moveTo>
                <a:lnTo>
                  <a:pt x="2493302" y="784712"/>
                </a:lnTo>
                <a:moveTo>
                  <a:pt x="416959" y="980054"/>
                </a:moveTo>
                <a:lnTo>
                  <a:pt x="401637" y="894620"/>
                </a:lnTo>
                <a:moveTo>
                  <a:pt x="992553" y="225108"/>
                </a:moveTo>
                <a:lnTo>
                  <a:pt x="1093645" y="125649"/>
                </a:lnTo>
                <a:moveTo>
                  <a:pt x="1939637" y="918604"/>
                </a:moveTo>
                <a:lnTo>
                  <a:pt x="1888642" y="900239"/>
                </a:lnTo>
                <a:moveTo>
                  <a:pt x="2113463" y="992519"/>
                </a:moveTo>
                <a:lnTo>
                  <a:pt x="2260444" y="947344"/>
                </a:lnTo>
                <a:moveTo>
                  <a:pt x="679796" y="1131854"/>
                </a:moveTo>
                <a:lnTo>
                  <a:pt x="644610" y="1074302"/>
                </a:lnTo>
                <a:moveTo>
                  <a:pt x="644610" y="1074302"/>
                </a:moveTo>
                <a:lnTo>
                  <a:pt x="591647" y="982204"/>
                </a:lnTo>
                <a:moveTo>
                  <a:pt x="401637" y="894620"/>
                </a:moveTo>
                <a:lnTo>
                  <a:pt x="361773" y="883947"/>
                </a:lnTo>
                <a:moveTo>
                  <a:pt x="238479" y="619062"/>
                </a:moveTo>
                <a:lnTo>
                  <a:pt x="191194" y="553306"/>
                </a:lnTo>
                <a:moveTo>
                  <a:pt x="2113463" y="992519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3302" y="784712"/>
                </a:lnTo>
                <a:moveTo>
                  <a:pt x="1627806" y="637068"/>
                </a:moveTo>
                <a:lnTo>
                  <a:pt x="1552854" y="542199"/>
                </a:lnTo>
                <a:moveTo>
                  <a:pt x="233310" y="389415"/>
                </a:moveTo>
                <a:lnTo>
                  <a:pt x="235610" y="379537"/>
                </a:lnTo>
                <a:moveTo>
                  <a:pt x="236514" y="377256"/>
                </a:moveTo>
                <a:lnTo>
                  <a:pt x="235610" y="379537"/>
                </a:lnTo>
                <a:moveTo>
                  <a:pt x="743130" y="950290"/>
                </a:moveTo>
                <a:lnTo>
                  <a:pt x="940559" y="1002232"/>
                </a:lnTo>
                <a:moveTo>
                  <a:pt x="1032865" y="1126901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385637" y="876395"/>
                </a:lnTo>
                <a:moveTo>
                  <a:pt x="1146579" y="193585"/>
                </a:moveTo>
                <a:lnTo>
                  <a:pt x="1093645" y="125649"/>
                </a:lnTo>
                <a:moveTo>
                  <a:pt x="2533947" y="661837"/>
                </a:moveTo>
                <a:lnTo>
                  <a:pt x="2515642" y="578994"/>
                </a:lnTo>
                <a:moveTo>
                  <a:pt x="233310" y="389415"/>
                </a:moveTo>
                <a:lnTo>
                  <a:pt x="236514" y="377256"/>
                </a:lnTo>
                <a:moveTo>
                  <a:pt x="216826" y="770888"/>
                </a:moveTo>
                <a:lnTo>
                  <a:pt x="242374" y="669002"/>
                </a:lnTo>
                <a:moveTo>
                  <a:pt x="729184" y="934195"/>
                </a:moveTo>
                <a:lnTo>
                  <a:pt x="591647" y="982204"/>
                </a:lnTo>
                <a:moveTo>
                  <a:pt x="1891456" y="882528"/>
                </a:moveTo>
                <a:lnTo>
                  <a:pt x="1888642" y="900239"/>
                </a:lnTo>
                <a:moveTo>
                  <a:pt x="970800" y="1038006"/>
                </a:moveTo>
                <a:lnTo>
                  <a:pt x="1032865" y="1126901"/>
                </a:lnTo>
                <a:moveTo>
                  <a:pt x="1770564" y="879229"/>
                </a:moveTo>
                <a:lnTo>
                  <a:pt x="1818631" y="896313"/>
                </a:lnTo>
                <a:moveTo>
                  <a:pt x="740086" y="938754"/>
                </a:moveTo>
                <a:lnTo>
                  <a:pt x="940559" y="1002232"/>
                </a:lnTo>
                <a:moveTo>
                  <a:pt x="729184" y="934195"/>
                </a:moveTo>
                <a:lnTo>
                  <a:pt x="743130" y="950290"/>
                </a:lnTo>
                <a:moveTo>
                  <a:pt x="1659458" y="712041"/>
                </a:moveTo>
                <a:lnTo>
                  <a:pt x="1627806" y="637068"/>
                </a:lnTo>
                <a:moveTo>
                  <a:pt x="2477022" y="462705"/>
                </a:moveTo>
                <a:lnTo>
                  <a:pt x="2478890" y="457871"/>
                </a:lnTo>
                <a:moveTo>
                  <a:pt x="975442" y="1021697"/>
                </a:moveTo>
                <a:lnTo>
                  <a:pt x="940559" y="1002232"/>
                </a:lnTo>
                <a:moveTo>
                  <a:pt x="740086" y="938754"/>
                </a:moveTo>
                <a:lnTo>
                  <a:pt x="743130" y="950290"/>
                </a:lnTo>
                <a:moveTo>
                  <a:pt x="2367620" y="833831"/>
                </a:moveTo>
                <a:lnTo>
                  <a:pt x="2385637" y="876395"/>
                </a:lnTo>
                <a:moveTo>
                  <a:pt x="1552854" y="542199"/>
                </a:moveTo>
                <a:lnTo>
                  <a:pt x="1513940" y="539911"/>
                </a:lnTo>
                <a:moveTo>
                  <a:pt x="1380382" y="20610"/>
                </a:moveTo>
                <a:lnTo>
                  <a:pt x="1379994" y="26295"/>
                </a:lnTo>
                <a:moveTo>
                  <a:pt x="2113463" y="992519"/>
                </a:moveTo>
                <a:lnTo>
                  <a:pt x="2074302" y="900819"/>
                </a:lnTo>
                <a:moveTo>
                  <a:pt x="238479" y="619062"/>
                </a:moveTo>
                <a:lnTo>
                  <a:pt x="233310" y="389415"/>
                </a:lnTo>
                <a:moveTo>
                  <a:pt x="729184" y="934195"/>
                </a:moveTo>
                <a:lnTo>
                  <a:pt x="740086" y="938754"/>
                </a:lnTo>
                <a:moveTo>
                  <a:pt x="1458939" y="597571"/>
                </a:moveTo>
                <a:lnTo>
                  <a:pt x="1513940" y="539911"/>
                </a:lnTo>
                <a:moveTo>
                  <a:pt x="361773" y="883947"/>
                </a:moveTo>
                <a:lnTo>
                  <a:pt x="326269" y="796574"/>
                </a:lnTo>
                <a:moveTo>
                  <a:pt x="943220" y="988275"/>
                </a:moveTo>
                <a:lnTo>
                  <a:pt x="940559" y="1002232"/>
                </a:lnTo>
                <a:moveTo>
                  <a:pt x="2113463" y="992519"/>
                </a:moveTo>
                <a:lnTo>
                  <a:pt x="2210459" y="842841"/>
                </a:lnTo>
                <a:moveTo>
                  <a:pt x="329642" y="798008"/>
                </a:moveTo>
                <a:lnTo>
                  <a:pt x="361773" y="883947"/>
                </a:lnTo>
                <a:moveTo>
                  <a:pt x="1725836" y="811965"/>
                </a:moveTo>
                <a:lnTo>
                  <a:pt x="1659458" y="712041"/>
                </a:lnTo>
                <a:moveTo>
                  <a:pt x="1146579" y="193585"/>
                </a:moveTo>
                <a:lnTo>
                  <a:pt x="992553" y="225108"/>
                </a:lnTo>
                <a:moveTo>
                  <a:pt x="236514" y="377256"/>
                </a:moveTo>
                <a:lnTo>
                  <a:pt x="298300" y="212038"/>
                </a:lnTo>
                <a:moveTo>
                  <a:pt x="1770564" y="879229"/>
                </a:moveTo>
                <a:lnTo>
                  <a:pt x="1888642" y="900239"/>
                </a:lnTo>
                <a:moveTo>
                  <a:pt x="216826" y="770888"/>
                </a:moveTo>
                <a:lnTo>
                  <a:pt x="326269" y="796574"/>
                </a:lnTo>
                <a:moveTo>
                  <a:pt x="1891456" y="882528"/>
                </a:moveTo>
                <a:lnTo>
                  <a:pt x="1939637" y="918604"/>
                </a:lnTo>
                <a:moveTo>
                  <a:pt x="2367620" y="833831"/>
                </a:moveTo>
                <a:lnTo>
                  <a:pt x="2491953" y="762514"/>
                </a:lnTo>
                <a:moveTo>
                  <a:pt x="242374" y="669002"/>
                </a:moveTo>
                <a:lnTo>
                  <a:pt x="238479" y="619062"/>
                </a:lnTo>
                <a:moveTo>
                  <a:pt x="2533947" y="661837"/>
                </a:moveTo>
                <a:lnTo>
                  <a:pt x="2477022" y="462705"/>
                </a:lnTo>
                <a:moveTo>
                  <a:pt x="1380382" y="20610"/>
                </a:moveTo>
                <a:lnTo>
                  <a:pt x="1400450" y="0"/>
                </a:lnTo>
                <a:moveTo>
                  <a:pt x="2478890" y="457871"/>
                </a:moveTo>
                <a:lnTo>
                  <a:pt x="2416131" y="338257"/>
                </a:lnTo>
                <a:moveTo>
                  <a:pt x="2210459" y="842841"/>
                </a:moveTo>
                <a:lnTo>
                  <a:pt x="2385637" y="876395"/>
                </a:lnTo>
                <a:moveTo>
                  <a:pt x="1021190" y="262747"/>
                </a:moveTo>
                <a:lnTo>
                  <a:pt x="992553" y="225108"/>
                </a:lnTo>
                <a:moveTo>
                  <a:pt x="2477022" y="462705"/>
                </a:moveTo>
                <a:lnTo>
                  <a:pt x="2416131" y="338257"/>
                </a:lnTo>
                <a:moveTo>
                  <a:pt x="2491953" y="762514"/>
                </a:moveTo>
                <a:lnTo>
                  <a:pt x="2533947" y="661837"/>
                </a:lnTo>
                <a:moveTo>
                  <a:pt x="2271464" y="816595"/>
                </a:moveTo>
                <a:lnTo>
                  <a:pt x="2385637" y="876395"/>
                </a:lnTo>
                <a:moveTo>
                  <a:pt x="1939637" y="918604"/>
                </a:moveTo>
                <a:lnTo>
                  <a:pt x="2074302" y="900819"/>
                </a:lnTo>
                <a:moveTo>
                  <a:pt x="970800" y="1038006"/>
                </a:moveTo>
                <a:lnTo>
                  <a:pt x="975442" y="1021697"/>
                </a:lnTo>
                <a:moveTo>
                  <a:pt x="2260444" y="947344"/>
                </a:moveTo>
                <a:lnTo>
                  <a:pt x="2210459" y="842841"/>
                </a:lnTo>
                <a:moveTo>
                  <a:pt x="591647" y="982204"/>
                </a:moveTo>
                <a:lnTo>
                  <a:pt x="554891" y="893350"/>
                </a:lnTo>
                <a:moveTo>
                  <a:pt x="401637" y="894620"/>
                </a:moveTo>
                <a:lnTo>
                  <a:pt x="329642" y="798008"/>
                </a:lnTo>
                <a:moveTo>
                  <a:pt x="1770564" y="879229"/>
                </a:moveTo>
                <a:lnTo>
                  <a:pt x="1725836" y="811965"/>
                </a:lnTo>
                <a:moveTo>
                  <a:pt x="943220" y="988275"/>
                </a:moveTo>
                <a:lnTo>
                  <a:pt x="740086" y="938754"/>
                </a:lnTo>
                <a:moveTo>
                  <a:pt x="571339" y="888200"/>
                </a:moveTo>
                <a:lnTo>
                  <a:pt x="591647" y="982204"/>
                </a:lnTo>
                <a:moveTo>
                  <a:pt x="1659458" y="712041"/>
                </a:moveTo>
                <a:lnTo>
                  <a:pt x="1552854" y="542199"/>
                </a:lnTo>
                <a:moveTo>
                  <a:pt x="943220" y="988275"/>
                </a:moveTo>
                <a:lnTo>
                  <a:pt x="975442" y="1021697"/>
                </a:lnTo>
                <a:moveTo>
                  <a:pt x="1513940" y="539911"/>
                </a:moveTo>
                <a:lnTo>
                  <a:pt x="1469487" y="441952"/>
                </a:lnTo>
                <a:moveTo>
                  <a:pt x="326269" y="796574"/>
                </a:moveTo>
                <a:lnTo>
                  <a:pt x="242374" y="669002"/>
                </a:lnTo>
                <a:moveTo>
                  <a:pt x="1021190" y="262747"/>
                </a:moveTo>
                <a:lnTo>
                  <a:pt x="1146579" y="193585"/>
                </a:lnTo>
                <a:moveTo>
                  <a:pt x="334474" y="806281"/>
                </a:moveTo>
                <a:lnTo>
                  <a:pt x="401637" y="894620"/>
                </a:lnTo>
                <a:moveTo>
                  <a:pt x="289992" y="449631"/>
                </a:moveTo>
                <a:lnTo>
                  <a:pt x="233310" y="389415"/>
                </a:lnTo>
                <a:moveTo>
                  <a:pt x="291872" y="444916"/>
                </a:moveTo>
                <a:lnTo>
                  <a:pt x="233310" y="389415"/>
                </a:lnTo>
                <a:moveTo>
                  <a:pt x="401637" y="894620"/>
                </a:moveTo>
                <a:lnTo>
                  <a:pt x="554891" y="893350"/>
                </a:lnTo>
                <a:moveTo>
                  <a:pt x="2477022" y="462705"/>
                </a:moveTo>
                <a:lnTo>
                  <a:pt x="2361960" y="391485"/>
                </a:lnTo>
                <a:moveTo>
                  <a:pt x="1490242" y="440055"/>
                </a:moveTo>
                <a:lnTo>
                  <a:pt x="1513940" y="539911"/>
                </a:lnTo>
                <a:moveTo>
                  <a:pt x="291872" y="444916"/>
                </a:moveTo>
                <a:lnTo>
                  <a:pt x="236514" y="377256"/>
                </a:lnTo>
                <a:moveTo>
                  <a:pt x="1345794" y="514675"/>
                </a:moveTo>
                <a:lnTo>
                  <a:pt x="1513940" y="539911"/>
                </a:lnTo>
                <a:moveTo>
                  <a:pt x="970800" y="1038006"/>
                </a:moveTo>
                <a:lnTo>
                  <a:pt x="943220" y="988275"/>
                </a:lnTo>
                <a:moveTo>
                  <a:pt x="729184" y="934195"/>
                </a:moveTo>
                <a:lnTo>
                  <a:pt x="571339" y="888200"/>
                </a:lnTo>
                <a:moveTo>
                  <a:pt x="550418" y="882016"/>
                </a:moveTo>
                <a:lnTo>
                  <a:pt x="401637" y="894620"/>
                </a:lnTo>
                <a:moveTo>
                  <a:pt x="1891456" y="882528"/>
                </a:moveTo>
                <a:lnTo>
                  <a:pt x="2074302" y="900819"/>
                </a:lnTo>
                <a:moveTo>
                  <a:pt x="326269" y="796574"/>
                </a:moveTo>
                <a:lnTo>
                  <a:pt x="238479" y="619062"/>
                </a:lnTo>
                <a:moveTo>
                  <a:pt x="2367620" y="833831"/>
                </a:moveTo>
                <a:lnTo>
                  <a:pt x="2271464" y="816595"/>
                </a:lnTo>
                <a:moveTo>
                  <a:pt x="329642" y="798008"/>
                </a:moveTo>
                <a:lnTo>
                  <a:pt x="238479" y="619062"/>
                </a:lnTo>
                <a:moveTo>
                  <a:pt x="298300" y="212038"/>
                </a:moveTo>
                <a:lnTo>
                  <a:pt x="320610" y="215669"/>
                </a:lnTo>
                <a:moveTo>
                  <a:pt x="1374355" y="567873"/>
                </a:moveTo>
                <a:lnTo>
                  <a:pt x="1458939" y="597571"/>
                </a:lnTo>
                <a:moveTo>
                  <a:pt x="1241226" y="341449"/>
                </a:moveTo>
                <a:lnTo>
                  <a:pt x="1146579" y="193585"/>
                </a:lnTo>
                <a:moveTo>
                  <a:pt x="1552854" y="542199"/>
                </a:moveTo>
                <a:lnTo>
                  <a:pt x="1490242" y="440055"/>
                </a:lnTo>
                <a:moveTo>
                  <a:pt x="570472" y="911782"/>
                </a:moveTo>
                <a:lnTo>
                  <a:pt x="729184" y="934195"/>
                </a:lnTo>
                <a:moveTo>
                  <a:pt x="377864" y="295328"/>
                </a:moveTo>
                <a:lnTo>
                  <a:pt x="236514" y="377256"/>
                </a:lnTo>
                <a:moveTo>
                  <a:pt x="811416" y="979346"/>
                </a:moveTo>
                <a:lnTo>
                  <a:pt x="740086" y="938754"/>
                </a:lnTo>
                <a:moveTo>
                  <a:pt x="1891456" y="882528"/>
                </a:moveTo>
                <a:lnTo>
                  <a:pt x="1770564" y="879229"/>
                </a:lnTo>
                <a:moveTo>
                  <a:pt x="1458939" y="597571"/>
                </a:moveTo>
                <a:lnTo>
                  <a:pt x="1345794" y="514675"/>
                </a:lnTo>
                <a:moveTo>
                  <a:pt x="1241226" y="341449"/>
                </a:moveTo>
                <a:lnTo>
                  <a:pt x="1021190" y="262747"/>
                </a:lnTo>
                <a:moveTo>
                  <a:pt x="238479" y="619062"/>
                </a:moveTo>
                <a:lnTo>
                  <a:pt x="289992" y="449631"/>
                </a:lnTo>
                <a:moveTo>
                  <a:pt x="2074302" y="900819"/>
                </a:moveTo>
                <a:lnTo>
                  <a:pt x="2210459" y="842841"/>
                </a:lnTo>
                <a:moveTo>
                  <a:pt x="775500" y="971021"/>
                </a:moveTo>
                <a:lnTo>
                  <a:pt x="729184" y="934195"/>
                </a:lnTo>
                <a:moveTo>
                  <a:pt x="2361960" y="391485"/>
                </a:moveTo>
                <a:lnTo>
                  <a:pt x="2416131" y="338257"/>
                </a:lnTo>
                <a:moveTo>
                  <a:pt x="329642" y="798008"/>
                </a:moveTo>
                <a:lnTo>
                  <a:pt x="326269" y="796574"/>
                </a:lnTo>
                <a:moveTo>
                  <a:pt x="1644642" y="581717"/>
                </a:moveTo>
                <a:lnTo>
                  <a:pt x="1552854" y="542199"/>
                </a:lnTo>
                <a:moveTo>
                  <a:pt x="1440964" y="672629"/>
                </a:moveTo>
                <a:lnTo>
                  <a:pt x="1458939" y="597571"/>
                </a:lnTo>
                <a:moveTo>
                  <a:pt x="1770564" y="879229"/>
                </a:moveTo>
                <a:lnTo>
                  <a:pt x="1659458" y="712041"/>
                </a:lnTo>
                <a:moveTo>
                  <a:pt x="775500" y="971021"/>
                </a:moveTo>
                <a:lnTo>
                  <a:pt x="740086" y="938754"/>
                </a:lnTo>
                <a:moveTo>
                  <a:pt x="2271464" y="816595"/>
                </a:moveTo>
                <a:lnTo>
                  <a:pt x="2210459" y="842841"/>
                </a:lnTo>
                <a:moveTo>
                  <a:pt x="334474" y="806281"/>
                </a:moveTo>
                <a:lnTo>
                  <a:pt x="329642" y="798008"/>
                </a:lnTo>
                <a:moveTo>
                  <a:pt x="1321287" y="179755"/>
                </a:moveTo>
                <a:lnTo>
                  <a:pt x="1146579" y="193585"/>
                </a:lnTo>
                <a:moveTo>
                  <a:pt x="943220" y="988275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241226" y="341449"/>
                </a:lnTo>
                <a:moveTo>
                  <a:pt x="1490242" y="440055"/>
                </a:moveTo>
                <a:lnTo>
                  <a:pt x="1469487" y="441952"/>
                </a:lnTo>
                <a:moveTo>
                  <a:pt x="302434" y="674990"/>
                </a:moveTo>
                <a:lnTo>
                  <a:pt x="238479" y="619062"/>
                </a:lnTo>
                <a:moveTo>
                  <a:pt x="1374355" y="567873"/>
                </a:moveTo>
                <a:lnTo>
                  <a:pt x="1345794" y="514675"/>
                </a:lnTo>
                <a:moveTo>
                  <a:pt x="1659458" y="712041"/>
                </a:moveTo>
                <a:lnTo>
                  <a:pt x="1644642" y="581717"/>
                </a:lnTo>
                <a:moveTo>
                  <a:pt x="1093834" y="365694"/>
                </a:moveTo>
                <a:lnTo>
                  <a:pt x="1021190" y="262747"/>
                </a:lnTo>
                <a:moveTo>
                  <a:pt x="571339" y="888200"/>
                </a:moveTo>
                <a:lnTo>
                  <a:pt x="554891" y="893350"/>
                </a:lnTo>
                <a:moveTo>
                  <a:pt x="377864" y="295328"/>
                </a:moveTo>
                <a:lnTo>
                  <a:pt x="298300" y="212038"/>
                </a:lnTo>
                <a:moveTo>
                  <a:pt x="1345794" y="514675"/>
                </a:moveTo>
                <a:lnTo>
                  <a:pt x="1469487" y="441952"/>
                </a:lnTo>
                <a:moveTo>
                  <a:pt x="924554" y="1145336"/>
                </a:moveTo>
                <a:lnTo>
                  <a:pt x="970800" y="1038006"/>
                </a:lnTo>
                <a:moveTo>
                  <a:pt x="550418" y="882016"/>
                </a:moveTo>
                <a:lnTo>
                  <a:pt x="334474" y="806281"/>
                </a:lnTo>
                <a:moveTo>
                  <a:pt x="1345794" y="514675"/>
                </a:moveTo>
                <a:lnTo>
                  <a:pt x="1253326" y="359916"/>
                </a:lnTo>
                <a:moveTo>
                  <a:pt x="550418" y="882016"/>
                </a:moveTo>
                <a:lnTo>
                  <a:pt x="554891" y="893350"/>
                </a:lnTo>
                <a:moveTo>
                  <a:pt x="1440964" y="672629"/>
                </a:moveTo>
                <a:lnTo>
                  <a:pt x="1374355" y="567873"/>
                </a:lnTo>
                <a:moveTo>
                  <a:pt x="289992" y="449631"/>
                </a:moveTo>
                <a:lnTo>
                  <a:pt x="291872" y="444916"/>
                </a:lnTo>
                <a:moveTo>
                  <a:pt x="550418" y="882016"/>
                </a:moveTo>
                <a:lnTo>
                  <a:pt x="571339" y="888200"/>
                </a:lnTo>
                <a:moveTo>
                  <a:pt x="1374355" y="567873"/>
                </a:moveTo>
                <a:lnTo>
                  <a:pt x="1307552" y="547768"/>
                </a:lnTo>
                <a:moveTo>
                  <a:pt x="924554" y="1145336"/>
                </a:moveTo>
                <a:lnTo>
                  <a:pt x="943220" y="988275"/>
                </a:lnTo>
                <a:moveTo>
                  <a:pt x="377864" y="295328"/>
                </a:moveTo>
                <a:lnTo>
                  <a:pt x="320610" y="215669"/>
                </a:lnTo>
                <a:moveTo>
                  <a:pt x="289992" y="449631"/>
                </a:moveTo>
                <a:lnTo>
                  <a:pt x="297208" y="452404"/>
                </a:lnTo>
                <a:moveTo>
                  <a:pt x="297208" y="452404"/>
                </a:moveTo>
                <a:lnTo>
                  <a:pt x="291872" y="444916"/>
                </a:lnTo>
                <a:moveTo>
                  <a:pt x="1241226" y="341449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71339" y="888200"/>
                </a:lnTo>
                <a:moveTo>
                  <a:pt x="1093834" y="365694"/>
                </a:moveTo>
                <a:lnTo>
                  <a:pt x="1241226" y="341449"/>
                </a:lnTo>
                <a:moveTo>
                  <a:pt x="1307552" y="547768"/>
                </a:moveTo>
                <a:lnTo>
                  <a:pt x="1345794" y="514675"/>
                </a:lnTo>
                <a:moveTo>
                  <a:pt x="329642" y="798008"/>
                </a:moveTo>
                <a:lnTo>
                  <a:pt x="302434" y="674990"/>
                </a:lnTo>
                <a:moveTo>
                  <a:pt x="1644642" y="581717"/>
                </a:moveTo>
                <a:lnTo>
                  <a:pt x="1490242" y="440055"/>
                </a:lnTo>
                <a:moveTo>
                  <a:pt x="1253326" y="359916"/>
                </a:moveTo>
                <a:lnTo>
                  <a:pt x="1321287" y="179755"/>
                </a:lnTo>
                <a:moveTo>
                  <a:pt x="570472" y="911782"/>
                </a:moveTo>
                <a:lnTo>
                  <a:pt x="550418" y="882016"/>
                </a:lnTo>
                <a:moveTo>
                  <a:pt x="291872" y="444916"/>
                </a:moveTo>
                <a:lnTo>
                  <a:pt x="377864" y="295328"/>
                </a:lnTo>
                <a:moveTo>
                  <a:pt x="67788" y="813336"/>
                </a:moveTo>
                <a:lnTo>
                  <a:pt x="0" y="763744"/>
                </a:lnTo>
                <a:moveTo>
                  <a:pt x="1469487" y="441952"/>
                </a:moveTo>
                <a:lnTo>
                  <a:pt x="1415499" y="332713"/>
                </a:lnTo>
                <a:moveTo>
                  <a:pt x="302434" y="674990"/>
                </a:moveTo>
                <a:lnTo>
                  <a:pt x="289992" y="449631"/>
                </a:lnTo>
                <a:moveTo>
                  <a:pt x="775500" y="971021"/>
                </a:moveTo>
                <a:lnTo>
                  <a:pt x="811416" y="979346"/>
                </a:lnTo>
                <a:moveTo>
                  <a:pt x="1253326" y="359916"/>
                </a:moveTo>
                <a:lnTo>
                  <a:pt x="1415499" y="332713"/>
                </a:lnTo>
                <a:moveTo>
                  <a:pt x="775500" y="971021"/>
                </a:moveTo>
                <a:lnTo>
                  <a:pt x="570472" y="911782"/>
                </a:lnTo>
                <a:moveTo>
                  <a:pt x="1435081" y="333518"/>
                </a:moveTo>
                <a:lnTo>
                  <a:pt x="1469487" y="441952"/>
                </a:lnTo>
                <a:moveTo>
                  <a:pt x="1345794" y="514675"/>
                </a:moveTo>
                <a:lnTo>
                  <a:pt x="1415499" y="332713"/>
                </a:lnTo>
                <a:moveTo>
                  <a:pt x="924554" y="1145336"/>
                </a:moveTo>
                <a:lnTo>
                  <a:pt x="811416" y="979346"/>
                </a:lnTo>
                <a:moveTo>
                  <a:pt x="1321287" y="179755"/>
                </a:moveTo>
                <a:lnTo>
                  <a:pt x="1356542" y="147130"/>
                </a:lnTo>
                <a:moveTo>
                  <a:pt x="1490242" y="440055"/>
                </a:moveTo>
                <a:lnTo>
                  <a:pt x="1435081" y="333518"/>
                </a:lnTo>
                <a:moveTo>
                  <a:pt x="1172854" y="483768"/>
                </a:moveTo>
                <a:lnTo>
                  <a:pt x="1241226" y="341449"/>
                </a:lnTo>
                <a:moveTo>
                  <a:pt x="1415499" y="332713"/>
                </a:moveTo>
                <a:lnTo>
                  <a:pt x="1321287" y="179755"/>
                </a:lnTo>
                <a:moveTo>
                  <a:pt x="1415499" y="332713"/>
                </a:moveTo>
                <a:lnTo>
                  <a:pt x="1356542" y="147130"/>
                </a:lnTo>
                <a:moveTo>
                  <a:pt x="1172854" y="483768"/>
                </a:moveTo>
                <a:lnTo>
                  <a:pt x="1253326" y="359916"/>
                </a:lnTo>
                <a:moveTo>
                  <a:pt x="1601719" y="467964"/>
                </a:moveTo>
                <a:lnTo>
                  <a:pt x="1490242" y="440055"/>
                </a:lnTo>
                <a:moveTo>
                  <a:pt x="1172854" y="483768"/>
                </a:moveTo>
                <a:lnTo>
                  <a:pt x="1345794" y="514675"/>
                </a:lnTo>
                <a:moveTo>
                  <a:pt x="1435081" y="333518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29642" y="798008"/>
                </a:lnTo>
                <a:moveTo>
                  <a:pt x="67788" y="813336"/>
                </a:moveTo>
                <a:lnTo>
                  <a:pt x="0" y="693186"/>
                </a:lnTo>
                <a:moveTo>
                  <a:pt x="1307552" y="547768"/>
                </a:moveTo>
                <a:lnTo>
                  <a:pt x="1172854" y="483768"/>
                </a:lnTo>
                <a:moveTo>
                  <a:pt x="1178336" y="492848"/>
                </a:moveTo>
                <a:lnTo>
                  <a:pt x="1307552" y="547768"/>
                </a:lnTo>
                <a:moveTo>
                  <a:pt x="334474" y="806281"/>
                </a:moveTo>
                <a:lnTo>
                  <a:pt x="316808" y="740009"/>
                </a:lnTo>
                <a:moveTo>
                  <a:pt x="1644642" y="581717"/>
                </a:moveTo>
                <a:lnTo>
                  <a:pt x="1601719" y="467964"/>
                </a:lnTo>
                <a:moveTo>
                  <a:pt x="1435081" y="333518"/>
                </a:moveTo>
                <a:lnTo>
                  <a:pt x="1415499" y="332713"/>
                </a:lnTo>
                <a:moveTo>
                  <a:pt x="1172854" y="483768"/>
                </a:moveTo>
                <a:lnTo>
                  <a:pt x="1093834" y="365694"/>
                </a:lnTo>
                <a:moveTo>
                  <a:pt x="1173231" y="487904"/>
                </a:moveTo>
                <a:lnTo>
                  <a:pt x="1093834" y="365694"/>
                </a:lnTo>
                <a:moveTo>
                  <a:pt x="855160" y="1047191"/>
                </a:moveTo>
                <a:lnTo>
                  <a:pt x="811416" y="979346"/>
                </a:lnTo>
                <a:moveTo>
                  <a:pt x="855160" y="1047191"/>
                </a:moveTo>
                <a:lnTo>
                  <a:pt x="775500" y="971021"/>
                </a:lnTo>
                <a:moveTo>
                  <a:pt x="1601719" y="467964"/>
                </a:moveTo>
                <a:lnTo>
                  <a:pt x="1435081" y="333518"/>
                </a:lnTo>
                <a:moveTo>
                  <a:pt x="924554" y="1145336"/>
                </a:moveTo>
                <a:lnTo>
                  <a:pt x="855160" y="1047191"/>
                </a:lnTo>
                <a:moveTo>
                  <a:pt x="1404134" y="212705"/>
                </a:moveTo>
                <a:lnTo>
                  <a:pt x="1356542" y="147130"/>
                </a:lnTo>
                <a:moveTo>
                  <a:pt x="316808" y="740009"/>
                </a:moveTo>
                <a:lnTo>
                  <a:pt x="302434" y="674990"/>
                </a:lnTo>
                <a:moveTo>
                  <a:pt x="1178336" y="492848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2854" y="483768"/>
                </a:lnTo>
                <a:moveTo>
                  <a:pt x="1173231" y="487904"/>
                </a:moveTo>
                <a:lnTo>
                  <a:pt x="1178336" y="492848"/>
                </a:lnTo>
                <a:moveTo>
                  <a:pt x="1179710" y="491878"/>
                </a:moveTo>
                <a:lnTo>
                  <a:pt x="1178336" y="492848"/>
                </a:lnTo>
                <a:moveTo>
                  <a:pt x="1435081" y="333518"/>
                </a:moveTo>
                <a:lnTo>
                  <a:pt x="1404134" y="212705"/>
                </a:lnTo>
                <a:moveTo>
                  <a:pt x="1179710" y="491878"/>
                </a:moveTo>
                <a:lnTo>
                  <a:pt x="1173231" y="487904"/>
                </a:lnTo>
                <a:moveTo>
                  <a:pt x="1539233" y="365746"/>
                </a:moveTo>
                <a:lnTo>
                  <a:pt x="1435081" y="333518"/>
                </a:lnTo>
                <a:moveTo>
                  <a:pt x="1601719" y="467964"/>
                </a:moveTo>
                <a:lnTo>
                  <a:pt x="1539233" y="365746"/>
                </a:lnTo>
                <a:moveTo>
                  <a:pt x="1539233" y="365746"/>
                </a:moveTo>
                <a:lnTo>
                  <a:pt x="1404134" y="212705"/>
                </a:lnTo>
              </a:path>
            </a:pathLst>
          </a:custGeom>
          <a:noFill/>
          <a:ln w="4286">
            <a:solidFill>
              <a:srgbClr val="C5CBD0"/>
            </a:solidFill>
            <a:prstDash val="solid"/>
          </a:ln>
        </p:spPr>
      </p:sp>
      <p:sp>
        <p:nvSpPr>
          <p:cNvPr id="1148" name="30ga_7_build_ReferenceLigand_0">
            <a:extLst>
              <a:ext uri="{FF2B5EF4-FFF2-40B4-BE49-F238E27FC236}">
                <a16:creationId xmlns:a16="http://schemas.microsoft.com/office/drawing/2014/main" id="{BA3D317E-4482-4B65-9A62-E23D6D7A413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96058" y="35780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49" name="30ga_7_build_ReferenceLigand_1">
            <a:extLst>
              <a:ext uri="{FF2B5EF4-FFF2-40B4-BE49-F238E27FC236}">
                <a16:creationId xmlns:a16="http://schemas.microsoft.com/office/drawing/2014/main" id="{22B56B4A-2673-4505-AE59-680E826304A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1143709" y="62860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0" name="30ga_7_build_ReferenceLigand_2">
            <a:extLst>
              <a:ext uri="{FF2B5EF4-FFF2-40B4-BE49-F238E27FC236}">
                <a16:creationId xmlns:a16="http://schemas.microsoft.com/office/drawing/2014/main" id="{67BC5BCA-7CD7-4578-A485-D6C04859AF6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37719" y="169332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1" name="30ga_7_build_ReferenceLigand_3">
            <a:extLst>
              <a:ext uri="{FF2B5EF4-FFF2-40B4-BE49-F238E27FC236}">
                <a16:creationId xmlns:a16="http://schemas.microsoft.com/office/drawing/2014/main" id="{6CB15586-0045-41EE-9076-C043805897E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732851" y="87649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2" name="30ga_7_build_ReferenceLigand_4">
            <a:extLst>
              <a:ext uri="{FF2B5EF4-FFF2-40B4-BE49-F238E27FC236}">
                <a16:creationId xmlns:a16="http://schemas.microsoft.com/office/drawing/2014/main" id="{1F94459F-2E5A-4913-8746-1FF0DD8AB80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342075" y="67731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3" name="30ga_7_build_ReferenceLigand_5">
            <a:extLst>
              <a:ext uri="{FF2B5EF4-FFF2-40B4-BE49-F238E27FC236}">
                <a16:creationId xmlns:a16="http://schemas.microsoft.com/office/drawing/2014/main" id="{C81F8746-C7C1-4C2A-AAD7-020BE6AD4E8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022007" y="494460"/>
                </a:moveTo>
                <a:lnTo>
                  <a:pt x="881893" y="60958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4" name="30ga_7_build_ReferenceLigand_6">
            <a:extLst>
              <a:ext uri="{FF2B5EF4-FFF2-40B4-BE49-F238E27FC236}">
                <a16:creationId xmlns:a16="http://schemas.microsoft.com/office/drawing/2014/main" id="{13D07D8A-4F84-46BA-944C-A7C57C48C30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51097" y="370141"/>
                </a:moveTo>
                <a:lnTo>
                  <a:pt x="1022007" y="49446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5" name="30ga_7_build_ReferenceLigand_7">
            <a:extLst>
              <a:ext uri="{FF2B5EF4-FFF2-40B4-BE49-F238E27FC236}">
                <a16:creationId xmlns:a16="http://schemas.microsoft.com/office/drawing/2014/main" id="{94012FB0-E4CD-4390-8538-08A71E10C7D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380774" y="102522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6" name="30ga_7_build_ReferenceLigand_8">
            <a:extLst>
              <a:ext uri="{FF2B5EF4-FFF2-40B4-BE49-F238E27FC236}">
                <a16:creationId xmlns:a16="http://schemas.microsoft.com/office/drawing/2014/main" id="{1FA9A114-ACB7-4DC8-B42E-3849604D7FC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703565" y="31013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7" name="30ga_7_build_ReferenceLigand_9">
            <a:extLst>
              <a:ext uri="{FF2B5EF4-FFF2-40B4-BE49-F238E27FC236}">
                <a16:creationId xmlns:a16="http://schemas.microsoft.com/office/drawing/2014/main" id="{BF1DE92B-8969-49A6-A4BC-980D7C556AD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323047" y="844426"/>
                </a:moveTo>
                <a:lnTo>
                  <a:pt x="2458111" y="70296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8" name="30ga_7_build_ReferenceLigand_10">
            <a:extLst>
              <a:ext uri="{FF2B5EF4-FFF2-40B4-BE49-F238E27FC236}">
                <a16:creationId xmlns:a16="http://schemas.microsoft.com/office/drawing/2014/main" id="{B2F49158-1406-4C04-AD9C-E465BCBC5A72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28903" y="791590"/>
                </a:moveTo>
                <a:lnTo>
                  <a:pt x="2323047" y="84442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59" name="30ga_7_build_ReferenceLigand_11">
            <a:extLst>
              <a:ext uri="{FF2B5EF4-FFF2-40B4-BE49-F238E27FC236}">
                <a16:creationId xmlns:a16="http://schemas.microsoft.com/office/drawing/2014/main" id="{FBF77300-C819-486C-B1D0-8E1AAD4A34E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58111" y="702969"/>
                </a:moveTo>
                <a:lnTo>
                  <a:pt x="2401354" y="52182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0" name="30ga_7_build_ReferenceLigand_12">
            <a:extLst>
              <a:ext uri="{FF2B5EF4-FFF2-40B4-BE49-F238E27FC236}">
                <a16:creationId xmlns:a16="http://schemas.microsoft.com/office/drawing/2014/main" id="{86A3C4F6-2839-4E24-8157-6CD978A64F5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58543" y="897564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1" name="30ga_7_build_ReferenceLigand_13">
            <a:extLst>
              <a:ext uri="{FF2B5EF4-FFF2-40B4-BE49-F238E27FC236}">
                <a16:creationId xmlns:a16="http://schemas.microsoft.com/office/drawing/2014/main" id="{FC87F7E4-EA17-43F0-8D9E-C7C67484C74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81893" y="609587"/>
                </a:moveTo>
                <a:lnTo>
                  <a:pt x="759774" y="80481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2" name="30ga_7_build_ReferenceLigand_14">
            <a:extLst>
              <a:ext uri="{FF2B5EF4-FFF2-40B4-BE49-F238E27FC236}">
                <a16:creationId xmlns:a16="http://schemas.microsoft.com/office/drawing/2014/main" id="{6D8C7836-1DC1-4EB7-9C5F-E2833FB386F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03565" y="310139"/>
                </a:moveTo>
                <a:lnTo>
                  <a:pt x="1784299" y="409458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3" name="30ga_7_build_ReferenceLigand_15">
            <a:extLst>
              <a:ext uri="{FF2B5EF4-FFF2-40B4-BE49-F238E27FC236}">
                <a16:creationId xmlns:a16="http://schemas.microsoft.com/office/drawing/2014/main" id="{FB8E110A-6199-4BA1-9FDF-2E8B22B8A47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2128903" y="79159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4" name="30ga_7_build_ReferenceLigand_16">
            <a:extLst>
              <a:ext uri="{FF2B5EF4-FFF2-40B4-BE49-F238E27FC236}">
                <a16:creationId xmlns:a16="http://schemas.microsoft.com/office/drawing/2014/main" id="{99FCA0CF-DC13-4ECE-BA3A-FB7776B8910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25567" y="767694"/>
                </a:moveTo>
                <a:lnTo>
                  <a:pt x="1958543" y="89756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5" name="30ga_7_build_ReferenceLigand_17">
            <a:extLst>
              <a:ext uri="{FF2B5EF4-FFF2-40B4-BE49-F238E27FC236}">
                <a16:creationId xmlns:a16="http://schemas.microsoft.com/office/drawing/2014/main" id="{6376D327-1A10-4DBC-8945-720ECC2697C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7512" y="215411"/>
                </a:moveTo>
                <a:lnTo>
                  <a:pt x="1545425" y="1827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6" name="30ga_7_build_ReferenceLigand_18">
            <a:extLst>
              <a:ext uri="{FF2B5EF4-FFF2-40B4-BE49-F238E27FC236}">
                <a16:creationId xmlns:a16="http://schemas.microsoft.com/office/drawing/2014/main" id="{86B72CC9-8551-4824-9C85-DD31DCED623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401354" y="521829"/>
                </a:moveTo>
                <a:lnTo>
                  <a:pt x="2223103" y="455120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7" name="30ga_7_build_ReferenceLigand_19">
            <a:extLst>
              <a:ext uri="{FF2B5EF4-FFF2-40B4-BE49-F238E27FC236}">
                <a16:creationId xmlns:a16="http://schemas.microsoft.com/office/drawing/2014/main" id="{D649BA3E-C4F9-4EF4-901F-E4EBBF66CCA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3103" y="455120"/>
                </a:moveTo>
                <a:lnTo>
                  <a:pt x="2092529" y="597747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8" name="30ga_7_build_ReferenceLigand_20">
            <a:extLst>
              <a:ext uri="{FF2B5EF4-FFF2-40B4-BE49-F238E27FC236}">
                <a16:creationId xmlns:a16="http://schemas.microsoft.com/office/drawing/2014/main" id="{E6C1911A-9759-4AE4-91D2-E7A846105C9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412754" y="415955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69" name="30ga_7_build_ReferenceLigand_21">
            <a:extLst>
              <a:ext uri="{FF2B5EF4-FFF2-40B4-BE49-F238E27FC236}">
                <a16:creationId xmlns:a16="http://schemas.microsoft.com/office/drawing/2014/main" id="{0BA52002-52F4-4DF4-9355-4FAC47ACFED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92529" y="597747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0" name="30ga_7_build_ReferenceLigand_22">
            <a:extLst>
              <a:ext uri="{FF2B5EF4-FFF2-40B4-BE49-F238E27FC236}">
                <a16:creationId xmlns:a16="http://schemas.microsoft.com/office/drawing/2014/main" id="{42736907-355C-4E49-9A72-C0B128A7BE0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95967" y="583479"/>
                </a:moveTo>
                <a:lnTo>
                  <a:pt x="1825567" y="76769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1" name="30ga_7_build_ReferenceLigand_23">
            <a:extLst>
              <a:ext uri="{FF2B5EF4-FFF2-40B4-BE49-F238E27FC236}">
                <a16:creationId xmlns:a16="http://schemas.microsoft.com/office/drawing/2014/main" id="{5301DC66-1826-4953-A9BF-1FA53ACB628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560126" y="7391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2" name="30ga_7_build_ReferenceLigand_24">
            <a:extLst>
              <a:ext uri="{FF2B5EF4-FFF2-40B4-BE49-F238E27FC236}">
                <a16:creationId xmlns:a16="http://schemas.microsoft.com/office/drawing/2014/main" id="{6BCDF856-C9BC-4B9E-93AE-863152EBC6D6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60126" y="739143"/>
                </a:moveTo>
                <a:lnTo>
                  <a:pt x="365646" y="63118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3" name="30ga_7_build_ReferenceLigand_25">
            <a:extLst>
              <a:ext uri="{FF2B5EF4-FFF2-40B4-BE49-F238E27FC236}">
                <a16:creationId xmlns:a16="http://schemas.microsoft.com/office/drawing/2014/main" id="{72A6D94B-697B-4B14-A6DA-6BDCE98CFB9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59774" y="804819"/>
                </a:moveTo>
                <a:lnTo>
                  <a:pt x="852895" y="947036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4" name="30ga_7_build_ReferenceLigand_26">
            <a:extLst>
              <a:ext uri="{FF2B5EF4-FFF2-40B4-BE49-F238E27FC236}">
                <a16:creationId xmlns:a16="http://schemas.microsoft.com/office/drawing/2014/main" id="{6D2DB049-4044-4E15-95B9-F3E78F1CE56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82106" y="461599"/>
                </a:moveTo>
                <a:lnTo>
                  <a:pt x="1151097" y="37014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5" name="30ga_7_build_ReferenceLigand_27">
            <a:extLst>
              <a:ext uri="{FF2B5EF4-FFF2-40B4-BE49-F238E27FC236}">
                <a16:creationId xmlns:a16="http://schemas.microsoft.com/office/drawing/2014/main" id="{C96EBECD-8181-44B8-84F6-B74AF43F9BD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895967" y="58347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6" name="30ga_7_build_ReferenceLigand_28">
            <a:extLst>
              <a:ext uri="{FF2B5EF4-FFF2-40B4-BE49-F238E27FC236}">
                <a16:creationId xmlns:a16="http://schemas.microsoft.com/office/drawing/2014/main" id="{ABDF2171-43F8-4051-9707-A833DB4EC16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517512" y="21541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7" name="30ga_7_build_ReferenceLigand_29">
            <a:extLst>
              <a:ext uri="{FF2B5EF4-FFF2-40B4-BE49-F238E27FC236}">
                <a16:creationId xmlns:a16="http://schemas.microsoft.com/office/drawing/2014/main" id="{ACB38244-1CD3-46AF-A6F2-2A1A01F702C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65646" y="631181"/>
                </a:moveTo>
                <a:lnTo>
                  <a:pt x="200673" y="697024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8" name="30ga_7_build_ReferenceLigand_30">
            <a:extLst>
              <a:ext uri="{FF2B5EF4-FFF2-40B4-BE49-F238E27FC236}">
                <a16:creationId xmlns:a16="http://schemas.microsoft.com/office/drawing/2014/main" id="{9A308718-FFF9-49F4-8F9C-84669CB0206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84299" y="409458"/>
                </a:moveTo>
                <a:lnTo>
                  <a:pt x="1623053" y="464151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79" name="30ga_7_build_ReferenceLigand_31">
            <a:extLst>
              <a:ext uri="{FF2B5EF4-FFF2-40B4-BE49-F238E27FC236}">
                <a16:creationId xmlns:a16="http://schemas.microsoft.com/office/drawing/2014/main" id="{8CB5CEC4-899B-4510-9DB2-4BF362C995C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61085" y="339243"/>
                </a:moveTo>
                <a:lnTo>
                  <a:pt x="1282106" y="461599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0" name="30ga_7_build_ReferenceLigand_32">
            <a:extLst>
              <a:ext uri="{FF2B5EF4-FFF2-40B4-BE49-F238E27FC236}">
                <a16:creationId xmlns:a16="http://schemas.microsoft.com/office/drawing/2014/main" id="{94FEB935-2DD5-4329-AFD7-30D65232F18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623053" y="464151"/>
                </a:moveTo>
                <a:lnTo>
                  <a:pt x="1461085" y="339243"/>
                </a:lnTo>
              </a:path>
            </a:pathLst>
          </a:custGeom>
          <a:noFill/>
          <a:ln w="12383">
            <a:solidFill>
              <a:srgbClr val="57B3AF"/>
            </a:solidFill>
            <a:prstDash val="solid"/>
          </a:ln>
        </p:spPr>
      </p:sp>
      <p:sp>
        <p:nvSpPr>
          <p:cNvPr id="1181" name="30ga_7_build_PredictedLigand_0">
            <a:extLst>
              <a:ext uri="{FF2B5EF4-FFF2-40B4-BE49-F238E27FC236}">
                <a16:creationId xmlns:a16="http://schemas.microsoft.com/office/drawing/2014/main" id="{3167B5BF-B769-458A-B974-45C857F0FC6B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5816" y="486683"/>
                </a:moveTo>
                <a:lnTo>
                  <a:pt x="885878" y="49702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2" name="30ga_7_build_PredictedLigand_1">
            <a:extLst>
              <a:ext uri="{FF2B5EF4-FFF2-40B4-BE49-F238E27FC236}">
                <a16:creationId xmlns:a16="http://schemas.microsoft.com/office/drawing/2014/main" id="{4F8E75F4-E4A2-45EB-8483-CD34C574BDE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21626" y="961344"/>
                </a:moveTo>
                <a:lnTo>
                  <a:pt x="2084519" y="94565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3" name="30ga_7_build_PredictedLigand_2">
            <a:extLst>
              <a:ext uri="{FF2B5EF4-FFF2-40B4-BE49-F238E27FC236}">
                <a16:creationId xmlns:a16="http://schemas.microsoft.com/office/drawing/2014/main" id="{DD65AB64-05C1-422B-B77D-900DFF78C63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84519" y="945658"/>
                </a:moveTo>
                <a:lnTo>
                  <a:pt x="1946406" y="90768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4" name="30ga_7_build_PredictedLigand_3">
            <a:extLst>
              <a:ext uri="{FF2B5EF4-FFF2-40B4-BE49-F238E27FC236}">
                <a16:creationId xmlns:a16="http://schemas.microsoft.com/office/drawing/2014/main" id="{B0079353-0429-4BAC-9162-B593D7F801E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161617" y="492828"/>
                </a:moveTo>
                <a:lnTo>
                  <a:pt x="945816" y="48668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5" name="30ga_7_build_PredictedLigand_4">
            <a:extLst>
              <a:ext uri="{FF2B5EF4-FFF2-40B4-BE49-F238E27FC236}">
                <a16:creationId xmlns:a16="http://schemas.microsoft.com/office/drawing/2014/main" id="{4B4402E2-0E67-4C3C-B897-585E001B8C8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94133" y="304388"/>
                </a:moveTo>
                <a:lnTo>
                  <a:pt x="2105805" y="17201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6" name="30ga_7_build_PredictedLigand_5">
            <a:extLst>
              <a:ext uri="{FF2B5EF4-FFF2-40B4-BE49-F238E27FC236}">
                <a16:creationId xmlns:a16="http://schemas.microsoft.com/office/drawing/2014/main" id="{E77D760E-DCE7-4F4A-ACB5-FBED5461B7A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6201" y="781874"/>
                </a:moveTo>
                <a:lnTo>
                  <a:pt x="617179" y="7990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7" name="30ga_7_build_PredictedLigand_6">
            <a:extLst>
              <a:ext uri="{FF2B5EF4-FFF2-40B4-BE49-F238E27FC236}">
                <a16:creationId xmlns:a16="http://schemas.microsoft.com/office/drawing/2014/main" id="{057DE6F7-4FA5-4CB0-85AA-1F336ACA865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5816" y="486683"/>
                </a:moveTo>
                <a:lnTo>
                  <a:pt x="892643" y="2857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8" name="30ga_7_build_PredictedLigand_7">
            <a:extLst>
              <a:ext uri="{FF2B5EF4-FFF2-40B4-BE49-F238E27FC236}">
                <a16:creationId xmlns:a16="http://schemas.microsoft.com/office/drawing/2014/main" id="{C02FA039-ECC9-48C1-8817-20F3CD87A15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867682" y="343756"/>
                </a:moveTo>
                <a:lnTo>
                  <a:pt x="1994133" y="30438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89" name="30ga_7_build_PredictedLigand_8">
            <a:extLst>
              <a:ext uri="{FF2B5EF4-FFF2-40B4-BE49-F238E27FC236}">
                <a16:creationId xmlns:a16="http://schemas.microsoft.com/office/drawing/2014/main" id="{75D6CCAF-64E7-4D90-A028-03943C822DB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05" y="172015"/>
                </a:moveTo>
                <a:lnTo>
                  <a:pt x="2249212" y="6825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0" name="30ga_7_build_PredictedLigand_9">
            <a:extLst>
              <a:ext uri="{FF2B5EF4-FFF2-40B4-BE49-F238E27FC236}">
                <a16:creationId xmlns:a16="http://schemas.microsoft.com/office/drawing/2014/main" id="{07C129B0-98F3-48BD-B9FE-36095A0F435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946406" y="907680"/>
                </a:moveTo>
                <a:lnTo>
                  <a:pt x="2033314" y="68710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1" name="30ga_7_build_PredictedLigand_10">
            <a:extLst>
              <a:ext uri="{FF2B5EF4-FFF2-40B4-BE49-F238E27FC236}">
                <a16:creationId xmlns:a16="http://schemas.microsoft.com/office/drawing/2014/main" id="{A727DEFC-13C9-4ACD-AFC1-B77D793D23E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394" y="485599"/>
                </a:moveTo>
                <a:lnTo>
                  <a:pt x="1532893" y="42052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2" name="30ga_7_build_PredictedLigand_11">
            <a:extLst>
              <a:ext uri="{FF2B5EF4-FFF2-40B4-BE49-F238E27FC236}">
                <a16:creationId xmlns:a16="http://schemas.microsoft.com/office/drawing/2014/main" id="{37B73878-575F-434F-9CD2-569EA659D25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8875" y="579350"/>
                </a:moveTo>
                <a:lnTo>
                  <a:pt x="392258" y="49797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3" name="30ga_7_build_PredictedLigand_12">
            <a:extLst>
              <a:ext uri="{FF2B5EF4-FFF2-40B4-BE49-F238E27FC236}">
                <a16:creationId xmlns:a16="http://schemas.microsoft.com/office/drawing/2014/main" id="{DB82F522-AFC2-49DF-A3F3-06E08D552DF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314" y="687102"/>
                </a:moveTo>
                <a:lnTo>
                  <a:pt x="2249212" y="68258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4" name="30ga_7_build_PredictedLigand_13">
            <a:extLst>
              <a:ext uri="{FF2B5EF4-FFF2-40B4-BE49-F238E27FC236}">
                <a16:creationId xmlns:a16="http://schemas.microsoft.com/office/drawing/2014/main" id="{22A54257-85DA-4CCC-8EA9-AF7587B57918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033314" y="687102"/>
                </a:moveTo>
                <a:lnTo>
                  <a:pt x="1867682" y="343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5" name="30ga_7_build_PredictedLigand_14">
            <a:extLst>
              <a:ext uri="{FF2B5EF4-FFF2-40B4-BE49-F238E27FC236}">
                <a16:creationId xmlns:a16="http://schemas.microsoft.com/office/drawing/2014/main" id="{A27460DC-B344-4F9E-B32D-1FFCC501E82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945816" y="486683"/>
                </a:moveTo>
                <a:lnTo>
                  <a:pt x="891867" y="67189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6" name="30ga_7_build_PredictedLigand_15">
            <a:extLst>
              <a:ext uri="{FF2B5EF4-FFF2-40B4-BE49-F238E27FC236}">
                <a16:creationId xmlns:a16="http://schemas.microsoft.com/office/drawing/2014/main" id="{7CC8656B-2FD6-4564-969B-A87CC4268BC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2426" y="620065"/>
                </a:moveTo>
                <a:lnTo>
                  <a:pt x="2221626" y="96134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7" name="30ga_7_build_PredictedLigand_16">
            <a:extLst>
              <a:ext uri="{FF2B5EF4-FFF2-40B4-BE49-F238E27FC236}">
                <a16:creationId xmlns:a16="http://schemas.microsoft.com/office/drawing/2014/main" id="{E8D74791-136D-40A7-9873-7ECB75E16EA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34394" y="485599"/>
                </a:moveTo>
                <a:lnTo>
                  <a:pt x="1867682" y="343756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8" name="30ga_7_build_PredictedLigand_17">
            <a:extLst>
              <a:ext uri="{FF2B5EF4-FFF2-40B4-BE49-F238E27FC236}">
                <a16:creationId xmlns:a16="http://schemas.microsoft.com/office/drawing/2014/main" id="{77E7D72F-A7EE-4A4C-8ECB-AE59ABD9DBB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32893" y="420529"/>
                </a:moveTo>
                <a:lnTo>
                  <a:pt x="1427579" y="42692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199" name="30ga_7_build_PredictedLigand_18">
            <a:extLst>
              <a:ext uri="{FF2B5EF4-FFF2-40B4-BE49-F238E27FC236}">
                <a16:creationId xmlns:a16="http://schemas.microsoft.com/office/drawing/2014/main" id="{7EBF7274-88C1-48DE-80EA-7D170B78E23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257057" y="359521"/>
                </a:moveTo>
                <a:lnTo>
                  <a:pt x="1161617" y="49282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0" name="30ga_7_build_PredictedLigand_19">
            <a:extLst>
              <a:ext uri="{FF2B5EF4-FFF2-40B4-BE49-F238E27FC236}">
                <a16:creationId xmlns:a16="http://schemas.microsoft.com/office/drawing/2014/main" id="{D0C565DE-CB33-4746-AA25-DE6F55EE07C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49212" y="682584"/>
                </a:moveTo>
                <a:lnTo>
                  <a:pt x="2292426" y="620065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1" name="30ga_7_build_PredictedLigand_20">
            <a:extLst>
              <a:ext uri="{FF2B5EF4-FFF2-40B4-BE49-F238E27FC236}">
                <a16:creationId xmlns:a16="http://schemas.microsoft.com/office/drawing/2014/main" id="{216FA50C-D2B2-44A0-8AC7-694FE2B3A050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891867" y="671894"/>
                </a:moveTo>
                <a:lnTo>
                  <a:pt x="696201" y="781874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2" name="30ga_7_build_PredictedLigand_21">
            <a:extLst>
              <a:ext uri="{FF2B5EF4-FFF2-40B4-BE49-F238E27FC236}">
                <a16:creationId xmlns:a16="http://schemas.microsoft.com/office/drawing/2014/main" id="{6A4F3DE9-5902-42AA-8F41-A18CC02FC04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8875" y="579350"/>
                </a:moveTo>
                <a:lnTo>
                  <a:pt x="247395" y="76543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3" name="30ga_7_build_PredictedLigand_22">
            <a:extLst>
              <a:ext uri="{FF2B5EF4-FFF2-40B4-BE49-F238E27FC236}">
                <a16:creationId xmlns:a16="http://schemas.microsoft.com/office/drawing/2014/main" id="{BE43A8A7-C6DB-44C9-913E-EA89DF2D13C5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579" y="426920"/>
                </a:moveTo>
                <a:lnTo>
                  <a:pt x="1257057" y="359521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4" name="30ga_7_build_PredictedLigand_23">
            <a:extLst>
              <a:ext uri="{FF2B5EF4-FFF2-40B4-BE49-F238E27FC236}">
                <a16:creationId xmlns:a16="http://schemas.microsoft.com/office/drawing/2014/main" id="{BB5E9979-A036-43C6-93AD-1E5D8D8067BC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6201" y="781874"/>
                </a:moveTo>
                <a:lnTo>
                  <a:pt x="709675" y="959938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5" name="30ga_7_build_PredictedLigand_24">
            <a:extLst>
              <a:ext uri="{FF2B5EF4-FFF2-40B4-BE49-F238E27FC236}">
                <a16:creationId xmlns:a16="http://schemas.microsoft.com/office/drawing/2014/main" id="{1CAC2CE4-D8D4-4044-A352-A84185CCAFBD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17844" y="571037"/>
                </a:moveTo>
                <a:lnTo>
                  <a:pt x="1734394" y="485599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6" name="30ga_7_build_PredictedLigand_25">
            <a:extLst>
              <a:ext uri="{FF2B5EF4-FFF2-40B4-BE49-F238E27FC236}">
                <a16:creationId xmlns:a16="http://schemas.microsoft.com/office/drawing/2014/main" id="{84F3EF7A-E0EE-41BA-BA8B-7B279918194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696201" y="781874"/>
                </a:moveTo>
                <a:lnTo>
                  <a:pt x="533986" y="65099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7" name="30ga_7_build_PredictedLigand_26">
            <a:extLst>
              <a:ext uri="{FF2B5EF4-FFF2-40B4-BE49-F238E27FC236}">
                <a16:creationId xmlns:a16="http://schemas.microsoft.com/office/drawing/2014/main" id="{FE5E0C2A-A235-4658-B1AC-B007A1E44964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292426" y="620065"/>
                </a:moveTo>
                <a:lnTo>
                  <a:pt x="2421364" y="485362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8" name="30ga_7_build_PredictedLigand_27">
            <a:extLst>
              <a:ext uri="{FF2B5EF4-FFF2-40B4-BE49-F238E27FC236}">
                <a16:creationId xmlns:a16="http://schemas.microsoft.com/office/drawing/2014/main" id="{8F2EE781-CD20-416F-9B7F-4D9BE4B8E6B9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533986" y="650990"/>
                </a:moveTo>
                <a:lnTo>
                  <a:pt x="358875" y="57935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09" name="30ga_7_build_PredictedLigand_28">
            <a:extLst>
              <a:ext uri="{FF2B5EF4-FFF2-40B4-BE49-F238E27FC236}">
                <a16:creationId xmlns:a16="http://schemas.microsoft.com/office/drawing/2014/main" id="{D6C172A5-24E4-446F-B3FA-E09BE6C9036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358875" y="579350"/>
                </a:moveTo>
                <a:lnTo>
                  <a:pt x="265701" y="444900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0" name="30ga_7_build_PredictedLigand_29">
            <a:extLst>
              <a:ext uri="{FF2B5EF4-FFF2-40B4-BE49-F238E27FC236}">
                <a16:creationId xmlns:a16="http://schemas.microsoft.com/office/drawing/2014/main" id="{B141E6FD-7634-4D7E-B770-4FD2F39B921A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7579" y="426920"/>
                </a:moveTo>
                <a:lnTo>
                  <a:pt x="1511630" y="531293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1" name="30ga_7_build_PredictedLigand_30">
            <a:extLst>
              <a:ext uri="{FF2B5EF4-FFF2-40B4-BE49-F238E27FC236}">
                <a16:creationId xmlns:a16="http://schemas.microsoft.com/office/drawing/2014/main" id="{C51C5BFA-4F5D-4F0D-9B66-1DC337B2B65F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724647" y="765091"/>
                </a:moveTo>
                <a:lnTo>
                  <a:pt x="1717844" y="571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2" name="30ga_7_build_PredictedLigand_31">
            <a:extLst>
              <a:ext uri="{FF2B5EF4-FFF2-40B4-BE49-F238E27FC236}">
                <a16:creationId xmlns:a16="http://schemas.microsoft.com/office/drawing/2014/main" id="{8037EE04-4D40-430A-B279-22DAC911F6E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630" y="531293"/>
                </a:moveTo>
                <a:lnTo>
                  <a:pt x="1717844" y="57103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3" name="30ga_7_build_PredictedLigand_32">
            <a:extLst>
              <a:ext uri="{FF2B5EF4-FFF2-40B4-BE49-F238E27FC236}">
                <a16:creationId xmlns:a16="http://schemas.microsoft.com/office/drawing/2014/main" id="{3881C91D-B0E1-49D8-9FEC-A70FB58C94F3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511630" y="531293"/>
                </a:moveTo>
                <a:lnTo>
                  <a:pt x="1426441" y="700867"/>
                </a:lnTo>
              </a:path>
            </a:pathLst>
          </a:custGeom>
          <a:noFill/>
          <a:ln w="23813">
            <a:solidFill>
              <a:srgbClr val="94669C"/>
            </a:solidFill>
            <a:prstDash val="solid"/>
          </a:ln>
        </p:spPr>
      </p:sp>
      <p:sp>
        <p:nvSpPr>
          <p:cNvPr id="1214" name="30ga_7_build_PredictedAtoms_0">
            <a:extLst>
              <a:ext uri="{FF2B5EF4-FFF2-40B4-BE49-F238E27FC236}">
                <a16:creationId xmlns:a16="http://schemas.microsoft.com/office/drawing/2014/main" id="{575AC0A2-4B68-4980-B3DA-F64057A5CC99}"/>
              </a:ext>
            </a:extLst>
          </p:cNvPr>
          <p:cNvSpPr>
            <a:spLocks noGrp="1"/>
          </p:cNvSpPr>
          <p:nvPr/>
        </p:nvSpPr>
        <p:spPr>
          <a:xfrm>
            <a:off x="7880654" y="691157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5" name="30ga_7_build_PredictedAtoms_1">
            <a:extLst>
              <a:ext uri="{FF2B5EF4-FFF2-40B4-BE49-F238E27FC236}">
                <a16:creationId xmlns:a16="http://schemas.microsoft.com/office/drawing/2014/main" id="{66AE87DB-AA73-4DB9-909C-898C3DA65C26}"/>
              </a:ext>
            </a:extLst>
          </p:cNvPr>
          <p:cNvSpPr>
            <a:spLocks noGrp="1"/>
          </p:cNvSpPr>
          <p:nvPr/>
        </p:nvSpPr>
        <p:spPr>
          <a:xfrm>
            <a:off x="7873852" y="671751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6" name="30ga_7_build_PredictedAtoms_2">
            <a:extLst>
              <a:ext uri="{FF2B5EF4-FFF2-40B4-BE49-F238E27FC236}">
                <a16:creationId xmlns:a16="http://schemas.microsoft.com/office/drawing/2014/main" id="{252C8BE0-3F80-4792-8F66-2F9A5A8CD258}"/>
              </a:ext>
            </a:extLst>
          </p:cNvPr>
          <p:cNvSpPr>
            <a:spLocks noGrp="1"/>
          </p:cNvSpPr>
          <p:nvPr/>
        </p:nvSpPr>
        <p:spPr>
          <a:xfrm>
            <a:off x="7890401" y="663208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7" name="30ga_7_build_PredictedAtoms_3">
            <a:extLst>
              <a:ext uri="{FF2B5EF4-FFF2-40B4-BE49-F238E27FC236}">
                <a16:creationId xmlns:a16="http://schemas.microsoft.com/office/drawing/2014/main" id="{34E34953-8538-4A19-8B42-0FF7D5F7DB3E}"/>
              </a:ext>
            </a:extLst>
          </p:cNvPr>
          <p:cNvSpPr>
            <a:spLocks noGrp="1"/>
          </p:cNvSpPr>
          <p:nvPr/>
        </p:nvSpPr>
        <p:spPr>
          <a:xfrm>
            <a:off x="8023689" y="649023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8" name="30ga_7_build_PredictedAtoms_4">
            <a:extLst>
              <a:ext uri="{FF2B5EF4-FFF2-40B4-BE49-F238E27FC236}">
                <a16:creationId xmlns:a16="http://schemas.microsoft.com/office/drawing/2014/main" id="{0786CED9-8125-4946-937D-C0AAB7614DFC}"/>
              </a:ext>
            </a:extLst>
          </p:cNvPr>
          <p:cNvSpPr>
            <a:spLocks noGrp="1"/>
          </p:cNvSpPr>
          <p:nvPr/>
        </p:nvSpPr>
        <p:spPr>
          <a:xfrm>
            <a:off x="8150140" y="645087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19" name="30ga_7_build_PredictedAtoms_5">
            <a:extLst>
              <a:ext uri="{FF2B5EF4-FFF2-40B4-BE49-F238E27FC236}">
                <a16:creationId xmlns:a16="http://schemas.microsoft.com/office/drawing/2014/main" id="{4439B394-1F7E-4493-80AE-79A945828DF4}"/>
              </a:ext>
            </a:extLst>
          </p:cNvPr>
          <p:cNvSpPr>
            <a:spLocks noGrp="1"/>
          </p:cNvSpPr>
          <p:nvPr/>
        </p:nvSpPr>
        <p:spPr>
          <a:xfrm>
            <a:off x="8261813" y="6318498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0" name="30ga_7_build_PredictedAtoms_6">
            <a:extLst>
              <a:ext uri="{FF2B5EF4-FFF2-40B4-BE49-F238E27FC236}">
                <a16:creationId xmlns:a16="http://schemas.microsoft.com/office/drawing/2014/main" id="{1F3229B6-1B1D-42E5-A8E3-B7EC1CDFFA97}"/>
              </a:ext>
            </a:extLst>
          </p:cNvPr>
          <p:cNvSpPr>
            <a:spLocks noGrp="1"/>
          </p:cNvSpPr>
          <p:nvPr/>
        </p:nvSpPr>
        <p:spPr>
          <a:xfrm>
            <a:off x="8405220" y="682906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1" name="30ga_7_build_PredictedAtoms_7">
            <a:extLst>
              <a:ext uri="{FF2B5EF4-FFF2-40B4-BE49-F238E27FC236}">
                <a16:creationId xmlns:a16="http://schemas.microsoft.com/office/drawing/2014/main" id="{B2565179-9680-4505-AFD2-CDBA19B84FD1}"/>
              </a:ext>
            </a:extLst>
          </p:cNvPr>
          <p:cNvSpPr>
            <a:spLocks noGrp="1"/>
          </p:cNvSpPr>
          <p:nvPr/>
        </p:nvSpPr>
        <p:spPr>
          <a:xfrm>
            <a:off x="8448433" y="676654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2" name="30ga_7_build_PredictedAtoms_8">
            <a:extLst>
              <a:ext uri="{FF2B5EF4-FFF2-40B4-BE49-F238E27FC236}">
                <a16:creationId xmlns:a16="http://schemas.microsoft.com/office/drawing/2014/main" id="{6168C98F-6CF3-40DA-BBBE-FC2AA7116FF6}"/>
              </a:ext>
            </a:extLst>
          </p:cNvPr>
          <p:cNvSpPr>
            <a:spLocks noGrp="1"/>
          </p:cNvSpPr>
          <p:nvPr/>
        </p:nvSpPr>
        <p:spPr>
          <a:xfrm>
            <a:off x="8577372" y="663184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3" name="30ga_7_build_PredictedAtoms_9">
            <a:extLst>
              <a:ext uri="{FF2B5EF4-FFF2-40B4-BE49-F238E27FC236}">
                <a16:creationId xmlns:a16="http://schemas.microsoft.com/office/drawing/2014/main" id="{03F9A6C2-E573-4F11-A5C0-34868BFA6C15}"/>
              </a:ext>
            </a:extLst>
          </p:cNvPr>
          <p:cNvSpPr>
            <a:spLocks noGrp="1"/>
          </p:cNvSpPr>
          <p:nvPr/>
        </p:nvSpPr>
        <p:spPr>
          <a:xfrm>
            <a:off x="8377633" y="7107826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4" name="30ga_7_build_PredictedAtoms_10">
            <a:extLst>
              <a:ext uri="{FF2B5EF4-FFF2-40B4-BE49-F238E27FC236}">
                <a16:creationId xmlns:a16="http://schemas.microsoft.com/office/drawing/2014/main" id="{3F6363E7-99F3-495F-ABC8-496B137191BA}"/>
              </a:ext>
            </a:extLst>
          </p:cNvPr>
          <p:cNvSpPr>
            <a:spLocks noGrp="1"/>
          </p:cNvSpPr>
          <p:nvPr/>
        </p:nvSpPr>
        <p:spPr>
          <a:xfrm>
            <a:off x="8240527" y="709214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5" name="30ga_7_build_PredictedAtoms_11">
            <a:extLst>
              <a:ext uri="{FF2B5EF4-FFF2-40B4-BE49-F238E27FC236}">
                <a16:creationId xmlns:a16="http://schemas.microsoft.com/office/drawing/2014/main" id="{C27A84F5-50C7-43C0-9761-3CAF1D87B3C1}"/>
              </a:ext>
            </a:extLst>
          </p:cNvPr>
          <p:cNvSpPr>
            <a:spLocks noGrp="1"/>
          </p:cNvSpPr>
          <p:nvPr/>
        </p:nvSpPr>
        <p:spPr>
          <a:xfrm>
            <a:off x="8102414" y="705416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6" name="30ga_7_build_PredictedAtoms_12">
            <a:extLst>
              <a:ext uri="{FF2B5EF4-FFF2-40B4-BE49-F238E27FC236}">
                <a16:creationId xmlns:a16="http://schemas.microsoft.com/office/drawing/2014/main" id="{3BBF3EE5-F628-43DC-AF91-BF8165BD62BC}"/>
              </a:ext>
            </a:extLst>
          </p:cNvPr>
          <p:cNvSpPr>
            <a:spLocks noGrp="1"/>
          </p:cNvSpPr>
          <p:nvPr/>
        </p:nvSpPr>
        <p:spPr>
          <a:xfrm>
            <a:off x="8189322" y="683358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7" name="30ga_7_build_PredictedAtoms_13">
            <a:extLst>
              <a:ext uri="{FF2B5EF4-FFF2-40B4-BE49-F238E27FC236}">
                <a16:creationId xmlns:a16="http://schemas.microsoft.com/office/drawing/2014/main" id="{4ECE29E9-6C9F-49ED-8158-211861FF5F0A}"/>
              </a:ext>
            </a:extLst>
          </p:cNvPr>
          <p:cNvSpPr>
            <a:spLocks noGrp="1"/>
          </p:cNvSpPr>
          <p:nvPr/>
        </p:nvSpPr>
        <p:spPr>
          <a:xfrm>
            <a:off x="7688900" y="656701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8" name="30ga_7_build_PredictedAtoms_14">
            <a:extLst>
              <a:ext uri="{FF2B5EF4-FFF2-40B4-BE49-F238E27FC236}">
                <a16:creationId xmlns:a16="http://schemas.microsoft.com/office/drawing/2014/main" id="{2506E1FC-66CE-4B84-A1DC-BCCC8890110A}"/>
              </a:ext>
            </a:extLst>
          </p:cNvPr>
          <p:cNvSpPr>
            <a:spLocks noGrp="1"/>
          </p:cNvSpPr>
          <p:nvPr/>
        </p:nvSpPr>
        <p:spPr>
          <a:xfrm>
            <a:off x="7583587" y="65734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29" name="30ga_7_build_PredictedAtoms_15">
            <a:extLst>
              <a:ext uri="{FF2B5EF4-FFF2-40B4-BE49-F238E27FC236}">
                <a16:creationId xmlns:a16="http://schemas.microsoft.com/office/drawing/2014/main" id="{CDA9B086-8D62-44B3-BF75-30227DB3BA3E}"/>
              </a:ext>
            </a:extLst>
          </p:cNvPr>
          <p:cNvSpPr>
            <a:spLocks noGrp="1"/>
          </p:cNvSpPr>
          <p:nvPr/>
        </p:nvSpPr>
        <p:spPr>
          <a:xfrm>
            <a:off x="7413065" y="650600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0" name="30ga_7_build_PredictedAtoms_16">
            <a:extLst>
              <a:ext uri="{FF2B5EF4-FFF2-40B4-BE49-F238E27FC236}">
                <a16:creationId xmlns:a16="http://schemas.microsoft.com/office/drawing/2014/main" id="{41263EF6-DCBC-4D02-9B54-F57162326D4B}"/>
              </a:ext>
            </a:extLst>
          </p:cNvPr>
          <p:cNvSpPr>
            <a:spLocks noGrp="1"/>
          </p:cNvSpPr>
          <p:nvPr/>
        </p:nvSpPr>
        <p:spPr>
          <a:xfrm>
            <a:off x="7317624" y="66393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1" name="30ga_7_build_PredictedAtoms_17">
            <a:extLst>
              <a:ext uri="{FF2B5EF4-FFF2-40B4-BE49-F238E27FC236}">
                <a16:creationId xmlns:a16="http://schemas.microsoft.com/office/drawing/2014/main" id="{238E4F16-CF9A-409A-8595-B24878FA9473}"/>
              </a:ext>
            </a:extLst>
          </p:cNvPr>
          <p:cNvSpPr>
            <a:spLocks noGrp="1"/>
          </p:cNvSpPr>
          <p:nvPr/>
        </p:nvSpPr>
        <p:spPr>
          <a:xfrm>
            <a:off x="7101824" y="663316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2" name="30ga_7_build_PredictedAtoms_18">
            <a:extLst>
              <a:ext uri="{FF2B5EF4-FFF2-40B4-BE49-F238E27FC236}">
                <a16:creationId xmlns:a16="http://schemas.microsoft.com/office/drawing/2014/main" id="{31B80B20-2C1C-4671-8498-7C683640851F}"/>
              </a:ext>
            </a:extLst>
          </p:cNvPr>
          <p:cNvSpPr>
            <a:spLocks noGrp="1"/>
          </p:cNvSpPr>
          <p:nvPr/>
        </p:nvSpPr>
        <p:spPr>
          <a:xfrm>
            <a:off x="7041886" y="664350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3" name="30ga_7_build_PredictedAtoms_19">
            <a:extLst>
              <a:ext uri="{FF2B5EF4-FFF2-40B4-BE49-F238E27FC236}">
                <a16:creationId xmlns:a16="http://schemas.microsoft.com/office/drawing/2014/main" id="{5FF251F3-05DA-44DD-81EB-2E6824CB55F0}"/>
              </a:ext>
            </a:extLst>
          </p:cNvPr>
          <p:cNvSpPr>
            <a:spLocks noGrp="1"/>
          </p:cNvSpPr>
          <p:nvPr/>
        </p:nvSpPr>
        <p:spPr>
          <a:xfrm>
            <a:off x="7048651" y="643223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4" name="30ga_7_build_PredictedAtoms_20">
            <a:extLst>
              <a:ext uri="{FF2B5EF4-FFF2-40B4-BE49-F238E27FC236}">
                <a16:creationId xmlns:a16="http://schemas.microsoft.com/office/drawing/2014/main" id="{7AD91395-9AE3-4A59-8D8C-2E06567E2C74}"/>
              </a:ext>
            </a:extLst>
          </p:cNvPr>
          <p:cNvSpPr>
            <a:spLocks noGrp="1"/>
          </p:cNvSpPr>
          <p:nvPr/>
        </p:nvSpPr>
        <p:spPr>
          <a:xfrm>
            <a:off x="7047875" y="681837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5" name="30ga_7_build_PredictedAtoms_21">
            <a:extLst>
              <a:ext uri="{FF2B5EF4-FFF2-40B4-BE49-F238E27FC236}">
                <a16:creationId xmlns:a16="http://schemas.microsoft.com/office/drawing/2014/main" id="{B95E3E52-1F1F-4377-BA97-3E28FA11E951}"/>
              </a:ext>
            </a:extLst>
          </p:cNvPr>
          <p:cNvSpPr>
            <a:spLocks noGrp="1"/>
          </p:cNvSpPr>
          <p:nvPr/>
        </p:nvSpPr>
        <p:spPr>
          <a:xfrm>
            <a:off x="6852208" y="69283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6" name="30ga_7_build_PredictedAtoms_22">
            <a:extLst>
              <a:ext uri="{FF2B5EF4-FFF2-40B4-BE49-F238E27FC236}">
                <a16:creationId xmlns:a16="http://schemas.microsoft.com/office/drawing/2014/main" id="{340524F2-0407-4259-B154-2DC01686D437}"/>
              </a:ext>
            </a:extLst>
          </p:cNvPr>
          <p:cNvSpPr>
            <a:spLocks noGrp="1"/>
          </p:cNvSpPr>
          <p:nvPr/>
        </p:nvSpPr>
        <p:spPr>
          <a:xfrm>
            <a:off x="6773186" y="694551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7" name="30ga_7_build_PredictedAtoms_23">
            <a:extLst>
              <a:ext uri="{FF2B5EF4-FFF2-40B4-BE49-F238E27FC236}">
                <a16:creationId xmlns:a16="http://schemas.microsoft.com/office/drawing/2014/main" id="{3842FF4A-5965-4DEF-86FC-7614174459A2}"/>
              </a:ext>
            </a:extLst>
          </p:cNvPr>
          <p:cNvSpPr>
            <a:spLocks noGrp="1"/>
          </p:cNvSpPr>
          <p:nvPr/>
        </p:nvSpPr>
        <p:spPr>
          <a:xfrm>
            <a:off x="6865682" y="7106420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8" name="30ga_7_build_PredictedAtoms_24">
            <a:extLst>
              <a:ext uri="{FF2B5EF4-FFF2-40B4-BE49-F238E27FC236}">
                <a16:creationId xmlns:a16="http://schemas.microsoft.com/office/drawing/2014/main" id="{4AF73D76-982A-48FC-BC45-511304500596}"/>
              </a:ext>
            </a:extLst>
          </p:cNvPr>
          <p:cNvSpPr>
            <a:spLocks noGrp="1"/>
          </p:cNvSpPr>
          <p:nvPr/>
        </p:nvSpPr>
        <p:spPr>
          <a:xfrm>
            <a:off x="6689993" y="6797472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39" name="30ga_7_build_PredictedAtoms_25">
            <a:extLst>
              <a:ext uri="{FF2B5EF4-FFF2-40B4-BE49-F238E27FC236}">
                <a16:creationId xmlns:a16="http://schemas.microsoft.com/office/drawing/2014/main" id="{A7C6EB76-8B54-434E-9847-F64DC3686E9C}"/>
              </a:ext>
            </a:extLst>
          </p:cNvPr>
          <p:cNvSpPr>
            <a:spLocks noGrp="1"/>
          </p:cNvSpPr>
          <p:nvPr/>
        </p:nvSpPr>
        <p:spPr>
          <a:xfrm>
            <a:off x="6514883" y="672583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0" name="30ga_7_build_PredictedAtoms_26">
            <a:extLst>
              <a:ext uri="{FF2B5EF4-FFF2-40B4-BE49-F238E27FC236}">
                <a16:creationId xmlns:a16="http://schemas.microsoft.com/office/drawing/2014/main" id="{7121C990-743F-4052-985D-E56E87CC62C4}"/>
              </a:ext>
            </a:extLst>
          </p:cNvPr>
          <p:cNvSpPr>
            <a:spLocks noGrp="1"/>
          </p:cNvSpPr>
          <p:nvPr/>
        </p:nvSpPr>
        <p:spPr>
          <a:xfrm>
            <a:off x="6421709" y="6591383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1" name="30ga_7_build_PredictedAtoms_27">
            <a:extLst>
              <a:ext uri="{FF2B5EF4-FFF2-40B4-BE49-F238E27FC236}">
                <a16:creationId xmlns:a16="http://schemas.microsoft.com/office/drawing/2014/main" id="{8D85AE3F-CA5B-4ED9-B565-36AA2C8CAF53}"/>
              </a:ext>
            </a:extLst>
          </p:cNvPr>
          <p:cNvSpPr>
            <a:spLocks noGrp="1"/>
          </p:cNvSpPr>
          <p:nvPr/>
        </p:nvSpPr>
        <p:spPr>
          <a:xfrm>
            <a:off x="6403403" y="6911921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2" name="30ga_7_build_PredictedAtoms_28">
            <a:extLst>
              <a:ext uri="{FF2B5EF4-FFF2-40B4-BE49-F238E27FC236}">
                <a16:creationId xmlns:a16="http://schemas.microsoft.com/office/drawing/2014/main" id="{BA1A302D-3006-4BF9-9C13-47BDEFC7E733}"/>
              </a:ext>
            </a:extLst>
          </p:cNvPr>
          <p:cNvSpPr>
            <a:spLocks noGrp="1"/>
          </p:cNvSpPr>
          <p:nvPr/>
        </p:nvSpPr>
        <p:spPr>
          <a:xfrm>
            <a:off x="6548266" y="6644457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3" name="30ga_7_build_PredictedAtoms_29">
            <a:extLst>
              <a:ext uri="{FF2B5EF4-FFF2-40B4-BE49-F238E27FC236}">
                <a16:creationId xmlns:a16="http://schemas.microsoft.com/office/drawing/2014/main" id="{EA2EF046-9297-49A9-8CD0-A5963B1B57FF}"/>
              </a:ext>
            </a:extLst>
          </p:cNvPr>
          <p:cNvSpPr>
            <a:spLocks noGrp="1"/>
          </p:cNvSpPr>
          <p:nvPr/>
        </p:nvSpPr>
        <p:spPr>
          <a:xfrm>
            <a:off x="7667638" y="6677775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4" name="30ga_7_build_PredictedAtoms_30">
            <a:extLst>
              <a:ext uri="{FF2B5EF4-FFF2-40B4-BE49-F238E27FC236}">
                <a16:creationId xmlns:a16="http://schemas.microsoft.com/office/drawing/2014/main" id="{44A96F6A-D2FF-4FE0-A85F-0E349C9AC7E1}"/>
              </a:ext>
            </a:extLst>
          </p:cNvPr>
          <p:cNvSpPr>
            <a:spLocks noGrp="1"/>
          </p:cNvSpPr>
          <p:nvPr/>
        </p:nvSpPr>
        <p:spPr>
          <a:xfrm>
            <a:off x="7582448" y="6847349"/>
            <a:ext cx="32385" cy="32385"/>
          </a:xfrm>
          <a:prstGeom prst="ellipse">
            <a:avLst/>
          </a:prstGeom>
          <a:solidFill>
            <a:srgbClr val="94669C"/>
          </a:solidFill>
          <a:ln w="0">
            <a:noFill/>
          </a:ln>
        </p:spPr>
      </p:sp>
      <p:sp>
        <p:nvSpPr>
          <p:cNvPr id="1245" name="30ga_7_build_Clashes_0">
            <a:extLst>
              <a:ext uri="{FF2B5EF4-FFF2-40B4-BE49-F238E27FC236}">
                <a16:creationId xmlns:a16="http://schemas.microsoft.com/office/drawing/2014/main" id="{63518E9D-BBBC-4821-8F8E-6EC2716D8A87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2105805" y="172015"/>
                </a:moveTo>
                <a:lnTo>
                  <a:pt x="2191865" y="9177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246" name="30ga_7_build_Clashes_1">
            <a:extLst>
              <a:ext uri="{FF2B5EF4-FFF2-40B4-BE49-F238E27FC236}">
                <a16:creationId xmlns:a16="http://schemas.microsoft.com/office/drawing/2014/main" id="{23ABEB64-8480-4E37-A210-7829ECB9FBCE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709675" y="959938"/>
                </a:moveTo>
                <a:lnTo>
                  <a:pt x="446261" y="1155372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247" name="30ga_7_build_Clashes_2">
            <a:extLst>
              <a:ext uri="{FF2B5EF4-FFF2-40B4-BE49-F238E27FC236}">
                <a16:creationId xmlns:a16="http://schemas.microsoft.com/office/drawing/2014/main" id="{D029EC1A-3032-4147-8A70-5B576E747A91}"/>
              </a:ext>
            </a:extLst>
          </p:cNvPr>
          <p:cNvSpPr>
            <a:spLocks noGrp="1"/>
          </p:cNvSpPr>
          <p:nvPr/>
        </p:nvSpPr>
        <p:spPr>
          <a:xfrm>
            <a:off x="6172200" y="6162675"/>
            <a:ext cx="2667000" cy="1333500"/>
          </a:xfrm>
          <a:custGeom>
            <a:avLst/>
            <a:gdLst/>
            <a:ahLst/>
            <a:cxnLst/>
            <a:rect l="0" t="0" r="0" b="0"/>
            <a:pathLst>
              <a:path w="2667000" h="1333500">
                <a:moveTo>
                  <a:pt x="1426441" y="700867"/>
                </a:moveTo>
                <a:lnTo>
                  <a:pt x="1286060" y="729771"/>
                </a:lnTo>
              </a:path>
            </a:pathLst>
          </a:custGeom>
          <a:noFill/>
          <a:ln w="10478">
            <a:solidFill>
              <a:srgbClr val="C43D43"/>
            </a:solidFill>
            <a:prstDash val="dash"/>
          </a:ln>
        </p:spPr>
      </p:sp>
      <p:sp>
        <p:nvSpPr>
          <p:cNvPr id="1248" name="30ga_7_build_ClashingReceptorAtoms_0">
            <a:extLst>
              <a:ext uri="{FF2B5EF4-FFF2-40B4-BE49-F238E27FC236}">
                <a16:creationId xmlns:a16="http://schemas.microsoft.com/office/drawing/2014/main" id="{FC3E0F50-8CD7-4E5C-9C50-054F93E55E51}"/>
              </a:ext>
            </a:extLst>
          </p:cNvPr>
          <p:cNvSpPr>
            <a:spLocks noGrp="1"/>
          </p:cNvSpPr>
          <p:nvPr/>
        </p:nvSpPr>
        <p:spPr>
          <a:xfrm>
            <a:off x="7434447" y="6868634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249" name="30ga_7_build_ClashingReceptorAtoms_1">
            <a:extLst>
              <a:ext uri="{FF2B5EF4-FFF2-40B4-BE49-F238E27FC236}">
                <a16:creationId xmlns:a16="http://schemas.microsoft.com/office/drawing/2014/main" id="{8582CAD8-84A7-4C2C-AF19-57BED8BAD854}"/>
              </a:ext>
            </a:extLst>
          </p:cNvPr>
          <p:cNvSpPr>
            <a:spLocks noGrp="1"/>
          </p:cNvSpPr>
          <p:nvPr/>
        </p:nvSpPr>
        <p:spPr>
          <a:xfrm>
            <a:off x="6594648" y="7294235"/>
            <a:ext cx="47625" cy="47625"/>
          </a:xfrm>
          <a:prstGeom prst="ellipse">
            <a:avLst/>
          </a:prstGeom>
          <a:solidFill>
            <a:srgbClr val="C43D43"/>
          </a:solidFill>
          <a:ln w="0">
            <a:noFill/>
          </a:ln>
        </p:spPr>
      </p:sp>
      <p:sp>
        <p:nvSpPr>
          <p:cNvPr id="1250" name="stage3-cases-alternatives_38">
            <a:extLst>
              <a:ext uri="{FF2B5EF4-FFF2-40B4-BE49-F238E27FC236}">
                <a16:creationId xmlns:a16="http://schemas.microsoft.com/office/drawing/2014/main" id="{9653E98C-D37E-4CCD-BD6B-58333863116C}"/>
              </a:ext>
            </a:extLst>
          </p:cNvPr>
          <p:cNvSpPr>
            <a:spLocks noGrp="1"/>
          </p:cNvSpPr>
          <p:nvPr/>
        </p:nvSpPr>
        <p:spPr>
          <a:xfrm>
            <a:off x="6172200" y="7505700"/>
            <a:ext cx="2790825" cy="2095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RMSD 2.43 Å   D 94%   Clash 3</a:t>
            </a:r>
          </a:p>
        </p:txBody>
      </p:sp>
      <p:sp>
        <p:nvSpPr>
          <p:cNvPr id="1251" name="stage3-cases-alternatives_39">
            <a:extLst>
              <a:ext uri="{FF2B5EF4-FFF2-40B4-BE49-F238E27FC236}">
                <a16:creationId xmlns:a16="http://schemas.microsoft.com/office/drawing/2014/main" id="{964D344A-E824-4508-9358-EA73E030735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28600" y="8124825"/>
                </a:moveTo>
                <a:lnTo>
                  <a:pt x="419100" y="8124825"/>
                </a:lnTo>
              </a:path>
            </a:pathLst>
          </a:custGeom>
          <a:noFill/>
          <a:ln w="34290">
            <a:solidFill>
              <a:srgbClr val="279D98"/>
            </a:solidFill>
            <a:prstDash val="solid"/>
          </a:ln>
        </p:spPr>
      </p:sp>
      <p:sp>
        <p:nvSpPr>
          <p:cNvPr id="1252" name="stage3-cases-alternatives_40">
            <a:extLst>
              <a:ext uri="{FF2B5EF4-FFF2-40B4-BE49-F238E27FC236}">
                <a16:creationId xmlns:a16="http://schemas.microsoft.com/office/drawing/2014/main" id="{F730DF25-9796-4CD6-9F74-DFD68AACA86F}"/>
              </a:ext>
            </a:extLst>
          </p:cNvPr>
          <p:cNvSpPr>
            <a:spLocks noGrp="1"/>
          </p:cNvSpPr>
          <p:nvPr/>
        </p:nvSpPr>
        <p:spPr>
          <a:xfrm>
            <a:off x="485775" y="80010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Reference ligand</a:t>
            </a:r>
          </a:p>
        </p:txBody>
      </p:sp>
      <p:sp>
        <p:nvSpPr>
          <p:cNvPr id="1253" name="stage3-cases-alternatives_41">
            <a:extLst>
              <a:ext uri="{FF2B5EF4-FFF2-40B4-BE49-F238E27FC236}">
                <a16:creationId xmlns:a16="http://schemas.microsoft.com/office/drawing/2014/main" id="{A4B1A8D2-E3B2-4082-8B4F-12036E17109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2428875" y="8124825"/>
                </a:moveTo>
                <a:lnTo>
                  <a:pt x="2619375" y="8124825"/>
                </a:lnTo>
              </a:path>
            </a:pathLst>
          </a:custGeom>
          <a:noFill/>
          <a:ln w="34290">
            <a:solidFill>
              <a:srgbClr val="A5AFB7"/>
            </a:solidFill>
            <a:prstDash val="solid"/>
          </a:ln>
        </p:spPr>
      </p:sp>
      <p:sp>
        <p:nvSpPr>
          <p:cNvPr id="1254" name="stage3-cases-alternatives_42">
            <a:extLst>
              <a:ext uri="{FF2B5EF4-FFF2-40B4-BE49-F238E27FC236}">
                <a16:creationId xmlns:a16="http://schemas.microsoft.com/office/drawing/2014/main" id="{28C39D6E-64A5-479C-9F0E-46DA24A0649D}"/>
              </a:ext>
            </a:extLst>
          </p:cNvPr>
          <p:cNvSpPr>
            <a:spLocks noGrp="1"/>
          </p:cNvSpPr>
          <p:nvPr/>
        </p:nvSpPr>
        <p:spPr>
          <a:xfrm>
            <a:off x="2686050" y="80010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Experimental density</a:t>
            </a:r>
          </a:p>
        </p:txBody>
      </p:sp>
      <p:sp>
        <p:nvSpPr>
          <p:cNvPr id="1255" name="stage3-cases-alternatives_43">
            <a:extLst>
              <a:ext uri="{FF2B5EF4-FFF2-40B4-BE49-F238E27FC236}">
                <a16:creationId xmlns:a16="http://schemas.microsoft.com/office/drawing/2014/main" id="{1D3C3A53-A214-4F62-A4E6-4431BE0D433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5314950" y="8124825"/>
                </a:moveTo>
                <a:lnTo>
                  <a:pt x="5505450" y="8124825"/>
                </a:lnTo>
              </a:path>
            </a:pathLst>
          </a:custGeom>
          <a:noFill/>
          <a:ln w="34290">
            <a:solidFill>
              <a:srgbClr val="7B8C55"/>
            </a:solidFill>
            <a:prstDash val="solid"/>
          </a:ln>
        </p:spPr>
      </p:sp>
      <p:sp>
        <p:nvSpPr>
          <p:cNvPr id="1256" name="stage3-cases-alternatives_44">
            <a:extLst>
              <a:ext uri="{FF2B5EF4-FFF2-40B4-BE49-F238E27FC236}">
                <a16:creationId xmlns:a16="http://schemas.microsoft.com/office/drawing/2014/main" id="{CF13EC3E-2F19-4A78-B04C-05DEB690FDD0}"/>
              </a:ext>
            </a:extLst>
          </p:cNvPr>
          <p:cNvSpPr>
            <a:spLocks noGrp="1"/>
          </p:cNvSpPr>
          <p:nvPr/>
        </p:nvSpPr>
        <p:spPr>
          <a:xfrm>
            <a:off x="5572125" y="8001000"/>
            <a:ext cx="21907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Receptor</a:t>
            </a:r>
          </a:p>
        </p:txBody>
      </p:sp>
      <p:sp>
        <p:nvSpPr>
          <p:cNvPr id="1257" name="stage3-cases-alternatives_45">
            <a:extLst>
              <a:ext uri="{FF2B5EF4-FFF2-40B4-BE49-F238E27FC236}">
                <a16:creationId xmlns:a16="http://schemas.microsoft.com/office/drawing/2014/main" id="{4030CDA2-2BC9-44A1-B3EF-61D83D58BB7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334500" cy="11963400"/>
          </a:xfrm>
          <a:custGeom>
            <a:avLst/>
            <a:gdLst/>
            <a:ahLst/>
            <a:cxnLst/>
            <a:rect l="0" t="0" r="0" b="0"/>
            <a:pathLst>
              <a:path w="9334500" h="11963400">
                <a:moveTo>
                  <a:pt x="7048500" y="8124825"/>
                </a:moveTo>
                <a:lnTo>
                  <a:pt x="7239000" y="8124825"/>
                </a:lnTo>
              </a:path>
            </a:pathLst>
          </a:custGeom>
          <a:noFill/>
          <a:ln w="34290">
            <a:solidFill>
              <a:srgbClr val="C43D43"/>
            </a:solidFill>
            <a:prstDash val="solid"/>
          </a:ln>
        </p:spPr>
      </p:sp>
      <p:sp>
        <p:nvSpPr>
          <p:cNvPr id="1258" name="stage3-cases-alternatives_46">
            <a:extLst>
              <a:ext uri="{FF2B5EF4-FFF2-40B4-BE49-F238E27FC236}">
                <a16:creationId xmlns:a16="http://schemas.microsoft.com/office/drawing/2014/main" id="{41F5F134-4F42-4C54-B3FE-59FA63C96ADF}"/>
              </a:ext>
            </a:extLst>
          </p:cNvPr>
          <p:cNvSpPr>
            <a:spLocks noGrp="1"/>
          </p:cNvSpPr>
          <p:nvPr/>
        </p:nvSpPr>
        <p:spPr>
          <a:xfrm>
            <a:off x="7305675" y="8001000"/>
            <a:ext cx="2028825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38" b="0">
                <a:solidFill>
                  <a:srgbClr val="34444E"/>
                </a:solidFill>
                <a:latin typeface="Arial"/>
                <a:ea typeface="Arial"/>
                <a:cs typeface="Arial"/>
              </a:defRPr>
            </a:pPr>
            <a:r>
              <a:rPr sz="1238" b="0">
                <a:solidFill>
                  <a:srgbClr val="34444E"/>
                </a:solidFill>
                <a:latin typeface="Arial"/>
                <a:ea typeface="Arial"/>
                <a:cs typeface="Arial"/>
              </a:rPr>
              <a:t>Clashing atoms</a:t>
            </a:r>
          </a:p>
        </p:txBody>
      </p:sp>
    </p:spTree>
    <p:extLst>
      <p:ext uri="{BB962C8B-B14F-4D97-AF65-F5344CB8AC3E}">
        <p14:creationId xmlns:p14="http://schemas.microsoft.com/office/powerpoint/2010/main" val="143996822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760</Words>
  <Application>Microsoft Office PowerPoint</Application>
  <DocSecurity>0</DocSecurity>
  <PresentationFormat>自定义</PresentationFormat>
  <Paragraphs>112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7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Hongen Peng</cp:lastModifiedBy>
  <cp:revision>1</cp:revision>
  <dcterms:created xsi:type="dcterms:W3CDTF">2026-10-03T07:12:27Z</dcterms:created>
  <dcterms:modified xsi:type="dcterms:W3CDTF">2026-10-03T08:55:22Z</dcterms:modified>
</cp:coreProperties>
</file>